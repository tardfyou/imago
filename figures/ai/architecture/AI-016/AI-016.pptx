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9fcf01d5684616" /><Relationship Type="http://schemas.openxmlformats.org/officeDocument/2006/relationships/extended-properties" Target="/docProps/app.xml" Id="Rdcb7ed18fc794e2f" /><Relationship Type="http://schemas.openxmlformats.org/officeDocument/2006/relationships/officeDocument" Target="/ppt/presentation.xml" Id="R47ffdcaaf9714a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a0d70bdcfe4397"/>
  </p:sldMasterIdLst>
  <p:notesMasterIdLst>
    <p:notesMasterId xmlns:r="http://schemas.openxmlformats.org/officeDocument/2006/relationships" r:id="R0cc47368129b4a33"/>
  </p:notesMasterIdLst>
  <p:sldIdLst>
    <p:sldId xmlns:r="http://schemas.openxmlformats.org/officeDocument/2006/relationships" id="256" r:id="R89efbdd7649d422c"/>
  </p:sldIdLst>
  <p:sldSz cx="13944600" cy="9086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7e2b8a87b84b65" /><Relationship Type="http://schemas.openxmlformats.org/officeDocument/2006/relationships/slideMaster" Target="/ppt/slideMasters/slideMaster1.xml" Id="R70a0d70bdcfe4397" /><Relationship Type="http://schemas.openxmlformats.org/officeDocument/2006/relationships/notesMaster" Target="/ppt/notesMasters/notesMaster1.xml" Id="R0cc47368129b4a33" /><Relationship Type="http://schemas.openxmlformats.org/officeDocument/2006/relationships/presProps" Target="/ppt/presProps.xml" Id="Re2711e79f54449a5" /><Relationship Type="http://schemas.openxmlformats.org/officeDocument/2006/relationships/tableStyles" Target="/ppt/tableStyles.xml" Id="Rd4e3cdc760744687" /><Relationship Type="http://schemas.openxmlformats.org/officeDocument/2006/relationships/slide" Target="/ppt/slides/slide1.xml" Id="R89efbdd7649d42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eb4ddccb0446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adf4a243ad4047" /><Relationship Type="http://schemas.openxmlformats.org/officeDocument/2006/relationships/notesMaster" Target="/ppt/notesMasters/notesMaster1.xml" Id="R1842818b2a84423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素材ID：AI-016</ns1:t>
            </ns1:r>
          </ns1:p>
          <ns1:p>
            <ns1:r>
              <ns1:t>论文：Scaling Rectified Flow Transformers for High-Resolution Image Synthesis</ns1:t>
            </ns1:r>
          </ns1:p>
          <ns1:p>
            <ns1:r>
              <ns1:t>会议：ICML 2024</ns1:t>
            </ns1:r>
          </ns1:p>
          <ns1:p>
            <ns1:r>
              <ns1:t>奖项：Best Paper</ns1:t>
            </ns1:r>
          </ns1:p>
          <ns1:p>
            <ns1:r>
              <ns1:t>图号：Figure 2，PDF第5页</ns1:t>
            </ns1:r>
          </ns1:p>
          <ns1:p>
            <ns1:r>
              <ns1:t>类型：系统架构</ns1:t>
            </ns1:r>
          </ns1:p>
          <ns1:p>
            <ns1:r>
              <ns1:t>借鉴点：总模型和单块左右展开，旁路条件、残差、调制门及注意力共同形成可迁移的深层模型说明。</ns1:t>
            </ns1:r>
          </ns1:p>
          <ns1:p>
            <ns1:r>
              <ns1:t>论文URL：https://proceedings.mlr.press/v235/esser24a.html</ns1:t>
            </ns1:r>
          </ns1:p>
          <ns1:p>
            <ns1:r>
              <ns1:t>官方获奖URL：https://icml.cc/virtual/2024/awards_detail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e0d78daf044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b44b12b0734266" /><Relationship Type="http://schemas.openxmlformats.org/officeDocument/2006/relationships/slideLayout" Target="/ppt/slideLayouts/slideLayout1.xml" Id="Re167169bc83445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67169bc83445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c82856f8c439e" /><Relationship Type="http://schemas.openxmlformats.org/officeDocument/2006/relationships/notesSlide" Target="/ppt/notesSlides/notesSlide1.xml" Id="Re9a3cf46703e4d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163BF4-86F2-47CC-B3E5-2AC09F47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551" y="4402104"/>
            <a:ext cx="3854586" cy="2242495"/>
          </a:xfrm>
          <a:custGeom xmlns:a="http://schemas.openxmlformats.org/drawingml/2006/main">
            <a:pathLst>
              <a:path w="3854586" h="2242495">
                <a:moveTo>
                  <a:pt x="3854586" y="0"/>
                </a:moveTo>
                <a:lnTo>
                  <a:pt x="0" y="0"/>
                </a:lnTo>
                <a:lnTo>
                  <a:pt x="0" y="2242495"/>
                </a:lnTo>
                <a:lnTo>
                  <a:pt x="3854586" y="2242495"/>
                </a:lnTo>
                <a:lnTo>
                  <a:pt x="3854586" y="0"/>
                </a:lnTo>
                <a:close/>
              </a:path>
            </a:pathLst>
          </a:custGeom>
          <a:solidFill xmlns:a="http://schemas.openxmlformats.org/drawingml/2006/main">
            <a:srgbClr val="F2F2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77D49-0014-4EAC-875F-00F9EDAA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551" y="4402104"/>
            <a:ext cx="3854586" cy="2242495"/>
          </a:xfrm>
          <a:custGeom xmlns:a="http://schemas.openxmlformats.org/drawingml/2006/main">
            <a:pathLst>
              <a:path w="3854586" h="2242495" fill="none">
                <a:moveTo>
                  <a:pt x="3854586" y="0"/>
                </a:moveTo>
                <a:lnTo>
                  <a:pt x="0" y="0"/>
                </a:lnTo>
                <a:lnTo>
                  <a:pt x="0" y="2242495"/>
                </a:lnTo>
                <a:lnTo>
                  <a:pt x="3854586" y="2242495"/>
                </a:lnTo>
                <a:lnTo>
                  <a:pt x="385458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96A5B-561A-4300-9DA9-A5EF5608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714" y="369046"/>
            <a:ext cx="10" cy="540667"/>
          </a:xfrm>
          <a:custGeom xmlns:a="http://schemas.openxmlformats.org/drawingml/2006/main">
            <a:pathLst>
              <a:path w="1" h="540667" fill="none">
                <a:moveTo>
                  <a:pt x="0" y="0"/>
                </a:moveTo>
                <a:cubicBezTo>
                  <a:pt x="0" y="214308"/>
                  <a:pt x="0" y="335244"/>
                  <a:pt x="0" y="540667"/>
                </a:cubicBez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1E680-6305-4DFB-BE60-1D4901F8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812" y="886536"/>
            <a:ext cx="61805" cy="28971"/>
          </a:xfrm>
          <a:custGeom xmlns:a="http://schemas.openxmlformats.org/drawingml/2006/main">
            <a:pathLst>
              <a:path w="61805" h="28971" fill="none">
                <a:moveTo>
                  <a:pt x="61805" y="0"/>
                </a:moveTo>
                <a:cubicBezTo>
                  <a:pt x="50217" y="1932"/>
                  <a:pt x="32834" y="23177"/>
                  <a:pt x="30903" y="28971"/>
                </a:cubicBezTo>
                <a:cubicBezTo>
                  <a:pt x="28971" y="23177"/>
                  <a:pt x="11588" y="193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824E73-44E3-4CDA-A10D-0012B22F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97" y="237037"/>
            <a:ext cx="1652517" cy="813571"/>
          </a:xfrm>
          <a:custGeom xmlns:a="http://schemas.openxmlformats.org/drawingml/2006/main">
            <a:pathLst>
              <a:path w="1652517" h="813571" fill="none">
                <a:moveTo>
                  <a:pt x="1652517" y="132010"/>
                </a:moveTo>
                <a:cubicBezTo>
                  <a:pt x="1652517" y="813571"/>
                  <a:pt x="0" y="0"/>
                  <a:pt x="0" y="672677"/>
                </a:cubicBez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B26BE-9254-4284-8393-F083CB26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295" y="886536"/>
            <a:ext cx="61805" cy="28971"/>
          </a:xfrm>
          <a:custGeom xmlns:a="http://schemas.openxmlformats.org/drawingml/2006/main">
            <a:pathLst>
              <a:path w="61805" h="28971" fill="none">
                <a:moveTo>
                  <a:pt x="61805" y="0"/>
                </a:moveTo>
                <a:cubicBezTo>
                  <a:pt x="50217" y="1932"/>
                  <a:pt x="32834" y="23177"/>
                  <a:pt x="30903" y="28971"/>
                </a:cubicBezTo>
                <a:cubicBezTo>
                  <a:pt x="28971" y="23177"/>
                  <a:pt x="11588" y="193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1E88F8-E7D1-4735-9FD8-359D096F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714" y="237037"/>
            <a:ext cx="1652517" cy="813571"/>
          </a:xfrm>
          <a:custGeom xmlns:a="http://schemas.openxmlformats.org/drawingml/2006/main">
            <a:pathLst>
              <a:path w="1652517" h="813571" fill="none">
                <a:moveTo>
                  <a:pt x="0" y="132010"/>
                </a:moveTo>
                <a:cubicBezTo>
                  <a:pt x="0" y="813571"/>
                  <a:pt x="1652517" y="0"/>
                  <a:pt x="1652517" y="672677"/>
                </a:cubicBez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36DE5A-B2F1-480A-871E-DD4BB73B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329" y="886536"/>
            <a:ext cx="61805" cy="28971"/>
          </a:xfrm>
          <a:custGeom xmlns:a="http://schemas.openxmlformats.org/drawingml/2006/main">
            <a:pathLst>
              <a:path w="61805" h="28971" fill="none">
                <a:moveTo>
                  <a:pt x="61805" y="0"/>
                </a:moveTo>
                <a:cubicBezTo>
                  <a:pt x="50217" y="1932"/>
                  <a:pt x="32834" y="23177"/>
                  <a:pt x="30903" y="28971"/>
                </a:cubicBezTo>
                <a:cubicBezTo>
                  <a:pt x="28971" y="23177"/>
                  <a:pt x="11588" y="193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05DFE6-DF9E-402C-817B-ADA4DBF7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714" y="2563377"/>
            <a:ext cx="10" cy="1085860"/>
          </a:xfrm>
          <a:custGeom xmlns:a="http://schemas.openxmlformats.org/drawingml/2006/main">
            <a:pathLst>
              <a:path w="1" h="1085860" fill="none">
                <a:moveTo>
                  <a:pt x="0" y="0"/>
                </a:moveTo>
                <a:lnTo>
                  <a:pt x="0" y="1085860"/>
                </a:ln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E71F8-F380-446C-AF85-CE93D2EC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812" y="3626060"/>
            <a:ext cx="61805" cy="28971"/>
          </a:xfrm>
          <a:custGeom xmlns:a="http://schemas.openxmlformats.org/drawingml/2006/main">
            <a:pathLst>
              <a:path w="61805" h="28971" fill="none">
                <a:moveTo>
                  <a:pt x="61805" y="0"/>
                </a:moveTo>
                <a:cubicBezTo>
                  <a:pt x="50217" y="1932"/>
                  <a:pt x="32834" y="23177"/>
                  <a:pt x="30903" y="28971"/>
                </a:cubicBezTo>
                <a:cubicBezTo>
                  <a:pt x="28971" y="23177"/>
                  <a:pt x="11588" y="193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C0F937-BBDD-4BD2-BB75-9B32F328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84" y="4056101"/>
            <a:ext cx="10" cy="1381620"/>
          </a:xfrm>
          <a:custGeom xmlns:a="http://schemas.openxmlformats.org/drawingml/2006/main">
            <a:pathLst>
              <a:path w="1" h="1381620" fill="none">
                <a:moveTo>
                  <a:pt x="0" y="1381620"/>
                </a:moveTo>
                <a:lnTo>
                  <a:pt x="0" y="686923"/>
                </a:lnTo>
                <a:moveTo>
                  <a:pt x="0" y="42142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6BDEA5-8807-44BE-A1B0-4D338E5D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81" y="4050307"/>
            <a:ext cx="61805" cy="28971"/>
          </a:xfrm>
          <a:custGeom xmlns:a="http://schemas.openxmlformats.org/drawingml/2006/main">
            <a:pathLst>
              <a:path w="61805" h="28971" fill="none">
                <a:moveTo>
                  <a:pt x="0" y="28971"/>
                </a:moveTo>
                <a:cubicBezTo>
                  <a:pt x="11588" y="27039"/>
                  <a:pt x="28971" y="5794"/>
                  <a:pt x="30903" y="0"/>
                </a:cubicBezTo>
                <a:cubicBezTo>
                  <a:pt x="32834" y="5794"/>
                  <a:pt x="50217" y="27039"/>
                  <a:pt x="61805" y="28971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5C4FA3-C94C-4188-9ACE-32D0F539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84" y="2563377"/>
            <a:ext cx="10" cy="1080939"/>
          </a:xfrm>
          <a:custGeom xmlns:a="http://schemas.openxmlformats.org/drawingml/2006/main">
            <a:pathLst>
              <a:path w="1" h="1080939" fill="none">
                <a:moveTo>
                  <a:pt x="0" y="0"/>
                </a:moveTo>
                <a:lnTo>
                  <a:pt x="0" y="1080939"/>
                </a:ln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ECEE7-9F8C-4CE9-A710-5EC3E4A6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81" y="3621139"/>
            <a:ext cx="61805" cy="28971"/>
          </a:xfrm>
          <a:custGeom xmlns:a="http://schemas.openxmlformats.org/drawingml/2006/main">
            <a:pathLst>
              <a:path w="61805" h="28971" fill="none">
                <a:moveTo>
                  <a:pt x="61805" y="0"/>
                </a:moveTo>
                <a:cubicBezTo>
                  <a:pt x="50217" y="1932"/>
                  <a:pt x="32834" y="23177"/>
                  <a:pt x="30903" y="28971"/>
                </a:cubicBezTo>
                <a:cubicBezTo>
                  <a:pt x="28971" y="23177"/>
                  <a:pt x="11588" y="193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D5B37-1232-42E2-9DE6-BFE5D0FD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292" y="3850209"/>
            <a:ext cx="540667" cy="10"/>
          </a:xfrm>
          <a:custGeom xmlns:a="http://schemas.openxmlformats.org/drawingml/2006/main">
            <a:pathLst>
              <a:path w="540667" h="1" fill="none">
                <a:moveTo>
                  <a:pt x="0" y="0"/>
                </a:moveTo>
                <a:lnTo>
                  <a:pt x="5406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43B0C5-5C55-4353-8A44-9FBA3368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82" y="3819306"/>
            <a:ext cx="28971" cy="61805"/>
          </a:xfrm>
          <a:custGeom xmlns:a="http://schemas.openxmlformats.org/drawingml/2006/main">
            <a:pathLst>
              <a:path w="28971" h="61805" fill="none">
                <a:moveTo>
                  <a:pt x="0" y="0"/>
                </a:moveTo>
                <a:cubicBezTo>
                  <a:pt x="1932" y="11588"/>
                  <a:pt x="23177" y="28971"/>
                  <a:pt x="28971" y="30903"/>
                </a:cubicBezTo>
                <a:cubicBezTo>
                  <a:pt x="23177" y="32834"/>
                  <a:pt x="1932" y="50217"/>
                  <a:pt x="0" y="6180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6F3D94-0D56-4F3B-A9C6-8A890E57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2973" y="1820997"/>
            <a:ext cx="10" cy="1231005"/>
          </a:xfrm>
          <a:custGeom xmlns:a="http://schemas.openxmlformats.org/drawingml/2006/main">
            <a:pathLst>
              <a:path w="1" h="1231005" fill="none">
                <a:moveTo>
                  <a:pt x="0" y="0"/>
                </a:moveTo>
                <a:lnTo>
                  <a:pt x="0" y="1231005"/>
                </a:ln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06900D-2BD3-4395-8101-7A3DADAE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070" y="3028825"/>
            <a:ext cx="61805" cy="28971"/>
          </a:xfrm>
          <a:custGeom xmlns:a="http://schemas.openxmlformats.org/drawingml/2006/main">
            <a:pathLst>
              <a:path w="61805" h="28971" fill="none">
                <a:moveTo>
                  <a:pt x="61805" y="0"/>
                </a:moveTo>
                <a:cubicBezTo>
                  <a:pt x="50217" y="1932"/>
                  <a:pt x="32834" y="23177"/>
                  <a:pt x="30903" y="28971"/>
                </a:cubicBezTo>
                <a:cubicBezTo>
                  <a:pt x="28971" y="23177"/>
                  <a:pt x="11588" y="193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734A18-F891-4F55-B81F-A4BEE554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056" y="3257895"/>
            <a:ext cx="101024" cy="10"/>
          </a:xfrm>
          <a:custGeom xmlns:a="http://schemas.openxmlformats.org/drawingml/2006/main">
            <a:pathLst>
              <a:path w="101024" h="1" fill="none">
                <a:moveTo>
                  <a:pt x="0" y="0"/>
                </a:moveTo>
                <a:lnTo>
                  <a:pt x="1010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AEE683-36E8-4868-BDDF-9A265050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903" y="3226992"/>
            <a:ext cx="28971" cy="61805"/>
          </a:xfrm>
          <a:custGeom xmlns:a="http://schemas.openxmlformats.org/drawingml/2006/main">
            <a:pathLst>
              <a:path w="28971" h="61805" fill="none">
                <a:moveTo>
                  <a:pt x="0" y="0"/>
                </a:moveTo>
                <a:cubicBezTo>
                  <a:pt x="1932" y="11588"/>
                  <a:pt x="23177" y="28971"/>
                  <a:pt x="28971" y="30903"/>
                </a:cubicBezTo>
                <a:cubicBezTo>
                  <a:pt x="23177" y="32834"/>
                  <a:pt x="1932" y="50217"/>
                  <a:pt x="0" y="6180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81C114-55C3-4CD2-A785-24879757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2973" y="3454903"/>
            <a:ext cx="10" cy="265891"/>
          </a:xfrm>
          <a:custGeom xmlns:a="http://schemas.openxmlformats.org/drawingml/2006/main">
            <a:pathLst>
              <a:path w="1" h="265891" fill="none">
                <a:moveTo>
                  <a:pt x="0" y="0"/>
                </a:moveTo>
                <a:lnTo>
                  <a:pt x="0" y="265891"/>
                </a:ln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A99F86-470F-429E-835A-32D17088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070" y="3697617"/>
            <a:ext cx="61805" cy="28971"/>
          </a:xfrm>
          <a:custGeom xmlns:a="http://schemas.openxmlformats.org/drawingml/2006/main">
            <a:pathLst>
              <a:path w="61805" h="28971" fill="none">
                <a:moveTo>
                  <a:pt x="61805" y="0"/>
                </a:moveTo>
                <a:cubicBezTo>
                  <a:pt x="50217" y="1932"/>
                  <a:pt x="32834" y="23177"/>
                  <a:pt x="30903" y="28971"/>
                </a:cubicBezTo>
                <a:cubicBezTo>
                  <a:pt x="28971" y="23177"/>
                  <a:pt x="11588" y="193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1DC8E0-0A98-46BB-939D-442C232E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714" y="3892966"/>
            <a:ext cx="662971" cy="4364917"/>
          </a:xfrm>
          <a:custGeom xmlns:a="http://schemas.openxmlformats.org/drawingml/2006/main">
            <a:pathLst>
              <a:path w="662971" h="4364917" fill="none">
                <a:moveTo>
                  <a:pt x="662971" y="0"/>
                </a:moveTo>
                <a:lnTo>
                  <a:pt x="0" y="0"/>
                </a:lnTo>
                <a:lnTo>
                  <a:pt x="0" y="783913"/>
                </a:lnTo>
                <a:lnTo>
                  <a:pt x="0" y="4364917"/>
                </a:ln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5C8DFB-8484-4CD4-9911-E74811E6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11" y="8234706"/>
            <a:ext cx="61805" cy="28971"/>
          </a:xfrm>
          <a:custGeom xmlns:a="http://schemas.openxmlformats.org/drawingml/2006/main">
            <a:pathLst>
              <a:path w="61805" h="28971" fill="none">
                <a:moveTo>
                  <a:pt x="61805" y="0"/>
                </a:moveTo>
                <a:cubicBezTo>
                  <a:pt x="50217" y="1932"/>
                  <a:pt x="32834" y="23177"/>
                  <a:pt x="30903" y="28971"/>
                </a:cubicBezTo>
                <a:cubicBezTo>
                  <a:pt x="28971" y="23177"/>
                  <a:pt x="11588" y="193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41E9D-203B-43E7-8DAE-99963684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731" y="3812139"/>
            <a:ext cx="672241" cy="2275977"/>
          </a:xfrm>
          <a:custGeom xmlns:a="http://schemas.openxmlformats.org/drawingml/2006/main">
            <a:pathLst>
              <a:path w="672241" h="2275977" fill="none">
                <a:moveTo>
                  <a:pt x="0" y="0"/>
                </a:moveTo>
                <a:lnTo>
                  <a:pt x="672241" y="0"/>
                </a:lnTo>
                <a:lnTo>
                  <a:pt x="672241" y="864741"/>
                </a:lnTo>
                <a:lnTo>
                  <a:pt x="672241" y="2275977"/>
                </a:ln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DF363-6D9F-4CFD-83CA-7A2EBAA1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069" y="6064938"/>
            <a:ext cx="61805" cy="28971"/>
          </a:xfrm>
          <a:custGeom xmlns:a="http://schemas.openxmlformats.org/drawingml/2006/main">
            <a:pathLst>
              <a:path w="61805" h="28971" fill="none">
                <a:moveTo>
                  <a:pt x="61805" y="0"/>
                </a:moveTo>
                <a:cubicBezTo>
                  <a:pt x="50217" y="1932"/>
                  <a:pt x="32834" y="23177"/>
                  <a:pt x="30903" y="28971"/>
                </a:cubicBezTo>
                <a:cubicBezTo>
                  <a:pt x="28971" y="23177"/>
                  <a:pt x="11588" y="193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E206B-3A19-4F28-8768-0C428232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999" y="3850209"/>
            <a:ext cx="1090218" cy="961880"/>
          </a:xfrm>
          <a:custGeom xmlns:a="http://schemas.openxmlformats.org/drawingml/2006/main">
            <a:pathLst>
              <a:path w="1090218" h="961880" fill="none">
                <a:moveTo>
                  <a:pt x="135374" y="0"/>
                </a:moveTo>
                <a:lnTo>
                  <a:pt x="0" y="0"/>
                </a:lnTo>
                <a:lnTo>
                  <a:pt x="0" y="961880"/>
                </a:lnTo>
                <a:lnTo>
                  <a:pt x="1090218" y="961880"/>
                </a:ln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FDA25-9131-4124-9EE7-12DC0543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040" y="4781186"/>
            <a:ext cx="28971" cy="61805"/>
          </a:xfrm>
          <a:custGeom xmlns:a="http://schemas.openxmlformats.org/drawingml/2006/main">
            <a:pathLst>
              <a:path w="28971" h="61805" fill="none">
                <a:moveTo>
                  <a:pt x="0" y="0"/>
                </a:moveTo>
                <a:cubicBezTo>
                  <a:pt x="1932" y="11588"/>
                  <a:pt x="23177" y="28971"/>
                  <a:pt x="28971" y="30903"/>
                </a:cubicBezTo>
                <a:cubicBezTo>
                  <a:pt x="23177" y="32834"/>
                  <a:pt x="1932" y="50217"/>
                  <a:pt x="0" y="6180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E7CD7-12D5-4F45-85C8-8C7DCE9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999" y="4812088"/>
            <a:ext cx="1090218" cy="435285"/>
          </a:xfrm>
          <a:custGeom xmlns:a="http://schemas.openxmlformats.org/drawingml/2006/main">
            <a:pathLst>
              <a:path w="1090218" h="435285" fill="none">
                <a:moveTo>
                  <a:pt x="0" y="0"/>
                </a:moveTo>
                <a:lnTo>
                  <a:pt x="0" y="435285"/>
                </a:lnTo>
                <a:lnTo>
                  <a:pt x="1090218" y="435285"/>
                </a:ln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43B3A-1127-4FFC-904D-F3516503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040" y="5216470"/>
            <a:ext cx="28971" cy="61805"/>
          </a:xfrm>
          <a:custGeom xmlns:a="http://schemas.openxmlformats.org/drawingml/2006/main">
            <a:pathLst>
              <a:path w="28971" h="61805" fill="none">
                <a:moveTo>
                  <a:pt x="0" y="0"/>
                </a:moveTo>
                <a:cubicBezTo>
                  <a:pt x="1932" y="11588"/>
                  <a:pt x="23177" y="28971"/>
                  <a:pt x="28971" y="30903"/>
                </a:cubicBezTo>
                <a:cubicBezTo>
                  <a:pt x="23177" y="32834"/>
                  <a:pt x="1932" y="50217"/>
                  <a:pt x="0" y="6180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BE35B9-74FC-4E96-A68F-D46B9EA2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999" y="4812088"/>
            <a:ext cx="1090218" cy="1421324"/>
          </a:xfrm>
          <a:custGeom xmlns:a="http://schemas.openxmlformats.org/drawingml/2006/main">
            <a:pathLst>
              <a:path w="1090218" h="1421324" fill="none">
                <a:moveTo>
                  <a:pt x="0" y="0"/>
                </a:moveTo>
                <a:lnTo>
                  <a:pt x="0" y="1421324"/>
                </a:lnTo>
                <a:lnTo>
                  <a:pt x="1090218" y="1421324"/>
                </a:ln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E6F845-8524-428E-8156-BCB8784E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040" y="6202510"/>
            <a:ext cx="28971" cy="61805"/>
          </a:xfrm>
          <a:custGeom xmlns:a="http://schemas.openxmlformats.org/drawingml/2006/main">
            <a:pathLst>
              <a:path w="28971" h="61805" fill="none">
                <a:moveTo>
                  <a:pt x="0" y="0"/>
                </a:moveTo>
                <a:cubicBezTo>
                  <a:pt x="1932" y="11588"/>
                  <a:pt x="23177" y="28971"/>
                  <a:pt x="28971" y="30903"/>
                </a:cubicBezTo>
                <a:cubicBezTo>
                  <a:pt x="23177" y="32834"/>
                  <a:pt x="1932" y="50217"/>
                  <a:pt x="0" y="6180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F8240-32F1-4CFC-A067-51C81E5D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999" y="4812088"/>
            <a:ext cx="2328640" cy="2244448"/>
          </a:xfrm>
          <a:custGeom xmlns:a="http://schemas.openxmlformats.org/drawingml/2006/main">
            <a:pathLst>
              <a:path w="2328640" h="2244448" fill="none">
                <a:moveTo>
                  <a:pt x="0" y="0"/>
                </a:moveTo>
                <a:lnTo>
                  <a:pt x="0" y="2244448"/>
                </a:lnTo>
                <a:lnTo>
                  <a:pt x="2328640" y="2244448"/>
                </a:ln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15770F-6055-461E-8363-8094DAF6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462" y="7025633"/>
            <a:ext cx="28971" cy="61805"/>
          </a:xfrm>
          <a:custGeom xmlns:a="http://schemas.openxmlformats.org/drawingml/2006/main">
            <a:pathLst>
              <a:path w="28971" h="61805" fill="none">
                <a:moveTo>
                  <a:pt x="0" y="0"/>
                </a:moveTo>
                <a:cubicBezTo>
                  <a:pt x="1932" y="11588"/>
                  <a:pt x="23177" y="28971"/>
                  <a:pt x="28971" y="30903"/>
                </a:cubicBezTo>
                <a:cubicBezTo>
                  <a:pt x="23177" y="32834"/>
                  <a:pt x="1932" y="50217"/>
                  <a:pt x="0" y="6180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18EC0-2469-4807-AB94-8C69BFC8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387" y="62897"/>
            <a:ext cx="1648654" cy="302286"/>
          </a:xfrm>
          <a:custGeom xmlns:a="http://schemas.openxmlformats.org/drawingml/2006/main">
            <a:pathLst>
              <a:path w="1648654" h="302286">
                <a:moveTo>
                  <a:pt x="1538746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8"/>
                </a:cubicBezTo>
                <a:lnTo>
                  <a:pt x="0" y="192378"/>
                </a:lnTo>
                <a:cubicBezTo>
                  <a:pt x="0" y="253080"/>
                  <a:pt x="49207" y="302286"/>
                  <a:pt x="109909" y="302286"/>
                </a:cubicBezTo>
                <a:lnTo>
                  <a:pt x="1538746" y="302286"/>
                </a:lnTo>
                <a:cubicBezTo>
                  <a:pt x="1599447" y="302286"/>
                  <a:pt x="1648654" y="253080"/>
                  <a:pt x="1648654" y="192378"/>
                </a:cubicBezTo>
                <a:lnTo>
                  <a:pt x="1648654" y="109908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302286"/>
                </a:moveTo>
              </a:path>
            </a:pathLst>
          </a:custGeom>
          <a:solidFill xmlns:a="http://schemas.openxmlformats.org/drawingml/2006/main">
            <a:srgbClr val="F8AF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675452-922B-4575-863E-9D6EFBB0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387" y="62897"/>
            <a:ext cx="1648654" cy="302286"/>
          </a:xfrm>
          <a:custGeom xmlns:a="http://schemas.openxmlformats.org/drawingml/2006/main">
            <a:pathLst>
              <a:path w="1648654" h="302286" fill="none">
                <a:moveTo>
                  <a:pt x="1538746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8"/>
                </a:cubicBezTo>
                <a:lnTo>
                  <a:pt x="0" y="192378"/>
                </a:lnTo>
                <a:cubicBezTo>
                  <a:pt x="0" y="253080"/>
                  <a:pt x="49207" y="302286"/>
                  <a:pt x="109909" y="302286"/>
                </a:cubicBezTo>
                <a:lnTo>
                  <a:pt x="1538746" y="302286"/>
                </a:lnTo>
                <a:cubicBezTo>
                  <a:pt x="1599447" y="302286"/>
                  <a:pt x="1648654" y="253080"/>
                  <a:pt x="1648654" y="192378"/>
                </a:cubicBezTo>
                <a:lnTo>
                  <a:pt x="1648654" y="109908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302286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37" name="Text Caption">
            <a:extLst xmlns:a="http://schemas.openxmlformats.org/drawingml/2006/main">
              <a:ext uri="{FF2B5EF4-FFF2-40B4-BE49-F238E27FC236}">
                <a16:creationId xmlns:a16="http://schemas.microsoft.com/office/drawing/2014/main" id="{551298FE-F047-43EB-ADF5-55D9BF0F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277" y="127156"/>
            <a:ext cx="603376" cy="173715"/>
          </a:xfrm>
          <a:custGeom xmlns:a="http://schemas.openxmlformats.org/drawingml/2006/main">
            <a:pathLst>
              <a:path w="603376" h="173715">
                <a:moveTo>
                  <a:pt x="114339" y="44941"/>
                </a:moveTo>
                <a:lnTo>
                  <a:pt x="112600" y="1320"/>
                </a:lnTo>
                <a:lnTo>
                  <a:pt x="108545" y="1320"/>
                </a:lnTo>
                <a:cubicBezTo>
                  <a:pt x="107387" y="5378"/>
                  <a:pt x="104295" y="7695"/>
                  <a:pt x="100432" y="7695"/>
                </a:cubicBezTo>
                <a:cubicBezTo>
                  <a:pt x="98693" y="7695"/>
                  <a:pt x="95796" y="7117"/>
                  <a:pt x="92899" y="5956"/>
                </a:cubicBezTo>
                <a:cubicBezTo>
                  <a:pt x="83436" y="2868"/>
                  <a:pt x="73778" y="1320"/>
                  <a:pt x="64701" y="1320"/>
                </a:cubicBezTo>
                <a:cubicBezTo>
                  <a:pt x="48863" y="1320"/>
                  <a:pt x="32834" y="7309"/>
                  <a:pt x="20857" y="17924"/>
                </a:cubicBezTo>
                <a:cubicBezTo>
                  <a:pt x="7338" y="29890"/>
                  <a:pt x="0" y="47835"/>
                  <a:pt x="0" y="69060"/>
                </a:cubicBezTo>
                <a:cubicBezTo>
                  <a:pt x="0" y="87008"/>
                  <a:pt x="5794" y="103603"/>
                  <a:pt x="15643" y="114601"/>
                </a:cubicBezTo>
                <a:cubicBezTo>
                  <a:pt x="27231" y="127144"/>
                  <a:pt x="44999" y="134483"/>
                  <a:pt x="64123" y="134483"/>
                </a:cubicBezTo>
                <a:cubicBezTo>
                  <a:pt x="85947" y="134483"/>
                  <a:pt x="105068" y="125600"/>
                  <a:pt x="116850" y="109969"/>
                </a:cubicBezTo>
                <a:lnTo>
                  <a:pt x="113373" y="106497"/>
                </a:lnTo>
                <a:cubicBezTo>
                  <a:pt x="99082" y="120198"/>
                  <a:pt x="86333" y="125986"/>
                  <a:pt x="70303" y="125986"/>
                </a:cubicBezTo>
                <a:cubicBezTo>
                  <a:pt x="58135" y="125986"/>
                  <a:pt x="47319" y="122125"/>
                  <a:pt x="39014" y="114793"/>
                </a:cubicBezTo>
                <a:cubicBezTo>
                  <a:pt x="28390" y="105339"/>
                  <a:pt x="22404" y="87971"/>
                  <a:pt x="22404" y="66552"/>
                </a:cubicBezTo>
                <a:cubicBezTo>
                  <a:pt x="22404" y="31625"/>
                  <a:pt x="40367" y="9048"/>
                  <a:pt x="68370" y="9048"/>
                </a:cubicBezTo>
                <a:cubicBezTo>
                  <a:pt x="79381" y="9048"/>
                  <a:pt x="89424" y="13100"/>
                  <a:pt x="97149" y="20818"/>
                </a:cubicBezTo>
                <a:cubicBezTo>
                  <a:pt x="103329" y="26993"/>
                  <a:pt x="106226" y="32398"/>
                  <a:pt x="109898" y="44941"/>
                </a:cubicBezTo>
                <a:lnTo>
                  <a:pt x="114339" y="44941"/>
                </a:lnTo>
                <a:close/>
                <a:moveTo>
                  <a:pt x="208784" y="119055"/>
                </a:moveTo>
                <a:cubicBezTo>
                  <a:pt x="205501" y="121754"/>
                  <a:pt x="203184" y="122721"/>
                  <a:pt x="200287" y="122721"/>
                </a:cubicBezTo>
                <a:cubicBezTo>
                  <a:pt x="195846" y="122721"/>
                  <a:pt x="194493" y="120018"/>
                  <a:pt x="194493" y="111528"/>
                </a:cubicBezTo>
                <a:lnTo>
                  <a:pt x="194493" y="73890"/>
                </a:lnTo>
                <a:cubicBezTo>
                  <a:pt x="194493" y="63852"/>
                  <a:pt x="193527" y="58256"/>
                  <a:pt x="190630" y="53623"/>
                </a:cubicBezTo>
                <a:cubicBezTo>
                  <a:pt x="186380" y="46676"/>
                  <a:pt x="178075" y="43004"/>
                  <a:pt x="166681" y="43004"/>
                </a:cubicBezTo>
                <a:cubicBezTo>
                  <a:pt x="148524" y="43004"/>
                  <a:pt x="134234" y="52465"/>
                  <a:pt x="134234" y="64624"/>
                </a:cubicBezTo>
                <a:cubicBezTo>
                  <a:pt x="134234" y="69066"/>
                  <a:pt x="138094" y="72923"/>
                  <a:pt x="142539" y="72923"/>
                </a:cubicBezTo>
                <a:cubicBezTo>
                  <a:pt x="147172" y="72923"/>
                  <a:pt x="151230" y="69066"/>
                  <a:pt x="151230" y="64819"/>
                </a:cubicBezTo>
                <a:cubicBezTo>
                  <a:pt x="151230" y="64047"/>
                  <a:pt x="151035" y="63080"/>
                  <a:pt x="150844" y="61730"/>
                </a:cubicBezTo>
                <a:cubicBezTo>
                  <a:pt x="150458" y="59994"/>
                  <a:pt x="150263" y="58450"/>
                  <a:pt x="150263" y="57097"/>
                </a:cubicBezTo>
                <a:cubicBezTo>
                  <a:pt x="150263" y="51887"/>
                  <a:pt x="156443" y="47640"/>
                  <a:pt x="164171" y="47640"/>
                </a:cubicBezTo>
                <a:cubicBezTo>
                  <a:pt x="173634" y="47640"/>
                  <a:pt x="178847" y="53237"/>
                  <a:pt x="178847" y="63661"/>
                </a:cubicBezTo>
                <a:lnTo>
                  <a:pt x="178847" y="75434"/>
                </a:lnTo>
                <a:cubicBezTo>
                  <a:pt x="149105" y="87400"/>
                  <a:pt x="145822" y="88944"/>
                  <a:pt x="137517" y="96279"/>
                </a:cubicBezTo>
                <a:cubicBezTo>
                  <a:pt x="133267" y="100140"/>
                  <a:pt x="130562" y="106700"/>
                  <a:pt x="130562" y="113069"/>
                </a:cubicBezTo>
                <a:cubicBezTo>
                  <a:pt x="130562" y="125232"/>
                  <a:pt x="139061" y="133728"/>
                  <a:pt x="150844" y="133728"/>
                </a:cubicBezTo>
                <a:cubicBezTo>
                  <a:pt x="159340" y="133728"/>
                  <a:pt x="167259" y="129673"/>
                  <a:pt x="179042" y="119629"/>
                </a:cubicBezTo>
                <a:cubicBezTo>
                  <a:pt x="180008" y="129673"/>
                  <a:pt x="183483" y="133728"/>
                  <a:pt x="191402" y="133728"/>
                </a:cubicBezTo>
                <a:cubicBezTo>
                  <a:pt x="197968" y="133728"/>
                  <a:pt x="202026" y="131412"/>
                  <a:pt x="208784" y="124073"/>
                </a:cubicBezTo>
                <a:lnTo>
                  <a:pt x="208784" y="119055"/>
                </a:lnTo>
                <a:moveTo>
                  <a:pt x="178847" y="108041"/>
                </a:moveTo>
                <a:cubicBezTo>
                  <a:pt x="178847" y="114030"/>
                  <a:pt x="177883" y="115769"/>
                  <a:pt x="173825" y="118085"/>
                </a:cubicBezTo>
                <a:cubicBezTo>
                  <a:pt x="169192" y="120790"/>
                  <a:pt x="163784" y="122526"/>
                  <a:pt x="159726" y="122526"/>
                </a:cubicBezTo>
                <a:cubicBezTo>
                  <a:pt x="152969" y="122526"/>
                  <a:pt x="147561" y="115960"/>
                  <a:pt x="147561" y="107655"/>
                </a:cubicBezTo>
                <a:lnTo>
                  <a:pt x="147561" y="106883"/>
                </a:lnTo>
                <a:cubicBezTo>
                  <a:pt x="147561" y="95486"/>
                  <a:pt x="155477" y="88534"/>
                  <a:pt x="178847" y="80035"/>
                </a:cubicBezTo>
                <a:lnTo>
                  <a:pt x="178847" y="108041"/>
                </a:lnTo>
                <a:close/>
                <a:moveTo>
                  <a:pt x="210909" y="55898"/>
                </a:moveTo>
                <a:cubicBezTo>
                  <a:pt x="212648" y="55706"/>
                  <a:pt x="214000" y="55706"/>
                  <a:pt x="215739" y="55706"/>
                </a:cubicBezTo>
                <a:cubicBezTo>
                  <a:pt x="222305" y="55706"/>
                  <a:pt x="223658" y="57637"/>
                  <a:pt x="223658" y="66714"/>
                </a:cubicBezTo>
                <a:lnTo>
                  <a:pt x="223658" y="157105"/>
                </a:lnTo>
                <a:cubicBezTo>
                  <a:pt x="223658" y="167148"/>
                  <a:pt x="221533" y="169273"/>
                  <a:pt x="210137" y="170432"/>
                </a:cubicBezTo>
                <a:lnTo>
                  <a:pt x="210137" y="173715"/>
                </a:lnTo>
                <a:lnTo>
                  <a:pt x="256878" y="173715"/>
                </a:lnTo>
                <a:lnTo>
                  <a:pt x="256878" y="170240"/>
                </a:lnTo>
                <a:cubicBezTo>
                  <a:pt x="242393" y="170045"/>
                  <a:pt x="239882" y="167921"/>
                  <a:pt x="239882" y="155752"/>
                </a:cubicBezTo>
                <a:lnTo>
                  <a:pt x="239882" y="125426"/>
                </a:lnTo>
                <a:cubicBezTo>
                  <a:pt x="246642" y="131798"/>
                  <a:pt x="251275" y="133728"/>
                  <a:pt x="259389" y="133728"/>
                </a:cubicBezTo>
                <a:cubicBezTo>
                  <a:pt x="282179" y="133728"/>
                  <a:pt x="299947" y="112108"/>
                  <a:pt x="299947" y="84122"/>
                </a:cubicBezTo>
                <a:cubicBezTo>
                  <a:pt x="299947" y="60192"/>
                  <a:pt x="286428" y="43004"/>
                  <a:pt x="267694" y="43004"/>
                </a:cubicBezTo>
                <a:cubicBezTo>
                  <a:pt x="256878" y="43004"/>
                  <a:pt x="248378" y="47835"/>
                  <a:pt x="239882" y="58261"/>
                </a:cubicBezTo>
                <a:lnTo>
                  <a:pt x="239882" y="43393"/>
                </a:lnTo>
                <a:lnTo>
                  <a:pt x="238724" y="43004"/>
                </a:lnTo>
                <a:cubicBezTo>
                  <a:pt x="228294" y="47062"/>
                  <a:pt x="221533" y="49573"/>
                  <a:pt x="210909" y="52856"/>
                </a:cubicBezTo>
                <a:lnTo>
                  <a:pt x="210909" y="55898"/>
                </a:lnTo>
                <a:moveTo>
                  <a:pt x="239882" y="67333"/>
                </a:moveTo>
                <a:cubicBezTo>
                  <a:pt x="239882" y="61542"/>
                  <a:pt x="250698" y="54595"/>
                  <a:pt x="259580" y="54595"/>
                </a:cubicBezTo>
                <a:cubicBezTo>
                  <a:pt x="273874" y="54595"/>
                  <a:pt x="283337" y="69263"/>
                  <a:pt x="283337" y="91652"/>
                </a:cubicBezTo>
                <a:cubicBezTo>
                  <a:pt x="283337" y="113075"/>
                  <a:pt x="273874" y="127548"/>
                  <a:pt x="259969" y="127548"/>
                </a:cubicBezTo>
                <a:cubicBezTo>
                  <a:pt x="250889" y="127548"/>
                  <a:pt x="239882" y="120602"/>
                  <a:pt x="239882" y="114811"/>
                </a:cubicBezTo>
                <a:lnTo>
                  <a:pt x="239882" y="67333"/>
                </a:lnTo>
                <a:close/>
                <a:moveTo>
                  <a:pt x="354993" y="44890"/>
                </a:moveTo>
                <a:lnTo>
                  <a:pt x="335486" y="44890"/>
                </a:lnTo>
                <a:lnTo>
                  <a:pt x="335486" y="22486"/>
                </a:lnTo>
                <a:cubicBezTo>
                  <a:pt x="335486" y="20556"/>
                  <a:pt x="335295" y="19976"/>
                  <a:pt x="334134" y="19976"/>
                </a:cubicBezTo>
                <a:cubicBezTo>
                  <a:pt x="332784" y="21714"/>
                  <a:pt x="331623" y="23453"/>
                  <a:pt x="330273" y="25383"/>
                </a:cubicBezTo>
                <a:cubicBezTo>
                  <a:pt x="322932" y="36008"/>
                  <a:pt x="314627" y="45279"/>
                  <a:pt x="311538" y="46052"/>
                </a:cubicBezTo>
                <a:cubicBezTo>
                  <a:pt x="309413" y="47401"/>
                  <a:pt x="308252" y="48754"/>
                  <a:pt x="308252" y="49721"/>
                </a:cubicBezTo>
                <a:cubicBezTo>
                  <a:pt x="308252" y="50301"/>
                  <a:pt x="308447" y="50687"/>
                  <a:pt x="309027" y="51073"/>
                </a:cubicBezTo>
                <a:lnTo>
                  <a:pt x="319262" y="51073"/>
                </a:lnTo>
                <a:lnTo>
                  <a:pt x="319262" y="109202"/>
                </a:lnTo>
                <a:cubicBezTo>
                  <a:pt x="319262" y="125423"/>
                  <a:pt x="325056" y="133728"/>
                  <a:pt x="336453" y="133728"/>
                </a:cubicBezTo>
                <a:cubicBezTo>
                  <a:pt x="345916" y="133728"/>
                  <a:pt x="353254" y="129095"/>
                  <a:pt x="359629" y="119052"/>
                </a:cubicBezTo>
                <a:lnTo>
                  <a:pt x="357118" y="116927"/>
                </a:lnTo>
                <a:cubicBezTo>
                  <a:pt x="353063" y="121754"/>
                  <a:pt x="349780" y="123687"/>
                  <a:pt x="345530" y="123687"/>
                </a:cubicBezTo>
                <a:cubicBezTo>
                  <a:pt x="338383" y="123687"/>
                  <a:pt x="335486" y="118471"/>
                  <a:pt x="335486" y="106305"/>
                </a:cubicBezTo>
                <a:lnTo>
                  <a:pt x="335486" y="51073"/>
                </a:lnTo>
                <a:lnTo>
                  <a:pt x="354993" y="51073"/>
                </a:lnTo>
                <a:lnTo>
                  <a:pt x="354993" y="44890"/>
                </a:lnTo>
                <a:close/>
                <a:moveTo>
                  <a:pt x="393235" y="43004"/>
                </a:moveTo>
                <a:lnTo>
                  <a:pt x="363298" y="53567"/>
                </a:lnTo>
                <a:lnTo>
                  <a:pt x="363298" y="56467"/>
                </a:lnTo>
                <a:lnTo>
                  <a:pt x="364846" y="56272"/>
                </a:lnTo>
                <a:cubicBezTo>
                  <a:pt x="367162" y="55886"/>
                  <a:pt x="369673" y="55692"/>
                  <a:pt x="371412" y="55692"/>
                </a:cubicBezTo>
                <a:cubicBezTo>
                  <a:pt x="376048" y="55692"/>
                  <a:pt x="377783" y="58783"/>
                  <a:pt x="377783" y="67288"/>
                </a:cubicBezTo>
                <a:lnTo>
                  <a:pt x="377783" y="112132"/>
                </a:lnTo>
                <a:cubicBezTo>
                  <a:pt x="377783" y="126048"/>
                  <a:pt x="375853" y="128173"/>
                  <a:pt x="362526" y="128945"/>
                </a:cubicBezTo>
                <a:lnTo>
                  <a:pt x="362526" y="131842"/>
                </a:lnTo>
                <a:lnTo>
                  <a:pt x="408301" y="131842"/>
                </a:lnTo>
                <a:lnTo>
                  <a:pt x="408301" y="128945"/>
                </a:lnTo>
                <a:cubicBezTo>
                  <a:pt x="395555" y="127981"/>
                  <a:pt x="394007" y="126048"/>
                  <a:pt x="394007" y="112132"/>
                </a:cubicBezTo>
                <a:lnTo>
                  <a:pt x="394007" y="43585"/>
                </a:lnTo>
                <a:lnTo>
                  <a:pt x="393235" y="43004"/>
                </a:lnTo>
                <a:moveTo>
                  <a:pt x="384158" y="0"/>
                </a:moveTo>
                <a:cubicBezTo>
                  <a:pt x="378945" y="0"/>
                  <a:pt x="374500" y="4444"/>
                  <a:pt x="374500" y="9852"/>
                </a:cubicBezTo>
                <a:cubicBezTo>
                  <a:pt x="374500" y="15260"/>
                  <a:pt x="378750" y="19701"/>
                  <a:pt x="384158" y="19701"/>
                </a:cubicBezTo>
                <a:cubicBezTo>
                  <a:pt x="389760" y="19701"/>
                  <a:pt x="394202" y="15452"/>
                  <a:pt x="394202" y="9852"/>
                </a:cubicBezTo>
                <a:cubicBezTo>
                  <a:pt x="394202" y="4444"/>
                  <a:pt x="389760" y="0"/>
                  <a:pt x="384158" y="0"/>
                </a:cubicBezTo>
                <a:close/>
                <a:moveTo>
                  <a:pt x="461416" y="43004"/>
                </a:moveTo>
                <a:cubicBezTo>
                  <a:pt x="436307" y="43004"/>
                  <a:pt x="418730" y="61539"/>
                  <a:pt x="418730" y="88175"/>
                </a:cubicBezTo>
                <a:cubicBezTo>
                  <a:pt x="418730" y="114230"/>
                  <a:pt x="436693" y="133728"/>
                  <a:pt x="461027" y="133728"/>
                </a:cubicBezTo>
                <a:cubicBezTo>
                  <a:pt x="485365" y="133728"/>
                  <a:pt x="503905" y="113266"/>
                  <a:pt x="503905" y="86630"/>
                </a:cubicBezTo>
                <a:cubicBezTo>
                  <a:pt x="503905" y="61344"/>
                  <a:pt x="486137" y="43004"/>
                  <a:pt x="461416" y="43004"/>
                </a:cubicBezTo>
                <a:moveTo>
                  <a:pt x="458905" y="48415"/>
                </a:moveTo>
                <a:cubicBezTo>
                  <a:pt x="475129" y="48415"/>
                  <a:pt x="486523" y="66944"/>
                  <a:pt x="486523" y="93385"/>
                </a:cubicBezTo>
                <a:cubicBezTo>
                  <a:pt x="486523" y="115197"/>
                  <a:pt x="477832" y="128320"/>
                  <a:pt x="463347" y="128320"/>
                </a:cubicBezTo>
                <a:cubicBezTo>
                  <a:pt x="455814" y="128320"/>
                  <a:pt x="448667" y="123690"/>
                  <a:pt x="444612" y="115969"/>
                </a:cubicBezTo>
                <a:cubicBezTo>
                  <a:pt x="439204" y="105931"/>
                  <a:pt x="436113" y="92421"/>
                  <a:pt x="436113" y="78717"/>
                </a:cubicBezTo>
                <a:cubicBezTo>
                  <a:pt x="436113" y="60380"/>
                  <a:pt x="445190" y="48415"/>
                  <a:pt x="458905" y="48415"/>
                </a:cubicBezTo>
                <a:close/>
                <a:moveTo>
                  <a:pt x="512790" y="54981"/>
                </a:moveTo>
                <a:cubicBezTo>
                  <a:pt x="513949" y="54401"/>
                  <a:pt x="515882" y="54209"/>
                  <a:pt x="518007" y="54209"/>
                </a:cubicBezTo>
                <a:cubicBezTo>
                  <a:pt x="523415" y="54209"/>
                  <a:pt x="525151" y="57106"/>
                  <a:pt x="525151" y="66566"/>
                </a:cubicBezTo>
                <a:lnTo>
                  <a:pt x="525151" y="114463"/>
                </a:lnTo>
                <a:cubicBezTo>
                  <a:pt x="525151" y="125470"/>
                  <a:pt x="523026" y="128173"/>
                  <a:pt x="513177" y="128945"/>
                </a:cubicBezTo>
                <a:lnTo>
                  <a:pt x="513177" y="131842"/>
                </a:lnTo>
                <a:lnTo>
                  <a:pt x="554124" y="131842"/>
                </a:lnTo>
                <a:lnTo>
                  <a:pt x="554124" y="128945"/>
                </a:lnTo>
                <a:cubicBezTo>
                  <a:pt x="544271" y="128173"/>
                  <a:pt x="541374" y="125856"/>
                  <a:pt x="541374" y="118904"/>
                </a:cubicBezTo>
                <a:lnTo>
                  <a:pt x="541374" y="64636"/>
                </a:lnTo>
                <a:cubicBezTo>
                  <a:pt x="550646" y="55945"/>
                  <a:pt x="554896" y="53629"/>
                  <a:pt x="561270" y="53629"/>
                </a:cubicBezTo>
                <a:cubicBezTo>
                  <a:pt x="570734" y="53629"/>
                  <a:pt x="575369" y="59614"/>
                  <a:pt x="575369" y="72360"/>
                </a:cubicBezTo>
                <a:lnTo>
                  <a:pt x="575369" y="112724"/>
                </a:lnTo>
                <a:cubicBezTo>
                  <a:pt x="575369" y="124890"/>
                  <a:pt x="572858" y="128173"/>
                  <a:pt x="563201" y="128945"/>
                </a:cubicBezTo>
                <a:lnTo>
                  <a:pt x="563201" y="131842"/>
                </a:lnTo>
                <a:lnTo>
                  <a:pt x="603376" y="131842"/>
                </a:lnTo>
                <a:lnTo>
                  <a:pt x="603376" y="128945"/>
                </a:lnTo>
                <a:cubicBezTo>
                  <a:pt x="593910" y="127981"/>
                  <a:pt x="591593" y="125662"/>
                  <a:pt x="591593" y="116202"/>
                </a:cubicBezTo>
                <a:lnTo>
                  <a:pt x="591593" y="71974"/>
                </a:lnTo>
                <a:cubicBezTo>
                  <a:pt x="591593" y="53823"/>
                  <a:pt x="583094" y="43004"/>
                  <a:pt x="568803" y="43004"/>
                </a:cubicBezTo>
                <a:cubicBezTo>
                  <a:pt x="559918" y="43004"/>
                  <a:pt x="553929" y="46290"/>
                  <a:pt x="540797" y="58651"/>
                </a:cubicBezTo>
                <a:lnTo>
                  <a:pt x="540797" y="43393"/>
                </a:lnTo>
                <a:lnTo>
                  <a:pt x="539444" y="43004"/>
                </a:lnTo>
                <a:cubicBezTo>
                  <a:pt x="529981" y="46482"/>
                  <a:pt x="523415" y="48607"/>
                  <a:pt x="512790" y="51698"/>
                </a:cubicBezTo>
                <a:lnTo>
                  <a:pt x="512790" y="549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A08D6C-9CD4-4A29-AC3C-6DC7B1E5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387" y="922461"/>
            <a:ext cx="1648654" cy="263175"/>
          </a:xfrm>
          <a:custGeom xmlns:a="http://schemas.openxmlformats.org/drawingml/2006/main">
            <a:pathLst>
              <a:path w="1648654" h="263175">
                <a:moveTo>
                  <a:pt x="1538746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53266"/>
                </a:lnTo>
                <a:cubicBezTo>
                  <a:pt x="0" y="213968"/>
                  <a:pt x="49207" y="263175"/>
                  <a:pt x="109909" y="263175"/>
                </a:cubicBezTo>
                <a:lnTo>
                  <a:pt x="1538746" y="263175"/>
                </a:lnTo>
                <a:cubicBezTo>
                  <a:pt x="1599447" y="263175"/>
                  <a:pt x="1648654" y="213968"/>
                  <a:pt x="1648654" y="153266"/>
                </a:cubicBezTo>
                <a:lnTo>
                  <a:pt x="1648654" y="109909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263175"/>
                </a:moveTo>
              </a:path>
            </a:pathLst>
          </a:custGeom>
          <a:solidFill xmlns:a="http://schemas.openxmlformats.org/drawingml/2006/main">
            <a:srgbClr val="CFE5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8B899-7FAC-4BF9-A9DC-A9515B15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387" y="922461"/>
            <a:ext cx="1648654" cy="263175"/>
          </a:xfrm>
          <a:custGeom xmlns:a="http://schemas.openxmlformats.org/drawingml/2006/main">
            <a:pathLst>
              <a:path w="1648654" h="263175" fill="none">
                <a:moveTo>
                  <a:pt x="1538746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53266"/>
                </a:lnTo>
                <a:cubicBezTo>
                  <a:pt x="0" y="213968"/>
                  <a:pt x="49207" y="263175"/>
                  <a:pt x="109909" y="263175"/>
                </a:cubicBezTo>
                <a:lnTo>
                  <a:pt x="1538746" y="263175"/>
                </a:lnTo>
                <a:cubicBezTo>
                  <a:pt x="1599447" y="263175"/>
                  <a:pt x="1648654" y="213968"/>
                  <a:pt x="1648654" y="153266"/>
                </a:cubicBezTo>
                <a:lnTo>
                  <a:pt x="1648654" y="109909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263175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40" name="Text CLIP-L/14">
            <a:extLst xmlns:a="http://schemas.openxmlformats.org/drawingml/2006/main">
              <a:ext uri="{FF2B5EF4-FFF2-40B4-BE49-F238E27FC236}">
                <a16:creationId xmlns:a16="http://schemas.microsoft.com/office/drawing/2014/main" id="{3959A29A-BBF4-4585-B0B3-128F78AE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270" y="988025"/>
            <a:ext cx="836884" cy="133162"/>
          </a:xfrm>
          <a:custGeom xmlns:a="http://schemas.openxmlformats.org/drawingml/2006/main">
            <a:pathLst>
              <a:path w="836884" h="133162">
                <a:moveTo>
                  <a:pt x="114339" y="43620"/>
                </a:moveTo>
                <a:lnTo>
                  <a:pt x="112600" y="0"/>
                </a:lnTo>
                <a:lnTo>
                  <a:pt x="108545" y="0"/>
                </a:lnTo>
                <a:cubicBezTo>
                  <a:pt x="107387" y="4058"/>
                  <a:pt x="104295" y="6375"/>
                  <a:pt x="100432" y="6375"/>
                </a:cubicBezTo>
                <a:cubicBezTo>
                  <a:pt x="98693" y="6375"/>
                  <a:pt x="95796" y="5797"/>
                  <a:pt x="92899" y="4636"/>
                </a:cubicBezTo>
                <a:cubicBezTo>
                  <a:pt x="83436" y="1547"/>
                  <a:pt x="73778" y="0"/>
                  <a:pt x="64701" y="0"/>
                </a:cubicBezTo>
                <a:cubicBezTo>
                  <a:pt x="48863" y="0"/>
                  <a:pt x="32834" y="5989"/>
                  <a:pt x="20857" y="16604"/>
                </a:cubicBezTo>
                <a:cubicBezTo>
                  <a:pt x="7338" y="28569"/>
                  <a:pt x="0" y="46514"/>
                  <a:pt x="0" y="67739"/>
                </a:cubicBezTo>
                <a:cubicBezTo>
                  <a:pt x="0" y="85687"/>
                  <a:pt x="5794" y="102283"/>
                  <a:pt x="15643" y="113281"/>
                </a:cubicBezTo>
                <a:cubicBezTo>
                  <a:pt x="27231" y="125824"/>
                  <a:pt x="44999" y="133162"/>
                  <a:pt x="64123" y="133162"/>
                </a:cubicBezTo>
                <a:cubicBezTo>
                  <a:pt x="85947" y="133162"/>
                  <a:pt x="105068" y="124280"/>
                  <a:pt x="116850" y="108648"/>
                </a:cubicBezTo>
                <a:lnTo>
                  <a:pt x="113373" y="105177"/>
                </a:lnTo>
                <a:cubicBezTo>
                  <a:pt x="99082" y="118878"/>
                  <a:pt x="86333" y="124666"/>
                  <a:pt x="70303" y="124666"/>
                </a:cubicBezTo>
                <a:cubicBezTo>
                  <a:pt x="58135" y="124666"/>
                  <a:pt x="47319" y="120805"/>
                  <a:pt x="39014" y="113473"/>
                </a:cubicBezTo>
                <a:cubicBezTo>
                  <a:pt x="28390" y="104018"/>
                  <a:pt x="22404" y="86651"/>
                  <a:pt x="22404" y="65231"/>
                </a:cubicBezTo>
                <a:cubicBezTo>
                  <a:pt x="22404" y="30305"/>
                  <a:pt x="40367" y="7727"/>
                  <a:pt x="68370" y="7727"/>
                </a:cubicBezTo>
                <a:cubicBezTo>
                  <a:pt x="79381" y="7727"/>
                  <a:pt x="89424" y="11780"/>
                  <a:pt x="97149" y="19498"/>
                </a:cubicBezTo>
                <a:cubicBezTo>
                  <a:pt x="103329" y="25672"/>
                  <a:pt x="106226" y="31077"/>
                  <a:pt x="109898" y="43620"/>
                </a:cubicBezTo>
                <a:lnTo>
                  <a:pt x="114339" y="43620"/>
                </a:lnTo>
                <a:close/>
                <a:moveTo>
                  <a:pt x="234088" y="96913"/>
                </a:moveTo>
                <a:cubicBezTo>
                  <a:pt x="230805" y="104251"/>
                  <a:pt x="228099" y="108695"/>
                  <a:pt x="225202" y="111979"/>
                </a:cubicBezTo>
                <a:cubicBezTo>
                  <a:pt x="218442" y="119514"/>
                  <a:pt x="207820" y="122992"/>
                  <a:pt x="191788" y="122992"/>
                </a:cubicBezTo>
                <a:lnTo>
                  <a:pt x="178847" y="122992"/>
                </a:lnTo>
                <a:cubicBezTo>
                  <a:pt x="164748" y="122992"/>
                  <a:pt x="162237" y="121831"/>
                  <a:pt x="162237" y="115070"/>
                </a:cubicBezTo>
                <a:lnTo>
                  <a:pt x="162237" y="23698"/>
                </a:lnTo>
                <a:cubicBezTo>
                  <a:pt x="162237" y="9982"/>
                  <a:pt x="164943" y="7276"/>
                  <a:pt x="180200" y="6313"/>
                </a:cubicBezTo>
                <a:lnTo>
                  <a:pt x="180200" y="2641"/>
                </a:lnTo>
                <a:lnTo>
                  <a:pt x="125734" y="2641"/>
                </a:lnTo>
                <a:lnTo>
                  <a:pt x="125734" y="6313"/>
                </a:lnTo>
                <a:cubicBezTo>
                  <a:pt x="140028" y="7471"/>
                  <a:pt x="142539" y="10176"/>
                  <a:pt x="142539" y="23698"/>
                </a:cubicBezTo>
                <a:lnTo>
                  <a:pt x="142539" y="109468"/>
                </a:lnTo>
                <a:cubicBezTo>
                  <a:pt x="142539" y="122992"/>
                  <a:pt x="139833" y="125889"/>
                  <a:pt x="125734" y="126853"/>
                </a:cubicBezTo>
                <a:lnTo>
                  <a:pt x="125734" y="130522"/>
                </a:lnTo>
                <a:lnTo>
                  <a:pt x="229644" y="130522"/>
                </a:lnTo>
                <a:lnTo>
                  <a:pt x="238915" y="96916"/>
                </a:lnTo>
                <a:lnTo>
                  <a:pt x="234088" y="96913"/>
                </a:lnTo>
                <a:close/>
                <a:moveTo>
                  <a:pt x="263637" y="109468"/>
                </a:moveTo>
                <a:cubicBezTo>
                  <a:pt x="263637" y="123956"/>
                  <a:pt x="261126" y="126275"/>
                  <a:pt x="244902" y="126853"/>
                </a:cubicBezTo>
                <a:lnTo>
                  <a:pt x="244902" y="130522"/>
                </a:lnTo>
                <a:lnTo>
                  <a:pt x="302265" y="130522"/>
                </a:lnTo>
                <a:lnTo>
                  <a:pt x="302265" y="126853"/>
                </a:lnTo>
                <a:cubicBezTo>
                  <a:pt x="286427" y="126275"/>
                  <a:pt x="283338" y="123570"/>
                  <a:pt x="283338" y="109468"/>
                </a:cubicBezTo>
                <a:lnTo>
                  <a:pt x="283338" y="23698"/>
                </a:lnTo>
                <a:cubicBezTo>
                  <a:pt x="283338" y="9596"/>
                  <a:pt x="286041" y="7085"/>
                  <a:pt x="302265" y="6313"/>
                </a:cubicBezTo>
                <a:lnTo>
                  <a:pt x="302265" y="2641"/>
                </a:lnTo>
                <a:lnTo>
                  <a:pt x="244902" y="2641"/>
                </a:lnTo>
                <a:lnTo>
                  <a:pt x="244902" y="6313"/>
                </a:lnTo>
                <a:cubicBezTo>
                  <a:pt x="261320" y="7276"/>
                  <a:pt x="263637" y="9401"/>
                  <a:pt x="263637" y="23698"/>
                </a:cubicBezTo>
                <a:lnTo>
                  <a:pt x="263637" y="109468"/>
                </a:lnTo>
                <a:close/>
                <a:moveTo>
                  <a:pt x="344758" y="74303"/>
                </a:moveTo>
                <a:cubicBezTo>
                  <a:pt x="349780" y="74689"/>
                  <a:pt x="353063" y="74880"/>
                  <a:pt x="358085" y="74880"/>
                </a:cubicBezTo>
                <a:cubicBezTo>
                  <a:pt x="373150" y="74880"/>
                  <a:pt x="383580" y="72950"/>
                  <a:pt x="391885" y="68314"/>
                </a:cubicBezTo>
                <a:cubicBezTo>
                  <a:pt x="403473" y="62134"/>
                  <a:pt x="410425" y="50351"/>
                  <a:pt x="410425" y="37602"/>
                </a:cubicBezTo>
                <a:cubicBezTo>
                  <a:pt x="410425" y="29492"/>
                  <a:pt x="407723" y="22151"/>
                  <a:pt x="402507" y="16548"/>
                </a:cubicBezTo>
                <a:cubicBezTo>
                  <a:pt x="394782" y="8052"/>
                  <a:pt x="377978" y="2641"/>
                  <a:pt x="359824" y="2641"/>
                </a:cubicBezTo>
                <a:lnTo>
                  <a:pt x="308833" y="2641"/>
                </a:lnTo>
                <a:lnTo>
                  <a:pt x="308833" y="6313"/>
                </a:lnTo>
                <a:cubicBezTo>
                  <a:pt x="323126" y="7857"/>
                  <a:pt x="325056" y="9787"/>
                  <a:pt x="325056" y="23698"/>
                </a:cubicBezTo>
                <a:lnTo>
                  <a:pt x="325056" y="107343"/>
                </a:lnTo>
                <a:cubicBezTo>
                  <a:pt x="325056" y="123570"/>
                  <a:pt x="323512" y="125500"/>
                  <a:pt x="308833" y="126853"/>
                </a:cubicBezTo>
                <a:lnTo>
                  <a:pt x="308833" y="130522"/>
                </a:lnTo>
                <a:lnTo>
                  <a:pt x="362912" y="130522"/>
                </a:lnTo>
                <a:lnTo>
                  <a:pt x="362912" y="126853"/>
                </a:lnTo>
                <a:cubicBezTo>
                  <a:pt x="347655" y="126275"/>
                  <a:pt x="344758" y="123570"/>
                  <a:pt x="344758" y="109468"/>
                </a:cubicBezTo>
                <a:lnTo>
                  <a:pt x="344758" y="74303"/>
                </a:lnTo>
                <a:moveTo>
                  <a:pt x="344758" y="16356"/>
                </a:moveTo>
                <a:cubicBezTo>
                  <a:pt x="344758" y="11140"/>
                  <a:pt x="346111" y="9787"/>
                  <a:pt x="351324" y="9787"/>
                </a:cubicBezTo>
                <a:cubicBezTo>
                  <a:pt x="377397" y="9787"/>
                  <a:pt x="389374" y="18867"/>
                  <a:pt x="389374" y="38763"/>
                </a:cubicBezTo>
                <a:cubicBezTo>
                  <a:pt x="389374" y="57498"/>
                  <a:pt x="377978" y="67156"/>
                  <a:pt x="355765" y="67156"/>
                </a:cubicBezTo>
                <a:cubicBezTo>
                  <a:pt x="351905" y="67156"/>
                  <a:pt x="349199" y="66964"/>
                  <a:pt x="344758" y="66575"/>
                </a:cubicBezTo>
                <a:lnTo>
                  <a:pt x="344758" y="16356"/>
                </a:lnTo>
                <a:close/>
                <a:moveTo>
                  <a:pt x="420661" y="80916"/>
                </a:moveTo>
                <a:lnTo>
                  <a:pt x="420661" y="93085"/>
                </a:lnTo>
                <a:lnTo>
                  <a:pt x="468174" y="93085"/>
                </a:lnTo>
                <a:lnTo>
                  <a:pt x="468174" y="80916"/>
                </a:lnTo>
                <a:lnTo>
                  <a:pt x="420661" y="80916"/>
                </a:lnTo>
                <a:close/>
                <a:moveTo>
                  <a:pt x="588117" y="96913"/>
                </a:moveTo>
                <a:cubicBezTo>
                  <a:pt x="584834" y="104251"/>
                  <a:pt x="582129" y="108695"/>
                  <a:pt x="579232" y="111979"/>
                </a:cubicBezTo>
                <a:cubicBezTo>
                  <a:pt x="572471" y="119514"/>
                  <a:pt x="561850" y="122992"/>
                  <a:pt x="545817" y="122992"/>
                </a:cubicBezTo>
                <a:lnTo>
                  <a:pt x="532877" y="122992"/>
                </a:lnTo>
                <a:cubicBezTo>
                  <a:pt x="518778" y="122992"/>
                  <a:pt x="516267" y="121831"/>
                  <a:pt x="516267" y="115070"/>
                </a:cubicBezTo>
                <a:lnTo>
                  <a:pt x="516267" y="23698"/>
                </a:lnTo>
                <a:cubicBezTo>
                  <a:pt x="516267" y="9982"/>
                  <a:pt x="518972" y="7276"/>
                  <a:pt x="534229" y="6313"/>
                </a:cubicBezTo>
                <a:lnTo>
                  <a:pt x="534229" y="2641"/>
                </a:lnTo>
                <a:lnTo>
                  <a:pt x="479764" y="2641"/>
                </a:lnTo>
                <a:lnTo>
                  <a:pt x="479764" y="6313"/>
                </a:lnTo>
                <a:cubicBezTo>
                  <a:pt x="494057" y="7471"/>
                  <a:pt x="496568" y="10176"/>
                  <a:pt x="496568" y="23698"/>
                </a:cubicBezTo>
                <a:lnTo>
                  <a:pt x="496568" y="109468"/>
                </a:lnTo>
                <a:cubicBezTo>
                  <a:pt x="496568" y="122992"/>
                  <a:pt x="493863" y="125889"/>
                  <a:pt x="479764" y="126853"/>
                </a:cubicBezTo>
                <a:lnTo>
                  <a:pt x="479764" y="130522"/>
                </a:lnTo>
                <a:lnTo>
                  <a:pt x="583673" y="130522"/>
                </a:lnTo>
                <a:lnTo>
                  <a:pt x="592945" y="96916"/>
                </a:lnTo>
                <a:lnTo>
                  <a:pt x="588117" y="96913"/>
                </a:lnTo>
                <a:close/>
                <a:moveTo>
                  <a:pt x="650886" y="0"/>
                </a:moveTo>
                <a:lnTo>
                  <a:pt x="637945" y="0"/>
                </a:lnTo>
                <a:lnTo>
                  <a:pt x="593718" y="133162"/>
                </a:lnTo>
                <a:lnTo>
                  <a:pt x="606850" y="133162"/>
                </a:lnTo>
                <a:lnTo>
                  <a:pt x="650886" y="0"/>
                </a:lnTo>
                <a:close/>
                <a:moveTo>
                  <a:pt x="705355" y="0"/>
                </a:moveTo>
                <a:lnTo>
                  <a:pt x="670587" y="17541"/>
                </a:lnTo>
                <a:lnTo>
                  <a:pt x="670587" y="20247"/>
                </a:lnTo>
                <a:cubicBezTo>
                  <a:pt x="672904" y="19280"/>
                  <a:pt x="675029" y="18508"/>
                  <a:pt x="675801" y="18122"/>
                </a:cubicBezTo>
                <a:cubicBezTo>
                  <a:pt x="679278" y="16772"/>
                  <a:pt x="682562" y="16003"/>
                  <a:pt x="684495" y="16003"/>
                </a:cubicBezTo>
                <a:cubicBezTo>
                  <a:pt x="688550" y="16003"/>
                  <a:pt x="690289" y="18894"/>
                  <a:pt x="690289" y="25074"/>
                </a:cubicBezTo>
                <a:lnTo>
                  <a:pt x="690289" y="112562"/>
                </a:lnTo>
                <a:cubicBezTo>
                  <a:pt x="690289" y="118937"/>
                  <a:pt x="688742" y="123378"/>
                  <a:pt x="685653" y="125117"/>
                </a:cubicBezTo>
                <a:cubicBezTo>
                  <a:pt x="682756" y="126853"/>
                  <a:pt x="680051" y="127433"/>
                  <a:pt x="671940" y="127625"/>
                </a:cubicBezTo>
                <a:lnTo>
                  <a:pt x="671940" y="130522"/>
                </a:lnTo>
                <a:lnTo>
                  <a:pt x="725248" y="130522"/>
                </a:lnTo>
                <a:lnTo>
                  <a:pt x="725248" y="127625"/>
                </a:lnTo>
                <a:cubicBezTo>
                  <a:pt x="709987" y="127433"/>
                  <a:pt x="706899" y="125503"/>
                  <a:pt x="706899" y="116231"/>
                </a:cubicBezTo>
                <a:lnTo>
                  <a:pt x="706899" y="389"/>
                </a:lnTo>
                <a:lnTo>
                  <a:pt x="705355" y="0"/>
                </a:lnTo>
                <a:close/>
                <a:moveTo>
                  <a:pt x="836884" y="85908"/>
                </a:moveTo>
                <a:lnTo>
                  <a:pt x="817183" y="85908"/>
                </a:lnTo>
                <a:lnTo>
                  <a:pt x="817183" y="0"/>
                </a:lnTo>
                <a:lnTo>
                  <a:pt x="808683" y="0"/>
                </a:lnTo>
                <a:lnTo>
                  <a:pt x="748038" y="85908"/>
                </a:lnTo>
                <a:lnTo>
                  <a:pt x="748038" y="98269"/>
                </a:lnTo>
                <a:lnTo>
                  <a:pt x="802312" y="98269"/>
                </a:lnTo>
                <a:lnTo>
                  <a:pt x="802312" y="130522"/>
                </a:lnTo>
                <a:lnTo>
                  <a:pt x="817183" y="130522"/>
                </a:lnTo>
                <a:lnTo>
                  <a:pt x="817183" y="98269"/>
                </a:lnTo>
                <a:lnTo>
                  <a:pt x="836884" y="98269"/>
                </a:lnTo>
                <a:lnTo>
                  <a:pt x="836884" y="85908"/>
                </a:lnTo>
                <a:moveTo>
                  <a:pt x="802117" y="85908"/>
                </a:moveTo>
                <a:lnTo>
                  <a:pt x="755762" y="85908"/>
                </a:lnTo>
                <a:lnTo>
                  <a:pt x="802117" y="19693"/>
                </a:lnTo>
                <a:lnTo>
                  <a:pt x="802117" y="859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7CC62-2A46-4865-A98B-03F8056C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70" y="922461"/>
            <a:ext cx="1648654" cy="263175"/>
          </a:xfrm>
          <a:custGeom xmlns:a="http://schemas.openxmlformats.org/drawingml/2006/main">
            <a:pathLst>
              <a:path w="1648654" h="263175">
                <a:moveTo>
                  <a:pt x="1538746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53266"/>
                </a:lnTo>
                <a:cubicBezTo>
                  <a:pt x="0" y="213968"/>
                  <a:pt x="49207" y="263175"/>
                  <a:pt x="109909" y="263175"/>
                </a:cubicBezTo>
                <a:lnTo>
                  <a:pt x="1538746" y="263175"/>
                </a:lnTo>
                <a:cubicBezTo>
                  <a:pt x="1599448" y="263175"/>
                  <a:pt x="1648654" y="213968"/>
                  <a:pt x="1648654" y="153266"/>
                </a:cubicBezTo>
                <a:lnTo>
                  <a:pt x="1648654" y="109909"/>
                </a:lnTo>
                <a:cubicBezTo>
                  <a:pt x="1648654" y="49207"/>
                  <a:pt x="1599448" y="0"/>
                  <a:pt x="1538746" y="0"/>
                </a:cubicBezTo>
                <a:close/>
                <a:moveTo>
                  <a:pt x="0" y="263175"/>
                </a:moveTo>
              </a:path>
            </a:pathLst>
          </a:custGeom>
          <a:solidFill xmlns:a="http://schemas.openxmlformats.org/drawingml/2006/main">
            <a:srgbClr val="9CCD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ED1B61-7B7D-4051-BE0F-9AA53B8E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70" y="922461"/>
            <a:ext cx="1648654" cy="263175"/>
          </a:xfrm>
          <a:custGeom xmlns:a="http://schemas.openxmlformats.org/drawingml/2006/main">
            <a:pathLst>
              <a:path w="1648654" h="263175" fill="none">
                <a:moveTo>
                  <a:pt x="1538746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53266"/>
                </a:lnTo>
                <a:cubicBezTo>
                  <a:pt x="0" y="213968"/>
                  <a:pt x="49207" y="263175"/>
                  <a:pt x="109909" y="263175"/>
                </a:cubicBezTo>
                <a:lnTo>
                  <a:pt x="1538746" y="263175"/>
                </a:lnTo>
                <a:cubicBezTo>
                  <a:pt x="1599448" y="263175"/>
                  <a:pt x="1648654" y="213968"/>
                  <a:pt x="1648654" y="153266"/>
                </a:cubicBezTo>
                <a:lnTo>
                  <a:pt x="1648654" y="109909"/>
                </a:lnTo>
                <a:cubicBezTo>
                  <a:pt x="1648654" y="49207"/>
                  <a:pt x="1599448" y="0"/>
                  <a:pt x="1538746" y="0"/>
                </a:cubicBezTo>
                <a:close/>
                <a:moveTo>
                  <a:pt x="0" y="263175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43" name="Text CLIP-G/14">
            <a:extLst xmlns:a="http://schemas.openxmlformats.org/drawingml/2006/main">
              <a:ext uri="{FF2B5EF4-FFF2-40B4-BE49-F238E27FC236}">
                <a16:creationId xmlns:a16="http://schemas.microsoft.com/office/drawing/2014/main" id="{EE1D091D-45DC-486C-B4F4-A8C9D12A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65" y="988025"/>
            <a:ext cx="858323" cy="133162"/>
          </a:xfrm>
          <a:custGeom xmlns:a="http://schemas.openxmlformats.org/drawingml/2006/main">
            <a:pathLst>
              <a:path w="858323" h="133162">
                <a:moveTo>
                  <a:pt x="114339" y="43620"/>
                </a:moveTo>
                <a:lnTo>
                  <a:pt x="112600" y="0"/>
                </a:lnTo>
                <a:lnTo>
                  <a:pt x="108545" y="0"/>
                </a:lnTo>
                <a:cubicBezTo>
                  <a:pt x="107387" y="4058"/>
                  <a:pt x="104295" y="6375"/>
                  <a:pt x="100432" y="6375"/>
                </a:cubicBezTo>
                <a:cubicBezTo>
                  <a:pt x="98693" y="6375"/>
                  <a:pt x="95796" y="5797"/>
                  <a:pt x="92899" y="4636"/>
                </a:cubicBezTo>
                <a:cubicBezTo>
                  <a:pt x="83436" y="1547"/>
                  <a:pt x="73778" y="0"/>
                  <a:pt x="64701" y="0"/>
                </a:cubicBezTo>
                <a:cubicBezTo>
                  <a:pt x="48863" y="0"/>
                  <a:pt x="32834" y="5989"/>
                  <a:pt x="20857" y="16604"/>
                </a:cubicBezTo>
                <a:cubicBezTo>
                  <a:pt x="7338" y="28569"/>
                  <a:pt x="0" y="46514"/>
                  <a:pt x="0" y="67739"/>
                </a:cubicBezTo>
                <a:cubicBezTo>
                  <a:pt x="0" y="85687"/>
                  <a:pt x="5794" y="102283"/>
                  <a:pt x="15643" y="113281"/>
                </a:cubicBezTo>
                <a:cubicBezTo>
                  <a:pt x="27231" y="125824"/>
                  <a:pt x="44999" y="133162"/>
                  <a:pt x="64123" y="133162"/>
                </a:cubicBezTo>
                <a:cubicBezTo>
                  <a:pt x="85947" y="133162"/>
                  <a:pt x="105068" y="124280"/>
                  <a:pt x="116850" y="108648"/>
                </a:cubicBezTo>
                <a:lnTo>
                  <a:pt x="113373" y="105177"/>
                </a:lnTo>
                <a:cubicBezTo>
                  <a:pt x="99082" y="118878"/>
                  <a:pt x="86333" y="124666"/>
                  <a:pt x="70303" y="124666"/>
                </a:cubicBezTo>
                <a:cubicBezTo>
                  <a:pt x="58135" y="124666"/>
                  <a:pt x="47319" y="120805"/>
                  <a:pt x="39014" y="113473"/>
                </a:cubicBezTo>
                <a:cubicBezTo>
                  <a:pt x="28390" y="104018"/>
                  <a:pt x="22404" y="86651"/>
                  <a:pt x="22404" y="65231"/>
                </a:cubicBezTo>
                <a:cubicBezTo>
                  <a:pt x="22404" y="30305"/>
                  <a:pt x="40367" y="7727"/>
                  <a:pt x="68370" y="7727"/>
                </a:cubicBezTo>
                <a:cubicBezTo>
                  <a:pt x="79381" y="7727"/>
                  <a:pt x="89424" y="11780"/>
                  <a:pt x="97149" y="19498"/>
                </a:cubicBezTo>
                <a:cubicBezTo>
                  <a:pt x="103329" y="25672"/>
                  <a:pt x="106226" y="31077"/>
                  <a:pt x="109898" y="43620"/>
                </a:cubicBezTo>
                <a:lnTo>
                  <a:pt x="114339" y="43620"/>
                </a:lnTo>
                <a:close/>
                <a:moveTo>
                  <a:pt x="234088" y="96913"/>
                </a:moveTo>
                <a:cubicBezTo>
                  <a:pt x="230805" y="104251"/>
                  <a:pt x="228099" y="108695"/>
                  <a:pt x="225202" y="111979"/>
                </a:cubicBezTo>
                <a:cubicBezTo>
                  <a:pt x="218442" y="119514"/>
                  <a:pt x="207820" y="122992"/>
                  <a:pt x="191788" y="122992"/>
                </a:cubicBezTo>
                <a:lnTo>
                  <a:pt x="178847" y="122992"/>
                </a:lnTo>
                <a:cubicBezTo>
                  <a:pt x="164748" y="122992"/>
                  <a:pt x="162237" y="121831"/>
                  <a:pt x="162237" y="115070"/>
                </a:cubicBezTo>
                <a:lnTo>
                  <a:pt x="162237" y="23698"/>
                </a:lnTo>
                <a:cubicBezTo>
                  <a:pt x="162237" y="9982"/>
                  <a:pt x="164943" y="7276"/>
                  <a:pt x="180200" y="6313"/>
                </a:cubicBezTo>
                <a:lnTo>
                  <a:pt x="180200" y="2641"/>
                </a:lnTo>
                <a:lnTo>
                  <a:pt x="125734" y="2641"/>
                </a:lnTo>
                <a:lnTo>
                  <a:pt x="125734" y="6313"/>
                </a:lnTo>
                <a:cubicBezTo>
                  <a:pt x="140028" y="7471"/>
                  <a:pt x="142539" y="10176"/>
                  <a:pt x="142539" y="23698"/>
                </a:cubicBezTo>
                <a:lnTo>
                  <a:pt x="142539" y="109468"/>
                </a:lnTo>
                <a:cubicBezTo>
                  <a:pt x="142539" y="122992"/>
                  <a:pt x="139833" y="125889"/>
                  <a:pt x="125734" y="126853"/>
                </a:cubicBezTo>
                <a:lnTo>
                  <a:pt x="125734" y="130522"/>
                </a:lnTo>
                <a:lnTo>
                  <a:pt x="229644" y="130522"/>
                </a:lnTo>
                <a:lnTo>
                  <a:pt x="238915" y="96916"/>
                </a:lnTo>
                <a:lnTo>
                  <a:pt x="234088" y="96913"/>
                </a:lnTo>
                <a:close/>
                <a:moveTo>
                  <a:pt x="263637" y="109468"/>
                </a:moveTo>
                <a:cubicBezTo>
                  <a:pt x="263637" y="123956"/>
                  <a:pt x="261126" y="126275"/>
                  <a:pt x="244902" y="126853"/>
                </a:cubicBezTo>
                <a:lnTo>
                  <a:pt x="244902" y="130522"/>
                </a:lnTo>
                <a:lnTo>
                  <a:pt x="302265" y="130522"/>
                </a:lnTo>
                <a:lnTo>
                  <a:pt x="302265" y="126853"/>
                </a:lnTo>
                <a:cubicBezTo>
                  <a:pt x="286427" y="126275"/>
                  <a:pt x="283339" y="123570"/>
                  <a:pt x="283339" y="109468"/>
                </a:cubicBezTo>
                <a:lnTo>
                  <a:pt x="283339" y="23698"/>
                </a:lnTo>
                <a:cubicBezTo>
                  <a:pt x="283339" y="9596"/>
                  <a:pt x="286041" y="7085"/>
                  <a:pt x="302265" y="6313"/>
                </a:cubicBezTo>
                <a:lnTo>
                  <a:pt x="302265" y="2641"/>
                </a:lnTo>
                <a:lnTo>
                  <a:pt x="244902" y="2641"/>
                </a:lnTo>
                <a:lnTo>
                  <a:pt x="244902" y="6313"/>
                </a:lnTo>
                <a:cubicBezTo>
                  <a:pt x="261321" y="7276"/>
                  <a:pt x="263637" y="9401"/>
                  <a:pt x="263637" y="23698"/>
                </a:cubicBezTo>
                <a:lnTo>
                  <a:pt x="263637" y="109468"/>
                </a:lnTo>
                <a:close/>
                <a:moveTo>
                  <a:pt x="344758" y="74303"/>
                </a:moveTo>
                <a:cubicBezTo>
                  <a:pt x="349780" y="74689"/>
                  <a:pt x="353063" y="74880"/>
                  <a:pt x="358085" y="74880"/>
                </a:cubicBezTo>
                <a:cubicBezTo>
                  <a:pt x="373150" y="74880"/>
                  <a:pt x="383580" y="72950"/>
                  <a:pt x="391885" y="68314"/>
                </a:cubicBezTo>
                <a:cubicBezTo>
                  <a:pt x="403473" y="62134"/>
                  <a:pt x="410425" y="50351"/>
                  <a:pt x="410425" y="37602"/>
                </a:cubicBezTo>
                <a:cubicBezTo>
                  <a:pt x="410425" y="29492"/>
                  <a:pt x="407723" y="22151"/>
                  <a:pt x="402507" y="16548"/>
                </a:cubicBezTo>
                <a:cubicBezTo>
                  <a:pt x="394782" y="8052"/>
                  <a:pt x="377978" y="2641"/>
                  <a:pt x="359823" y="2641"/>
                </a:cubicBezTo>
                <a:lnTo>
                  <a:pt x="308833" y="2641"/>
                </a:lnTo>
                <a:lnTo>
                  <a:pt x="308833" y="6313"/>
                </a:lnTo>
                <a:cubicBezTo>
                  <a:pt x="323126" y="7857"/>
                  <a:pt x="325056" y="9787"/>
                  <a:pt x="325056" y="23698"/>
                </a:cubicBezTo>
                <a:lnTo>
                  <a:pt x="325056" y="107343"/>
                </a:lnTo>
                <a:cubicBezTo>
                  <a:pt x="325056" y="123570"/>
                  <a:pt x="323512" y="125500"/>
                  <a:pt x="308833" y="126853"/>
                </a:cubicBezTo>
                <a:lnTo>
                  <a:pt x="308833" y="130522"/>
                </a:lnTo>
                <a:lnTo>
                  <a:pt x="362912" y="130522"/>
                </a:lnTo>
                <a:lnTo>
                  <a:pt x="362912" y="126853"/>
                </a:lnTo>
                <a:cubicBezTo>
                  <a:pt x="347655" y="126275"/>
                  <a:pt x="344758" y="123570"/>
                  <a:pt x="344758" y="109468"/>
                </a:cubicBezTo>
                <a:lnTo>
                  <a:pt x="344758" y="74303"/>
                </a:lnTo>
                <a:moveTo>
                  <a:pt x="344758" y="16356"/>
                </a:moveTo>
                <a:cubicBezTo>
                  <a:pt x="344758" y="11140"/>
                  <a:pt x="346111" y="9787"/>
                  <a:pt x="351324" y="9787"/>
                </a:cubicBezTo>
                <a:cubicBezTo>
                  <a:pt x="377397" y="9787"/>
                  <a:pt x="389374" y="18867"/>
                  <a:pt x="389374" y="38763"/>
                </a:cubicBezTo>
                <a:cubicBezTo>
                  <a:pt x="389374" y="57498"/>
                  <a:pt x="377978" y="67156"/>
                  <a:pt x="355765" y="67156"/>
                </a:cubicBezTo>
                <a:cubicBezTo>
                  <a:pt x="351905" y="67156"/>
                  <a:pt x="349199" y="66964"/>
                  <a:pt x="344758" y="66575"/>
                </a:cubicBezTo>
                <a:lnTo>
                  <a:pt x="344758" y="16356"/>
                </a:lnTo>
                <a:close/>
                <a:moveTo>
                  <a:pt x="420661" y="80916"/>
                </a:moveTo>
                <a:lnTo>
                  <a:pt x="420661" y="93085"/>
                </a:lnTo>
                <a:lnTo>
                  <a:pt x="468174" y="93085"/>
                </a:lnTo>
                <a:lnTo>
                  <a:pt x="468174" y="80916"/>
                </a:lnTo>
                <a:lnTo>
                  <a:pt x="420661" y="80916"/>
                </a:lnTo>
                <a:close/>
                <a:moveTo>
                  <a:pt x="614385" y="62143"/>
                </a:moveTo>
                <a:lnTo>
                  <a:pt x="565133" y="62143"/>
                </a:lnTo>
                <a:lnTo>
                  <a:pt x="565133" y="65617"/>
                </a:lnTo>
                <a:cubicBezTo>
                  <a:pt x="573438" y="66195"/>
                  <a:pt x="575754" y="66776"/>
                  <a:pt x="578073" y="68320"/>
                </a:cubicBezTo>
                <a:cubicBezTo>
                  <a:pt x="580971" y="70056"/>
                  <a:pt x="582129" y="74494"/>
                  <a:pt x="582129" y="82793"/>
                </a:cubicBezTo>
                <a:lnTo>
                  <a:pt x="582129" y="114053"/>
                </a:lnTo>
                <a:cubicBezTo>
                  <a:pt x="582129" y="120227"/>
                  <a:pt x="570346" y="125438"/>
                  <a:pt x="556442" y="125438"/>
                </a:cubicBezTo>
                <a:cubicBezTo>
                  <a:pt x="524958" y="125438"/>
                  <a:pt x="505645" y="103441"/>
                  <a:pt x="505645" y="67548"/>
                </a:cubicBezTo>
                <a:cubicBezTo>
                  <a:pt x="505645" y="49408"/>
                  <a:pt x="511053" y="31847"/>
                  <a:pt x="519550" y="22392"/>
                </a:cubicBezTo>
                <a:cubicBezTo>
                  <a:pt x="528049" y="12938"/>
                  <a:pt x="540023" y="7727"/>
                  <a:pt x="553159" y="7727"/>
                </a:cubicBezTo>
                <a:cubicBezTo>
                  <a:pt x="563975" y="7727"/>
                  <a:pt x="573438" y="11394"/>
                  <a:pt x="580971" y="18340"/>
                </a:cubicBezTo>
                <a:cubicBezTo>
                  <a:pt x="586765" y="23742"/>
                  <a:pt x="589856" y="28952"/>
                  <a:pt x="594683" y="40723"/>
                </a:cubicBezTo>
                <a:lnTo>
                  <a:pt x="599125" y="40723"/>
                </a:lnTo>
                <a:lnTo>
                  <a:pt x="597580" y="0"/>
                </a:lnTo>
                <a:lnTo>
                  <a:pt x="593331" y="0"/>
                </a:lnTo>
                <a:cubicBezTo>
                  <a:pt x="592172" y="3672"/>
                  <a:pt x="588695" y="6375"/>
                  <a:pt x="584640" y="6375"/>
                </a:cubicBezTo>
                <a:cubicBezTo>
                  <a:pt x="582709" y="6375"/>
                  <a:pt x="579618" y="5797"/>
                  <a:pt x="576140" y="4444"/>
                </a:cubicBezTo>
                <a:cubicBezTo>
                  <a:pt x="567449" y="1547"/>
                  <a:pt x="558567" y="0"/>
                  <a:pt x="549876" y="0"/>
                </a:cubicBezTo>
                <a:cubicBezTo>
                  <a:pt x="511245" y="0"/>
                  <a:pt x="483627" y="28375"/>
                  <a:pt x="483627" y="67739"/>
                </a:cubicBezTo>
                <a:cubicBezTo>
                  <a:pt x="483627" y="86651"/>
                  <a:pt x="488841" y="101124"/>
                  <a:pt x="499657" y="112509"/>
                </a:cubicBezTo>
                <a:cubicBezTo>
                  <a:pt x="512597" y="125824"/>
                  <a:pt x="531141" y="133162"/>
                  <a:pt x="552386" y="133162"/>
                </a:cubicBezTo>
                <a:cubicBezTo>
                  <a:pt x="568996" y="133162"/>
                  <a:pt x="593139" y="126405"/>
                  <a:pt x="600864" y="119650"/>
                </a:cubicBezTo>
                <a:lnTo>
                  <a:pt x="600864" y="80477"/>
                </a:lnTo>
                <a:cubicBezTo>
                  <a:pt x="600864" y="69092"/>
                  <a:pt x="603183" y="66581"/>
                  <a:pt x="614385" y="65617"/>
                </a:cubicBezTo>
                <a:lnTo>
                  <a:pt x="614385" y="62143"/>
                </a:lnTo>
                <a:close/>
                <a:moveTo>
                  <a:pt x="672325" y="0"/>
                </a:moveTo>
                <a:lnTo>
                  <a:pt x="659384" y="0"/>
                </a:lnTo>
                <a:lnTo>
                  <a:pt x="615157" y="133162"/>
                </a:lnTo>
                <a:lnTo>
                  <a:pt x="628289" y="133162"/>
                </a:lnTo>
                <a:lnTo>
                  <a:pt x="672325" y="0"/>
                </a:lnTo>
                <a:close/>
                <a:moveTo>
                  <a:pt x="726794" y="0"/>
                </a:moveTo>
                <a:lnTo>
                  <a:pt x="692027" y="17541"/>
                </a:lnTo>
                <a:lnTo>
                  <a:pt x="692027" y="20247"/>
                </a:lnTo>
                <a:cubicBezTo>
                  <a:pt x="694343" y="19280"/>
                  <a:pt x="696468" y="18508"/>
                  <a:pt x="697240" y="18122"/>
                </a:cubicBezTo>
                <a:cubicBezTo>
                  <a:pt x="700718" y="16772"/>
                  <a:pt x="704001" y="16003"/>
                  <a:pt x="705934" y="16003"/>
                </a:cubicBezTo>
                <a:cubicBezTo>
                  <a:pt x="709989" y="16003"/>
                  <a:pt x="711728" y="18894"/>
                  <a:pt x="711728" y="25074"/>
                </a:cubicBezTo>
                <a:lnTo>
                  <a:pt x="711728" y="112562"/>
                </a:lnTo>
                <a:cubicBezTo>
                  <a:pt x="711728" y="118937"/>
                  <a:pt x="710181" y="123378"/>
                  <a:pt x="707092" y="125117"/>
                </a:cubicBezTo>
                <a:cubicBezTo>
                  <a:pt x="704195" y="126853"/>
                  <a:pt x="701490" y="127433"/>
                  <a:pt x="693379" y="127625"/>
                </a:cubicBezTo>
                <a:lnTo>
                  <a:pt x="693379" y="130522"/>
                </a:lnTo>
                <a:lnTo>
                  <a:pt x="746687" y="130522"/>
                </a:lnTo>
                <a:lnTo>
                  <a:pt x="746687" y="127625"/>
                </a:lnTo>
                <a:cubicBezTo>
                  <a:pt x="731427" y="127433"/>
                  <a:pt x="728338" y="125503"/>
                  <a:pt x="728338" y="116231"/>
                </a:cubicBezTo>
                <a:lnTo>
                  <a:pt x="728338" y="389"/>
                </a:lnTo>
                <a:lnTo>
                  <a:pt x="726794" y="0"/>
                </a:lnTo>
                <a:close/>
                <a:moveTo>
                  <a:pt x="858323" y="85908"/>
                </a:moveTo>
                <a:lnTo>
                  <a:pt x="838622" y="85908"/>
                </a:lnTo>
                <a:lnTo>
                  <a:pt x="838622" y="0"/>
                </a:lnTo>
                <a:lnTo>
                  <a:pt x="830122" y="0"/>
                </a:lnTo>
                <a:lnTo>
                  <a:pt x="769476" y="85908"/>
                </a:lnTo>
                <a:lnTo>
                  <a:pt x="769476" y="98269"/>
                </a:lnTo>
                <a:lnTo>
                  <a:pt x="823751" y="98269"/>
                </a:lnTo>
                <a:lnTo>
                  <a:pt x="823751" y="130522"/>
                </a:lnTo>
                <a:lnTo>
                  <a:pt x="838622" y="130522"/>
                </a:lnTo>
                <a:lnTo>
                  <a:pt x="838622" y="98269"/>
                </a:lnTo>
                <a:lnTo>
                  <a:pt x="858323" y="98269"/>
                </a:lnTo>
                <a:lnTo>
                  <a:pt x="858323" y="85908"/>
                </a:lnTo>
                <a:moveTo>
                  <a:pt x="823556" y="85908"/>
                </a:moveTo>
                <a:lnTo>
                  <a:pt x="777201" y="85908"/>
                </a:lnTo>
                <a:lnTo>
                  <a:pt x="823556" y="19693"/>
                </a:lnTo>
                <a:lnTo>
                  <a:pt x="823556" y="859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F330D2-1A6E-44B9-9BDC-9C05C4A5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904" y="922461"/>
            <a:ext cx="1648654" cy="263175"/>
          </a:xfrm>
          <a:custGeom xmlns:a="http://schemas.openxmlformats.org/drawingml/2006/main">
            <a:pathLst>
              <a:path w="1648654" h="263175">
                <a:moveTo>
                  <a:pt x="1538746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53266"/>
                </a:lnTo>
                <a:cubicBezTo>
                  <a:pt x="0" y="213968"/>
                  <a:pt x="49207" y="263175"/>
                  <a:pt x="109909" y="263175"/>
                </a:cubicBezTo>
                <a:lnTo>
                  <a:pt x="1538746" y="263175"/>
                </a:lnTo>
                <a:cubicBezTo>
                  <a:pt x="1599447" y="263175"/>
                  <a:pt x="1648654" y="213968"/>
                  <a:pt x="1648654" y="153266"/>
                </a:cubicBezTo>
                <a:lnTo>
                  <a:pt x="1648654" y="109909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263175"/>
                </a:moveTo>
              </a:path>
            </a:pathLst>
          </a:custGeom>
          <a:solidFill xmlns:a="http://schemas.openxmlformats.org/drawingml/2006/main">
            <a:srgbClr val="D4E8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96D58F-1389-49BF-820C-6F483500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904" y="922461"/>
            <a:ext cx="1648654" cy="263175"/>
          </a:xfrm>
          <a:custGeom xmlns:a="http://schemas.openxmlformats.org/drawingml/2006/main">
            <a:pathLst>
              <a:path w="1648654" h="263175" fill="none">
                <a:moveTo>
                  <a:pt x="1538746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53266"/>
                </a:lnTo>
                <a:cubicBezTo>
                  <a:pt x="0" y="213968"/>
                  <a:pt x="49207" y="263175"/>
                  <a:pt x="109909" y="263175"/>
                </a:cubicBezTo>
                <a:lnTo>
                  <a:pt x="1538746" y="263175"/>
                </a:lnTo>
                <a:cubicBezTo>
                  <a:pt x="1599447" y="263175"/>
                  <a:pt x="1648654" y="213968"/>
                  <a:pt x="1648654" y="153266"/>
                </a:cubicBezTo>
                <a:lnTo>
                  <a:pt x="1648654" y="109909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263175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46" name="Text T5XXL">
            <a:extLst xmlns:a="http://schemas.openxmlformats.org/drawingml/2006/main">
              <a:ext uri="{FF2B5EF4-FFF2-40B4-BE49-F238E27FC236}">
                <a16:creationId xmlns:a16="http://schemas.microsoft.com/office/drawing/2014/main" id="{D2FFB19B-8939-4DAB-A7A9-AF42122B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766" y="985646"/>
            <a:ext cx="653978" cy="135541"/>
          </a:xfrm>
          <a:custGeom xmlns:a="http://schemas.openxmlformats.org/drawingml/2006/main">
            <a:pathLst>
              <a:path w="653978" h="135541">
                <a:moveTo>
                  <a:pt x="45775" y="13132"/>
                </a:moveTo>
                <a:lnTo>
                  <a:pt x="45775" y="109721"/>
                </a:lnTo>
                <a:cubicBezTo>
                  <a:pt x="45775" y="126142"/>
                  <a:pt x="43650" y="128267"/>
                  <a:pt x="27617" y="129231"/>
                </a:cubicBezTo>
                <a:lnTo>
                  <a:pt x="27617" y="132900"/>
                </a:lnTo>
                <a:lnTo>
                  <a:pt x="84016" y="132900"/>
                </a:lnTo>
                <a:lnTo>
                  <a:pt x="84016" y="129231"/>
                </a:lnTo>
                <a:cubicBezTo>
                  <a:pt x="68179" y="128459"/>
                  <a:pt x="65473" y="125948"/>
                  <a:pt x="65473" y="111846"/>
                </a:cubicBezTo>
                <a:lnTo>
                  <a:pt x="65473" y="13132"/>
                </a:lnTo>
                <a:lnTo>
                  <a:pt x="75903" y="13132"/>
                </a:lnTo>
                <a:cubicBezTo>
                  <a:pt x="97921" y="13132"/>
                  <a:pt x="102171" y="16610"/>
                  <a:pt x="106615" y="37859"/>
                </a:cubicBezTo>
                <a:lnTo>
                  <a:pt x="111248" y="37859"/>
                </a:lnTo>
                <a:lnTo>
                  <a:pt x="110089" y="5019"/>
                </a:lnTo>
                <a:lnTo>
                  <a:pt x="1158" y="5019"/>
                </a:lnTo>
                <a:lnTo>
                  <a:pt x="0" y="37859"/>
                </a:lnTo>
                <a:lnTo>
                  <a:pt x="4633" y="37859"/>
                </a:lnTo>
                <a:cubicBezTo>
                  <a:pt x="9269" y="16801"/>
                  <a:pt x="13713" y="13132"/>
                  <a:pt x="35345" y="13132"/>
                </a:cubicBezTo>
                <a:lnTo>
                  <a:pt x="45775" y="13132"/>
                </a:lnTo>
                <a:close/>
                <a:moveTo>
                  <a:pt x="149685" y="20279"/>
                </a:moveTo>
                <a:lnTo>
                  <a:pt x="187541" y="20279"/>
                </a:lnTo>
                <a:cubicBezTo>
                  <a:pt x="190630" y="20279"/>
                  <a:pt x="191402" y="19893"/>
                  <a:pt x="191982" y="18540"/>
                </a:cubicBezTo>
                <a:lnTo>
                  <a:pt x="199321" y="1350"/>
                </a:lnTo>
                <a:lnTo>
                  <a:pt x="197585" y="0"/>
                </a:lnTo>
                <a:cubicBezTo>
                  <a:pt x="194685" y="4055"/>
                  <a:pt x="192755" y="5019"/>
                  <a:pt x="188699" y="5019"/>
                </a:cubicBezTo>
                <a:lnTo>
                  <a:pt x="148333" y="5019"/>
                </a:lnTo>
                <a:lnTo>
                  <a:pt x="127279" y="50782"/>
                </a:lnTo>
                <a:cubicBezTo>
                  <a:pt x="127087" y="51168"/>
                  <a:pt x="127087" y="51362"/>
                  <a:pt x="127087" y="51748"/>
                </a:cubicBezTo>
                <a:cubicBezTo>
                  <a:pt x="127087" y="52712"/>
                  <a:pt x="127859" y="53293"/>
                  <a:pt x="129403" y="53293"/>
                </a:cubicBezTo>
                <a:cubicBezTo>
                  <a:pt x="135584" y="53293"/>
                  <a:pt x="143311" y="54645"/>
                  <a:pt x="151230" y="57153"/>
                </a:cubicBezTo>
                <a:cubicBezTo>
                  <a:pt x="173439" y="64297"/>
                  <a:pt x="183677" y="76268"/>
                  <a:pt x="183677" y="95380"/>
                </a:cubicBezTo>
                <a:cubicBezTo>
                  <a:pt x="183677" y="113915"/>
                  <a:pt x="171895" y="128397"/>
                  <a:pt x="156829" y="128397"/>
                </a:cubicBezTo>
                <a:cubicBezTo>
                  <a:pt x="152969" y="128397"/>
                  <a:pt x="149685" y="127044"/>
                  <a:pt x="143888" y="122797"/>
                </a:cubicBezTo>
                <a:cubicBezTo>
                  <a:pt x="137708" y="118356"/>
                  <a:pt x="133267" y="116426"/>
                  <a:pt x="129212" y="116426"/>
                </a:cubicBezTo>
                <a:cubicBezTo>
                  <a:pt x="123609" y="116426"/>
                  <a:pt x="120907" y="118742"/>
                  <a:pt x="120907" y="123570"/>
                </a:cubicBezTo>
                <a:cubicBezTo>
                  <a:pt x="120907" y="130908"/>
                  <a:pt x="129984" y="135541"/>
                  <a:pt x="144469" y="135541"/>
                </a:cubicBezTo>
                <a:cubicBezTo>
                  <a:pt x="160693" y="135541"/>
                  <a:pt x="174600" y="130327"/>
                  <a:pt x="184258" y="120481"/>
                </a:cubicBezTo>
                <a:cubicBezTo>
                  <a:pt x="193141" y="111793"/>
                  <a:pt x="197196" y="100788"/>
                  <a:pt x="197196" y="86115"/>
                </a:cubicBezTo>
                <a:cubicBezTo>
                  <a:pt x="197196" y="72213"/>
                  <a:pt x="193527" y="63333"/>
                  <a:pt x="183869" y="53679"/>
                </a:cubicBezTo>
                <a:cubicBezTo>
                  <a:pt x="175373" y="45185"/>
                  <a:pt x="164362" y="40744"/>
                  <a:pt x="141572" y="36689"/>
                </a:cubicBezTo>
                <a:lnTo>
                  <a:pt x="149685" y="20279"/>
                </a:lnTo>
                <a:close/>
                <a:moveTo>
                  <a:pt x="394010" y="5019"/>
                </a:moveTo>
                <a:lnTo>
                  <a:pt x="348041" y="5019"/>
                </a:lnTo>
                <a:lnTo>
                  <a:pt x="348041" y="8691"/>
                </a:lnTo>
                <a:cubicBezTo>
                  <a:pt x="358471" y="9077"/>
                  <a:pt x="361562" y="10427"/>
                  <a:pt x="361562" y="14871"/>
                </a:cubicBezTo>
                <a:cubicBezTo>
                  <a:pt x="361562" y="17768"/>
                  <a:pt x="359438" y="21246"/>
                  <a:pt x="353835" y="28201"/>
                </a:cubicBezTo>
                <a:lnTo>
                  <a:pt x="332012" y="54858"/>
                </a:lnTo>
                <a:lnTo>
                  <a:pt x="323898" y="43461"/>
                </a:lnTo>
                <a:cubicBezTo>
                  <a:pt x="312116" y="27043"/>
                  <a:pt x="307480" y="18735"/>
                  <a:pt x="307480" y="14485"/>
                </a:cubicBezTo>
                <a:cubicBezTo>
                  <a:pt x="307480" y="10621"/>
                  <a:pt x="310380" y="9077"/>
                  <a:pt x="316752" y="8883"/>
                </a:cubicBezTo>
                <a:lnTo>
                  <a:pt x="322160" y="8691"/>
                </a:lnTo>
                <a:lnTo>
                  <a:pt x="322160" y="5019"/>
                </a:lnTo>
                <a:lnTo>
                  <a:pt x="263830" y="5019"/>
                </a:lnTo>
                <a:lnTo>
                  <a:pt x="263830" y="8691"/>
                </a:lnTo>
                <a:cubicBezTo>
                  <a:pt x="276385" y="9269"/>
                  <a:pt x="279863" y="12166"/>
                  <a:pt x="298789" y="39017"/>
                </a:cubicBezTo>
                <a:lnTo>
                  <a:pt x="319843" y="69926"/>
                </a:lnTo>
                <a:lnTo>
                  <a:pt x="289520" y="107210"/>
                </a:lnTo>
                <a:cubicBezTo>
                  <a:pt x="272330" y="127687"/>
                  <a:pt x="271363" y="128459"/>
                  <a:pt x="261514" y="129231"/>
                </a:cubicBezTo>
                <a:lnTo>
                  <a:pt x="261514" y="132900"/>
                </a:lnTo>
                <a:lnTo>
                  <a:pt x="306516" y="132900"/>
                </a:lnTo>
                <a:lnTo>
                  <a:pt x="306516" y="129231"/>
                </a:lnTo>
                <a:cubicBezTo>
                  <a:pt x="295314" y="128459"/>
                  <a:pt x="291837" y="126914"/>
                  <a:pt x="291837" y="122470"/>
                </a:cubicBezTo>
                <a:cubicBezTo>
                  <a:pt x="291837" y="119573"/>
                  <a:pt x="294734" y="114743"/>
                  <a:pt x="301880" y="105857"/>
                </a:cubicBezTo>
                <a:lnTo>
                  <a:pt x="324865" y="77267"/>
                </a:lnTo>
                <a:lnTo>
                  <a:pt x="343214" y="104313"/>
                </a:lnTo>
                <a:cubicBezTo>
                  <a:pt x="349585" y="113776"/>
                  <a:pt x="353063" y="120345"/>
                  <a:pt x="353063" y="123242"/>
                </a:cubicBezTo>
                <a:cubicBezTo>
                  <a:pt x="353063" y="126720"/>
                  <a:pt x="349971" y="128653"/>
                  <a:pt x="343405" y="128845"/>
                </a:cubicBezTo>
                <a:cubicBezTo>
                  <a:pt x="342633" y="128845"/>
                  <a:pt x="340508" y="129039"/>
                  <a:pt x="338192" y="129231"/>
                </a:cubicBezTo>
                <a:lnTo>
                  <a:pt x="338192" y="132900"/>
                </a:lnTo>
                <a:lnTo>
                  <a:pt x="395554" y="132900"/>
                </a:lnTo>
                <a:lnTo>
                  <a:pt x="395554" y="129231"/>
                </a:lnTo>
                <a:cubicBezTo>
                  <a:pt x="385319" y="128073"/>
                  <a:pt x="382419" y="126142"/>
                  <a:pt x="374114" y="114937"/>
                </a:cubicBezTo>
                <a:lnTo>
                  <a:pt x="337031" y="62007"/>
                </a:lnTo>
                <a:lnTo>
                  <a:pt x="365232" y="26848"/>
                </a:lnTo>
                <a:cubicBezTo>
                  <a:pt x="377786" y="11780"/>
                  <a:pt x="381647" y="9463"/>
                  <a:pt x="394010" y="8691"/>
                </a:cubicBezTo>
                <a:lnTo>
                  <a:pt x="394010" y="5019"/>
                </a:lnTo>
                <a:close/>
                <a:moveTo>
                  <a:pt x="533458" y="5019"/>
                </a:moveTo>
                <a:lnTo>
                  <a:pt x="487489" y="5019"/>
                </a:lnTo>
                <a:lnTo>
                  <a:pt x="487489" y="8691"/>
                </a:lnTo>
                <a:cubicBezTo>
                  <a:pt x="497919" y="9077"/>
                  <a:pt x="501011" y="10427"/>
                  <a:pt x="501011" y="14871"/>
                </a:cubicBezTo>
                <a:cubicBezTo>
                  <a:pt x="501011" y="17768"/>
                  <a:pt x="498886" y="21246"/>
                  <a:pt x="493283" y="28201"/>
                </a:cubicBezTo>
                <a:lnTo>
                  <a:pt x="471460" y="54858"/>
                </a:lnTo>
                <a:lnTo>
                  <a:pt x="463347" y="43461"/>
                </a:lnTo>
                <a:cubicBezTo>
                  <a:pt x="451564" y="27043"/>
                  <a:pt x="446928" y="18735"/>
                  <a:pt x="446928" y="14485"/>
                </a:cubicBezTo>
                <a:cubicBezTo>
                  <a:pt x="446928" y="10621"/>
                  <a:pt x="449828" y="9077"/>
                  <a:pt x="456200" y="8883"/>
                </a:cubicBezTo>
                <a:lnTo>
                  <a:pt x="461608" y="8691"/>
                </a:lnTo>
                <a:lnTo>
                  <a:pt x="461608" y="5019"/>
                </a:lnTo>
                <a:lnTo>
                  <a:pt x="403279" y="5019"/>
                </a:lnTo>
                <a:lnTo>
                  <a:pt x="403279" y="8691"/>
                </a:lnTo>
                <a:cubicBezTo>
                  <a:pt x="415833" y="9269"/>
                  <a:pt x="419311" y="12166"/>
                  <a:pt x="438237" y="39017"/>
                </a:cubicBezTo>
                <a:lnTo>
                  <a:pt x="459291" y="69926"/>
                </a:lnTo>
                <a:lnTo>
                  <a:pt x="428969" y="107210"/>
                </a:lnTo>
                <a:cubicBezTo>
                  <a:pt x="411778" y="127687"/>
                  <a:pt x="410811" y="128459"/>
                  <a:pt x="400962" y="129231"/>
                </a:cubicBezTo>
                <a:lnTo>
                  <a:pt x="400962" y="132900"/>
                </a:lnTo>
                <a:lnTo>
                  <a:pt x="445965" y="132900"/>
                </a:lnTo>
                <a:lnTo>
                  <a:pt x="445965" y="129231"/>
                </a:lnTo>
                <a:cubicBezTo>
                  <a:pt x="434763" y="128459"/>
                  <a:pt x="431285" y="126914"/>
                  <a:pt x="431285" y="122470"/>
                </a:cubicBezTo>
                <a:cubicBezTo>
                  <a:pt x="431285" y="119573"/>
                  <a:pt x="434182" y="114743"/>
                  <a:pt x="441329" y="105857"/>
                </a:cubicBezTo>
                <a:lnTo>
                  <a:pt x="464313" y="77267"/>
                </a:lnTo>
                <a:lnTo>
                  <a:pt x="482662" y="104313"/>
                </a:lnTo>
                <a:cubicBezTo>
                  <a:pt x="489034" y="113776"/>
                  <a:pt x="492511" y="120345"/>
                  <a:pt x="492511" y="123242"/>
                </a:cubicBezTo>
                <a:cubicBezTo>
                  <a:pt x="492511" y="126720"/>
                  <a:pt x="489420" y="128653"/>
                  <a:pt x="482854" y="128845"/>
                </a:cubicBezTo>
                <a:cubicBezTo>
                  <a:pt x="482081" y="128845"/>
                  <a:pt x="479957" y="129039"/>
                  <a:pt x="477640" y="129231"/>
                </a:cubicBezTo>
                <a:lnTo>
                  <a:pt x="477640" y="132900"/>
                </a:lnTo>
                <a:lnTo>
                  <a:pt x="535003" y="132900"/>
                </a:lnTo>
                <a:lnTo>
                  <a:pt x="535003" y="129231"/>
                </a:lnTo>
                <a:cubicBezTo>
                  <a:pt x="524767" y="128073"/>
                  <a:pt x="521867" y="126142"/>
                  <a:pt x="513562" y="114937"/>
                </a:cubicBezTo>
                <a:lnTo>
                  <a:pt x="476479" y="62007"/>
                </a:lnTo>
                <a:lnTo>
                  <a:pt x="504680" y="26848"/>
                </a:lnTo>
                <a:cubicBezTo>
                  <a:pt x="517235" y="11780"/>
                  <a:pt x="521095" y="9463"/>
                  <a:pt x="533458" y="8691"/>
                </a:cubicBezTo>
                <a:lnTo>
                  <a:pt x="533458" y="5019"/>
                </a:lnTo>
                <a:close/>
                <a:moveTo>
                  <a:pt x="649150" y="99291"/>
                </a:moveTo>
                <a:cubicBezTo>
                  <a:pt x="645867" y="106630"/>
                  <a:pt x="643162" y="111074"/>
                  <a:pt x="640265" y="114357"/>
                </a:cubicBezTo>
                <a:cubicBezTo>
                  <a:pt x="633504" y="121893"/>
                  <a:pt x="622883" y="125370"/>
                  <a:pt x="606850" y="125370"/>
                </a:cubicBezTo>
                <a:lnTo>
                  <a:pt x="593910" y="125370"/>
                </a:lnTo>
                <a:cubicBezTo>
                  <a:pt x="579811" y="125370"/>
                  <a:pt x="577300" y="124209"/>
                  <a:pt x="577300" y="117448"/>
                </a:cubicBezTo>
                <a:lnTo>
                  <a:pt x="577300" y="26076"/>
                </a:lnTo>
                <a:cubicBezTo>
                  <a:pt x="577300" y="12360"/>
                  <a:pt x="580005" y="9655"/>
                  <a:pt x="595262" y="8691"/>
                </a:cubicBezTo>
                <a:lnTo>
                  <a:pt x="595262" y="5019"/>
                </a:lnTo>
                <a:lnTo>
                  <a:pt x="540797" y="5019"/>
                </a:lnTo>
                <a:lnTo>
                  <a:pt x="540797" y="8691"/>
                </a:lnTo>
                <a:cubicBezTo>
                  <a:pt x="555090" y="9849"/>
                  <a:pt x="557601" y="12555"/>
                  <a:pt x="557601" y="26076"/>
                </a:cubicBezTo>
                <a:lnTo>
                  <a:pt x="557601" y="111846"/>
                </a:lnTo>
                <a:cubicBezTo>
                  <a:pt x="557601" y="125370"/>
                  <a:pt x="554896" y="128267"/>
                  <a:pt x="540797" y="129231"/>
                </a:cubicBezTo>
                <a:lnTo>
                  <a:pt x="540797" y="132900"/>
                </a:lnTo>
                <a:lnTo>
                  <a:pt x="644706" y="132900"/>
                </a:lnTo>
                <a:lnTo>
                  <a:pt x="653978" y="99294"/>
                </a:lnTo>
                <a:lnTo>
                  <a:pt x="649150" y="992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6E3847-820E-46BA-A90F-E48B919E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714" y="2013826"/>
            <a:ext cx="824327" cy="824327"/>
          </a:xfrm>
          <a:custGeom xmlns:a="http://schemas.openxmlformats.org/drawingml/2006/main">
            <a:pathLst>
              <a:path w="824327" h="824327">
                <a:moveTo>
                  <a:pt x="0" y="549551"/>
                </a:moveTo>
                <a:lnTo>
                  <a:pt x="0" y="0"/>
                </a:lnTo>
                <a:lnTo>
                  <a:pt x="824327" y="0"/>
                </a:lnTo>
                <a:lnTo>
                  <a:pt x="824327" y="824327"/>
                </a:lnTo>
                <a:lnTo>
                  <a:pt x="0" y="824327"/>
                </a:lnTo>
                <a:lnTo>
                  <a:pt x="0" y="549551"/>
                </a:lnTo>
                <a:close/>
              </a:path>
            </a:pathLst>
          </a:custGeom>
          <a:solidFill xmlns:a="http://schemas.openxmlformats.org/drawingml/2006/main">
            <a:srgbClr val="D4E8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162B9A-4F75-4B1A-9B0F-DF16315F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714" y="2013826"/>
            <a:ext cx="824327" cy="824327"/>
          </a:xfrm>
          <a:custGeom xmlns:a="http://schemas.openxmlformats.org/drawingml/2006/main">
            <a:pathLst>
              <a:path w="824327" h="824327" fill="none">
                <a:moveTo>
                  <a:pt x="0" y="549551"/>
                </a:moveTo>
                <a:lnTo>
                  <a:pt x="0" y="0"/>
                </a:lnTo>
                <a:lnTo>
                  <a:pt x="824327" y="0"/>
                </a:lnTo>
                <a:lnTo>
                  <a:pt x="824327" y="824327"/>
                </a:lnTo>
                <a:lnTo>
                  <a:pt x="0" y="824327"/>
                </a:lnTo>
                <a:lnTo>
                  <a:pt x="0" y="5495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7CD2E-E231-4D72-BEEB-9C9B1F4B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388" y="2151214"/>
            <a:ext cx="824327" cy="274776"/>
          </a:xfrm>
          <a:custGeom xmlns:a="http://schemas.openxmlformats.org/drawingml/2006/main">
            <a:pathLst>
              <a:path w="824327" h="274776">
                <a:moveTo>
                  <a:pt x="824327" y="274776"/>
                </a:moveTo>
                <a:lnTo>
                  <a:pt x="0" y="274776"/>
                </a:lnTo>
                <a:lnTo>
                  <a:pt x="0" y="0"/>
                </a:lnTo>
                <a:lnTo>
                  <a:pt x="824327" y="0"/>
                </a:lnTo>
                <a:lnTo>
                  <a:pt x="824327" y="274776"/>
                </a:lnTo>
                <a:close/>
              </a:path>
            </a:pathLst>
          </a:custGeom>
          <a:solidFill xmlns:a="http://schemas.openxmlformats.org/drawingml/2006/main">
            <a:srgbClr val="9CCD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909E96-A2E5-4010-B863-9AA0D996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388" y="2151214"/>
            <a:ext cx="824327" cy="274776"/>
          </a:xfrm>
          <a:custGeom xmlns:a="http://schemas.openxmlformats.org/drawingml/2006/main">
            <a:pathLst>
              <a:path w="824327" h="274776" fill="none">
                <a:moveTo>
                  <a:pt x="824327" y="274776"/>
                </a:moveTo>
                <a:lnTo>
                  <a:pt x="0" y="274776"/>
                </a:lnTo>
                <a:lnTo>
                  <a:pt x="0" y="0"/>
                </a:lnTo>
                <a:lnTo>
                  <a:pt x="824327" y="0"/>
                </a:lnTo>
                <a:lnTo>
                  <a:pt x="824327" y="27477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9BADE-2AD5-420E-8A64-B94817FD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388" y="2013826"/>
            <a:ext cx="824327" cy="137387"/>
          </a:xfrm>
          <a:custGeom xmlns:a="http://schemas.openxmlformats.org/drawingml/2006/main">
            <a:pathLst>
              <a:path w="824327" h="137387">
                <a:moveTo>
                  <a:pt x="824327" y="137387"/>
                </a:moveTo>
                <a:lnTo>
                  <a:pt x="0" y="137387"/>
                </a:lnTo>
                <a:lnTo>
                  <a:pt x="0" y="0"/>
                </a:lnTo>
                <a:lnTo>
                  <a:pt x="824327" y="0"/>
                </a:lnTo>
                <a:lnTo>
                  <a:pt x="824327" y="137387"/>
                </a:lnTo>
                <a:close/>
              </a:path>
            </a:pathLst>
          </a:custGeom>
          <a:solidFill xmlns:a="http://schemas.openxmlformats.org/drawingml/2006/main">
            <a:srgbClr val="CFE5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AEDEAF-D283-4A36-B331-108584BC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388" y="2013826"/>
            <a:ext cx="824327" cy="137387"/>
          </a:xfrm>
          <a:custGeom xmlns:a="http://schemas.openxmlformats.org/drawingml/2006/main">
            <a:pathLst>
              <a:path w="824327" h="137387" fill="none">
                <a:moveTo>
                  <a:pt x="824327" y="137387"/>
                </a:moveTo>
                <a:lnTo>
                  <a:pt x="0" y="137387"/>
                </a:lnTo>
                <a:lnTo>
                  <a:pt x="0" y="0"/>
                </a:lnTo>
                <a:lnTo>
                  <a:pt x="824327" y="0"/>
                </a:lnTo>
                <a:lnTo>
                  <a:pt x="824327" y="1373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444A56-E6A2-42A5-8CE2-C2D615D0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388" y="2425989"/>
            <a:ext cx="824327" cy="412163"/>
          </a:xfrm>
          <a:custGeom xmlns:a="http://schemas.openxmlformats.org/drawingml/2006/main">
            <a:pathLst>
              <a:path w="824327" h="412163">
                <a:moveTo>
                  <a:pt x="824327" y="0"/>
                </a:moveTo>
                <a:lnTo>
                  <a:pt x="0" y="0"/>
                </a:lnTo>
                <a:lnTo>
                  <a:pt x="0" y="412163"/>
                </a:lnTo>
                <a:lnTo>
                  <a:pt x="824327" y="412163"/>
                </a:lnTo>
                <a:lnTo>
                  <a:pt x="824327" y="0"/>
                </a:lnTo>
                <a:close/>
              </a:path>
            </a:pathLst>
          </a:custGeom>
          <a:solidFill xmlns:a="http://schemas.openxmlformats.org/drawingml/2006/main">
            <a:srgbClr val="E5E6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E70F2E-040A-4502-9864-982ADEEB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388" y="2425989"/>
            <a:ext cx="824327" cy="412163"/>
          </a:xfrm>
          <a:custGeom xmlns:a="http://schemas.openxmlformats.org/drawingml/2006/main">
            <a:pathLst>
              <a:path w="824327" h="412163" fill="none">
                <a:moveTo>
                  <a:pt x="824327" y="0"/>
                </a:moveTo>
                <a:lnTo>
                  <a:pt x="0" y="0"/>
                </a:lnTo>
                <a:lnTo>
                  <a:pt x="0" y="412163"/>
                </a:lnTo>
                <a:lnTo>
                  <a:pt x="824327" y="412163"/>
                </a:lnTo>
                <a:lnTo>
                  <a:pt x="82432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B8508-B448-46D7-9470-E45D79A9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150" y="1189498"/>
            <a:ext cx="1094081" cy="1236491"/>
          </a:xfrm>
          <a:custGeom xmlns:a="http://schemas.openxmlformats.org/drawingml/2006/main">
            <a:pathLst>
              <a:path w="1094081" h="1236491" fill="none">
                <a:moveTo>
                  <a:pt x="1094081" y="0"/>
                </a:moveTo>
                <a:cubicBezTo>
                  <a:pt x="1094081" y="648817"/>
                  <a:pt x="639933" y="1236491"/>
                  <a:pt x="0" y="1236491"/>
                </a:cubicBez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3CCE1-23DB-4476-A07B-66D26457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356" y="2395087"/>
            <a:ext cx="28971" cy="61805"/>
          </a:xfrm>
          <a:custGeom xmlns:a="http://schemas.openxmlformats.org/drawingml/2006/main">
            <a:pathLst>
              <a:path w="28971" h="61805" fill="none">
                <a:moveTo>
                  <a:pt x="28971" y="61805"/>
                </a:moveTo>
                <a:cubicBezTo>
                  <a:pt x="27039" y="50217"/>
                  <a:pt x="5794" y="32834"/>
                  <a:pt x="0" y="30903"/>
                </a:cubicBezTo>
                <a:cubicBezTo>
                  <a:pt x="5794" y="28971"/>
                  <a:pt x="27039" y="11588"/>
                  <a:pt x="2897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8009A-4707-4A85-94B4-026B3539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551" y="1189498"/>
            <a:ext cx="412163" cy="884137"/>
          </a:xfrm>
          <a:custGeom xmlns:a="http://schemas.openxmlformats.org/drawingml/2006/main">
            <a:pathLst>
              <a:path w="412163" h="884137" fill="none">
                <a:moveTo>
                  <a:pt x="412163" y="0"/>
                </a:moveTo>
                <a:cubicBezTo>
                  <a:pt x="412163" y="384124"/>
                  <a:pt x="0" y="508898"/>
                  <a:pt x="0" y="8841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E57A4F-6E25-4075-B42B-3EE7E05C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9648" y="2050459"/>
            <a:ext cx="61805" cy="28971"/>
          </a:xfrm>
          <a:custGeom xmlns:a="http://schemas.openxmlformats.org/drawingml/2006/main">
            <a:pathLst>
              <a:path w="61805" h="28971" fill="none">
                <a:moveTo>
                  <a:pt x="61805" y="0"/>
                </a:moveTo>
                <a:cubicBezTo>
                  <a:pt x="50217" y="1932"/>
                  <a:pt x="32834" y="23177"/>
                  <a:pt x="30903" y="28971"/>
                </a:cubicBezTo>
                <a:cubicBezTo>
                  <a:pt x="28971" y="23177"/>
                  <a:pt x="11588" y="193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2BF85-E939-42E3-9229-E732A0F6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97" y="1189498"/>
            <a:ext cx="929214" cy="1099103"/>
          </a:xfrm>
          <a:custGeom xmlns:a="http://schemas.openxmlformats.org/drawingml/2006/main">
            <a:pathLst>
              <a:path w="929214" h="1099103" fill="none">
                <a:moveTo>
                  <a:pt x="0" y="0"/>
                </a:moveTo>
                <a:cubicBezTo>
                  <a:pt x="0" y="564896"/>
                  <a:pt x="373203" y="1099103"/>
                  <a:pt x="929214" y="1099103"/>
                </a:cubicBez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98CF1-984F-4A7B-880F-69A44487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235" y="2257699"/>
            <a:ext cx="28971" cy="61805"/>
          </a:xfrm>
          <a:custGeom xmlns:a="http://schemas.openxmlformats.org/drawingml/2006/main">
            <a:pathLst>
              <a:path w="28971" h="61805" fill="none">
                <a:moveTo>
                  <a:pt x="0" y="0"/>
                </a:moveTo>
                <a:cubicBezTo>
                  <a:pt x="1932" y="11588"/>
                  <a:pt x="23177" y="28971"/>
                  <a:pt x="28971" y="30903"/>
                </a:cubicBezTo>
                <a:cubicBezTo>
                  <a:pt x="23177" y="32834"/>
                  <a:pt x="1932" y="50217"/>
                  <a:pt x="0" y="61805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04E2B-87FA-4E6D-A686-FF73E15E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76" y="2013826"/>
            <a:ext cx="219817" cy="274776"/>
          </a:xfrm>
          <a:custGeom xmlns:a="http://schemas.openxmlformats.org/drawingml/2006/main">
            <a:pathLst>
              <a:path w="219817" h="274776">
                <a:moveTo>
                  <a:pt x="109908" y="274776"/>
                </a:moveTo>
                <a:lnTo>
                  <a:pt x="219817" y="274776"/>
                </a:lnTo>
                <a:lnTo>
                  <a:pt x="219817" y="0"/>
                </a:lnTo>
                <a:lnTo>
                  <a:pt x="0" y="0"/>
                </a:lnTo>
                <a:lnTo>
                  <a:pt x="0" y="274776"/>
                </a:lnTo>
                <a:lnTo>
                  <a:pt x="109908" y="274776"/>
                </a:lnTo>
                <a:close/>
              </a:path>
            </a:pathLst>
          </a:custGeom>
          <a:solidFill xmlns:a="http://schemas.openxmlformats.org/drawingml/2006/main">
            <a:srgbClr val="CFE5A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A0DB79-F1A0-4032-8676-C99DB28A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76" y="2013826"/>
            <a:ext cx="219817" cy="274776"/>
          </a:xfrm>
          <a:custGeom xmlns:a="http://schemas.openxmlformats.org/drawingml/2006/main">
            <a:pathLst>
              <a:path w="219817" h="274776" fill="none">
                <a:moveTo>
                  <a:pt x="109908" y="274776"/>
                </a:moveTo>
                <a:lnTo>
                  <a:pt x="219817" y="274776"/>
                </a:lnTo>
                <a:lnTo>
                  <a:pt x="219817" y="0"/>
                </a:lnTo>
                <a:lnTo>
                  <a:pt x="0" y="0"/>
                </a:lnTo>
                <a:lnTo>
                  <a:pt x="0" y="274776"/>
                </a:lnTo>
                <a:lnTo>
                  <a:pt x="109908" y="27477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15EC58-F3A2-48C6-8F30-DCFBA478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76" y="2288602"/>
            <a:ext cx="219817" cy="549551"/>
          </a:xfrm>
          <a:custGeom xmlns:a="http://schemas.openxmlformats.org/drawingml/2006/main">
            <a:pathLst>
              <a:path w="219817" h="549551">
                <a:moveTo>
                  <a:pt x="109908" y="0"/>
                </a:moveTo>
                <a:lnTo>
                  <a:pt x="219817" y="0"/>
                </a:lnTo>
                <a:lnTo>
                  <a:pt x="219817" y="549551"/>
                </a:lnTo>
                <a:lnTo>
                  <a:pt x="0" y="549551"/>
                </a:lnTo>
                <a:lnTo>
                  <a:pt x="0" y="0"/>
                </a:lnTo>
                <a:lnTo>
                  <a:pt x="109908" y="0"/>
                </a:lnTo>
                <a:close/>
              </a:path>
            </a:pathLst>
          </a:custGeom>
          <a:solidFill xmlns:a="http://schemas.openxmlformats.org/drawingml/2006/main">
            <a:srgbClr val="9CCD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911F38-3B20-4F20-9375-65ECF44A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76" y="2288602"/>
            <a:ext cx="219817" cy="549551"/>
          </a:xfrm>
          <a:custGeom xmlns:a="http://schemas.openxmlformats.org/drawingml/2006/main">
            <a:pathLst>
              <a:path w="219817" h="549551" fill="none">
                <a:moveTo>
                  <a:pt x="109908" y="0"/>
                </a:moveTo>
                <a:lnTo>
                  <a:pt x="219817" y="0"/>
                </a:lnTo>
                <a:lnTo>
                  <a:pt x="219817" y="549551"/>
                </a:lnTo>
                <a:lnTo>
                  <a:pt x="0" y="549551"/>
                </a:lnTo>
                <a:lnTo>
                  <a:pt x="0" y="0"/>
                </a:lnTo>
                <a:lnTo>
                  <a:pt x="1099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65" name="Text P">
            <a:extLst xmlns:a="http://schemas.openxmlformats.org/drawingml/2006/main">
              <a:ext uri="{FF2B5EF4-FFF2-40B4-BE49-F238E27FC236}">
                <a16:creationId xmlns:a16="http://schemas.microsoft.com/office/drawing/2014/main" id="{6A7D173A-9E7C-4D52-A7D5-F720CF48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65" y="2589539"/>
            <a:ext cx="127881" cy="101593"/>
          </a:xfrm>
          <a:custGeom xmlns:a="http://schemas.openxmlformats.org/drawingml/2006/main">
            <a:pathLst>
              <a:path w="127881" h="101593">
                <a:moveTo>
                  <a:pt x="71662" y="65668"/>
                </a:moveTo>
                <a:cubicBezTo>
                  <a:pt x="72048" y="60646"/>
                  <a:pt x="72240" y="57363"/>
                  <a:pt x="72240" y="52341"/>
                </a:cubicBezTo>
                <a:cubicBezTo>
                  <a:pt x="72240" y="37275"/>
                  <a:pt x="70309" y="26845"/>
                  <a:pt x="65673" y="18540"/>
                </a:cubicBezTo>
                <a:cubicBezTo>
                  <a:pt x="59493" y="6952"/>
                  <a:pt x="47711" y="0"/>
                  <a:pt x="34962" y="0"/>
                </a:cubicBezTo>
                <a:cubicBezTo>
                  <a:pt x="26851" y="0"/>
                  <a:pt x="19510" y="2703"/>
                  <a:pt x="13907" y="7919"/>
                </a:cubicBezTo>
                <a:cubicBezTo>
                  <a:pt x="5411" y="15643"/>
                  <a:pt x="0" y="32448"/>
                  <a:pt x="0" y="50602"/>
                </a:cubicBezTo>
                <a:lnTo>
                  <a:pt x="0" y="101593"/>
                </a:lnTo>
                <a:lnTo>
                  <a:pt x="3672" y="101593"/>
                </a:lnTo>
                <a:cubicBezTo>
                  <a:pt x="5216" y="87299"/>
                  <a:pt x="7147" y="85369"/>
                  <a:pt x="21057" y="85369"/>
                </a:cubicBezTo>
                <a:lnTo>
                  <a:pt x="104702" y="85369"/>
                </a:lnTo>
                <a:cubicBezTo>
                  <a:pt x="120929" y="85369"/>
                  <a:pt x="122859" y="86913"/>
                  <a:pt x="124212" y="101593"/>
                </a:cubicBezTo>
                <a:lnTo>
                  <a:pt x="127881" y="101593"/>
                </a:lnTo>
                <a:lnTo>
                  <a:pt x="127881" y="47513"/>
                </a:lnTo>
                <a:lnTo>
                  <a:pt x="124212" y="47513"/>
                </a:lnTo>
                <a:cubicBezTo>
                  <a:pt x="123634" y="62771"/>
                  <a:pt x="120929" y="65668"/>
                  <a:pt x="106827" y="65668"/>
                </a:cubicBezTo>
                <a:lnTo>
                  <a:pt x="71662" y="65668"/>
                </a:lnTo>
                <a:moveTo>
                  <a:pt x="13716" y="65668"/>
                </a:moveTo>
                <a:cubicBezTo>
                  <a:pt x="8499" y="65668"/>
                  <a:pt x="7147" y="64315"/>
                  <a:pt x="7147" y="59101"/>
                </a:cubicBezTo>
                <a:cubicBezTo>
                  <a:pt x="7147" y="33028"/>
                  <a:pt x="16227" y="21051"/>
                  <a:pt x="36123" y="21051"/>
                </a:cubicBezTo>
                <a:cubicBezTo>
                  <a:pt x="54858" y="21051"/>
                  <a:pt x="64515" y="32448"/>
                  <a:pt x="64515" y="54660"/>
                </a:cubicBezTo>
                <a:cubicBezTo>
                  <a:pt x="64515" y="58521"/>
                  <a:pt x="64324" y="61226"/>
                  <a:pt x="63935" y="65668"/>
                </a:cubicBezTo>
                <a:lnTo>
                  <a:pt x="13716" y="656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o">
            <a:extLst xmlns:a="http://schemas.openxmlformats.org/drawingml/2006/main">
              <a:ext uri="{FF2B5EF4-FFF2-40B4-BE49-F238E27FC236}">
                <a16:creationId xmlns:a16="http://schemas.microsoft.com/office/drawing/2014/main" id="{EB097E61-7C3A-4E4D-B76A-73960F90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09" y="2496060"/>
            <a:ext cx="90724" cy="85175"/>
          </a:xfrm>
          <a:custGeom xmlns:a="http://schemas.openxmlformats.org/drawingml/2006/main">
            <a:pathLst>
              <a:path w="90724" h="85175">
                <a:moveTo>
                  <a:pt x="0" y="42489"/>
                </a:moveTo>
                <a:cubicBezTo>
                  <a:pt x="0" y="67598"/>
                  <a:pt x="18534" y="85175"/>
                  <a:pt x="45170" y="85175"/>
                </a:cubicBezTo>
                <a:cubicBezTo>
                  <a:pt x="71226" y="85175"/>
                  <a:pt x="90724" y="67212"/>
                  <a:pt x="90724" y="42878"/>
                </a:cubicBezTo>
                <a:cubicBezTo>
                  <a:pt x="90724" y="18540"/>
                  <a:pt x="70262" y="0"/>
                  <a:pt x="43626" y="0"/>
                </a:cubicBezTo>
                <a:cubicBezTo>
                  <a:pt x="18340" y="0"/>
                  <a:pt x="0" y="17768"/>
                  <a:pt x="0" y="42489"/>
                </a:cubicBezTo>
                <a:moveTo>
                  <a:pt x="5411" y="44999"/>
                </a:moveTo>
                <a:cubicBezTo>
                  <a:pt x="5411" y="28776"/>
                  <a:pt x="23939" y="17382"/>
                  <a:pt x="50381" y="17382"/>
                </a:cubicBezTo>
                <a:cubicBezTo>
                  <a:pt x="72192" y="17382"/>
                  <a:pt x="85316" y="26073"/>
                  <a:pt x="85316" y="40558"/>
                </a:cubicBezTo>
                <a:cubicBezTo>
                  <a:pt x="85316" y="48091"/>
                  <a:pt x="80686" y="55238"/>
                  <a:pt x="72965" y="59293"/>
                </a:cubicBezTo>
                <a:cubicBezTo>
                  <a:pt x="62927" y="64701"/>
                  <a:pt x="49417" y="67792"/>
                  <a:pt x="35713" y="67792"/>
                </a:cubicBezTo>
                <a:cubicBezTo>
                  <a:pt x="17376" y="67792"/>
                  <a:pt x="5411" y="58715"/>
                  <a:pt x="5411" y="449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o">
            <a:extLst xmlns:a="http://schemas.openxmlformats.org/drawingml/2006/main">
              <a:ext uri="{FF2B5EF4-FFF2-40B4-BE49-F238E27FC236}">
                <a16:creationId xmlns:a16="http://schemas.microsoft.com/office/drawing/2014/main" id="{6ED1430D-6EEF-4D9B-B54F-ED49365E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09" y="2399489"/>
            <a:ext cx="90724" cy="85175"/>
          </a:xfrm>
          <a:custGeom xmlns:a="http://schemas.openxmlformats.org/drawingml/2006/main">
            <a:pathLst>
              <a:path w="90724" h="85175">
                <a:moveTo>
                  <a:pt x="0" y="42489"/>
                </a:moveTo>
                <a:cubicBezTo>
                  <a:pt x="0" y="67598"/>
                  <a:pt x="18534" y="85175"/>
                  <a:pt x="45170" y="85175"/>
                </a:cubicBezTo>
                <a:cubicBezTo>
                  <a:pt x="71226" y="85175"/>
                  <a:pt x="90724" y="67212"/>
                  <a:pt x="90724" y="42878"/>
                </a:cubicBezTo>
                <a:cubicBezTo>
                  <a:pt x="90724" y="18540"/>
                  <a:pt x="70262" y="0"/>
                  <a:pt x="43626" y="0"/>
                </a:cubicBezTo>
                <a:cubicBezTo>
                  <a:pt x="18340" y="0"/>
                  <a:pt x="0" y="17768"/>
                  <a:pt x="0" y="42489"/>
                </a:cubicBezTo>
                <a:moveTo>
                  <a:pt x="5411" y="44999"/>
                </a:moveTo>
                <a:cubicBezTo>
                  <a:pt x="5411" y="28776"/>
                  <a:pt x="23939" y="17382"/>
                  <a:pt x="50381" y="17382"/>
                </a:cubicBezTo>
                <a:cubicBezTo>
                  <a:pt x="72192" y="17382"/>
                  <a:pt x="85316" y="26073"/>
                  <a:pt x="85316" y="40558"/>
                </a:cubicBezTo>
                <a:cubicBezTo>
                  <a:pt x="85316" y="48091"/>
                  <a:pt x="80686" y="55238"/>
                  <a:pt x="72965" y="59293"/>
                </a:cubicBezTo>
                <a:cubicBezTo>
                  <a:pt x="62927" y="64701"/>
                  <a:pt x="49417" y="67792"/>
                  <a:pt x="35713" y="67792"/>
                </a:cubicBezTo>
                <a:cubicBezTo>
                  <a:pt x="17376" y="67792"/>
                  <a:pt x="5411" y="58715"/>
                  <a:pt x="5411" y="449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l">
            <a:extLst xmlns:a="http://schemas.openxmlformats.org/drawingml/2006/main">
              <a:ext uri="{FF2B5EF4-FFF2-40B4-BE49-F238E27FC236}">
                <a16:creationId xmlns:a16="http://schemas.microsoft.com/office/drawing/2014/main" id="{245FBDF6-FEE1-4DD7-BCE0-E54AB116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31" y="2344056"/>
            <a:ext cx="131916" cy="45966"/>
          </a:xfrm>
          <a:custGeom xmlns:a="http://schemas.openxmlformats.org/drawingml/2006/main">
            <a:pathLst>
              <a:path w="131916" h="45966">
                <a:moveTo>
                  <a:pt x="11588" y="45966"/>
                </a:moveTo>
                <a:lnTo>
                  <a:pt x="11588" y="44808"/>
                </a:lnTo>
                <a:cubicBezTo>
                  <a:pt x="11396" y="42683"/>
                  <a:pt x="11202" y="40367"/>
                  <a:pt x="11202" y="38819"/>
                </a:cubicBezTo>
                <a:cubicBezTo>
                  <a:pt x="11202" y="32639"/>
                  <a:pt x="13907" y="30709"/>
                  <a:pt x="22985" y="30709"/>
                </a:cubicBezTo>
                <a:lnTo>
                  <a:pt x="115114" y="30709"/>
                </a:lnTo>
                <a:cubicBezTo>
                  <a:pt x="125544" y="30709"/>
                  <a:pt x="128055" y="33411"/>
                  <a:pt x="129019" y="45580"/>
                </a:cubicBezTo>
                <a:lnTo>
                  <a:pt x="131916" y="45580"/>
                </a:lnTo>
                <a:lnTo>
                  <a:pt x="131916" y="0"/>
                </a:lnTo>
                <a:lnTo>
                  <a:pt x="129019" y="0"/>
                </a:lnTo>
                <a:cubicBezTo>
                  <a:pt x="128247" y="12166"/>
                  <a:pt x="126316" y="14485"/>
                  <a:pt x="115692" y="14485"/>
                </a:cubicBezTo>
                <a:lnTo>
                  <a:pt x="386" y="14485"/>
                </a:lnTo>
                <a:lnTo>
                  <a:pt x="0" y="15257"/>
                </a:lnTo>
                <a:cubicBezTo>
                  <a:pt x="3283" y="25301"/>
                  <a:pt x="5216" y="32639"/>
                  <a:pt x="8499" y="45966"/>
                </a:cubicBezTo>
                <a:lnTo>
                  <a:pt x="11588" y="459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e">
            <a:extLst xmlns:a="http://schemas.openxmlformats.org/drawingml/2006/main">
              <a:ext uri="{FF2B5EF4-FFF2-40B4-BE49-F238E27FC236}">
                <a16:creationId xmlns:a16="http://schemas.microsoft.com/office/drawing/2014/main" id="{C23BF313-54FF-4049-9EFD-AD0429FC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09" y="2258107"/>
            <a:ext cx="90724" cy="77064"/>
          </a:xfrm>
          <a:custGeom xmlns:a="http://schemas.openxmlformats.org/drawingml/2006/main">
            <a:pathLst>
              <a:path w="90724" h="77064">
                <a:moveTo>
                  <a:pt x="57109" y="3092"/>
                </a:moveTo>
                <a:cubicBezTo>
                  <a:pt x="71795" y="12360"/>
                  <a:pt x="77400" y="20668"/>
                  <a:pt x="77400" y="33028"/>
                </a:cubicBezTo>
                <a:cubicBezTo>
                  <a:pt x="77400" y="44036"/>
                  <a:pt x="71795" y="52341"/>
                  <a:pt x="60781" y="57943"/>
                </a:cubicBezTo>
                <a:cubicBezTo>
                  <a:pt x="53437" y="61421"/>
                  <a:pt x="47060" y="62771"/>
                  <a:pt x="35271" y="63157"/>
                </a:cubicBezTo>
                <a:lnTo>
                  <a:pt x="35271" y="3669"/>
                </a:lnTo>
                <a:cubicBezTo>
                  <a:pt x="22740" y="5216"/>
                  <a:pt x="17158" y="7147"/>
                  <a:pt x="10999" y="11974"/>
                </a:cubicBezTo>
                <a:cubicBezTo>
                  <a:pt x="4058" y="17771"/>
                  <a:pt x="0" y="26654"/>
                  <a:pt x="0" y="36697"/>
                </a:cubicBezTo>
                <a:cubicBezTo>
                  <a:pt x="0" y="46355"/>
                  <a:pt x="3478" y="55432"/>
                  <a:pt x="10035" y="62771"/>
                </a:cubicBezTo>
                <a:cubicBezTo>
                  <a:pt x="17927" y="71851"/>
                  <a:pt x="31602" y="77064"/>
                  <a:pt x="47446" y="77064"/>
                </a:cubicBezTo>
                <a:cubicBezTo>
                  <a:pt x="74114" y="77064"/>
                  <a:pt x="90724" y="63157"/>
                  <a:pt x="90724" y="40947"/>
                </a:cubicBezTo>
                <a:cubicBezTo>
                  <a:pt x="90724" y="22598"/>
                  <a:pt x="79330" y="8113"/>
                  <a:pt x="58462" y="0"/>
                </a:cubicBezTo>
                <a:lnTo>
                  <a:pt x="57109" y="3092"/>
                </a:lnTo>
                <a:moveTo>
                  <a:pt x="29091" y="62771"/>
                </a:moveTo>
                <a:cubicBezTo>
                  <a:pt x="14078" y="60649"/>
                  <a:pt x="6955" y="54080"/>
                  <a:pt x="6955" y="42300"/>
                </a:cubicBezTo>
                <a:cubicBezTo>
                  <a:pt x="6955" y="30517"/>
                  <a:pt x="12345" y="25882"/>
                  <a:pt x="29091" y="23371"/>
                </a:cubicBezTo>
                <a:lnTo>
                  <a:pt x="29091" y="627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d">
            <a:extLst xmlns:a="http://schemas.openxmlformats.org/drawingml/2006/main">
              <a:ext uri="{FF2B5EF4-FFF2-40B4-BE49-F238E27FC236}">
                <a16:creationId xmlns:a16="http://schemas.microsoft.com/office/drawing/2014/main" id="{45203F28-1CDD-4854-B94B-3DD64514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40" y="2159411"/>
            <a:ext cx="133793" cy="89619"/>
          </a:xfrm>
          <a:custGeom xmlns:a="http://schemas.openxmlformats.org/drawingml/2006/main">
            <a:pathLst>
              <a:path w="133793" h="89619">
                <a:moveTo>
                  <a:pt x="133793" y="28392"/>
                </a:moveTo>
                <a:lnTo>
                  <a:pt x="123752" y="0"/>
                </a:lnTo>
                <a:lnTo>
                  <a:pt x="120664" y="0"/>
                </a:lnTo>
                <a:cubicBezTo>
                  <a:pt x="120855" y="3478"/>
                  <a:pt x="120855" y="3864"/>
                  <a:pt x="120855" y="4444"/>
                </a:cubicBezTo>
                <a:cubicBezTo>
                  <a:pt x="120855" y="11396"/>
                  <a:pt x="118733" y="12941"/>
                  <a:pt x="109854" y="12941"/>
                </a:cubicBezTo>
                <a:lnTo>
                  <a:pt x="386" y="12941"/>
                </a:lnTo>
                <a:lnTo>
                  <a:pt x="0" y="13907"/>
                </a:lnTo>
                <a:cubicBezTo>
                  <a:pt x="3283" y="23179"/>
                  <a:pt x="5213" y="29937"/>
                  <a:pt x="8499" y="42300"/>
                </a:cubicBezTo>
                <a:lnTo>
                  <a:pt x="11588" y="42300"/>
                </a:lnTo>
                <a:cubicBezTo>
                  <a:pt x="11396" y="40753"/>
                  <a:pt x="11396" y="39594"/>
                  <a:pt x="11396" y="38050"/>
                </a:cubicBezTo>
                <a:cubicBezTo>
                  <a:pt x="11396" y="30903"/>
                  <a:pt x="13327" y="29165"/>
                  <a:pt x="21246" y="29165"/>
                </a:cubicBezTo>
                <a:lnTo>
                  <a:pt x="51374" y="29165"/>
                </a:lnTo>
                <a:cubicBezTo>
                  <a:pt x="45194" y="36506"/>
                  <a:pt x="43069" y="41719"/>
                  <a:pt x="43069" y="49447"/>
                </a:cubicBezTo>
                <a:cubicBezTo>
                  <a:pt x="43069" y="71656"/>
                  <a:pt x="64884" y="89619"/>
                  <a:pt x="92292" y="89619"/>
                </a:cubicBezTo>
                <a:cubicBezTo>
                  <a:pt x="116995" y="89619"/>
                  <a:pt x="133793" y="75134"/>
                  <a:pt x="133793" y="53888"/>
                </a:cubicBezTo>
                <a:cubicBezTo>
                  <a:pt x="133793" y="43072"/>
                  <a:pt x="129932" y="35731"/>
                  <a:pt x="120855" y="29165"/>
                </a:cubicBezTo>
                <a:lnTo>
                  <a:pt x="133215" y="29165"/>
                </a:lnTo>
                <a:lnTo>
                  <a:pt x="133793" y="28392"/>
                </a:lnTo>
                <a:moveTo>
                  <a:pt x="112170" y="29165"/>
                </a:moveTo>
                <a:cubicBezTo>
                  <a:pt x="113523" y="29165"/>
                  <a:pt x="115839" y="30517"/>
                  <a:pt x="117961" y="32448"/>
                </a:cubicBezTo>
                <a:cubicBezTo>
                  <a:pt x="121822" y="35925"/>
                  <a:pt x="123752" y="40753"/>
                  <a:pt x="123752" y="46355"/>
                </a:cubicBezTo>
                <a:cubicBezTo>
                  <a:pt x="123752" y="62384"/>
                  <a:pt x="108309" y="73009"/>
                  <a:pt x="84570" y="73009"/>
                </a:cubicBezTo>
                <a:cubicBezTo>
                  <a:pt x="62762" y="73009"/>
                  <a:pt x="48480" y="63546"/>
                  <a:pt x="48480" y="48866"/>
                </a:cubicBezTo>
                <a:cubicBezTo>
                  <a:pt x="48480" y="38628"/>
                  <a:pt x="57548" y="29165"/>
                  <a:pt x="67778" y="29165"/>
                </a:cubicBezTo>
                <a:lnTo>
                  <a:pt x="112170" y="291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952BB6-7B88-480B-B057-B59260F0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84" y="1189498"/>
            <a:ext cx="1923430" cy="952831"/>
          </a:xfrm>
          <a:custGeom xmlns:a="http://schemas.openxmlformats.org/drawingml/2006/main">
            <a:pathLst>
              <a:path w="1923430" h="952831" fill="none">
                <a:moveTo>
                  <a:pt x="1923430" y="0"/>
                </a:moveTo>
                <a:cubicBezTo>
                  <a:pt x="1923430" y="841795"/>
                  <a:pt x="0" y="119920"/>
                  <a:pt x="0" y="952831"/>
                </a:cubicBez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F1D5B9-67FF-456C-9C54-F9EBDB00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81" y="2119152"/>
            <a:ext cx="61805" cy="28971"/>
          </a:xfrm>
          <a:custGeom xmlns:a="http://schemas.openxmlformats.org/drawingml/2006/main">
            <a:pathLst>
              <a:path w="61805" h="28971" fill="none">
                <a:moveTo>
                  <a:pt x="61805" y="0"/>
                </a:moveTo>
                <a:cubicBezTo>
                  <a:pt x="50217" y="1932"/>
                  <a:pt x="32834" y="23177"/>
                  <a:pt x="30903" y="28971"/>
                </a:cubicBezTo>
                <a:cubicBezTo>
                  <a:pt x="28971" y="23177"/>
                  <a:pt x="11588" y="193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708B7A-D8F1-4035-B851-1B110796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69" y="1189498"/>
            <a:ext cx="537517" cy="1373879"/>
          </a:xfrm>
          <a:custGeom xmlns:a="http://schemas.openxmlformats.org/drawingml/2006/main">
            <a:pathLst>
              <a:path w="537517" h="1373879" fill="none">
                <a:moveTo>
                  <a:pt x="262029" y="0"/>
                </a:moveTo>
                <a:cubicBezTo>
                  <a:pt x="262029" y="546402"/>
                  <a:pt x="537517" y="1373879"/>
                  <a:pt x="0" y="1373879"/>
                </a:cubicBez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716ADD-4F87-482A-8E9D-587AC543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375" y="2532475"/>
            <a:ext cx="28971" cy="61805"/>
          </a:xfrm>
          <a:custGeom xmlns:a="http://schemas.openxmlformats.org/drawingml/2006/main">
            <a:pathLst>
              <a:path w="28971" h="61805" fill="none">
                <a:moveTo>
                  <a:pt x="28971" y="61805"/>
                </a:moveTo>
                <a:cubicBezTo>
                  <a:pt x="27039" y="50217"/>
                  <a:pt x="5794" y="32834"/>
                  <a:pt x="0" y="30903"/>
                </a:cubicBezTo>
                <a:cubicBezTo>
                  <a:pt x="5794" y="28971"/>
                  <a:pt x="27039" y="11588"/>
                  <a:pt x="2897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180" cap="rnd">
            <a:solidFill>
              <a:srgbClr val="000000"/>
            </a:solidFill>
            <a:round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70E6F4-4F07-45D7-AFC5-1964369D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387" y="3116791"/>
            <a:ext cx="1648654" cy="262692"/>
          </a:xfrm>
          <a:custGeom xmlns:a="http://schemas.openxmlformats.org/drawingml/2006/main">
            <a:pathLst>
              <a:path w="1648654" h="262692">
                <a:moveTo>
                  <a:pt x="1538746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52783"/>
                </a:lnTo>
                <a:cubicBezTo>
                  <a:pt x="0" y="213485"/>
                  <a:pt x="49207" y="262692"/>
                  <a:pt x="109909" y="262692"/>
                </a:cubicBezTo>
                <a:lnTo>
                  <a:pt x="1538746" y="262692"/>
                </a:lnTo>
                <a:cubicBezTo>
                  <a:pt x="1599447" y="262692"/>
                  <a:pt x="1648654" y="213485"/>
                  <a:pt x="1648654" y="152783"/>
                </a:cubicBezTo>
                <a:lnTo>
                  <a:pt x="1648654" y="109909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262692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CE31BF-6567-40D1-8AB5-FA5B78EC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387" y="3116791"/>
            <a:ext cx="1648654" cy="262692"/>
          </a:xfrm>
          <a:custGeom xmlns:a="http://schemas.openxmlformats.org/drawingml/2006/main">
            <a:pathLst>
              <a:path w="1648654" h="262692" fill="none">
                <a:moveTo>
                  <a:pt x="1538746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52783"/>
                </a:lnTo>
                <a:cubicBezTo>
                  <a:pt x="0" y="213485"/>
                  <a:pt x="49207" y="262692"/>
                  <a:pt x="109909" y="262692"/>
                </a:cubicBezTo>
                <a:lnTo>
                  <a:pt x="1538746" y="262692"/>
                </a:lnTo>
                <a:cubicBezTo>
                  <a:pt x="1599447" y="262692"/>
                  <a:pt x="1648654" y="213485"/>
                  <a:pt x="1648654" y="152783"/>
                </a:cubicBezTo>
                <a:lnTo>
                  <a:pt x="1648654" y="109909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262692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77" name="Text Linear">
            <a:extLst xmlns:a="http://schemas.openxmlformats.org/drawingml/2006/main">
              <a:ext uri="{FF2B5EF4-FFF2-40B4-BE49-F238E27FC236}">
                <a16:creationId xmlns:a16="http://schemas.microsoft.com/office/drawing/2014/main" id="{C5489E8B-9A9E-4EE5-8A68-06A17B05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984" y="3181008"/>
            <a:ext cx="502169" cy="133728"/>
          </a:xfrm>
          <a:custGeom xmlns:a="http://schemas.openxmlformats.org/drawingml/2006/main">
            <a:pathLst>
              <a:path w="502169" h="133728">
                <a:moveTo>
                  <a:pt x="108354" y="98233"/>
                </a:moveTo>
                <a:cubicBezTo>
                  <a:pt x="105070" y="105571"/>
                  <a:pt x="102365" y="110016"/>
                  <a:pt x="99468" y="113299"/>
                </a:cubicBezTo>
                <a:cubicBezTo>
                  <a:pt x="92707" y="120835"/>
                  <a:pt x="82086" y="124312"/>
                  <a:pt x="66054" y="124312"/>
                </a:cubicBezTo>
                <a:lnTo>
                  <a:pt x="53113" y="124312"/>
                </a:lnTo>
                <a:cubicBezTo>
                  <a:pt x="39014" y="124312"/>
                  <a:pt x="36503" y="123151"/>
                  <a:pt x="36503" y="116390"/>
                </a:cubicBezTo>
                <a:lnTo>
                  <a:pt x="36503" y="25018"/>
                </a:lnTo>
                <a:cubicBezTo>
                  <a:pt x="36503" y="11302"/>
                  <a:pt x="39208" y="8597"/>
                  <a:pt x="54466" y="7633"/>
                </a:cubicBezTo>
                <a:lnTo>
                  <a:pt x="54466" y="3961"/>
                </a:lnTo>
                <a:lnTo>
                  <a:pt x="0" y="3961"/>
                </a:lnTo>
                <a:lnTo>
                  <a:pt x="0" y="7633"/>
                </a:lnTo>
                <a:cubicBezTo>
                  <a:pt x="14294" y="8791"/>
                  <a:pt x="16804" y="11497"/>
                  <a:pt x="16804" y="25018"/>
                </a:cubicBezTo>
                <a:lnTo>
                  <a:pt x="16804" y="110788"/>
                </a:lnTo>
                <a:cubicBezTo>
                  <a:pt x="16804" y="124312"/>
                  <a:pt x="14099" y="127209"/>
                  <a:pt x="0" y="128173"/>
                </a:cubicBezTo>
                <a:lnTo>
                  <a:pt x="0" y="131842"/>
                </a:lnTo>
                <a:lnTo>
                  <a:pt x="103909" y="131842"/>
                </a:lnTo>
                <a:lnTo>
                  <a:pt x="113181" y="98236"/>
                </a:lnTo>
                <a:lnTo>
                  <a:pt x="108354" y="98233"/>
                </a:lnTo>
                <a:close/>
                <a:moveTo>
                  <a:pt x="149491" y="43004"/>
                </a:moveTo>
                <a:lnTo>
                  <a:pt x="119554" y="53567"/>
                </a:lnTo>
                <a:lnTo>
                  <a:pt x="119554" y="56467"/>
                </a:lnTo>
                <a:lnTo>
                  <a:pt x="121101" y="56272"/>
                </a:lnTo>
                <a:cubicBezTo>
                  <a:pt x="123418" y="55886"/>
                  <a:pt x="125929" y="55692"/>
                  <a:pt x="127667" y="55692"/>
                </a:cubicBezTo>
                <a:cubicBezTo>
                  <a:pt x="132303" y="55692"/>
                  <a:pt x="134039" y="58783"/>
                  <a:pt x="134039" y="67288"/>
                </a:cubicBezTo>
                <a:lnTo>
                  <a:pt x="134039" y="112132"/>
                </a:lnTo>
                <a:cubicBezTo>
                  <a:pt x="134039" y="126048"/>
                  <a:pt x="132109" y="128173"/>
                  <a:pt x="118782" y="128945"/>
                </a:cubicBezTo>
                <a:lnTo>
                  <a:pt x="118782" y="131842"/>
                </a:lnTo>
                <a:lnTo>
                  <a:pt x="164556" y="131842"/>
                </a:lnTo>
                <a:lnTo>
                  <a:pt x="164556" y="128945"/>
                </a:lnTo>
                <a:cubicBezTo>
                  <a:pt x="151810" y="127981"/>
                  <a:pt x="150263" y="126048"/>
                  <a:pt x="150263" y="112132"/>
                </a:cubicBezTo>
                <a:lnTo>
                  <a:pt x="150263" y="43585"/>
                </a:lnTo>
                <a:lnTo>
                  <a:pt x="149491" y="43004"/>
                </a:lnTo>
                <a:moveTo>
                  <a:pt x="140414" y="0"/>
                </a:moveTo>
                <a:cubicBezTo>
                  <a:pt x="135200" y="0"/>
                  <a:pt x="130756" y="4444"/>
                  <a:pt x="130756" y="9852"/>
                </a:cubicBezTo>
                <a:cubicBezTo>
                  <a:pt x="130756" y="15260"/>
                  <a:pt x="135006" y="19701"/>
                  <a:pt x="140414" y="19701"/>
                </a:cubicBezTo>
                <a:cubicBezTo>
                  <a:pt x="146016" y="19701"/>
                  <a:pt x="150457" y="15452"/>
                  <a:pt x="150457" y="9852"/>
                </a:cubicBezTo>
                <a:cubicBezTo>
                  <a:pt x="150457" y="4444"/>
                  <a:pt x="146016" y="0"/>
                  <a:pt x="140414" y="0"/>
                </a:cubicBezTo>
                <a:close/>
                <a:moveTo>
                  <a:pt x="172476" y="54981"/>
                </a:moveTo>
                <a:cubicBezTo>
                  <a:pt x="173634" y="54401"/>
                  <a:pt x="175567" y="54209"/>
                  <a:pt x="177692" y="54209"/>
                </a:cubicBezTo>
                <a:cubicBezTo>
                  <a:pt x="183100" y="54209"/>
                  <a:pt x="184836" y="57106"/>
                  <a:pt x="184836" y="66566"/>
                </a:cubicBezTo>
                <a:lnTo>
                  <a:pt x="184836" y="114463"/>
                </a:lnTo>
                <a:cubicBezTo>
                  <a:pt x="184836" y="125470"/>
                  <a:pt x="182711" y="128173"/>
                  <a:pt x="172862" y="128945"/>
                </a:cubicBezTo>
                <a:lnTo>
                  <a:pt x="172862" y="131842"/>
                </a:lnTo>
                <a:lnTo>
                  <a:pt x="213809" y="131842"/>
                </a:lnTo>
                <a:lnTo>
                  <a:pt x="213809" y="128945"/>
                </a:lnTo>
                <a:cubicBezTo>
                  <a:pt x="203957" y="128173"/>
                  <a:pt x="201060" y="125856"/>
                  <a:pt x="201060" y="118904"/>
                </a:cubicBezTo>
                <a:lnTo>
                  <a:pt x="201060" y="64636"/>
                </a:lnTo>
                <a:cubicBezTo>
                  <a:pt x="210331" y="55945"/>
                  <a:pt x="214581" y="53629"/>
                  <a:pt x="220956" y="53629"/>
                </a:cubicBezTo>
                <a:cubicBezTo>
                  <a:pt x="230419" y="53629"/>
                  <a:pt x="235055" y="59614"/>
                  <a:pt x="235055" y="72360"/>
                </a:cubicBezTo>
                <a:lnTo>
                  <a:pt x="235055" y="112724"/>
                </a:lnTo>
                <a:cubicBezTo>
                  <a:pt x="235055" y="124890"/>
                  <a:pt x="232544" y="128173"/>
                  <a:pt x="222886" y="128945"/>
                </a:cubicBezTo>
                <a:lnTo>
                  <a:pt x="222886" y="131842"/>
                </a:lnTo>
                <a:lnTo>
                  <a:pt x="263061" y="131842"/>
                </a:lnTo>
                <a:lnTo>
                  <a:pt x="263061" y="128945"/>
                </a:lnTo>
                <a:cubicBezTo>
                  <a:pt x="253595" y="127981"/>
                  <a:pt x="251278" y="125662"/>
                  <a:pt x="251278" y="116202"/>
                </a:cubicBezTo>
                <a:lnTo>
                  <a:pt x="251278" y="71974"/>
                </a:lnTo>
                <a:cubicBezTo>
                  <a:pt x="251278" y="53823"/>
                  <a:pt x="242779" y="43004"/>
                  <a:pt x="228488" y="43004"/>
                </a:cubicBezTo>
                <a:cubicBezTo>
                  <a:pt x="219603" y="43004"/>
                  <a:pt x="213614" y="46290"/>
                  <a:pt x="200482" y="58651"/>
                </a:cubicBezTo>
                <a:lnTo>
                  <a:pt x="200482" y="43393"/>
                </a:lnTo>
                <a:lnTo>
                  <a:pt x="199129" y="43004"/>
                </a:lnTo>
                <a:cubicBezTo>
                  <a:pt x="189666" y="46482"/>
                  <a:pt x="183100" y="48607"/>
                  <a:pt x="172476" y="51698"/>
                </a:cubicBezTo>
                <a:lnTo>
                  <a:pt x="172476" y="54981"/>
                </a:lnTo>
                <a:close/>
                <a:moveTo>
                  <a:pt x="344757" y="100113"/>
                </a:moveTo>
                <a:cubicBezTo>
                  <a:pt x="335489" y="114799"/>
                  <a:pt x="327181" y="120404"/>
                  <a:pt x="314821" y="120404"/>
                </a:cubicBezTo>
                <a:cubicBezTo>
                  <a:pt x="303813" y="120404"/>
                  <a:pt x="295508" y="114799"/>
                  <a:pt x="289906" y="103786"/>
                </a:cubicBezTo>
                <a:cubicBezTo>
                  <a:pt x="286428" y="96441"/>
                  <a:pt x="285078" y="90064"/>
                  <a:pt x="284692" y="78275"/>
                </a:cubicBezTo>
                <a:lnTo>
                  <a:pt x="344180" y="78275"/>
                </a:lnTo>
                <a:cubicBezTo>
                  <a:pt x="342632" y="65744"/>
                  <a:pt x="340702" y="60162"/>
                  <a:pt x="335875" y="54003"/>
                </a:cubicBezTo>
                <a:cubicBezTo>
                  <a:pt x="330078" y="47062"/>
                  <a:pt x="321195" y="43004"/>
                  <a:pt x="311151" y="43004"/>
                </a:cubicBezTo>
                <a:cubicBezTo>
                  <a:pt x="301494" y="43004"/>
                  <a:pt x="292417" y="46482"/>
                  <a:pt x="285078" y="53039"/>
                </a:cubicBezTo>
                <a:cubicBezTo>
                  <a:pt x="275998" y="60932"/>
                  <a:pt x="270785" y="74606"/>
                  <a:pt x="270785" y="90450"/>
                </a:cubicBezTo>
                <a:cubicBezTo>
                  <a:pt x="270785" y="117118"/>
                  <a:pt x="284692" y="133728"/>
                  <a:pt x="306902" y="133728"/>
                </a:cubicBezTo>
                <a:cubicBezTo>
                  <a:pt x="325250" y="133728"/>
                  <a:pt x="339735" y="122335"/>
                  <a:pt x="347849" y="101466"/>
                </a:cubicBezTo>
                <a:lnTo>
                  <a:pt x="344757" y="100113"/>
                </a:lnTo>
                <a:moveTo>
                  <a:pt x="285078" y="72095"/>
                </a:moveTo>
                <a:cubicBezTo>
                  <a:pt x="287200" y="57083"/>
                  <a:pt x="293769" y="49959"/>
                  <a:pt x="305549" y="49959"/>
                </a:cubicBezTo>
                <a:cubicBezTo>
                  <a:pt x="317331" y="49959"/>
                  <a:pt x="321967" y="55350"/>
                  <a:pt x="324478" y="72095"/>
                </a:cubicBezTo>
                <a:lnTo>
                  <a:pt x="285078" y="72095"/>
                </a:lnTo>
                <a:close/>
                <a:moveTo>
                  <a:pt x="437079" y="119055"/>
                </a:moveTo>
                <a:cubicBezTo>
                  <a:pt x="433796" y="121754"/>
                  <a:pt x="431480" y="122721"/>
                  <a:pt x="428583" y="122721"/>
                </a:cubicBezTo>
                <a:cubicBezTo>
                  <a:pt x="424141" y="122721"/>
                  <a:pt x="422788" y="120018"/>
                  <a:pt x="422788" y="111528"/>
                </a:cubicBezTo>
                <a:lnTo>
                  <a:pt x="422788" y="73890"/>
                </a:lnTo>
                <a:cubicBezTo>
                  <a:pt x="422788" y="63852"/>
                  <a:pt x="421822" y="58256"/>
                  <a:pt x="418925" y="53623"/>
                </a:cubicBezTo>
                <a:cubicBezTo>
                  <a:pt x="414675" y="46676"/>
                  <a:pt x="406370" y="43004"/>
                  <a:pt x="394977" y="43004"/>
                </a:cubicBezTo>
                <a:cubicBezTo>
                  <a:pt x="376819" y="43004"/>
                  <a:pt x="362529" y="52465"/>
                  <a:pt x="362529" y="64624"/>
                </a:cubicBezTo>
                <a:cubicBezTo>
                  <a:pt x="362529" y="69066"/>
                  <a:pt x="366390" y="72923"/>
                  <a:pt x="370834" y="72923"/>
                </a:cubicBezTo>
                <a:cubicBezTo>
                  <a:pt x="375467" y="72923"/>
                  <a:pt x="379525" y="69066"/>
                  <a:pt x="379525" y="64819"/>
                </a:cubicBezTo>
                <a:cubicBezTo>
                  <a:pt x="379525" y="64047"/>
                  <a:pt x="379330" y="63080"/>
                  <a:pt x="379139" y="61730"/>
                </a:cubicBezTo>
                <a:cubicBezTo>
                  <a:pt x="378753" y="59994"/>
                  <a:pt x="378558" y="58450"/>
                  <a:pt x="378558" y="57097"/>
                </a:cubicBezTo>
                <a:cubicBezTo>
                  <a:pt x="378558" y="51887"/>
                  <a:pt x="384738" y="47640"/>
                  <a:pt x="392466" y="47640"/>
                </a:cubicBezTo>
                <a:cubicBezTo>
                  <a:pt x="401929" y="47640"/>
                  <a:pt x="407142" y="53237"/>
                  <a:pt x="407142" y="63661"/>
                </a:cubicBezTo>
                <a:lnTo>
                  <a:pt x="407142" y="75434"/>
                </a:lnTo>
                <a:cubicBezTo>
                  <a:pt x="377400" y="87400"/>
                  <a:pt x="374117" y="88944"/>
                  <a:pt x="365812" y="96279"/>
                </a:cubicBezTo>
                <a:cubicBezTo>
                  <a:pt x="361562" y="100140"/>
                  <a:pt x="358857" y="106700"/>
                  <a:pt x="358857" y="113069"/>
                </a:cubicBezTo>
                <a:cubicBezTo>
                  <a:pt x="358857" y="125232"/>
                  <a:pt x="367356" y="133728"/>
                  <a:pt x="379139" y="133728"/>
                </a:cubicBezTo>
                <a:cubicBezTo>
                  <a:pt x="387635" y="133728"/>
                  <a:pt x="395554" y="129673"/>
                  <a:pt x="407337" y="119629"/>
                </a:cubicBezTo>
                <a:cubicBezTo>
                  <a:pt x="408303" y="129673"/>
                  <a:pt x="411778" y="133728"/>
                  <a:pt x="419697" y="133728"/>
                </a:cubicBezTo>
                <a:cubicBezTo>
                  <a:pt x="426263" y="133728"/>
                  <a:pt x="430321" y="131412"/>
                  <a:pt x="437079" y="124073"/>
                </a:cubicBezTo>
                <a:lnTo>
                  <a:pt x="437079" y="119055"/>
                </a:lnTo>
                <a:moveTo>
                  <a:pt x="407142" y="108041"/>
                </a:moveTo>
                <a:cubicBezTo>
                  <a:pt x="407142" y="114030"/>
                  <a:pt x="406179" y="115769"/>
                  <a:pt x="402120" y="118085"/>
                </a:cubicBezTo>
                <a:cubicBezTo>
                  <a:pt x="397488" y="120790"/>
                  <a:pt x="392080" y="122526"/>
                  <a:pt x="388021" y="122526"/>
                </a:cubicBezTo>
                <a:cubicBezTo>
                  <a:pt x="381264" y="122526"/>
                  <a:pt x="375856" y="115960"/>
                  <a:pt x="375856" y="107655"/>
                </a:cubicBezTo>
                <a:lnTo>
                  <a:pt x="375856" y="106883"/>
                </a:lnTo>
                <a:cubicBezTo>
                  <a:pt x="375856" y="95486"/>
                  <a:pt x="383772" y="88534"/>
                  <a:pt x="407142" y="80035"/>
                </a:cubicBezTo>
                <a:lnTo>
                  <a:pt x="407142" y="108041"/>
                </a:lnTo>
                <a:close/>
                <a:moveTo>
                  <a:pt x="438818" y="56526"/>
                </a:moveTo>
                <a:cubicBezTo>
                  <a:pt x="441523" y="55945"/>
                  <a:pt x="443262" y="55751"/>
                  <a:pt x="445578" y="55751"/>
                </a:cubicBezTo>
                <a:cubicBezTo>
                  <a:pt x="450406" y="55751"/>
                  <a:pt x="452145" y="58842"/>
                  <a:pt x="452145" y="67339"/>
                </a:cubicBezTo>
                <a:lnTo>
                  <a:pt x="452145" y="115621"/>
                </a:lnTo>
                <a:cubicBezTo>
                  <a:pt x="452145" y="125276"/>
                  <a:pt x="450792" y="126629"/>
                  <a:pt x="438432" y="128945"/>
                </a:cubicBezTo>
                <a:lnTo>
                  <a:pt x="438432" y="131842"/>
                </a:lnTo>
                <a:lnTo>
                  <a:pt x="484787" y="131842"/>
                </a:lnTo>
                <a:lnTo>
                  <a:pt x="484787" y="128945"/>
                </a:lnTo>
                <a:cubicBezTo>
                  <a:pt x="471652" y="128367"/>
                  <a:pt x="468368" y="125470"/>
                  <a:pt x="468368" y="114463"/>
                </a:cubicBezTo>
                <a:lnTo>
                  <a:pt x="468368" y="71008"/>
                </a:lnTo>
                <a:cubicBezTo>
                  <a:pt x="468368" y="64828"/>
                  <a:pt x="476673" y="55173"/>
                  <a:pt x="481890" y="55173"/>
                </a:cubicBezTo>
                <a:cubicBezTo>
                  <a:pt x="483048" y="55173"/>
                  <a:pt x="484787" y="56140"/>
                  <a:pt x="486912" y="58070"/>
                </a:cubicBezTo>
                <a:cubicBezTo>
                  <a:pt x="490000" y="60772"/>
                  <a:pt x="492125" y="61931"/>
                  <a:pt x="494636" y="61931"/>
                </a:cubicBezTo>
                <a:cubicBezTo>
                  <a:pt x="499272" y="61931"/>
                  <a:pt x="502169" y="58648"/>
                  <a:pt x="502169" y="53243"/>
                </a:cubicBezTo>
                <a:cubicBezTo>
                  <a:pt x="502169" y="46868"/>
                  <a:pt x="498114" y="43004"/>
                  <a:pt x="491547" y="43004"/>
                </a:cubicBezTo>
                <a:cubicBezTo>
                  <a:pt x="483434" y="43004"/>
                  <a:pt x="477835" y="47449"/>
                  <a:pt x="468368" y="61158"/>
                </a:cubicBezTo>
                <a:lnTo>
                  <a:pt x="468368" y="43393"/>
                </a:lnTo>
                <a:lnTo>
                  <a:pt x="467405" y="43004"/>
                </a:lnTo>
                <a:cubicBezTo>
                  <a:pt x="457166" y="47254"/>
                  <a:pt x="450214" y="49765"/>
                  <a:pt x="438818" y="53434"/>
                </a:cubicBezTo>
                <a:lnTo>
                  <a:pt x="438818" y="565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54B7A-2B66-4A84-B119-DD993A54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560" y="3661984"/>
            <a:ext cx="300309" cy="300309"/>
          </a:xfrm>
          <a:custGeom xmlns:a="http://schemas.openxmlformats.org/drawingml/2006/main">
            <a:pathLst>
              <a:path w="300309" h="300309">
                <a:moveTo>
                  <a:pt x="300309" y="150155"/>
                </a:moveTo>
                <a:cubicBezTo>
                  <a:pt x="300309" y="67225"/>
                  <a:pt x="233083" y="0"/>
                  <a:pt x="150154" y="0"/>
                </a:cubicBezTo>
                <a:cubicBezTo>
                  <a:pt x="67225" y="0"/>
                  <a:pt x="0" y="67225"/>
                  <a:pt x="0" y="150155"/>
                </a:cubicBezTo>
                <a:cubicBezTo>
                  <a:pt x="0" y="233083"/>
                  <a:pt x="67225" y="300309"/>
                  <a:pt x="150154" y="300309"/>
                </a:cubicBezTo>
                <a:cubicBezTo>
                  <a:pt x="233083" y="300309"/>
                  <a:pt x="300309" y="233083"/>
                  <a:pt x="300309" y="150155"/>
                </a:cubicBezTo>
                <a:close/>
                <a:moveTo>
                  <a:pt x="150154" y="150155"/>
                </a:moveTo>
              </a:path>
            </a:pathLst>
          </a:custGeom>
          <a:solidFill xmlns:a="http://schemas.openxmlformats.org/drawingml/2006/main">
            <a:srgbClr val="F6A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F3772-7157-4B9F-ABE8-616413E6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560" y="3661984"/>
            <a:ext cx="300309" cy="300309"/>
          </a:xfrm>
          <a:custGeom xmlns:a="http://schemas.openxmlformats.org/drawingml/2006/main">
            <a:pathLst>
              <a:path w="300309" h="300309" fill="none">
                <a:moveTo>
                  <a:pt x="300309" y="150155"/>
                </a:moveTo>
                <a:cubicBezTo>
                  <a:pt x="300309" y="67225"/>
                  <a:pt x="233083" y="0"/>
                  <a:pt x="150154" y="0"/>
                </a:cubicBezTo>
                <a:cubicBezTo>
                  <a:pt x="67225" y="0"/>
                  <a:pt x="0" y="67225"/>
                  <a:pt x="0" y="150155"/>
                </a:cubicBezTo>
                <a:cubicBezTo>
                  <a:pt x="0" y="233083"/>
                  <a:pt x="67225" y="300309"/>
                  <a:pt x="150154" y="300309"/>
                </a:cubicBezTo>
                <a:cubicBezTo>
                  <a:pt x="233083" y="300309"/>
                  <a:pt x="300309" y="233083"/>
                  <a:pt x="300309" y="150155"/>
                </a:cubicBezTo>
                <a:close/>
                <a:moveTo>
                  <a:pt x="150154" y="150155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80" name="Text c">
            <a:extLst xmlns:a="http://schemas.openxmlformats.org/drawingml/2006/main">
              <a:ext uri="{FF2B5EF4-FFF2-40B4-BE49-F238E27FC236}">
                <a16:creationId xmlns:a16="http://schemas.microsoft.com/office/drawing/2014/main" id="{81BD8F5D-A227-4009-8D1D-B6457DAD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832" y="3768220"/>
            <a:ext cx="75134" cy="87517"/>
          </a:xfrm>
          <a:custGeom xmlns:a="http://schemas.openxmlformats.org/drawingml/2006/main">
            <a:pathLst>
              <a:path w="75134" h="87517">
                <a:moveTo>
                  <a:pt x="68568" y="12051"/>
                </a:moveTo>
                <a:cubicBezTo>
                  <a:pt x="65476" y="12051"/>
                  <a:pt x="62774" y="12051"/>
                  <a:pt x="60068" y="14756"/>
                </a:cubicBezTo>
                <a:cubicBezTo>
                  <a:pt x="56979" y="17653"/>
                  <a:pt x="56593" y="20936"/>
                  <a:pt x="56593" y="22289"/>
                </a:cubicBezTo>
                <a:cubicBezTo>
                  <a:pt x="56593" y="26925"/>
                  <a:pt x="60068" y="29047"/>
                  <a:pt x="63737" y="29047"/>
                </a:cubicBezTo>
                <a:cubicBezTo>
                  <a:pt x="69340" y="29047"/>
                  <a:pt x="74553" y="24414"/>
                  <a:pt x="74553" y="16687"/>
                </a:cubicBezTo>
                <a:cubicBezTo>
                  <a:pt x="74553" y="7176"/>
                  <a:pt x="65476" y="0"/>
                  <a:pt x="51763" y="0"/>
                </a:cubicBezTo>
                <a:cubicBezTo>
                  <a:pt x="25690" y="0"/>
                  <a:pt x="0" y="27697"/>
                  <a:pt x="0" y="54905"/>
                </a:cubicBezTo>
                <a:cubicBezTo>
                  <a:pt x="0" y="72272"/>
                  <a:pt x="11205" y="87517"/>
                  <a:pt x="31290" y="87517"/>
                </a:cubicBezTo>
                <a:cubicBezTo>
                  <a:pt x="58910" y="87517"/>
                  <a:pt x="75134" y="67062"/>
                  <a:pt x="75134" y="64745"/>
                </a:cubicBezTo>
                <a:cubicBezTo>
                  <a:pt x="75134" y="63587"/>
                  <a:pt x="73975" y="62237"/>
                  <a:pt x="72817" y="62237"/>
                </a:cubicBezTo>
                <a:cubicBezTo>
                  <a:pt x="71851" y="62237"/>
                  <a:pt x="71465" y="62623"/>
                  <a:pt x="70306" y="64167"/>
                </a:cubicBezTo>
                <a:cubicBezTo>
                  <a:pt x="55046" y="83271"/>
                  <a:pt x="33995" y="83271"/>
                  <a:pt x="31676" y="83271"/>
                </a:cubicBezTo>
                <a:cubicBezTo>
                  <a:pt x="19510" y="83271"/>
                  <a:pt x="14294" y="73813"/>
                  <a:pt x="14294" y="62237"/>
                </a:cubicBezTo>
                <a:cubicBezTo>
                  <a:pt x="14294" y="54327"/>
                  <a:pt x="18157" y="35610"/>
                  <a:pt x="24723" y="23639"/>
                </a:cubicBezTo>
                <a:cubicBezTo>
                  <a:pt x="30712" y="12631"/>
                  <a:pt x="41333" y="4250"/>
                  <a:pt x="51958" y="4250"/>
                </a:cubicBezTo>
                <a:cubicBezTo>
                  <a:pt x="58524" y="4250"/>
                  <a:pt x="65862" y="6787"/>
                  <a:pt x="68568" y="120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712AE-E8FC-4367-9134-237C0DAA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57" y="3116791"/>
            <a:ext cx="1648654" cy="257771"/>
          </a:xfrm>
          <a:custGeom xmlns:a="http://schemas.openxmlformats.org/drawingml/2006/main">
            <a:pathLst>
              <a:path w="1648654" h="257771">
                <a:moveTo>
                  <a:pt x="1538746" y="0"/>
                </a:moveTo>
                <a:lnTo>
                  <a:pt x="109908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47862"/>
                </a:lnTo>
                <a:cubicBezTo>
                  <a:pt x="0" y="208564"/>
                  <a:pt x="49207" y="257771"/>
                  <a:pt x="109908" y="257771"/>
                </a:cubicBezTo>
                <a:lnTo>
                  <a:pt x="1538746" y="257771"/>
                </a:lnTo>
                <a:cubicBezTo>
                  <a:pt x="1599447" y="257771"/>
                  <a:pt x="1648654" y="208564"/>
                  <a:pt x="1648654" y="147862"/>
                </a:cubicBezTo>
                <a:lnTo>
                  <a:pt x="1648654" y="109909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257771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49B74E-C67C-4DD1-BFA0-5AC6108E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57" y="3116791"/>
            <a:ext cx="1648654" cy="257771"/>
          </a:xfrm>
          <a:custGeom xmlns:a="http://schemas.openxmlformats.org/drawingml/2006/main">
            <a:pathLst>
              <a:path w="1648654" h="257771" fill="none">
                <a:moveTo>
                  <a:pt x="1538746" y="0"/>
                </a:moveTo>
                <a:lnTo>
                  <a:pt x="109908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47862"/>
                </a:lnTo>
                <a:cubicBezTo>
                  <a:pt x="0" y="208564"/>
                  <a:pt x="49207" y="257771"/>
                  <a:pt x="109908" y="257771"/>
                </a:cubicBezTo>
                <a:lnTo>
                  <a:pt x="1538746" y="257771"/>
                </a:lnTo>
                <a:cubicBezTo>
                  <a:pt x="1599447" y="257771"/>
                  <a:pt x="1648654" y="208564"/>
                  <a:pt x="1648654" y="147862"/>
                </a:cubicBezTo>
                <a:lnTo>
                  <a:pt x="1648654" y="109909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257771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83" name="Text MLP">
            <a:extLst xmlns:a="http://schemas.openxmlformats.org/drawingml/2006/main">
              <a:ext uri="{FF2B5EF4-FFF2-40B4-BE49-F238E27FC236}">
                <a16:creationId xmlns:a16="http://schemas.microsoft.com/office/drawing/2014/main" id="{FD138ED4-3AB3-43D9-9D80-5F8954D6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078" y="3182255"/>
            <a:ext cx="392078" cy="127881"/>
          </a:xfrm>
          <a:custGeom xmlns:a="http://schemas.openxmlformats.org/drawingml/2006/main">
            <a:pathLst>
              <a:path w="392078" h="127881">
                <a:moveTo>
                  <a:pt x="127861" y="17193"/>
                </a:moveTo>
                <a:lnTo>
                  <a:pt x="127861" y="104702"/>
                </a:lnTo>
                <a:cubicBezTo>
                  <a:pt x="127861" y="120734"/>
                  <a:pt x="125541" y="123248"/>
                  <a:pt x="110284" y="124212"/>
                </a:cubicBezTo>
                <a:lnTo>
                  <a:pt x="110284" y="127881"/>
                </a:lnTo>
                <a:lnTo>
                  <a:pt x="164363" y="127881"/>
                </a:lnTo>
                <a:lnTo>
                  <a:pt x="164363" y="124212"/>
                </a:lnTo>
                <a:cubicBezTo>
                  <a:pt x="150264" y="123248"/>
                  <a:pt x="147562" y="120543"/>
                  <a:pt x="147562" y="106827"/>
                </a:cubicBezTo>
                <a:lnTo>
                  <a:pt x="147562" y="21057"/>
                </a:lnTo>
                <a:cubicBezTo>
                  <a:pt x="147562" y="7341"/>
                  <a:pt x="150073" y="4830"/>
                  <a:pt x="164363" y="3672"/>
                </a:cubicBezTo>
                <a:lnTo>
                  <a:pt x="164363" y="0"/>
                </a:lnTo>
                <a:lnTo>
                  <a:pt x="125927" y="0"/>
                </a:lnTo>
                <a:lnTo>
                  <a:pt x="83244" y="97555"/>
                </a:lnTo>
                <a:lnTo>
                  <a:pt x="38628" y="0"/>
                </a:lnTo>
                <a:lnTo>
                  <a:pt x="386" y="0"/>
                </a:lnTo>
                <a:lnTo>
                  <a:pt x="386" y="3672"/>
                </a:lnTo>
                <a:cubicBezTo>
                  <a:pt x="16224" y="4636"/>
                  <a:pt x="18735" y="6955"/>
                  <a:pt x="18735" y="21057"/>
                </a:cubicBezTo>
                <a:lnTo>
                  <a:pt x="18735" y="99486"/>
                </a:lnTo>
                <a:cubicBezTo>
                  <a:pt x="18735" y="119385"/>
                  <a:pt x="16029" y="123054"/>
                  <a:pt x="0" y="124212"/>
                </a:cubicBezTo>
                <a:lnTo>
                  <a:pt x="0" y="127881"/>
                </a:lnTo>
                <a:lnTo>
                  <a:pt x="45388" y="127881"/>
                </a:lnTo>
                <a:lnTo>
                  <a:pt x="45388" y="124212"/>
                </a:lnTo>
                <a:cubicBezTo>
                  <a:pt x="30517" y="123440"/>
                  <a:pt x="27234" y="118999"/>
                  <a:pt x="27234" y="99486"/>
                </a:cubicBezTo>
                <a:lnTo>
                  <a:pt x="27234" y="21635"/>
                </a:lnTo>
                <a:lnTo>
                  <a:pt x="75711" y="127881"/>
                </a:lnTo>
                <a:lnTo>
                  <a:pt x="78417" y="127881"/>
                </a:lnTo>
                <a:lnTo>
                  <a:pt x="127861" y="17193"/>
                </a:lnTo>
                <a:close/>
                <a:moveTo>
                  <a:pt x="280057" y="94272"/>
                </a:moveTo>
                <a:cubicBezTo>
                  <a:pt x="276774" y="101611"/>
                  <a:pt x="274068" y="106055"/>
                  <a:pt x="271171" y="109338"/>
                </a:cubicBezTo>
                <a:cubicBezTo>
                  <a:pt x="264411" y="116874"/>
                  <a:pt x="253789" y="120351"/>
                  <a:pt x="237757" y="120351"/>
                </a:cubicBezTo>
                <a:lnTo>
                  <a:pt x="224816" y="120351"/>
                </a:lnTo>
                <a:cubicBezTo>
                  <a:pt x="210717" y="120351"/>
                  <a:pt x="208206" y="119190"/>
                  <a:pt x="208206" y="112429"/>
                </a:cubicBezTo>
                <a:lnTo>
                  <a:pt x="208206" y="21057"/>
                </a:lnTo>
                <a:cubicBezTo>
                  <a:pt x="208206" y="7341"/>
                  <a:pt x="210912" y="4636"/>
                  <a:pt x="226169" y="3672"/>
                </a:cubicBezTo>
                <a:lnTo>
                  <a:pt x="226169" y="0"/>
                </a:lnTo>
                <a:lnTo>
                  <a:pt x="171703" y="0"/>
                </a:lnTo>
                <a:lnTo>
                  <a:pt x="171703" y="3672"/>
                </a:lnTo>
                <a:cubicBezTo>
                  <a:pt x="185997" y="4830"/>
                  <a:pt x="188508" y="7536"/>
                  <a:pt x="188508" y="21057"/>
                </a:cubicBezTo>
                <a:lnTo>
                  <a:pt x="188508" y="106827"/>
                </a:lnTo>
                <a:cubicBezTo>
                  <a:pt x="188508" y="120351"/>
                  <a:pt x="185802" y="123248"/>
                  <a:pt x="171703" y="124212"/>
                </a:cubicBezTo>
                <a:lnTo>
                  <a:pt x="171703" y="127881"/>
                </a:lnTo>
                <a:lnTo>
                  <a:pt x="275613" y="127881"/>
                </a:lnTo>
                <a:lnTo>
                  <a:pt x="284884" y="94275"/>
                </a:lnTo>
                <a:lnTo>
                  <a:pt x="280057" y="94272"/>
                </a:lnTo>
                <a:close/>
                <a:moveTo>
                  <a:pt x="326411" y="71662"/>
                </a:moveTo>
                <a:cubicBezTo>
                  <a:pt x="331432" y="72048"/>
                  <a:pt x="334716" y="72240"/>
                  <a:pt x="339737" y="72240"/>
                </a:cubicBezTo>
                <a:cubicBezTo>
                  <a:pt x="354803" y="72240"/>
                  <a:pt x="365233" y="70309"/>
                  <a:pt x="373538" y="65673"/>
                </a:cubicBezTo>
                <a:cubicBezTo>
                  <a:pt x="385126" y="59493"/>
                  <a:pt x="392078" y="47711"/>
                  <a:pt x="392078" y="34962"/>
                </a:cubicBezTo>
                <a:cubicBezTo>
                  <a:pt x="392078" y="26851"/>
                  <a:pt x="389376" y="19510"/>
                  <a:pt x="384159" y="13907"/>
                </a:cubicBezTo>
                <a:cubicBezTo>
                  <a:pt x="376435" y="5411"/>
                  <a:pt x="359630" y="0"/>
                  <a:pt x="341476" y="0"/>
                </a:cubicBezTo>
                <a:lnTo>
                  <a:pt x="290485" y="0"/>
                </a:lnTo>
                <a:lnTo>
                  <a:pt x="290485" y="3672"/>
                </a:lnTo>
                <a:cubicBezTo>
                  <a:pt x="304779" y="5216"/>
                  <a:pt x="306709" y="7147"/>
                  <a:pt x="306709" y="21057"/>
                </a:cubicBezTo>
                <a:lnTo>
                  <a:pt x="306709" y="104702"/>
                </a:lnTo>
                <a:cubicBezTo>
                  <a:pt x="306709" y="120929"/>
                  <a:pt x="305165" y="122859"/>
                  <a:pt x="290485" y="124212"/>
                </a:cubicBezTo>
                <a:lnTo>
                  <a:pt x="290485" y="127881"/>
                </a:lnTo>
                <a:lnTo>
                  <a:pt x="344565" y="127881"/>
                </a:lnTo>
                <a:lnTo>
                  <a:pt x="344565" y="124212"/>
                </a:lnTo>
                <a:cubicBezTo>
                  <a:pt x="329308" y="123634"/>
                  <a:pt x="326411" y="120929"/>
                  <a:pt x="326411" y="106827"/>
                </a:cubicBezTo>
                <a:lnTo>
                  <a:pt x="326411" y="71662"/>
                </a:lnTo>
                <a:moveTo>
                  <a:pt x="326411" y="13716"/>
                </a:moveTo>
                <a:cubicBezTo>
                  <a:pt x="326411" y="8499"/>
                  <a:pt x="327763" y="7147"/>
                  <a:pt x="332977" y="7147"/>
                </a:cubicBezTo>
                <a:cubicBezTo>
                  <a:pt x="359050" y="7147"/>
                  <a:pt x="371027" y="16227"/>
                  <a:pt x="371027" y="36123"/>
                </a:cubicBezTo>
                <a:cubicBezTo>
                  <a:pt x="371027" y="54858"/>
                  <a:pt x="359630" y="64515"/>
                  <a:pt x="337418" y="64515"/>
                </a:cubicBezTo>
                <a:cubicBezTo>
                  <a:pt x="333557" y="64515"/>
                  <a:pt x="330852" y="64324"/>
                  <a:pt x="326411" y="63935"/>
                </a:cubicBezTo>
                <a:lnTo>
                  <a:pt x="326411" y="137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0618A-3287-45FB-83D4-E9269391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57" y="4481391"/>
            <a:ext cx="1648654" cy="257771"/>
          </a:xfrm>
          <a:custGeom xmlns:a="http://schemas.openxmlformats.org/drawingml/2006/main">
            <a:pathLst>
              <a:path w="1648654" h="257771">
                <a:moveTo>
                  <a:pt x="1538746" y="0"/>
                </a:moveTo>
                <a:lnTo>
                  <a:pt x="109908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47862"/>
                </a:lnTo>
                <a:cubicBezTo>
                  <a:pt x="0" y="208564"/>
                  <a:pt x="49207" y="257771"/>
                  <a:pt x="109908" y="257771"/>
                </a:cubicBezTo>
                <a:lnTo>
                  <a:pt x="1538746" y="257771"/>
                </a:lnTo>
                <a:cubicBezTo>
                  <a:pt x="1599447" y="257771"/>
                  <a:pt x="1648654" y="208564"/>
                  <a:pt x="1648654" y="147862"/>
                </a:cubicBezTo>
                <a:lnTo>
                  <a:pt x="1648654" y="109909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257771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68ED68-35A4-4692-B5AD-BDF1F09C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57" y="4481391"/>
            <a:ext cx="1648654" cy="257771"/>
          </a:xfrm>
          <a:custGeom xmlns:a="http://schemas.openxmlformats.org/drawingml/2006/main">
            <a:pathLst>
              <a:path w="1648654" h="257771" fill="none">
                <a:moveTo>
                  <a:pt x="1538746" y="0"/>
                </a:moveTo>
                <a:lnTo>
                  <a:pt x="109908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47862"/>
                </a:lnTo>
                <a:cubicBezTo>
                  <a:pt x="0" y="208564"/>
                  <a:pt x="49207" y="257771"/>
                  <a:pt x="109908" y="257771"/>
                </a:cubicBezTo>
                <a:lnTo>
                  <a:pt x="1538746" y="257771"/>
                </a:lnTo>
                <a:cubicBezTo>
                  <a:pt x="1599447" y="257771"/>
                  <a:pt x="1648654" y="208564"/>
                  <a:pt x="1648654" y="147862"/>
                </a:cubicBezTo>
                <a:lnTo>
                  <a:pt x="1648654" y="109909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257771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86" name="Text MLP">
            <a:extLst xmlns:a="http://schemas.openxmlformats.org/drawingml/2006/main">
              <a:ext uri="{FF2B5EF4-FFF2-40B4-BE49-F238E27FC236}">
                <a16:creationId xmlns:a16="http://schemas.microsoft.com/office/drawing/2014/main" id="{5D64DBE6-8EFA-430F-9420-02A99B72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078" y="4546847"/>
            <a:ext cx="392078" cy="127881"/>
          </a:xfrm>
          <a:custGeom xmlns:a="http://schemas.openxmlformats.org/drawingml/2006/main">
            <a:pathLst>
              <a:path w="392078" h="127881">
                <a:moveTo>
                  <a:pt x="127861" y="17193"/>
                </a:moveTo>
                <a:lnTo>
                  <a:pt x="127861" y="104702"/>
                </a:lnTo>
                <a:cubicBezTo>
                  <a:pt x="127861" y="120734"/>
                  <a:pt x="125541" y="123248"/>
                  <a:pt x="110284" y="124212"/>
                </a:cubicBezTo>
                <a:lnTo>
                  <a:pt x="110284" y="127881"/>
                </a:lnTo>
                <a:lnTo>
                  <a:pt x="164363" y="127881"/>
                </a:lnTo>
                <a:lnTo>
                  <a:pt x="164363" y="124212"/>
                </a:lnTo>
                <a:cubicBezTo>
                  <a:pt x="150264" y="123248"/>
                  <a:pt x="147562" y="120543"/>
                  <a:pt x="147562" y="106827"/>
                </a:cubicBezTo>
                <a:lnTo>
                  <a:pt x="147562" y="21057"/>
                </a:lnTo>
                <a:cubicBezTo>
                  <a:pt x="147562" y="7341"/>
                  <a:pt x="150073" y="4830"/>
                  <a:pt x="164363" y="3672"/>
                </a:cubicBezTo>
                <a:lnTo>
                  <a:pt x="164363" y="0"/>
                </a:lnTo>
                <a:lnTo>
                  <a:pt x="125927" y="0"/>
                </a:lnTo>
                <a:lnTo>
                  <a:pt x="83244" y="97555"/>
                </a:lnTo>
                <a:lnTo>
                  <a:pt x="38628" y="0"/>
                </a:lnTo>
                <a:lnTo>
                  <a:pt x="386" y="0"/>
                </a:lnTo>
                <a:lnTo>
                  <a:pt x="386" y="3672"/>
                </a:lnTo>
                <a:cubicBezTo>
                  <a:pt x="16224" y="4636"/>
                  <a:pt x="18735" y="6955"/>
                  <a:pt x="18735" y="21057"/>
                </a:cubicBezTo>
                <a:lnTo>
                  <a:pt x="18735" y="99486"/>
                </a:lnTo>
                <a:cubicBezTo>
                  <a:pt x="18735" y="119385"/>
                  <a:pt x="16029" y="123054"/>
                  <a:pt x="0" y="124212"/>
                </a:cubicBezTo>
                <a:lnTo>
                  <a:pt x="0" y="127881"/>
                </a:lnTo>
                <a:lnTo>
                  <a:pt x="45388" y="127881"/>
                </a:lnTo>
                <a:lnTo>
                  <a:pt x="45388" y="124212"/>
                </a:lnTo>
                <a:cubicBezTo>
                  <a:pt x="30517" y="123440"/>
                  <a:pt x="27234" y="118999"/>
                  <a:pt x="27234" y="99486"/>
                </a:cubicBezTo>
                <a:lnTo>
                  <a:pt x="27234" y="21635"/>
                </a:lnTo>
                <a:lnTo>
                  <a:pt x="75711" y="127881"/>
                </a:lnTo>
                <a:lnTo>
                  <a:pt x="78417" y="127881"/>
                </a:lnTo>
                <a:lnTo>
                  <a:pt x="127861" y="17193"/>
                </a:lnTo>
                <a:close/>
                <a:moveTo>
                  <a:pt x="280057" y="94272"/>
                </a:moveTo>
                <a:cubicBezTo>
                  <a:pt x="276774" y="101611"/>
                  <a:pt x="274068" y="106055"/>
                  <a:pt x="271171" y="109338"/>
                </a:cubicBezTo>
                <a:cubicBezTo>
                  <a:pt x="264411" y="116874"/>
                  <a:pt x="253789" y="120351"/>
                  <a:pt x="237757" y="120351"/>
                </a:cubicBezTo>
                <a:lnTo>
                  <a:pt x="224816" y="120351"/>
                </a:lnTo>
                <a:cubicBezTo>
                  <a:pt x="210717" y="120351"/>
                  <a:pt x="208206" y="119190"/>
                  <a:pt x="208206" y="112429"/>
                </a:cubicBezTo>
                <a:lnTo>
                  <a:pt x="208206" y="21057"/>
                </a:lnTo>
                <a:cubicBezTo>
                  <a:pt x="208206" y="7341"/>
                  <a:pt x="210912" y="4636"/>
                  <a:pt x="226169" y="3672"/>
                </a:cubicBezTo>
                <a:lnTo>
                  <a:pt x="226169" y="0"/>
                </a:lnTo>
                <a:lnTo>
                  <a:pt x="171703" y="0"/>
                </a:lnTo>
                <a:lnTo>
                  <a:pt x="171703" y="3672"/>
                </a:lnTo>
                <a:cubicBezTo>
                  <a:pt x="185997" y="4830"/>
                  <a:pt x="188508" y="7536"/>
                  <a:pt x="188508" y="21057"/>
                </a:cubicBezTo>
                <a:lnTo>
                  <a:pt x="188508" y="106827"/>
                </a:lnTo>
                <a:cubicBezTo>
                  <a:pt x="188508" y="120351"/>
                  <a:pt x="185802" y="123248"/>
                  <a:pt x="171703" y="124212"/>
                </a:cubicBezTo>
                <a:lnTo>
                  <a:pt x="171703" y="127881"/>
                </a:lnTo>
                <a:lnTo>
                  <a:pt x="275613" y="127881"/>
                </a:lnTo>
                <a:lnTo>
                  <a:pt x="284884" y="94275"/>
                </a:lnTo>
                <a:lnTo>
                  <a:pt x="280057" y="94272"/>
                </a:lnTo>
                <a:close/>
                <a:moveTo>
                  <a:pt x="326411" y="71662"/>
                </a:moveTo>
                <a:cubicBezTo>
                  <a:pt x="331432" y="72048"/>
                  <a:pt x="334716" y="72240"/>
                  <a:pt x="339737" y="72240"/>
                </a:cubicBezTo>
                <a:cubicBezTo>
                  <a:pt x="354803" y="72240"/>
                  <a:pt x="365233" y="70309"/>
                  <a:pt x="373538" y="65673"/>
                </a:cubicBezTo>
                <a:cubicBezTo>
                  <a:pt x="385126" y="59493"/>
                  <a:pt x="392078" y="47711"/>
                  <a:pt x="392078" y="34962"/>
                </a:cubicBezTo>
                <a:cubicBezTo>
                  <a:pt x="392078" y="26851"/>
                  <a:pt x="389376" y="19510"/>
                  <a:pt x="384159" y="13907"/>
                </a:cubicBezTo>
                <a:cubicBezTo>
                  <a:pt x="376435" y="5411"/>
                  <a:pt x="359630" y="0"/>
                  <a:pt x="341476" y="0"/>
                </a:cubicBezTo>
                <a:lnTo>
                  <a:pt x="290485" y="0"/>
                </a:lnTo>
                <a:lnTo>
                  <a:pt x="290485" y="3672"/>
                </a:lnTo>
                <a:cubicBezTo>
                  <a:pt x="304779" y="5216"/>
                  <a:pt x="306709" y="7147"/>
                  <a:pt x="306709" y="21057"/>
                </a:cubicBezTo>
                <a:lnTo>
                  <a:pt x="306709" y="104702"/>
                </a:lnTo>
                <a:cubicBezTo>
                  <a:pt x="306709" y="120929"/>
                  <a:pt x="305165" y="122859"/>
                  <a:pt x="290485" y="124212"/>
                </a:cubicBezTo>
                <a:lnTo>
                  <a:pt x="290485" y="127881"/>
                </a:lnTo>
                <a:lnTo>
                  <a:pt x="344565" y="127881"/>
                </a:lnTo>
                <a:lnTo>
                  <a:pt x="344565" y="124212"/>
                </a:lnTo>
                <a:cubicBezTo>
                  <a:pt x="329308" y="123634"/>
                  <a:pt x="326411" y="120929"/>
                  <a:pt x="326411" y="106827"/>
                </a:cubicBezTo>
                <a:lnTo>
                  <a:pt x="326411" y="71662"/>
                </a:lnTo>
                <a:moveTo>
                  <a:pt x="326411" y="13716"/>
                </a:moveTo>
                <a:cubicBezTo>
                  <a:pt x="326411" y="8499"/>
                  <a:pt x="327763" y="7147"/>
                  <a:pt x="332977" y="7147"/>
                </a:cubicBezTo>
                <a:cubicBezTo>
                  <a:pt x="359050" y="7147"/>
                  <a:pt x="371027" y="16227"/>
                  <a:pt x="371027" y="36123"/>
                </a:cubicBezTo>
                <a:cubicBezTo>
                  <a:pt x="371027" y="54858"/>
                  <a:pt x="359630" y="64515"/>
                  <a:pt x="337418" y="64515"/>
                </a:cubicBezTo>
                <a:cubicBezTo>
                  <a:pt x="333557" y="64515"/>
                  <a:pt x="330852" y="64324"/>
                  <a:pt x="326411" y="63935"/>
                </a:cubicBezTo>
                <a:lnTo>
                  <a:pt x="326411" y="137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5C017-193D-48AD-B3DE-B8862CF4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4" y="4856796"/>
            <a:ext cx="1733000" cy="302287"/>
          </a:xfrm>
          <a:custGeom xmlns:a="http://schemas.openxmlformats.org/drawingml/2006/main">
            <a:pathLst>
              <a:path w="1733000" h="302287">
                <a:moveTo>
                  <a:pt x="1623092" y="0"/>
                </a:moveTo>
                <a:lnTo>
                  <a:pt x="109908" y="0"/>
                </a:lnTo>
                <a:cubicBezTo>
                  <a:pt x="49207" y="0"/>
                  <a:pt x="0" y="49207"/>
                  <a:pt x="0" y="109908"/>
                </a:cubicBezTo>
                <a:lnTo>
                  <a:pt x="0" y="192378"/>
                </a:lnTo>
                <a:cubicBezTo>
                  <a:pt x="0" y="253080"/>
                  <a:pt x="49207" y="302287"/>
                  <a:pt x="109908" y="302287"/>
                </a:cubicBezTo>
                <a:lnTo>
                  <a:pt x="1623092" y="302287"/>
                </a:lnTo>
                <a:cubicBezTo>
                  <a:pt x="1683793" y="302287"/>
                  <a:pt x="1733000" y="253080"/>
                  <a:pt x="1733000" y="192378"/>
                </a:cubicBezTo>
                <a:lnTo>
                  <a:pt x="1733000" y="109908"/>
                </a:lnTo>
                <a:cubicBezTo>
                  <a:pt x="1733000" y="49207"/>
                  <a:pt x="1683793" y="0"/>
                  <a:pt x="1623092" y="0"/>
                </a:cubicBezTo>
                <a:close/>
                <a:moveTo>
                  <a:pt x="0" y="302287"/>
                </a:moveTo>
              </a:path>
            </a:pathLst>
          </a:custGeom>
          <a:solidFill xmlns:a="http://schemas.openxmlformats.org/drawingml/2006/main">
            <a:srgbClr val="E6FF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FAEAEB-99A3-4EF7-A072-5E2520ED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4" y="4856796"/>
            <a:ext cx="1733000" cy="302287"/>
          </a:xfrm>
          <a:custGeom xmlns:a="http://schemas.openxmlformats.org/drawingml/2006/main">
            <a:pathLst>
              <a:path w="1733000" h="302287" fill="none">
                <a:moveTo>
                  <a:pt x="1623092" y="0"/>
                </a:moveTo>
                <a:lnTo>
                  <a:pt x="109908" y="0"/>
                </a:lnTo>
                <a:cubicBezTo>
                  <a:pt x="49207" y="0"/>
                  <a:pt x="0" y="49207"/>
                  <a:pt x="0" y="109908"/>
                </a:cubicBezTo>
                <a:lnTo>
                  <a:pt x="0" y="192378"/>
                </a:lnTo>
                <a:cubicBezTo>
                  <a:pt x="0" y="253080"/>
                  <a:pt x="49207" y="302287"/>
                  <a:pt x="109908" y="302287"/>
                </a:cubicBezTo>
                <a:lnTo>
                  <a:pt x="1623092" y="302287"/>
                </a:lnTo>
                <a:cubicBezTo>
                  <a:pt x="1683793" y="302287"/>
                  <a:pt x="1733000" y="253080"/>
                  <a:pt x="1733000" y="192378"/>
                </a:cubicBezTo>
                <a:lnTo>
                  <a:pt x="1733000" y="109908"/>
                </a:lnTo>
                <a:cubicBezTo>
                  <a:pt x="1733000" y="49207"/>
                  <a:pt x="1683793" y="0"/>
                  <a:pt x="1623092" y="0"/>
                </a:cubicBezTo>
                <a:close/>
                <a:moveTo>
                  <a:pt x="0" y="302287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89" name="Text SinusoidalEncoding">
            <a:extLst xmlns:a="http://schemas.openxmlformats.org/drawingml/2006/main">
              <a:ext uri="{FF2B5EF4-FFF2-40B4-BE49-F238E27FC236}">
                <a16:creationId xmlns:a16="http://schemas.microsoft.com/office/drawing/2014/main" id="{3AEC9508-336C-47D6-9009-BF540025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05" y="4920912"/>
            <a:ext cx="1590330" cy="174048"/>
          </a:xfrm>
          <a:custGeom xmlns:a="http://schemas.openxmlformats.org/drawingml/2006/main">
            <a:pathLst>
              <a:path w="1590330" h="174048">
                <a:moveTo>
                  <a:pt x="78222" y="1332"/>
                </a:moveTo>
                <a:lnTo>
                  <a:pt x="74167" y="1332"/>
                </a:lnTo>
                <a:cubicBezTo>
                  <a:pt x="73395" y="5773"/>
                  <a:pt x="71270" y="7898"/>
                  <a:pt x="67987" y="7898"/>
                </a:cubicBezTo>
                <a:cubicBezTo>
                  <a:pt x="66054" y="7898"/>
                  <a:pt x="62771" y="7126"/>
                  <a:pt x="59487" y="5582"/>
                </a:cubicBezTo>
                <a:cubicBezTo>
                  <a:pt x="52341" y="2941"/>
                  <a:pt x="45194" y="1394"/>
                  <a:pt x="39014" y="1394"/>
                </a:cubicBezTo>
                <a:cubicBezTo>
                  <a:pt x="30709" y="1394"/>
                  <a:pt x="22212" y="4680"/>
                  <a:pt x="15838" y="10280"/>
                </a:cubicBezTo>
                <a:cubicBezTo>
                  <a:pt x="9077" y="16262"/>
                  <a:pt x="5602" y="24367"/>
                  <a:pt x="5602" y="34402"/>
                </a:cubicBezTo>
                <a:cubicBezTo>
                  <a:pt x="5602" y="49839"/>
                  <a:pt x="14099" y="60643"/>
                  <a:pt x="35731" y="72030"/>
                </a:cubicBezTo>
                <a:cubicBezTo>
                  <a:pt x="49638" y="79363"/>
                  <a:pt x="59682" y="87273"/>
                  <a:pt x="64509" y="94608"/>
                </a:cubicBezTo>
                <a:cubicBezTo>
                  <a:pt x="66248" y="97116"/>
                  <a:pt x="67215" y="101169"/>
                  <a:pt x="67215" y="105798"/>
                </a:cubicBezTo>
                <a:cubicBezTo>
                  <a:pt x="67215" y="118727"/>
                  <a:pt x="57557" y="127604"/>
                  <a:pt x="43458" y="127604"/>
                </a:cubicBezTo>
                <a:cubicBezTo>
                  <a:pt x="26268" y="127604"/>
                  <a:pt x="14099" y="116992"/>
                  <a:pt x="4441" y="93450"/>
                </a:cubicBezTo>
                <a:lnTo>
                  <a:pt x="0" y="93450"/>
                </a:lnTo>
                <a:lnTo>
                  <a:pt x="5794" y="134365"/>
                </a:lnTo>
                <a:lnTo>
                  <a:pt x="10044" y="134365"/>
                </a:lnTo>
                <a:cubicBezTo>
                  <a:pt x="10235" y="130758"/>
                  <a:pt x="12555" y="128055"/>
                  <a:pt x="15452" y="128055"/>
                </a:cubicBezTo>
                <a:cubicBezTo>
                  <a:pt x="17577" y="128055"/>
                  <a:pt x="20860" y="128827"/>
                  <a:pt x="24529" y="130180"/>
                </a:cubicBezTo>
                <a:cubicBezTo>
                  <a:pt x="31867" y="133012"/>
                  <a:pt x="39594" y="134556"/>
                  <a:pt x="47319" y="134556"/>
                </a:cubicBezTo>
                <a:cubicBezTo>
                  <a:pt x="69531" y="134556"/>
                  <a:pt x="86722" y="119308"/>
                  <a:pt x="86722" y="99430"/>
                </a:cubicBezTo>
                <a:cubicBezTo>
                  <a:pt x="86722" y="83607"/>
                  <a:pt x="76097" y="71064"/>
                  <a:pt x="50602" y="57363"/>
                </a:cubicBezTo>
                <a:cubicBezTo>
                  <a:pt x="30323" y="46172"/>
                  <a:pt x="22212" y="37682"/>
                  <a:pt x="22212" y="27261"/>
                </a:cubicBezTo>
                <a:cubicBezTo>
                  <a:pt x="22212" y="16648"/>
                  <a:pt x="30323" y="9313"/>
                  <a:pt x="42297" y="9313"/>
                </a:cubicBezTo>
                <a:cubicBezTo>
                  <a:pt x="50991" y="9313"/>
                  <a:pt x="59101" y="12982"/>
                  <a:pt x="65862" y="19928"/>
                </a:cubicBezTo>
                <a:cubicBezTo>
                  <a:pt x="71848" y="26103"/>
                  <a:pt x="74553" y="31119"/>
                  <a:pt x="77645" y="42506"/>
                </a:cubicBezTo>
                <a:lnTo>
                  <a:pt x="82472" y="42506"/>
                </a:lnTo>
                <a:lnTo>
                  <a:pt x="78222" y="1332"/>
                </a:lnTo>
                <a:close/>
                <a:moveTo>
                  <a:pt x="133074" y="43078"/>
                </a:moveTo>
                <a:lnTo>
                  <a:pt x="103137" y="53640"/>
                </a:lnTo>
                <a:lnTo>
                  <a:pt x="103137" y="56540"/>
                </a:lnTo>
                <a:lnTo>
                  <a:pt x="104684" y="56346"/>
                </a:lnTo>
                <a:cubicBezTo>
                  <a:pt x="107001" y="55960"/>
                  <a:pt x="109512" y="55765"/>
                  <a:pt x="111251" y="55765"/>
                </a:cubicBezTo>
                <a:cubicBezTo>
                  <a:pt x="115886" y="55765"/>
                  <a:pt x="117622" y="58857"/>
                  <a:pt x="117622" y="67362"/>
                </a:cubicBezTo>
                <a:lnTo>
                  <a:pt x="117622" y="112205"/>
                </a:lnTo>
                <a:cubicBezTo>
                  <a:pt x="117622" y="126122"/>
                  <a:pt x="115692" y="128247"/>
                  <a:pt x="102365" y="129019"/>
                </a:cubicBezTo>
                <a:lnTo>
                  <a:pt x="102365" y="131916"/>
                </a:lnTo>
                <a:lnTo>
                  <a:pt x="148140" y="131916"/>
                </a:lnTo>
                <a:lnTo>
                  <a:pt x="148140" y="129019"/>
                </a:lnTo>
                <a:cubicBezTo>
                  <a:pt x="135393" y="128055"/>
                  <a:pt x="133846" y="126122"/>
                  <a:pt x="133846" y="112205"/>
                </a:cubicBezTo>
                <a:lnTo>
                  <a:pt x="133846" y="43659"/>
                </a:lnTo>
                <a:lnTo>
                  <a:pt x="133074" y="43078"/>
                </a:lnTo>
                <a:moveTo>
                  <a:pt x="123997" y="74"/>
                </a:moveTo>
                <a:cubicBezTo>
                  <a:pt x="118783" y="74"/>
                  <a:pt x="114339" y="4518"/>
                  <a:pt x="114339" y="9926"/>
                </a:cubicBezTo>
                <a:cubicBezTo>
                  <a:pt x="114339" y="15334"/>
                  <a:pt x="118589" y="19775"/>
                  <a:pt x="123997" y="19775"/>
                </a:cubicBezTo>
                <a:cubicBezTo>
                  <a:pt x="129599" y="19775"/>
                  <a:pt x="134041" y="15525"/>
                  <a:pt x="134041" y="9926"/>
                </a:cubicBezTo>
                <a:cubicBezTo>
                  <a:pt x="134041" y="4518"/>
                  <a:pt x="129599" y="74"/>
                  <a:pt x="123997" y="74"/>
                </a:cubicBezTo>
                <a:close/>
                <a:moveTo>
                  <a:pt x="156058" y="55055"/>
                </a:moveTo>
                <a:cubicBezTo>
                  <a:pt x="157217" y="54474"/>
                  <a:pt x="159150" y="54283"/>
                  <a:pt x="161275" y="54283"/>
                </a:cubicBezTo>
                <a:cubicBezTo>
                  <a:pt x="166683" y="54283"/>
                  <a:pt x="168419" y="57180"/>
                  <a:pt x="168419" y="66640"/>
                </a:cubicBezTo>
                <a:lnTo>
                  <a:pt x="168419" y="114537"/>
                </a:lnTo>
                <a:cubicBezTo>
                  <a:pt x="168419" y="125544"/>
                  <a:pt x="166294" y="128247"/>
                  <a:pt x="156445" y="129019"/>
                </a:cubicBezTo>
                <a:lnTo>
                  <a:pt x="156445" y="131916"/>
                </a:lnTo>
                <a:lnTo>
                  <a:pt x="197392" y="131916"/>
                </a:lnTo>
                <a:lnTo>
                  <a:pt x="197392" y="129019"/>
                </a:lnTo>
                <a:cubicBezTo>
                  <a:pt x="187540" y="128247"/>
                  <a:pt x="184643" y="125930"/>
                  <a:pt x="184643" y="118978"/>
                </a:cubicBezTo>
                <a:lnTo>
                  <a:pt x="184643" y="64710"/>
                </a:lnTo>
                <a:cubicBezTo>
                  <a:pt x="193914" y="56019"/>
                  <a:pt x="198164" y="53702"/>
                  <a:pt x="204538" y="53702"/>
                </a:cubicBezTo>
                <a:cubicBezTo>
                  <a:pt x="214002" y="53702"/>
                  <a:pt x="218637" y="59688"/>
                  <a:pt x="218637" y="72434"/>
                </a:cubicBezTo>
                <a:lnTo>
                  <a:pt x="218637" y="112798"/>
                </a:lnTo>
                <a:cubicBezTo>
                  <a:pt x="218637" y="124964"/>
                  <a:pt x="216127" y="128247"/>
                  <a:pt x="206469" y="129019"/>
                </a:cubicBezTo>
                <a:lnTo>
                  <a:pt x="206469" y="131916"/>
                </a:lnTo>
                <a:lnTo>
                  <a:pt x="246644" y="131916"/>
                </a:lnTo>
                <a:lnTo>
                  <a:pt x="246644" y="129019"/>
                </a:lnTo>
                <a:cubicBezTo>
                  <a:pt x="237178" y="128055"/>
                  <a:pt x="234861" y="125736"/>
                  <a:pt x="234861" y="116275"/>
                </a:cubicBezTo>
                <a:lnTo>
                  <a:pt x="234861" y="72048"/>
                </a:lnTo>
                <a:cubicBezTo>
                  <a:pt x="234861" y="53897"/>
                  <a:pt x="226362" y="43078"/>
                  <a:pt x="212071" y="43078"/>
                </a:cubicBezTo>
                <a:cubicBezTo>
                  <a:pt x="203186" y="43078"/>
                  <a:pt x="197197" y="46364"/>
                  <a:pt x="184065" y="58724"/>
                </a:cubicBezTo>
                <a:lnTo>
                  <a:pt x="184065" y="43467"/>
                </a:lnTo>
                <a:lnTo>
                  <a:pt x="182712" y="43078"/>
                </a:lnTo>
                <a:cubicBezTo>
                  <a:pt x="173249" y="46556"/>
                  <a:pt x="166683" y="48680"/>
                  <a:pt x="156058" y="51772"/>
                </a:cubicBezTo>
                <a:lnTo>
                  <a:pt x="156058" y="55055"/>
                </a:lnTo>
                <a:close/>
                <a:moveTo>
                  <a:pt x="342054" y="122223"/>
                </a:moveTo>
                <a:lnTo>
                  <a:pt x="341090" y="122223"/>
                </a:lnTo>
                <a:cubicBezTo>
                  <a:pt x="332204" y="122223"/>
                  <a:pt x="330080" y="120098"/>
                  <a:pt x="330080" y="111212"/>
                </a:cubicBezTo>
                <a:lnTo>
                  <a:pt x="330080" y="44964"/>
                </a:lnTo>
                <a:lnTo>
                  <a:pt x="299562" y="44964"/>
                </a:lnTo>
                <a:lnTo>
                  <a:pt x="299562" y="48250"/>
                </a:lnTo>
                <a:cubicBezTo>
                  <a:pt x="311539" y="48828"/>
                  <a:pt x="313856" y="50761"/>
                  <a:pt x="313856" y="60416"/>
                </a:cubicBezTo>
                <a:lnTo>
                  <a:pt x="313856" y="105798"/>
                </a:lnTo>
                <a:cubicBezTo>
                  <a:pt x="313856" y="111206"/>
                  <a:pt x="312889" y="113912"/>
                  <a:pt x="310187" y="116034"/>
                </a:cubicBezTo>
                <a:cubicBezTo>
                  <a:pt x="304970" y="120283"/>
                  <a:pt x="298985" y="122600"/>
                  <a:pt x="293191" y="122600"/>
                </a:cubicBezTo>
                <a:cubicBezTo>
                  <a:pt x="285658" y="122600"/>
                  <a:pt x="279478" y="116034"/>
                  <a:pt x="279478" y="107923"/>
                </a:cubicBezTo>
                <a:lnTo>
                  <a:pt x="279478" y="44964"/>
                </a:lnTo>
                <a:lnTo>
                  <a:pt x="251277" y="44964"/>
                </a:lnTo>
                <a:lnTo>
                  <a:pt x="251277" y="47670"/>
                </a:lnTo>
                <a:cubicBezTo>
                  <a:pt x="260548" y="48250"/>
                  <a:pt x="263254" y="51147"/>
                  <a:pt x="263254" y="60030"/>
                </a:cubicBezTo>
                <a:lnTo>
                  <a:pt x="263254" y="108695"/>
                </a:lnTo>
                <a:cubicBezTo>
                  <a:pt x="263254" y="123953"/>
                  <a:pt x="272522" y="133802"/>
                  <a:pt x="286621" y="133802"/>
                </a:cubicBezTo>
                <a:cubicBezTo>
                  <a:pt x="293768" y="133802"/>
                  <a:pt x="301301" y="130713"/>
                  <a:pt x="306517" y="125497"/>
                </a:cubicBezTo>
                <a:lnTo>
                  <a:pt x="314822" y="117195"/>
                </a:lnTo>
                <a:lnTo>
                  <a:pt x="314822" y="133224"/>
                </a:lnTo>
                <a:lnTo>
                  <a:pt x="315595" y="133613"/>
                </a:lnTo>
                <a:cubicBezTo>
                  <a:pt x="325252" y="129753"/>
                  <a:pt x="332204" y="127628"/>
                  <a:pt x="342054" y="124922"/>
                </a:cubicBezTo>
                <a:lnTo>
                  <a:pt x="342054" y="122223"/>
                </a:lnTo>
                <a:close/>
                <a:moveTo>
                  <a:pt x="406949" y="71232"/>
                </a:moveTo>
                <a:lnTo>
                  <a:pt x="406177" y="44964"/>
                </a:lnTo>
                <a:lnTo>
                  <a:pt x="404052" y="44964"/>
                </a:lnTo>
                <a:lnTo>
                  <a:pt x="403666" y="45353"/>
                </a:lnTo>
                <a:cubicBezTo>
                  <a:pt x="401927" y="46703"/>
                  <a:pt x="401736" y="46897"/>
                  <a:pt x="400964" y="46897"/>
                </a:cubicBezTo>
                <a:cubicBezTo>
                  <a:pt x="399805" y="46897"/>
                  <a:pt x="397872" y="46511"/>
                  <a:pt x="395747" y="45545"/>
                </a:cubicBezTo>
                <a:cubicBezTo>
                  <a:pt x="391498" y="44042"/>
                  <a:pt x="387251" y="43267"/>
                  <a:pt x="382229" y="43267"/>
                </a:cubicBezTo>
                <a:cubicBezTo>
                  <a:pt x="366969" y="43267"/>
                  <a:pt x="355961" y="53116"/>
                  <a:pt x="355961" y="67014"/>
                </a:cubicBezTo>
                <a:cubicBezTo>
                  <a:pt x="355961" y="77821"/>
                  <a:pt x="362141" y="85543"/>
                  <a:pt x="378560" y="94809"/>
                </a:cubicBezTo>
                <a:lnTo>
                  <a:pt x="389762" y="101180"/>
                </a:lnTo>
                <a:cubicBezTo>
                  <a:pt x="396519" y="105041"/>
                  <a:pt x="399805" y="109674"/>
                  <a:pt x="399805" y="115657"/>
                </a:cubicBezTo>
                <a:cubicBezTo>
                  <a:pt x="399805" y="124150"/>
                  <a:pt x="393622" y="129555"/>
                  <a:pt x="383773" y="129555"/>
                </a:cubicBezTo>
                <a:cubicBezTo>
                  <a:pt x="377207" y="129555"/>
                  <a:pt x="371218" y="127044"/>
                  <a:pt x="367549" y="122797"/>
                </a:cubicBezTo>
                <a:cubicBezTo>
                  <a:pt x="363494" y="117973"/>
                  <a:pt x="361755" y="113532"/>
                  <a:pt x="359244" y="102530"/>
                </a:cubicBezTo>
                <a:lnTo>
                  <a:pt x="356153" y="102530"/>
                </a:lnTo>
                <a:lnTo>
                  <a:pt x="356153" y="132644"/>
                </a:lnTo>
                <a:lnTo>
                  <a:pt x="358664" y="132644"/>
                </a:lnTo>
                <a:cubicBezTo>
                  <a:pt x="360016" y="130713"/>
                  <a:pt x="360789" y="130327"/>
                  <a:pt x="363108" y="130327"/>
                </a:cubicBezTo>
                <a:cubicBezTo>
                  <a:pt x="364847" y="130371"/>
                  <a:pt x="367549" y="130758"/>
                  <a:pt x="371991" y="131916"/>
                </a:cubicBezTo>
                <a:cubicBezTo>
                  <a:pt x="377399" y="133030"/>
                  <a:pt x="382615" y="133802"/>
                  <a:pt x="386090" y="133802"/>
                </a:cubicBezTo>
                <a:cubicBezTo>
                  <a:pt x="400964" y="133802"/>
                  <a:pt x="413324" y="122606"/>
                  <a:pt x="413324" y="109093"/>
                </a:cubicBezTo>
                <a:cubicBezTo>
                  <a:pt x="413324" y="99442"/>
                  <a:pt x="408688" y="93073"/>
                  <a:pt x="397100" y="86123"/>
                </a:cubicBezTo>
                <a:lnTo>
                  <a:pt x="376240" y="73769"/>
                </a:lnTo>
                <a:cubicBezTo>
                  <a:pt x="370832" y="70681"/>
                  <a:pt x="367935" y="65856"/>
                  <a:pt x="367935" y="60643"/>
                </a:cubicBezTo>
                <a:cubicBezTo>
                  <a:pt x="367935" y="52921"/>
                  <a:pt x="373924" y="47516"/>
                  <a:pt x="382807" y="47516"/>
                </a:cubicBezTo>
                <a:cubicBezTo>
                  <a:pt x="393817" y="47516"/>
                  <a:pt x="399611" y="54080"/>
                  <a:pt x="404052" y="71261"/>
                </a:cubicBezTo>
                <a:lnTo>
                  <a:pt x="406949" y="71232"/>
                </a:lnTo>
                <a:close/>
                <a:moveTo>
                  <a:pt x="469530" y="43078"/>
                </a:moveTo>
                <a:cubicBezTo>
                  <a:pt x="444420" y="43078"/>
                  <a:pt x="426844" y="61612"/>
                  <a:pt x="426844" y="88248"/>
                </a:cubicBezTo>
                <a:cubicBezTo>
                  <a:pt x="426844" y="114304"/>
                  <a:pt x="444806" y="133802"/>
                  <a:pt x="469141" y="133802"/>
                </a:cubicBezTo>
                <a:cubicBezTo>
                  <a:pt x="493478" y="133802"/>
                  <a:pt x="512018" y="113340"/>
                  <a:pt x="512018" y="86704"/>
                </a:cubicBezTo>
                <a:cubicBezTo>
                  <a:pt x="512018" y="61418"/>
                  <a:pt x="494250" y="43078"/>
                  <a:pt x="469530" y="43078"/>
                </a:cubicBezTo>
                <a:moveTo>
                  <a:pt x="467019" y="48489"/>
                </a:moveTo>
                <a:cubicBezTo>
                  <a:pt x="483243" y="48489"/>
                  <a:pt x="494636" y="67017"/>
                  <a:pt x="494636" y="93459"/>
                </a:cubicBezTo>
                <a:cubicBezTo>
                  <a:pt x="494636" y="115270"/>
                  <a:pt x="485945" y="128394"/>
                  <a:pt x="471460" y="128394"/>
                </a:cubicBezTo>
                <a:cubicBezTo>
                  <a:pt x="463927" y="128394"/>
                  <a:pt x="456781" y="123764"/>
                  <a:pt x="452725" y="116043"/>
                </a:cubicBezTo>
                <a:cubicBezTo>
                  <a:pt x="447317" y="106005"/>
                  <a:pt x="444226" y="92495"/>
                  <a:pt x="444226" y="78791"/>
                </a:cubicBezTo>
                <a:cubicBezTo>
                  <a:pt x="444226" y="60454"/>
                  <a:pt x="453303" y="48489"/>
                  <a:pt x="467019" y="48489"/>
                </a:cubicBezTo>
                <a:close/>
                <a:moveTo>
                  <a:pt x="551613" y="43078"/>
                </a:moveTo>
                <a:lnTo>
                  <a:pt x="521676" y="53640"/>
                </a:lnTo>
                <a:lnTo>
                  <a:pt x="521676" y="56540"/>
                </a:lnTo>
                <a:lnTo>
                  <a:pt x="523223" y="56346"/>
                </a:lnTo>
                <a:cubicBezTo>
                  <a:pt x="525540" y="55960"/>
                  <a:pt x="528051" y="55765"/>
                  <a:pt x="529789" y="55765"/>
                </a:cubicBezTo>
                <a:cubicBezTo>
                  <a:pt x="534425" y="55765"/>
                  <a:pt x="536161" y="58857"/>
                  <a:pt x="536161" y="67362"/>
                </a:cubicBezTo>
                <a:lnTo>
                  <a:pt x="536161" y="112205"/>
                </a:lnTo>
                <a:cubicBezTo>
                  <a:pt x="536161" y="126122"/>
                  <a:pt x="534231" y="128247"/>
                  <a:pt x="520904" y="129019"/>
                </a:cubicBezTo>
                <a:lnTo>
                  <a:pt x="520904" y="131916"/>
                </a:lnTo>
                <a:lnTo>
                  <a:pt x="566678" y="131916"/>
                </a:lnTo>
                <a:lnTo>
                  <a:pt x="566678" y="129019"/>
                </a:lnTo>
                <a:cubicBezTo>
                  <a:pt x="553932" y="128055"/>
                  <a:pt x="552385" y="126122"/>
                  <a:pt x="552385" y="112205"/>
                </a:cubicBezTo>
                <a:lnTo>
                  <a:pt x="552385" y="43659"/>
                </a:lnTo>
                <a:lnTo>
                  <a:pt x="551613" y="43078"/>
                </a:lnTo>
                <a:moveTo>
                  <a:pt x="542536" y="74"/>
                </a:moveTo>
                <a:cubicBezTo>
                  <a:pt x="537322" y="74"/>
                  <a:pt x="532878" y="4518"/>
                  <a:pt x="532878" y="9926"/>
                </a:cubicBezTo>
                <a:cubicBezTo>
                  <a:pt x="532878" y="15334"/>
                  <a:pt x="537128" y="19775"/>
                  <a:pt x="542536" y="19775"/>
                </a:cubicBezTo>
                <a:cubicBezTo>
                  <a:pt x="548138" y="19775"/>
                  <a:pt x="552579" y="15525"/>
                  <a:pt x="552579" y="9926"/>
                </a:cubicBezTo>
                <a:cubicBezTo>
                  <a:pt x="552579" y="4518"/>
                  <a:pt x="548138" y="74"/>
                  <a:pt x="542536" y="74"/>
                </a:cubicBezTo>
                <a:close/>
                <a:moveTo>
                  <a:pt x="637948" y="133802"/>
                </a:moveTo>
                <a:lnTo>
                  <a:pt x="666341" y="123761"/>
                </a:lnTo>
                <a:lnTo>
                  <a:pt x="666341" y="120673"/>
                </a:lnTo>
                <a:cubicBezTo>
                  <a:pt x="662863" y="120864"/>
                  <a:pt x="662477" y="120864"/>
                  <a:pt x="661897" y="120864"/>
                </a:cubicBezTo>
                <a:cubicBezTo>
                  <a:pt x="654944" y="120864"/>
                  <a:pt x="653400" y="118742"/>
                  <a:pt x="653400" y="109862"/>
                </a:cubicBezTo>
                <a:lnTo>
                  <a:pt x="653400" y="395"/>
                </a:lnTo>
                <a:lnTo>
                  <a:pt x="652433" y="9"/>
                </a:lnTo>
                <a:cubicBezTo>
                  <a:pt x="643162" y="3292"/>
                  <a:pt x="636404" y="5222"/>
                  <a:pt x="624041" y="8508"/>
                </a:cubicBezTo>
                <a:lnTo>
                  <a:pt x="624041" y="11597"/>
                </a:lnTo>
                <a:cubicBezTo>
                  <a:pt x="625588" y="11405"/>
                  <a:pt x="626746" y="11405"/>
                  <a:pt x="628291" y="11405"/>
                </a:cubicBezTo>
                <a:cubicBezTo>
                  <a:pt x="635437" y="11405"/>
                  <a:pt x="637176" y="13336"/>
                  <a:pt x="637176" y="21255"/>
                </a:cubicBezTo>
                <a:lnTo>
                  <a:pt x="637176" y="51383"/>
                </a:lnTo>
                <a:cubicBezTo>
                  <a:pt x="629835" y="45203"/>
                  <a:pt x="624621" y="43078"/>
                  <a:pt x="616894" y="43078"/>
                </a:cubicBezTo>
                <a:cubicBezTo>
                  <a:pt x="594685" y="43078"/>
                  <a:pt x="576722" y="64892"/>
                  <a:pt x="576722" y="92301"/>
                </a:cubicBezTo>
                <a:cubicBezTo>
                  <a:pt x="576722" y="117003"/>
                  <a:pt x="591207" y="133802"/>
                  <a:pt x="612453" y="133802"/>
                </a:cubicBezTo>
                <a:cubicBezTo>
                  <a:pt x="623269" y="133802"/>
                  <a:pt x="630610" y="129941"/>
                  <a:pt x="637176" y="120864"/>
                </a:cubicBezTo>
                <a:lnTo>
                  <a:pt x="637176" y="133224"/>
                </a:lnTo>
                <a:lnTo>
                  <a:pt x="637948" y="133802"/>
                </a:lnTo>
                <a:moveTo>
                  <a:pt x="637176" y="112179"/>
                </a:moveTo>
                <a:cubicBezTo>
                  <a:pt x="637176" y="113532"/>
                  <a:pt x="635823" y="115848"/>
                  <a:pt x="633893" y="117970"/>
                </a:cubicBezTo>
                <a:cubicBezTo>
                  <a:pt x="630415" y="121831"/>
                  <a:pt x="625588" y="123761"/>
                  <a:pt x="619986" y="123761"/>
                </a:cubicBezTo>
                <a:cubicBezTo>
                  <a:pt x="603956" y="123761"/>
                  <a:pt x="593332" y="108318"/>
                  <a:pt x="593332" y="84579"/>
                </a:cubicBezTo>
                <a:cubicBezTo>
                  <a:pt x="593332" y="62771"/>
                  <a:pt x="602795" y="48489"/>
                  <a:pt x="617475" y="48489"/>
                </a:cubicBezTo>
                <a:cubicBezTo>
                  <a:pt x="627713" y="48489"/>
                  <a:pt x="637176" y="57557"/>
                  <a:pt x="637176" y="67787"/>
                </a:cubicBezTo>
                <a:lnTo>
                  <a:pt x="637176" y="112179"/>
                </a:lnTo>
                <a:close/>
                <a:moveTo>
                  <a:pt x="753446" y="119128"/>
                </a:moveTo>
                <a:cubicBezTo>
                  <a:pt x="750163" y="121828"/>
                  <a:pt x="747846" y="122794"/>
                  <a:pt x="744949" y="122794"/>
                </a:cubicBezTo>
                <a:cubicBezTo>
                  <a:pt x="740508" y="122794"/>
                  <a:pt x="739155" y="120092"/>
                  <a:pt x="739155" y="111601"/>
                </a:cubicBezTo>
                <a:lnTo>
                  <a:pt x="739155" y="73964"/>
                </a:lnTo>
                <a:cubicBezTo>
                  <a:pt x="739155" y="63926"/>
                  <a:pt x="738188" y="58329"/>
                  <a:pt x="735291" y="53696"/>
                </a:cubicBezTo>
                <a:cubicBezTo>
                  <a:pt x="731042" y="46750"/>
                  <a:pt x="722737" y="43078"/>
                  <a:pt x="711343" y="43078"/>
                </a:cubicBezTo>
                <a:cubicBezTo>
                  <a:pt x="693186" y="43078"/>
                  <a:pt x="678895" y="52538"/>
                  <a:pt x="678895" y="64698"/>
                </a:cubicBezTo>
                <a:cubicBezTo>
                  <a:pt x="678895" y="69139"/>
                  <a:pt x="682756" y="72997"/>
                  <a:pt x="687200" y="72997"/>
                </a:cubicBezTo>
                <a:cubicBezTo>
                  <a:pt x="691833" y="72997"/>
                  <a:pt x="695891" y="69139"/>
                  <a:pt x="695891" y="64892"/>
                </a:cubicBezTo>
                <a:cubicBezTo>
                  <a:pt x="695891" y="64120"/>
                  <a:pt x="695697" y="63154"/>
                  <a:pt x="695505" y="61804"/>
                </a:cubicBezTo>
                <a:cubicBezTo>
                  <a:pt x="695119" y="60068"/>
                  <a:pt x="694925" y="58524"/>
                  <a:pt x="694925" y="57171"/>
                </a:cubicBezTo>
                <a:cubicBezTo>
                  <a:pt x="694925" y="51961"/>
                  <a:pt x="701105" y="47714"/>
                  <a:pt x="708832" y="47714"/>
                </a:cubicBezTo>
                <a:cubicBezTo>
                  <a:pt x="718295" y="47714"/>
                  <a:pt x="723509" y="53310"/>
                  <a:pt x="723509" y="63734"/>
                </a:cubicBezTo>
                <a:lnTo>
                  <a:pt x="723509" y="75508"/>
                </a:lnTo>
                <a:cubicBezTo>
                  <a:pt x="693767" y="87473"/>
                  <a:pt x="690484" y="89018"/>
                  <a:pt x="682179" y="96353"/>
                </a:cubicBezTo>
                <a:cubicBezTo>
                  <a:pt x="677929" y="100214"/>
                  <a:pt x="675223" y="106774"/>
                  <a:pt x="675223" y="113143"/>
                </a:cubicBezTo>
                <a:cubicBezTo>
                  <a:pt x="675223" y="125305"/>
                  <a:pt x="683723" y="133802"/>
                  <a:pt x="695505" y="133802"/>
                </a:cubicBezTo>
                <a:cubicBezTo>
                  <a:pt x="704002" y="133802"/>
                  <a:pt x="711921" y="129747"/>
                  <a:pt x="723703" y="119703"/>
                </a:cubicBezTo>
                <a:cubicBezTo>
                  <a:pt x="724670" y="129747"/>
                  <a:pt x="728145" y="133802"/>
                  <a:pt x="736064" y="133802"/>
                </a:cubicBezTo>
                <a:cubicBezTo>
                  <a:pt x="742630" y="133802"/>
                  <a:pt x="746688" y="131485"/>
                  <a:pt x="753446" y="124147"/>
                </a:cubicBezTo>
                <a:lnTo>
                  <a:pt x="753446" y="119128"/>
                </a:lnTo>
                <a:moveTo>
                  <a:pt x="723509" y="108115"/>
                </a:moveTo>
                <a:cubicBezTo>
                  <a:pt x="723509" y="114103"/>
                  <a:pt x="722545" y="115842"/>
                  <a:pt x="718487" y="118159"/>
                </a:cubicBezTo>
                <a:cubicBezTo>
                  <a:pt x="713854" y="120864"/>
                  <a:pt x="708446" y="122600"/>
                  <a:pt x="704388" y="122600"/>
                </a:cubicBezTo>
                <a:cubicBezTo>
                  <a:pt x="697630" y="122600"/>
                  <a:pt x="692222" y="116034"/>
                  <a:pt x="692222" y="107729"/>
                </a:cubicBezTo>
                <a:lnTo>
                  <a:pt x="692222" y="106957"/>
                </a:lnTo>
                <a:cubicBezTo>
                  <a:pt x="692222" y="95560"/>
                  <a:pt x="700138" y="88608"/>
                  <a:pt x="723509" y="80108"/>
                </a:cubicBezTo>
                <a:lnTo>
                  <a:pt x="723509" y="108115"/>
                </a:lnTo>
                <a:close/>
                <a:moveTo>
                  <a:pt x="757504" y="11588"/>
                </a:moveTo>
                <a:lnTo>
                  <a:pt x="758662" y="11588"/>
                </a:lnTo>
                <a:cubicBezTo>
                  <a:pt x="760787" y="11396"/>
                  <a:pt x="763103" y="11202"/>
                  <a:pt x="764651" y="11202"/>
                </a:cubicBezTo>
                <a:cubicBezTo>
                  <a:pt x="770831" y="11202"/>
                  <a:pt x="772761" y="13907"/>
                  <a:pt x="772761" y="22985"/>
                </a:cubicBezTo>
                <a:lnTo>
                  <a:pt x="772761" y="115114"/>
                </a:lnTo>
                <a:cubicBezTo>
                  <a:pt x="772761" y="125544"/>
                  <a:pt x="770059" y="128055"/>
                  <a:pt x="757890" y="129019"/>
                </a:cubicBezTo>
                <a:lnTo>
                  <a:pt x="757890" y="131916"/>
                </a:lnTo>
                <a:lnTo>
                  <a:pt x="803470" y="131916"/>
                </a:lnTo>
                <a:lnTo>
                  <a:pt x="803470" y="129019"/>
                </a:lnTo>
                <a:cubicBezTo>
                  <a:pt x="791304" y="128247"/>
                  <a:pt x="788985" y="126316"/>
                  <a:pt x="788985" y="115692"/>
                </a:cubicBezTo>
                <a:lnTo>
                  <a:pt x="788985" y="386"/>
                </a:lnTo>
                <a:lnTo>
                  <a:pt x="788213" y="0"/>
                </a:lnTo>
                <a:cubicBezTo>
                  <a:pt x="778169" y="3283"/>
                  <a:pt x="770831" y="5216"/>
                  <a:pt x="757504" y="8499"/>
                </a:cubicBezTo>
                <a:lnTo>
                  <a:pt x="757504" y="11588"/>
                </a:lnTo>
                <a:close/>
                <a:moveTo>
                  <a:pt x="971119" y="99265"/>
                </a:moveTo>
                <a:lnTo>
                  <a:pt x="965711" y="99265"/>
                </a:lnTo>
                <a:cubicBezTo>
                  <a:pt x="956054" y="120133"/>
                  <a:pt x="947749" y="124772"/>
                  <a:pt x="920128" y="124772"/>
                </a:cubicBezTo>
                <a:lnTo>
                  <a:pt x="914915" y="124772"/>
                </a:lnTo>
                <a:cubicBezTo>
                  <a:pt x="905449" y="124772"/>
                  <a:pt x="897338" y="123805"/>
                  <a:pt x="895986" y="122453"/>
                </a:cubicBezTo>
                <a:cubicBezTo>
                  <a:pt x="895019" y="121872"/>
                  <a:pt x="894633" y="119747"/>
                  <a:pt x="894633" y="116461"/>
                </a:cubicBezTo>
                <a:lnTo>
                  <a:pt x="894633" y="68730"/>
                </a:lnTo>
                <a:lnTo>
                  <a:pt x="924378" y="68730"/>
                </a:lnTo>
                <a:cubicBezTo>
                  <a:pt x="940216" y="68730"/>
                  <a:pt x="943113" y="71244"/>
                  <a:pt x="945624" y="87282"/>
                </a:cubicBezTo>
                <a:lnTo>
                  <a:pt x="950065" y="87282"/>
                </a:lnTo>
                <a:lnTo>
                  <a:pt x="950065" y="42468"/>
                </a:lnTo>
                <a:lnTo>
                  <a:pt x="945624" y="42468"/>
                </a:lnTo>
                <a:cubicBezTo>
                  <a:pt x="944271" y="50384"/>
                  <a:pt x="943499" y="53281"/>
                  <a:pt x="941374" y="55983"/>
                </a:cubicBezTo>
                <a:cubicBezTo>
                  <a:pt x="938863" y="59266"/>
                  <a:pt x="933455" y="60814"/>
                  <a:pt x="924378" y="60814"/>
                </a:cubicBezTo>
                <a:lnTo>
                  <a:pt x="894633" y="60814"/>
                </a:lnTo>
                <a:lnTo>
                  <a:pt x="894633" y="17942"/>
                </a:lnTo>
                <a:cubicBezTo>
                  <a:pt x="894633" y="12534"/>
                  <a:pt x="895791" y="11376"/>
                  <a:pt x="901008" y="11376"/>
                </a:cubicBezTo>
                <a:lnTo>
                  <a:pt x="927081" y="11376"/>
                </a:lnTo>
                <a:cubicBezTo>
                  <a:pt x="948907" y="11376"/>
                  <a:pt x="953157" y="14273"/>
                  <a:pt x="956440" y="31652"/>
                </a:cubicBezTo>
                <a:lnTo>
                  <a:pt x="961267" y="31652"/>
                </a:lnTo>
                <a:lnTo>
                  <a:pt x="960690" y="4035"/>
                </a:lnTo>
                <a:lnTo>
                  <a:pt x="858130" y="4035"/>
                </a:lnTo>
                <a:lnTo>
                  <a:pt x="858130" y="7707"/>
                </a:lnTo>
                <a:cubicBezTo>
                  <a:pt x="872423" y="8865"/>
                  <a:pt x="874934" y="11567"/>
                  <a:pt x="874934" y="25092"/>
                </a:cubicBezTo>
                <a:lnTo>
                  <a:pt x="874934" y="110862"/>
                </a:lnTo>
                <a:cubicBezTo>
                  <a:pt x="874934" y="124383"/>
                  <a:pt x="872229" y="127283"/>
                  <a:pt x="858130" y="128247"/>
                </a:cubicBezTo>
                <a:lnTo>
                  <a:pt x="858130" y="131916"/>
                </a:lnTo>
                <a:lnTo>
                  <a:pt x="962425" y="131916"/>
                </a:lnTo>
                <a:lnTo>
                  <a:pt x="971119" y="99265"/>
                </a:lnTo>
                <a:close/>
                <a:moveTo>
                  <a:pt x="976912" y="55055"/>
                </a:moveTo>
                <a:cubicBezTo>
                  <a:pt x="978070" y="54474"/>
                  <a:pt x="980003" y="54283"/>
                  <a:pt x="982128" y="54283"/>
                </a:cubicBezTo>
                <a:cubicBezTo>
                  <a:pt x="987536" y="54283"/>
                  <a:pt x="989272" y="57180"/>
                  <a:pt x="989272" y="66640"/>
                </a:cubicBezTo>
                <a:lnTo>
                  <a:pt x="989272" y="114537"/>
                </a:lnTo>
                <a:cubicBezTo>
                  <a:pt x="989272" y="125544"/>
                  <a:pt x="987147" y="128247"/>
                  <a:pt x="977298" y="129019"/>
                </a:cubicBezTo>
                <a:lnTo>
                  <a:pt x="977298" y="131916"/>
                </a:lnTo>
                <a:lnTo>
                  <a:pt x="1018245" y="131916"/>
                </a:lnTo>
                <a:lnTo>
                  <a:pt x="1018245" y="129019"/>
                </a:lnTo>
                <a:cubicBezTo>
                  <a:pt x="1008393" y="128247"/>
                  <a:pt x="1005496" y="125930"/>
                  <a:pt x="1005496" y="118978"/>
                </a:cubicBezTo>
                <a:lnTo>
                  <a:pt x="1005496" y="64710"/>
                </a:lnTo>
                <a:cubicBezTo>
                  <a:pt x="1014768" y="56019"/>
                  <a:pt x="1019017" y="53702"/>
                  <a:pt x="1025392" y="53702"/>
                </a:cubicBezTo>
                <a:cubicBezTo>
                  <a:pt x="1034855" y="53702"/>
                  <a:pt x="1039491" y="59688"/>
                  <a:pt x="1039491" y="72434"/>
                </a:cubicBezTo>
                <a:lnTo>
                  <a:pt x="1039491" y="112798"/>
                </a:lnTo>
                <a:cubicBezTo>
                  <a:pt x="1039491" y="124964"/>
                  <a:pt x="1036980" y="128247"/>
                  <a:pt x="1027322" y="129019"/>
                </a:cubicBezTo>
                <a:lnTo>
                  <a:pt x="1027322" y="131916"/>
                </a:lnTo>
                <a:lnTo>
                  <a:pt x="1067497" y="131916"/>
                </a:lnTo>
                <a:lnTo>
                  <a:pt x="1067497" y="129019"/>
                </a:lnTo>
                <a:cubicBezTo>
                  <a:pt x="1058031" y="128055"/>
                  <a:pt x="1055715" y="125736"/>
                  <a:pt x="1055715" y="116275"/>
                </a:cubicBezTo>
                <a:lnTo>
                  <a:pt x="1055715" y="72048"/>
                </a:lnTo>
                <a:cubicBezTo>
                  <a:pt x="1055715" y="53897"/>
                  <a:pt x="1047215" y="43078"/>
                  <a:pt x="1032925" y="43078"/>
                </a:cubicBezTo>
                <a:cubicBezTo>
                  <a:pt x="1024039" y="43078"/>
                  <a:pt x="1018051" y="46364"/>
                  <a:pt x="1004918" y="58724"/>
                </a:cubicBezTo>
                <a:lnTo>
                  <a:pt x="1004918" y="43467"/>
                </a:lnTo>
                <a:lnTo>
                  <a:pt x="1003566" y="43078"/>
                </a:lnTo>
                <a:cubicBezTo>
                  <a:pt x="994102" y="46556"/>
                  <a:pt x="987536" y="48680"/>
                  <a:pt x="976912" y="51772"/>
                </a:cubicBezTo>
                <a:lnTo>
                  <a:pt x="976912" y="55055"/>
                </a:lnTo>
                <a:close/>
                <a:moveTo>
                  <a:pt x="1147264" y="101755"/>
                </a:moveTo>
                <a:cubicBezTo>
                  <a:pt x="1137992" y="115265"/>
                  <a:pt x="1131040" y="119897"/>
                  <a:pt x="1120030" y="119897"/>
                </a:cubicBezTo>
                <a:cubicBezTo>
                  <a:pt x="1102453" y="119897"/>
                  <a:pt x="1090093" y="104457"/>
                  <a:pt x="1090093" y="82263"/>
                </a:cubicBezTo>
                <a:cubicBezTo>
                  <a:pt x="1090093" y="62385"/>
                  <a:pt x="1100717" y="48680"/>
                  <a:pt x="1116361" y="48680"/>
                </a:cubicBezTo>
                <a:cubicBezTo>
                  <a:pt x="1123313" y="48680"/>
                  <a:pt x="1125824" y="50802"/>
                  <a:pt x="1127757" y="57943"/>
                </a:cubicBezTo>
                <a:lnTo>
                  <a:pt x="1128915" y="62190"/>
                </a:lnTo>
                <a:cubicBezTo>
                  <a:pt x="1130460" y="67595"/>
                  <a:pt x="1133937" y="71070"/>
                  <a:pt x="1137992" y="71070"/>
                </a:cubicBezTo>
                <a:cubicBezTo>
                  <a:pt x="1143014" y="71070"/>
                  <a:pt x="1147264" y="67400"/>
                  <a:pt x="1147264" y="62962"/>
                </a:cubicBezTo>
                <a:cubicBezTo>
                  <a:pt x="1147264" y="52155"/>
                  <a:pt x="1133743" y="43078"/>
                  <a:pt x="1117519" y="43078"/>
                </a:cubicBezTo>
                <a:cubicBezTo>
                  <a:pt x="1108056" y="43078"/>
                  <a:pt x="1098206" y="46942"/>
                  <a:pt x="1090288" y="53891"/>
                </a:cubicBezTo>
                <a:cubicBezTo>
                  <a:pt x="1080630" y="62385"/>
                  <a:pt x="1075222" y="75508"/>
                  <a:pt x="1075222" y="90753"/>
                </a:cubicBezTo>
                <a:cubicBezTo>
                  <a:pt x="1075222" y="115845"/>
                  <a:pt x="1090479" y="133802"/>
                  <a:pt x="1111919" y="133802"/>
                </a:cubicBezTo>
                <a:cubicBezTo>
                  <a:pt x="1120610" y="133802"/>
                  <a:pt x="1128335" y="130713"/>
                  <a:pt x="1135290" y="124725"/>
                </a:cubicBezTo>
                <a:cubicBezTo>
                  <a:pt x="1140503" y="120089"/>
                  <a:pt x="1144173" y="114878"/>
                  <a:pt x="1149967" y="103491"/>
                </a:cubicBezTo>
                <a:lnTo>
                  <a:pt x="1147264" y="101755"/>
                </a:lnTo>
                <a:close/>
                <a:moveTo>
                  <a:pt x="1204435" y="43078"/>
                </a:moveTo>
                <a:cubicBezTo>
                  <a:pt x="1179325" y="43078"/>
                  <a:pt x="1161749" y="61612"/>
                  <a:pt x="1161749" y="88248"/>
                </a:cubicBezTo>
                <a:cubicBezTo>
                  <a:pt x="1161749" y="114304"/>
                  <a:pt x="1179712" y="133802"/>
                  <a:pt x="1204046" y="133802"/>
                </a:cubicBezTo>
                <a:cubicBezTo>
                  <a:pt x="1228383" y="133802"/>
                  <a:pt x="1246923" y="113340"/>
                  <a:pt x="1246923" y="86704"/>
                </a:cubicBezTo>
                <a:cubicBezTo>
                  <a:pt x="1246923" y="61418"/>
                  <a:pt x="1229155" y="43078"/>
                  <a:pt x="1204435" y="43078"/>
                </a:cubicBezTo>
                <a:moveTo>
                  <a:pt x="1201924" y="48489"/>
                </a:moveTo>
                <a:cubicBezTo>
                  <a:pt x="1218148" y="48489"/>
                  <a:pt x="1229541" y="67017"/>
                  <a:pt x="1229541" y="93459"/>
                </a:cubicBezTo>
                <a:cubicBezTo>
                  <a:pt x="1229541" y="115270"/>
                  <a:pt x="1220850" y="128394"/>
                  <a:pt x="1206365" y="128394"/>
                </a:cubicBezTo>
                <a:cubicBezTo>
                  <a:pt x="1198832" y="128394"/>
                  <a:pt x="1191686" y="123764"/>
                  <a:pt x="1187630" y="116043"/>
                </a:cubicBezTo>
                <a:cubicBezTo>
                  <a:pt x="1182222" y="106005"/>
                  <a:pt x="1179131" y="92495"/>
                  <a:pt x="1179131" y="78791"/>
                </a:cubicBezTo>
                <a:cubicBezTo>
                  <a:pt x="1179131" y="60454"/>
                  <a:pt x="1188208" y="48489"/>
                  <a:pt x="1201924" y="48489"/>
                </a:cubicBezTo>
                <a:close/>
                <a:moveTo>
                  <a:pt x="1319160" y="133802"/>
                </a:moveTo>
                <a:lnTo>
                  <a:pt x="1347553" y="123761"/>
                </a:lnTo>
                <a:lnTo>
                  <a:pt x="1347553" y="120673"/>
                </a:lnTo>
                <a:cubicBezTo>
                  <a:pt x="1344075" y="120864"/>
                  <a:pt x="1343689" y="120864"/>
                  <a:pt x="1343108" y="120864"/>
                </a:cubicBezTo>
                <a:cubicBezTo>
                  <a:pt x="1336156" y="120864"/>
                  <a:pt x="1334612" y="118742"/>
                  <a:pt x="1334612" y="109862"/>
                </a:cubicBezTo>
                <a:lnTo>
                  <a:pt x="1334612" y="395"/>
                </a:lnTo>
                <a:lnTo>
                  <a:pt x="1333645" y="9"/>
                </a:lnTo>
                <a:cubicBezTo>
                  <a:pt x="1324373" y="3292"/>
                  <a:pt x="1317616" y="5222"/>
                  <a:pt x="1305253" y="8508"/>
                </a:cubicBezTo>
                <a:lnTo>
                  <a:pt x="1305253" y="11597"/>
                </a:lnTo>
                <a:cubicBezTo>
                  <a:pt x="1306800" y="11405"/>
                  <a:pt x="1307958" y="11405"/>
                  <a:pt x="1309502" y="11405"/>
                </a:cubicBezTo>
                <a:cubicBezTo>
                  <a:pt x="1316649" y="11405"/>
                  <a:pt x="1318388" y="13336"/>
                  <a:pt x="1318388" y="21255"/>
                </a:cubicBezTo>
                <a:lnTo>
                  <a:pt x="1318388" y="51383"/>
                </a:lnTo>
                <a:cubicBezTo>
                  <a:pt x="1311047" y="45203"/>
                  <a:pt x="1305833" y="43078"/>
                  <a:pt x="1298106" y="43078"/>
                </a:cubicBezTo>
                <a:cubicBezTo>
                  <a:pt x="1275896" y="43078"/>
                  <a:pt x="1257934" y="64892"/>
                  <a:pt x="1257934" y="92301"/>
                </a:cubicBezTo>
                <a:cubicBezTo>
                  <a:pt x="1257934" y="117003"/>
                  <a:pt x="1272419" y="133802"/>
                  <a:pt x="1293665" y="133802"/>
                </a:cubicBezTo>
                <a:cubicBezTo>
                  <a:pt x="1304480" y="133802"/>
                  <a:pt x="1311822" y="129941"/>
                  <a:pt x="1318388" y="120864"/>
                </a:cubicBezTo>
                <a:lnTo>
                  <a:pt x="1318388" y="133224"/>
                </a:lnTo>
                <a:lnTo>
                  <a:pt x="1319160" y="133802"/>
                </a:lnTo>
                <a:moveTo>
                  <a:pt x="1318388" y="112179"/>
                </a:moveTo>
                <a:cubicBezTo>
                  <a:pt x="1318388" y="113532"/>
                  <a:pt x="1317035" y="115848"/>
                  <a:pt x="1315105" y="117970"/>
                </a:cubicBezTo>
                <a:cubicBezTo>
                  <a:pt x="1311627" y="121831"/>
                  <a:pt x="1306800" y="123761"/>
                  <a:pt x="1301197" y="123761"/>
                </a:cubicBezTo>
                <a:cubicBezTo>
                  <a:pt x="1285168" y="123761"/>
                  <a:pt x="1274544" y="108318"/>
                  <a:pt x="1274544" y="84579"/>
                </a:cubicBezTo>
                <a:cubicBezTo>
                  <a:pt x="1274544" y="62771"/>
                  <a:pt x="1284007" y="48489"/>
                  <a:pt x="1298686" y="48489"/>
                </a:cubicBezTo>
                <a:cubicBezTo>
                  <a:pt x="1308925" y="48489"/>
                  <a:pt x="1318388" y="57557"/>
                  <a:pt x="1318388" y="67787"/>
                </a:cubicBezTo>
                <a:lnTo>
                  <a:pt x="1318388" y="112179"/>
                </a:lnTo>
                <a:close/>
                <a:moveTo>
                  <a:pt x="1383089" y="43078"/>
                </a:moveTo>
                <a:lnTo>
                  <a:pt x="1353152" y="53640"/>
                </a:lnTo>
                <a:lnTo>
                  <a:pt x="1353152" y="56540"/>
                </a:lnTo>
                <a:lnTo>
                  <a:pt x="1354699" y="56346"/>
                </a:lnTo>
                <a:cubicBezTo>
                  <a:pt x="1357016" y="55960"/>
                  <a:pt x="1359527" y="55765"/>
                  <a:pt x="1361265" y="55765"/>
                </a:cubicBezTo>
                <a:cubicBezTo>
                  <a:pt x="1365901" y="55765"/>
                  <a:pt x="1367637" y="58857"/>
                  <a:pt x="1367637" y="67362"/>
                </a:cubicBezTo>
                <a:lnTo>
                  <a:pt x="1367637" y="112205"/>
                </a:lnTo>
                <a:cubicBezTo>
                  <a:pt x="1367637" y="126122"/>
                  <a:pt x="1365707" y="128247"/>
                  <a:pt x="1352380" y="129019"/>
                </a:cubicBezTo>
                <a:lnTo>
                  <a:pt x="1352380" y="131916"/>
                </a:lnTo>
                <a:lnTo>
                  <a:pt x="1398155" y="131916"/>
                </a:lnTo>
                <a:lnTo>
                  <a:pt x="1398155" y="129019"/>
                </a:lnTo>
                <a:cubicBezTo>
                  <a:pt x="1385408" y="128055"/>
                  <a:pt x="1383861" y="126122"/>
                  <a:pt x="1383861" y="112205"/>
                </a:cubicBezTo>
                <a:lnTo>
                  <a:pt x="1383861" y="43659"/>
                </a:lnTo>
                <a:lnTo>
                  <a:pt x="1383089" y="43078"/>
                </a:lnTo>
                <a:moveTo>
                  <a:pt x="1374012" y="74"/>
                </a:moveTo>
                <a:cubicBezTo>
                  <a:pt x="1368798" y="74"/>
                  <a:pt x="1364354" y="4518"/>
                  <a:pt x="1364354" y="9926"/>
                </a:cubicBezTo>
                <a:cubicBezTo>
                  <a:pt x="1364354" y="15334"/>
                  <a:pt x="1368604" y="19775"/>
                  <a:pt x="1374012" y="19775"/>
                </a:cubicBezTo>
                <a:cubicBezTo>
                  <a:pt x="1379614" y="19775"/>
                  <a:pt x="1384056" y="15525"/>
                  <a:pt x="1384056" y="9926"/>
                </a:cubicBezTo>
                <a:cubicBezTo>
                  <a:pt x="1384056" y="4518"/>
                  <a:pt x="1379614" y="74"/>
                  <a:pt x="1374012" y="74"/>
                </a:cubicBezTo>
                <a:close/>
                <a:moveTo>
                  <a:pt x="1406073" y="55055"/>
                </a:moveTo>
                <a:cubicBezTo>
                  <a:pt x="1407232" y="54474"/>
                  <a:pt x="1409165" y="54283"/>
                  <a:pt x="1411290" y="54283"/>
                </a:cubicBezTo>
                <a:cubicBezTo>
                  <a:pt x="1416698" y="54283"/>
                  <a:pt x="1418434" y="57180"/>
                  <a:pt x="1418434" y="66640"/>
                </a:cubicBezTo>
                <a:lnTo>
                  <a:pt x="1418434" y="114537"/>
                </a:lnTo>
                <a:cubicBezTo>
                  <a:pt x="1418434" y="125544"/>
                  <a:pt x="1416309" y="128247"/>
                  <a:pt x="1406459" y="129019"/>
                </a:cubicBezTo>
                <a:lnTo>
                  <a:pt x="1406459" y="131916"/>
                </a:lnTo>
                <a:lnTo>
                  <a:pt x="1447407" y="131916"/>
                </a:lnTo>
                <a:lnTo>
                  <a:pt x="1447407" y="129019"/>
                </a:lnTo>
                <a:cubicBezTo>
                  <a:pt x="1437554" y="128247"/>
                  <a:pt x="1434657" y="125930"/>
                  <a:pt x="1434657" y="118978"/>
                </a:cubicBezTo>
                <a:lnTo>
                  <a:pt x="1434657" y="64710"/>
                </a:lnTo>
                <a:cubicBezTo>
                  <a:pt x="1443929" y="56019"/>
                  <a:pt x="1448179" y="53702"/>
                  <a:pt x="1454553" y="53702"/>
                </a:cubicBezTo>
                <a:cubicBezTo>
                  <a:pt x="1464017" y="53702"/>
                  <a:pt x="1468652" y="59688"/>
                  <a:pt x="1468652" y="72434"/>
                </a:cubicBezTo>
                <a:lnTo>
                  <a:pt x="1468652" y="112798"/>
                </a:lnTo>
                <a:cubicBezTo>
                  <a:pt x="1468652" y="124964"/>
                  <a:pt x="1466141" y="128247"/>
                  <a:pt x="1456484" y="129019"/>
                </a:cubicBezTo>
                <a:lnTo>
                  <a:pt x="1456484" y="131916"/>
                </a:lnTo>
                <a:lnTo>
                  <a:pt x="1496659" y="131916"/>
                </a:lnTo>
                <a:lnTo>
                  <a:pt x="1496659" y="129019"/>
                </a:lnTo>
                <a:cubicBezTo>
                  <a:pt x="1487193" y="128055"/>
                  <a:pt x="1484876" y="125736"/>
                  <a:pt x="1484876" y="116275"/>
                </a:cubicBezTo>
                <a:lnTo>
                  <a:pt x="1484876" y="72048"/>
                </a:lnTo>
                <a:cubicBezTo>
                  <a:pt x="1484876" y="53897"/>
                  <a:pt x="1476377" y="43078"/>
                  <a:pt x="1462086" y="43078"/>
                </a:cubicBezTo>
                <a:cubicBezTo>
                  <a:pt x="1453201" y="43078"/>
                  <a:pt x="1447212" y="46364"/>
                  <a:pt x="1434080" y="58724"/>
                </a:cubicBezTo>
                <a:lnTo>
                  <a:pt x="1434080" y="43467"/>
                </a:lnTo>
                <a:lnTo>
                  <a:pt x="1432727" y="43078"/>
                </a:lnTo>
                <a:cubicBezTo>
                  <a:pt x="1423264" y="46556"/>
                  <a:pt x="1416698" y="48680"/>
                  <a:pt x="1406073" y="51772"/>
                </a:cubicBezTo>
                <a:lnTo>
                  <a:pt x="1406073" y="55055"/>
                </a:lnTo>
                <a:close/>
                <a:moveTo>
                  <a:pt x="1590330" y="57024"/>
                </a:moveTo>
                <a:lnTo>
                  <a:pt x="1590330" y="49491"/>
                </a:lnTo>
                <a:lnTo>
                  <a:pt x="1575459" y="49491"/>
                </a:lnTo>
                <a:cubicBezTo>
                  <a:pt x="1571595" y="49491"/>
                  <a:pt x="1568698" y="48890"/>
                  <a:pt x="1564837" y="47522"/>
                </a:cubicBezTo>
                <a:lnTo>
                  <a:pt x="1560587" y="45978"/>
                </a:lnTo>
                <a:cubicBezTo>
                  <a:pt x="1555371" y="44045"/>
                  <a:pt x="1550158" y="43078"/>
                  <a:pt x="1545136" y="43078"/>
                </a:cubicBezTo>
                <a:cubicBezTo>
                  <a:pt x="1527173" y="43078"/>
                  <a:pt x="1512880" y="57024"/>
                  <a:pt x="1512880" y="74594"/>
                </a:cubicBezTo>
                <a:cubicBezTo>
                  <a:pt x="1512880" y="86760"/>
                  <a:pt x="1518096" y="94095"/>
                  <a:pt x="1530842" y="100467"/>
                </a:cubicBezTo>
                <a:cubicBezTo>
                  <a:pt x="1527173" y="103945"/>
                  <a:pt x="1523698" y="107222"/>
                  <a:pt x="1522537" y="108186"/>
                </a:cubicBezTo>
                <a:cubicBezTo>
                  <a:pt x="1516166" y="113776"/>
                  <a:pt x="1513655" y="117634"/>
                  <a:pt x="1513655" y="121489"/>
                </a:cubicBezTo>
                <a:cubicBezTo>
                  <a:pt x="1513655" y="125538"/>
                  <a:pt x="1515971" y="127852"/>
                  <a:pt x="1523890" y="131715"/>
                </a:cubicBezTo>
                <a:cubicBezTo>
                  <a:pt x="1510177" y="141768"/>
                  <a:pt x="1504964" y="148151"/>
                  <a:pt x="1504964" y="155304"/>
                </a:cubicBezTo>
                <a:cubicBezTo>
                  <a:pt x="1504964" y="165548"/>
                  <a:pt x="1520026" y="174048"/>
                  <a:pt x="1538375" y="174048"/>
                </a:cubicBezTo>
                <a:cubicBezTo>
                  <a:pt x="1552860" y="174048"/>
                  <a:pt x="1567926" y="169026"/>
                  <a:pt x="1577970" y="160912"/>
                </a:cubicBezTo>
                <a:cubicBezTo>
                  <a:pt x="1585311" y="154918"/>
                  <a:pt x="1588594" y="148729"/>
                  <a:pt x="1588594" y="141382"/>
                </a:cubicBezTo>
                <a:cubicBezTo>
                  <a:pt x="1588594" y="129396"/>
                  <a:pt x="1579514" y="121297"/>
                  <a:pt x="1565223" y="120720"/>
                </a:cubicBezTo>
                <a:lnTo>
                  <a:pt x="1540308" y="119561"/>
                </a:lnTo>
                <a:cubicBezTo>
                  <a:pt x="1530070" y="119175"/>
                  <a:pt x="1525243" y="117440"/>
                  <a:pt x="1525243" y="114357"/>
                </a:cubicBezTo>
                <a:cubicBezTo>
                  <a:pt x="1525243" y="110499"/>
                  <a:pt x="1531614" y="103750"/>
                  <a:pt x="1536831" y="102206"/>
                </a:cubicBezTo>
                <a:cubicBezTo>
                  <a:pt x="1538570" y="102400"/>
                  <a:pt x="1539922" y="102592"/>
                  <a:pt x="1540500" y="102592"/>
                </a:cubicBezTo>
                <a:cubicBezTo>
                  <a:pt x="1544169" y="102978"/>
                  <a:pt x="1546680" y="103173"/>
                  <a:pt x="1547841" y="103173"/>
                </a:cubicBezTo>
                <a:cubicBezTo>
                  <a:pt x="1554985" y="103173"/>
                  <a:pt x="1562712" y="100276"/>
                  <a:pt x="1568698" y="95062"/>
                </a:cubicBezTo>
                <a:cubicBezTo>
                  <a:pt x="1575073" y="89654"/>
                  <a:pt x="1577970" y="82896"/>
                  <a:pt x="1577970" y="73245"/>
                </a:cubicBezTo>
                <a:cubicBezTo>
                  <a:pt x="1577970" y="67645"/>
                  <a:pt x="1577003" y="63204"/>
                  <a:pt x="1574300" y="57024"/>
                </a:cubicBezTo>
                <a:lnTo>
                  <a:pt x="1590330" y="57024"/>
                </a:lnTo>
                <a:moveTo>
                  <a:pt x="1527945" y="132293"/>
                </a:moveTo>
                <a:cubicBezTo>
                  <a:pt x="1534320" y="133649"/>
                  <a:pt x="1549772" y="134807"/>
                  <a:pt x="1559235" y="134807"/>
                </a:cubicBezTo>
                <a:cubicBezTo>
                  <a:pt x="1576811" y="134807"/>
                  <a:pt x="1583186" y="137321"/>
                  <a:pt x="1583186" y="144282"/>
                </a:cubicBezTo>
                <a:cubicBezTo>
                  <a:pt x="1583186" y="155499"/>
                  <a:pt x="1568506" y="163037"/>
                  <a:pt x="1546680" y="163037"/>
                </a:cubicBezTo>
                <a:cubicBezTo>
                  <a:pt x="1529684" y="163037"/>
                  <a:pt x="1518482" y="157432"/>
                  <a:pt x="1518482" y="148924"/>
                </a:cubicBezTo>
                <a:cubicBezTo>
                  <a:pt x="1518482" y="144476"/>
                  <a:pt x="1519835" y="141962"/>
                  <a:pt x="1527945" y="132293"/>
                </a:cubicBezTo>
                <a:moveTo>
                  <a:pt x="1528912" y="66678"/>
                </a:moveTo>
                <a:cubicBezTo>
                  <a:pt x="1528912" y="55288"/>
                  <a:pt x="1534320" y="48489"/>
                  <a:pt x="1543205" y="48489"/>
                </a:cubicBezTo>
                <a:cubicBezTo>
                  <a:pt x="1549191" y="48489"/>
                  <a:pt x="1554213" y="51810"/>
                  <a:pt x="1557304" y="57604"/>
                </a:cubicBezTo>
                <a:cubicBezTo>
                  <a:pt x="1560779" y="64362"/>
                  <a:pt x="1563098" y="73245"/>
                  <a:pt x="1563098" y="80774"/>
                </a:cubicBezTo>
                <a:cubicBezTo>
                  <a:pt x="1563098" y="91584"/>
                  <a:pt x="1557496" y="98342"/>
                  <a:pt x="1548613" y="98342"/>
                </a:cubicBezTo>
                <a:cubicBezTo>
                  <a:pt x="1537025" y="98342"/>
                  <a:pt x="1528912" y="85793"/>
                  <a:pt x="1528912" y="67259"/>
                </a:cubicBezTo>
                <a:lnTo>
                  <a:pt x="1528912" y="666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C4980A-2C55-4C0A-ACF5-5DC19618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57" y="5441584"/>
            <a:ext cx="1648654" cy="302287"/>
          </a:xfrm>
          <a:custGeom xmlns:a="http://schemas.openxmlformats.org/drawingml/2006/main">
            <a:pathLst>
              <a:path w="1648654" h="302287">
                <a:moveTo>
                  <a:pt x="1538746" y="0"/>
                </a:moveTo>
                <a:lnTo>
                  <a:pt x="109908" y="0"/>
                </a:lnTo>
                <a:cubicBezTo>
                  <a:pt x="49207" y="0"/>
                  <a:pt x="0" y="49206"/>
                  <a:pt x="0" y="109909"/>
                </a:cubicBezTo>
                <a:lnTo>
                  <a:pt x="0" y="192378"/>
                </a:lnTo>
                <a:cubicBezTo>
                  <a:pt x="0" y="253080"/>
                  <a:pt x="49207" y="302287"/>
                  <a:pt x="109908" y="302287"/>
                </a:cubicBezTo>
                <a:lnTo>
                  <a:pt x="1538746" y="302287"/>
                </a:lnTo>
                <a:cubicBezTo>
                  <a:pt x="1599447" y="302287"/>
                  <a:pt x="1648654" y="253080"/>
                  <a:pt x="1648654" y="192378"/>
                </a:cubicBezTo>
                <a:lnTo>
                  <a:pt x="1648654" y="109909"/>
                </a:lnTo>
                <a:cubicBezTo>
                  <a:pt x="1648654" y="49206"/>
                  <a:pt x="1599447" y="0"/>
                  <a:pt x="1538746" y="0"/>
                </a:cubicBezTo>
                <a:close/>
                <a:moveTo>
                  <a:pt x="0" y="302287"/>
                </a:moveTo>
              </a:path>
            </a:pathLst>
          </a:custGeom>
          <a:solidFill xmlns:a="http://schemas.openxmlformats.org/drawingml/2006/main">
            <a:srgbClr val="F8AF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BB0F31-8926-4882-A3D7-B1ACBCE6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57" y="5441584"/>
            <a:ext cx="1648654" cy="302287"/>
          </a:xfrm>
          <a:custGeom xmlns:a="http://schemas.openxmlformats.org/drawingml/2006/main">
            <a:pathLst>
              <a:path w="1648654" h="302287" fill="none">
                <a:moveTo>
                  <a:pt x="1538746" y="0"/>
                </a:moveTo>
                <a:lnTo>
                  <a:pt x="109908" y="0"/>
                </a:lnTo>
                <a:cubicBezTo>
                  <a:pt x="49207" y="0"/>
                  <a:pt x="0" y="49206"/>
                  <a:pt x="0" y="109909"/>
                </a:cubicBezTo>
                <a:lnTo>
                  <a:pt x="0" y="192378"/>
                </a:lnTo>
                <a:cubicBezTo>
                  <a:pt x="0" y="253080"/>
                  <a:pt x="49207" y="302287"/>
                  <a:pt x="109908" y="302287"/>
                </a:cubicBezTo>
                <a:lnTo>
                  <a:pt x="1538746" y="302287"/>
                </a:lnTo>
                <a:cubicBezTo>
                  <a:pt x="1599447" y="302287"/>
                  <a:pt x="1648654" y="253080"/>
                  <a:pt x="1648654" y="192378"/>
                </a:cubicBezTo>
                <a:lnTo>
                  <a:pt x="1648654" y="109909"/>
                </a:lnTo>
                <a:cubicBezTo>
                  <a:pt x="1648654" y="49206"/>
                  <a:pt x="1599447" y="0"/>
                  <a:pt x="1538746" y="0"/>
                </a:cubicBezTo>
                <a:close/>
                <a:moveTo>
                  <a:pt x="0" y="302287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92" name="Text Timestep">
            <a:extLst xmlns:a="http://schemas.openxmlformats.org/drawingml/2006/main">
              <a:ext uri="{FF2B5EF4-FFF2-40B4-BE49-F238E27FC236}">
                <a16:creationId xmlns:a16="http://schemas.microsoft.com/office/drawing/2014/main" id="{171D27FD-4A02-4F33-9217-BF95A5EC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47" y="5505765"/>
            <a:ext cx="703034" cy="173715"/>
          </a:xfrm>
          <a:custGeom xmlns:a="http://schemas.openxmlformats.org/drawingml/2006/main">
            <a:pathLst>
              <a:path w="703034" h="173715">
                <a:moveTo>
                  <a:pt x="45775" y="12074"/>
                </a:moveTo>
                <a:lnTo>
                  <a:pt x="45775" y="108663"/>
                </a:lnTo>
                <a:cubicBezTo>
                  <a:pt x="45775" y="125084"/>
                  <a:pt x="43650" y="127209"/>
                  <a:pt x="27617" y="128173"/>
                </a:cubicBezTo>
                <a:lnTo>
                  <a:pt x="27617" y="131842"/>
                </a:lnTo>
                <a:lnTo>
                  <a:pt x="84016" y="131842"/>
                </a:lnTo>
                <a:lnTo>
                  <a:pt x="84016" y="128173"/>
                </a:lnTo>
                <a:cubicBezTo>
                  <a:pt x="68179" y="127401"/>
                  <a:pt x="65473" y="124890"/>
                  <a:pt x="65473" y="110788"/>
                </a:cubicBezTo>
                <a:lnTo>
                  <a:pt x="65473" y="12074"/>
                </a:lnTo>
                <a:lnTo>
                  <a:pt x="75903" y="12074"/>
                </a:lnTo>
                <a:cubicBezTo>
                  <a:pt x="97921" y="12074"/>
                  <a:pt x="102171" y="15552"/>
                  <a:pt x="106615" y="36801"/>
                </a:cubicBezTo>
                <a:lnTo>
                  <a:pt x="111248" y="36801"/>
                </a:lnTo>
                <a:lnTo>
                  <a:pt x="110089" y="3961"/>
                </a:lnTo>
                <a:lnTo>
                  <a:pt x="1158" y="3961"/>
                </a:lnTo>
                <a:lnTo>
                  <a:pt x="0" y="36801"/>
                </a:lnTo>
                <a:lnTo>
                  <a:pt x="4633" y="36801"/>
                </a:lnTo>
                <a:cubicBezTo>
                  <a:pt x="9269" y="15743"/>
                  <a:pt x="13713" y="12074"/>
                  <a:pt x="35345" y="12074"/>
                </a:cubicBezTo>
                <a:lnTo>
                  <a:pt x="45775" y="12074"/>
                </a:lnTo>
                <a:close/>
                <a:moveTo>
                  <a:pt x="141764" y="43004"/>
                </a:moveTo>
                <a:lnTo>
                  <a:pt x="111827" y="53567"/>
                </a:lnTo>
                <a:lnTo>
                  <a:pt x="111827" y="56467"/>
                </a:lnTo>
                <a:lnTo>
                  <a:pt x="113375" y="56272"/>
                </a:lnTo>
                <a:cubicBezTo>
                  <a:pt x="115691" y="55886"/>
                  <a:pt x="118202" y="55692"/>
                  <a:pt x="119941" y="55692"/>
                </a:cubicBezTo>
                <a:cubicBezTo>
                  <a:pt x="124577" y="55692"/>
                  <a:pt x="126313" y="58783"/>
                  <a:pt x="126313" y="67288"/>
                </a:cubicBezTo>
                <a:lnTo>
                  <a:pt x="126313" y="112132"/>
                </a:lnTo>
                <a:cubicBezTo>
                  <a:pt x="126313" y="126048"/>
                  <a:pt x="124382" y="128173"/>
                  <a:pt x="111055" y="128945"/>
                </a:cubicBezTo>
                <a:lnTo>
                  <a:pt x="111055" y="131842"/>
                </a:lnTo>
                <a:lnTo>
                  <a:pt x="156830" y="131842"/>
                </a:lnTo>
                <a:lnTo>
                  <a:pt x="156830" y="128945"/>
                </a:lnTo>
                <a:cubicBezTo>
                  <a:pt x="144084" y="127981"/>
                  <a:pt x="142536" y="126048"/>
                  <a:pt x="142536" y="112132"/>
                </a:cubicBezTo>
                <a:lnTo>
                  <a:pt x="142536" y="43585"/>
                </a:lnTo>
                <a:lnTo>
                  <a:pt x="141764" y="43004"/>
                </a:lnTo>
                <a:moveTo>
                  <a:pt x="132687" y="0"/>
                </a:moveTo>
                <a:cubicBezTo>
                  <a:pt x="127474" y="0"/>
                  <a:pt x="123029" y="4444"/>
                  <a:pt x="123029" y="9852"/>
                </a:cubicBezTo>
                <a:cubicBezTo>
                  <a:pt x="123029" y="15260"/>
                  <a:pt x="127279" y="19701"/>
                  <a:pt x="132687" y="19701"/>
                </a:cubicBezTo>
                <a:cubicBezTo>
                  <a:pt x="138290" y="19701"/>
                  <a:pt x="142731" y="15452"/>
                  <a:pt x="142731" y="9852"/>
                </a:cubicBezTo>
                <a:cubicBezTo>
                  <a:pt x="142731" y="4444"/>
                  <a:pt x="138290" y="0"/>
                  <a:pt x="132687" y="0"/>
                </a:cubicBezTo>
                <a:close/>
                <a:moveTo>
                  <a:pt x="165329" y="54981"/>
                </a:moveTo>
                <a:cubicBezTo>
                  <a:pt x="167840" y="54401"/>
                  <a:pt x="169385" y="54209"/>
                  <a:pt x="171509" y="54209"/>
                </a:cubicBezTo>
                <a:cubicBezTo>
                  <a:pt x="176531" y="54209"/>
                  <a:pt x="178270" y="57298"/>
                  <a:pt x="178270" y="66566"/>
                </a:cubicBezTo>
                <a:lnTo>
                  <a:pt x="178270" y="115427"/>
                </a:lnTo>
                <a:cubicBezTo>
                  <a:pt x="178270" y="125856"/>
                  <a:pt x="175565" y="128753"/>
                  <a:pt x="164749" y="128945"/>
                </a:cubicBezTo>
                <a:lnTo>
                  <a:pt x="164749" y="131842"/>
                </a:lnTo>
                <a:lnTo>
                  <a:pt x="207626" y="131842"/>
                </a:lnTo>
                <a:lnTo>
                  <a:pt x="207626" y="128945"/>
                </a:lnTo>
                <a:cubicBezTo>
                  <a:pt x="197391" y="128559"/>
                  <a:pt x="194494" y="126437"/>
                  <a:pt x="194494" y="118904"/>
                </a:cubicBezTo>
                <a:lnTo>
                  <a:pt x="194494" y="64445"/>
                </a:lnTo>
                <a:cubicBezTo>
                  <a:pt x="194494" y="64058"/>
                  <a:pt x="196038" y="62125"/>
                  <a:pt x="197391" y="60775"/>
                </a:cubicBezTo>
                <a:cubicBezTo>
                  <a:pt x="202218" y="56331"/>
                  <a:pt x="210523" y="53048"/>
                  <a:pt x="217284" y="53048"/>
                </a:cubicBezTo>
                <a:cubicBezTo>
                  <a:pt x="225781" y="53048"/>
                  <a:pt x="230030" y="59809"/>
                  <a:pt x="230030" y="73327"/>
                </a:cubicBezTo>
                <a:lnTo>
                  <a:pt x="230030" y="115235"/>
                </a:lnTo>
                <a:cubicBezTo>
                  <a:pt x="230030" y="126051"/>
                  <a:pt x="227905" y="128173"/>
                  <a:pt x="216898" y="128945"/>
                </a:cubicBezTo>
                <a:lnTo>
                  <a:pt x="216898" y="131842"/>
                </a:lnTo>
                <a:lnTo>
                  <a:pt x="260162" y="131842"/>
                </a:lnTo>
                <a:lnTo>
                  <a:pt x="260162" y="128945"/>
                </a:lnTo>
                <a:cubicBezTo>
                  <a:pt x="249151" y="128753"/>
                  <a:pt x="246254" y="125470"/>
                  <a:pt x="246254" y="113496"/>
                </a:cubicBezTo>
                <a:lnTo>
                  <a:pt x="246254" y="64831"/>
                </a:lnTo>
                <a:cubicBezTo>
                  <a:pt x="252048" y="56526"/>
                  <a:pt x="258423" y="53048"/>
                  <a:pt x="267308" y="53048"/>
                </a:cubicBezTo>
                <a:cubicBezTo>
                  <a:pt x="278316" y="53048"/>
                  <a:pt x="281793" y="58264"/>
                  <a:pt x="281793" y="74294"/>
                </a:cubicBezTo>
                <a:lnTo>
                  <a:pt x="281793" y="115041"/>
                </a:lnTo>
                <a:cubicBezTo>
                  <a:pt x="281793" y="126051"/>
                  <a:pt x="280249" y="127595"/>
                  <a:pt x="269047" y="128945"/>
                </a:cubicBezTo>
                <a:lnTo>
                  <a:pt x="269047" y="131842"/>
                </a:lnTo>
                <a:lnTo>
                  <a:pt x="311344" y="131842"/>
                </a:lnTo>
                <a:lnTo>
                  <a:pt x="311344" y="128945"/>
                </a:lnTo>
                <a:lnTo>
                  <a:pt x="306322" y="128559"/>
                </a:lnTo>
                <a:cubicBezTo>
                  <a:pt x="300528" y="128173"/>
                  <a:pt x="298017" y="124698"/>
                  <a:pt x="298017" y="117165"/>
                </a:cubicBezTo>
                <a:lnTo>
                  <a:pt x="298017" y="77382"/>
                </a:lnTo>
                <a:cubicBezTo>
                  <a:pt x="298017" y="54595"/>
                  <a:pt x="290484" y="43004"/>
                  <a:pt x="275613" y="43004"/>
                </a:cubicBezTo>
                <a:cubicBezTo>
                  <a:pt x="264411" y="43004"/>
                  <a:pt x="254559" y="48026"/>
                  <a:pt x="244129" y="59228"/>
                </a:cubicBezTo>
                <a:cubicBezTo>
                  <a:pt x="240655" y="48221"/>
                  <a:pt x="234088" y="43004"/>
                  <a:pt x="223659" y="43004"/>
                </a:cubicBezTo>
                <a:cubicBezTo>
                  <a:pt x="215159" y="43004"/>
                  <a:pt x="209751" y="45710"/>
                  <a:pt x="193719" y="57878"/>
                </a:cubicBezTo>
                <a:lnTo>
                  <a:pt x="193719" y="43393"/>
                </a:lnTo>
                <a:lnTo>
                  <a:pt x="192369" y="43004"/>
                </a:lnTo>
                <a:cubicBezTo>
                  <a:pt x="182517" y="46676"/>
                  <a:pt x="175951" y="48801"/>
                  <a:pt x="165329" y="51698"/>
                </a:cubicBezTo>
                <a:lnTo>
                  <a:pt x="165329" y="54981"/>
                </a:lnTo>
                <a:close/>
                <a:moveTo>
                  <a:pt x="390725" y="100113"/>
                </a:moveTo>
                <a:cubicBezTo>
                  <a:pt x="381456" y="114799"/>
                  <a:pt x="373148" y="120404"/>
                  <a:pt x="360788" y="120404"/>
                </a:cubicBezTo>
                <a:cubicBezTo>
                  <a:pt x="349780" y="120404"/>
                  <a:pt x="341475" y="114799"/>
                  <a:pt x="335873" y="103786"/>
                </a:cubicBezTo>
                <a:cubicBezTo>
                  <a:pt x="332395" y="96441"/>
                  <a:pt x="331046" y="90064"/>
                  <a:pt x="330659" y="78275"/>
                </a:cubicBezTo>
                <a:lnTo>
                  <a:pt x="390147" y="78275"/>
                </a:lnTo>
                <a:cubicBezTo>
                  <a:pt x="388600" y="65744"/>
                  <a:pt x="386669" y="60162"/>
                  <a:pt x="381842" y="54003"/>
                </a:cubicBezTo>
                <a:cubicBezTo>
                  <a:pt x="376045" y="47062"/>
                  <a:pt x="367162" y="43004"/>
                  <a:pt x="357119" y="43004"/>
                </a:cubicBezTo>
                <a:cubicBezTo>
                  <a:pt x="347461" y="43004"/>
                  <a:pt x="338384" y="46482"/>
                  <a:pt x="331046" y="53039"/>
                </a:cubicBezTo>
                <a:cubicBezTo>
                  <a:pt x="321965" y="60932"/>
                  <a:pt x="316752" y="74606"/>
                  <a:pt x="316752" y="90450"/>
                </a:cubicBezTo>
                <a:cubicBezTo>
                  <a:pt x="316752" y="117118"/>
                  <a:pt x="330659" y="133728"/>
                  <a:pt x="352869" y="133728"/>
                </a:cubicBezTo>
                <a:cubicBezTo>
                  <a:pt x="371218" y="133728"/>
                  <a:pt x="385703" y="122335"/>
                  <a:pt x="393816" y="101466"/>
                </a:cubicBezTo>
                <a:lnTo>
                  <a:pt x="390725" y="100113"/>
                </a:lnTo>
                <a:moveTo>
                  <a:pt x="331046" y="72095"/>
                </a:moveTo>
                <a:cubicBezTo>
                  <a:pt x="333167" y="57083"/>
                  <a:pt x="339737" y="49959"/>
                  <a:pt x="351516" y="49959"/>
                </a:cubicBezTo>
                <a:cubicBezTo>
                  <a:pt x="363299" y="49959"/>
                  <a:pt x="367935" y="55350"/>
                  <a:pt x="370445" y="72095"/>
                </a:cubicBezTo>
                <a:lnTo>
                  <a:pt x="331046" y="72095"/>
                </a:lnTo>
                <a:close/>
                <a:moveTo>
                  <a:pt x="458517" y="71158"/>
                </a:moveTo>
                <a:lnTo>
                  <a:pt x="457745" y="44890"/>
                </a:lnTo>
                <a:lnTo>
                  <a:pt x="455620" y="44890"/>
                </a:lnTo>
                <a:lnTo>
                  <a:pt x="455234" y="45279"/>
                </a:lnTo>
                <a:cubicBezTo>
                  <a:pt x="453495" y="46629"/>
                  <a:pt x="453303" y="46824"/>
                  <a:pt x="452531" y="46824"/>
                </a:cubicBezTo>
                <a:cubicBezTo>
                  <a:pt x="451373" y="46824"/>
                  <a:pt x="449440" y="46438"/>
                  <a:pt x="447315" y="45471"/>
                </a:cubicBezTo>
                <a:cubicBezTo>
                  <a:pt x="443065" y="43968"/>
                  <a:pt x="438818" y="43193"/>
                  <a:pt x="433797" y="43193"/>
                </a:cubicBezTo>
                <a:cubicBezTo>
                  <a:pt x="418536" y="43193"/>
                  <a:pt x="407529" y="53042"/>
                  <a:pt x="407529" y="66941"/>
                </a:cubicBezTo>
                <a:cubicBezTo>
                  <a:pt x="407529" y="77748"/>
                  <a:pt x="413709" y="85469"/>
                  <a:pt x="430127" y="94735"/>
                </a:cubicBezTo>
                <a:lnTo>
                  <a:pt x="441329" y="101107"/>
                </a:lnTo>
                <a:cubicBezTo>
                  <a:pt x="448087" y="104967"/>
                  <a:pt x="451373" y="109600"/>
                  <a:pt x="451373" y="115583"/>
                </a:cubicBezTo>
                <a:cubicBezTo>
                  <a:pt x="451373" y="124076"/>
                  <a:pt x="445190" y="129481"/>
                  <a:pt x="435341" y="129481"/>
                </a:cubicBezTo>
                <a:cubicBezTo>
                  <a:pt x="428775" y="129481"/>
                  <a:pt x="422786" y="126970"/>
                  <a:pt x="419117" y="122724"/>
                </a:cubicBezTo>
                <a:cubicBezTo>
                  <a:pt x="415062" y="117899"/>
                  <a:pt x="413323" y="113458"/>
                  <a:pt x="410812" y="102456"/>
                </a:cubicBezTo>
                <a:lnTo>
                  <a:pt x="407720" y="102456"/>
                </a:lnTo>
                <a:lnTo>
                  <a:pt x="407720" y="132570"/>
                </a:lnTo>
                <a:lnTo>
                  <a:pt x="410231" y="132570"/>
                </a:lnTo>
                <a:cubicBezTo>
                  <a:pt x="411584" y="130640"/>
                  <a:pt x="412356" y="130254"/>
                  <a:pt x="414676" y="130254"/>
                </a:cubicBezTo>
                <a:cubicBezTo>
                  <a:pt x="416414" y="130298"/>
                  <a:pt x="419117" y="130684"/>
                  <a:pt x="423558" y="131842"/>
                </a:cubicBezTo>
                <a:cubicBezTo>
                  <a:pt x="428966" y="132956"/>
                  <a:pt x="434183" y="133728"/>
                  <a:pt x="437657" y="133728"/>
                </a:cubicBezTo>
                <a:cubicBezTo>
                  <a:pt x="452531" y="133728"/>
                  <a:pt x="464892" y="122532"/>
                  <a:pt x="464892" y="109020"/>
                </a:cubicBezTo>
                <a:cubicBezTo>
                  <a:pt x="464892" y="99368"/>
                  <a:pt x="460256" y="92999"/>
                  <a:pt x="448668" y="86050"/>
                </a:cubicBezTo>
                <a:lnTo>
                  <a:pt x="427808" y="73696"/>
                </a:lnTo>
                <a:cubicBezTo>
                  <a:pt x="422400" y="70607"/>
                  <a:pt x="419503" y="65783"/>
                  <a:pt x="419503" y="60569"/>
                </a:cubicBezTo>
                <a:cubicBezTo>
                  <a:pt x="419503" y="52848"/>
                  <a:pt x="425492" y="47443"/>
                  <a:pt x="434374" y="47443"/>
                </a:cubicBezTo>
                <a:cubicBezTo>
                  <a:pt x="445385" y="47443"/>
                  <a:pt x="451179" y="54006"/>
                  <a:pt x="455620" y="71188"/>
                </a:cubicBezTo>
                <a:lnTo>
                  <a:pt x="458517" y="71158"/>
                </a:lnTo>
                <a:close/>
                <a:moveTo>
                  <a:pt x="522061" y="44890"/>
                </a:moveTo>
                <a:lnTo>
                  <a:pt x="502554" y="44890"/>
                </a:lnTo>
                <a:lnTo>
                  <a:pt x="502554" y="22486"/>
                </a:lnTo>
                <a:cubicBezTo>
                  <a:pt x="502554" y="20556"/>
                  <a:pt x="502363" y="19976"/>
                  <a:pt x="501201" y="19976"/>
                </a:cubicBezTo>
                <a:cubicBezTo>
                  <a:pt x="499852" y="21714"/>
                  <a:pt x="498690" y="23453"/>
                  <a:pt x="497341" y="25383"/>
                </a:cubicBezTo>
                <a:cubicBezTo>
                  <a:pt x="489999" y="36008"/>
                  <a:pt x="481694" y="45279"/>
                  <a:pt x="478606" y="46052"/>
                </a:cubicBezTo>
                <a:cubicBezTo>
                  <a:pt x="476481" y="47401"/>
                  <a:pt x="475320" y="48754"/>
                  <a:pt x="475320" y="49721"/>
                </a:cubicBezTo>
                <a:cubicBezTo>
                  <a:pt x="475320" y="50301"/>
                  <a:pt x="475514" y="50687"/>
                  <a:pt x="476095" y="51073"/>
                </a:cubicBezTo>
                <a:lnTo>
                  <a:pt x="486330" y="51073"/>
                </a:lnTo>
                <a:lnTo>
                  <a:pt x="486330" y="109202"/>
                </a:lnTo>
                <a:cubicBezTo>
                  <a:pt x="486330" y="125423"/>
                  <a:pt x="492124" y="133728"/>
                  <a:pt x="503521" y="133728"/>
                </a:cubicBezTo>
                <a:cubicBezTo>
                  <a:pt x="512984" y="133728"/>
                  <a:pt x="520322" y="129095"/>
                  <a:pt x="526697" y="119052"/>
                </a:cubicBezTo>
                <a:lnTo>
                  <a:pt x="524186" y="116927"/>
                </a:lnTo>
                <a:cubicBezTo>
                  <a:pt x="520131" y="121754"/>
                  <a:pt x="516848" y="123687"/>
                  <a:pt x="512598" y="123687"/>
                </a:cubicBezTo>
                <a:cubicBezTo>
                  <a:pt x="505451" y="123687"/>
                  <a:pt x="502554" y="118471"/>
                  <a:pt x="502554" y="106305"/>
                </a:cubicBezTo>
                <a:lnTo>
                  <a:pt x="502554" y="51073"/>
                </a:lnTo>
                <a:lnTo>
                  <a:pt x="522061" y="51073"/>
                </a:lnTo>
                <a:lnTo>
                  <a:pt x="522061" y="44890"/>
                </a:lnTo>
                <a:close/>
                <a:moveTo>
                  <a:pt x="605305" y="100113"/>
                </a:moveTo>
                <a:cubicBezTo>
                  <a:pt x="596037" y="114799"/>
                  <a:pt x="587729" y="120404"/>
                  <a:pt x="575368" y="120404"/>
                </a:cubicBezTo>
                <a:cubicBezTo>
                  <a:pt x="564361" y="120404"/>
                  <a:pt x="556056" y="114799"/>
                  <a:pt x="550454" y="103786"/>
                </a:cubicBezTo>
                <a:cubicBezTo>
                  <a:pt x="546976" y="96441"/>
                  <a:pt x="545626" y="90064"/>
                  <a:pt x="545240" y="78275"/>
                </a:cubicBezTo>
                <a:lnTo>
                  <a:pt x="604728" y="78275"/>
                </a:lnTo>
                <a:cubicBezTo>
                  <a:pt x="603180" y="65744"/>
                  <a:pt x="601250" y="60162"/>
                  <a:pt x="596423" y="54003"/>
                </a:cubicBezTo>
                <a:cubicBezTo>
                  <a:pt x="590626" y="47062"/>
                  <a:pt x="581743" y="43004"/>
                  <a:pt x="571699" y="43004"/>
                </a:cubicBezTo>
                <a:cubicBezTo>
                  <a:pt x="562042" y="43004"/>
                  <a:pt x="552965" y="46482"/>
                  <a:pt x="545626" y="53039"/>
                </a:cubicBezTo>
                <a:cubicBezTo>
                  <a:pt x="536546" y="60932"/>
                  <a:pt x="531333" y="74606"/>
                  <a:pt x="531333" y="90450"/>
                </a:cubicBezTo>
                <a:cubicBezTo>
                  <a:pt x="531333" y="117118"/>
                  <a:pt x="545240" y="133728"/>
                  <a:pt x="567450" y="133728"/>
                </a:cubicBezTo>
                <a:cubicBezTo>
                  <a:pt x="585798" y="133728"/>
                  <a:pt x="600283" y="122335"/>
                  <a:pt x="608397" y="101466"/>
                </a:cubicBezTo>
                <a:lnTo>
                  <a:pt x="605305" y="100113"/>
                </a:lnTo>
                <a:moveTo>
                  <a:pt x="545626" y="72095"/>
                </a:moveTo>
                <a:cubicBezTo>
                  <a:pt x="547748" y="57083"/>
                  <a:pt x="554317" y="49959"/>
                  <a:pt x="566097" y="49959"/>
                </a:cubicBezTo>
                <a:cubicBezTo>
                  <a:pt x="577879" y="49959"/>
                  <a:pt x="582515" y="55350"/>
                  <a:pt x="585026" y="72095"/>
                </a:cubicBezTo>
                <a:lnTo>
                  <a:pt x="545626" y="72095"/>
                </a:lnTo>
                <a:close/>
                <a:moveTo>
                  <a:pt x="613996" y="55898"/>
                </a:moveTo>
                <a:cubicBezTo>
                  <a:pt x="615735" y="55706"/>
                  <a:pt x="617088" y="55706"/>
                  <a:pt x="618827" y="55706"/>
                </a:cubicBezTo>
                <a:cubicBezTo>
                  <a:pt x="625393" y="55706"/>
                  <a:pt x="626745" y="57637"/>
                  <a:pt x="626745" y="66714"/>
                </a:cubicBezTo>
                <a:lnTo>
                  <a:pt x="626745" y="157105"/>
                </a:lnTo>
                <a:cubicBezTo>
                  <a:pt x="626745" y="167148"/>
                  <a:pt x="624621" y="169273"/>
                  <a:pt x="613224" y="170432"/>
                </a:cubicBezTo>
                <a:lnTo>
                  <a:pt x="613224" y="173715"/>
                </a:lnTo>
                <a:lnTo>
                  <a:pt x="659965" y="173715"/>
                </a:lnTo>
                <a:lnTo>
                  <a:pt x="659965" y="170240"/>
                </a:lnTo>
                <a:cubicBezTo>
                  <a:pt x="645480" y="170045"/>
                  <a:pt x="642969" y="167921"/>
                  <a:pt x="642969" y="155752"/>
                </a:cubicBezTo>
                <a:lnTo>
                  <a:pt x="642969" y="125426"/>
                </a:lnTo>
                <a:cubicBezTo>
                  <a:pt x="649730" y="131798"/>
                  <a:pt x="654363" y="133728"/>
                  <a:pt x="662476" y="133728"/>
                </a:cubicBezTo>
                <a:cubicBezTo>
                  <a:pt x="685266" y="133728"/>
                  <a:pt x="703034" y="112108"/>
                  <a:pt x="703034" y="84122"/>
                </a:cubicBezTo>
                <a:cubicBezTo>
                  <a:pt x="703034" y="60192"/>
                  <a:pt x="689516" y="43004"/>
                  <a:pt x="670781" y="43004"/>
                </a:cubicBezTo>
                <a:cubicBezTo>
                  <a:pt x="659965" y="43004"/>
                  <a:pt x="651466" y="47835"/>
                  <a:pt x="642969" y="58261"/>
                </a:cubicBezTo>
                <a:lnTo>
                  <a:pt x="642969" y="43393"/>
                </a:lnTo>
                <a:lnTo>
                  <a:pt x="641811" y="43004"/>
                </a:lnTo>
                <a:cubicBezTo>
                  <a:pt x="631381" y="47062"/>
                  <a:pt x="624621" y="49573"/>
                  <a:pt x="613996" y="52856"/>
                </a:cubicBezTo>
                <a:lnTo>
                  <a:pt x="613996" y="55898"/>
                </a:lnTo>
                <a:moveTo>
                  <a:pt x="642969" y="67333"/>
                </a:moveTo>
                <a:cubicBezTo>
                  <a:pt x="642969" y="61542"/>
                  <a:pt x="653785" y="54595"/>
                  <a:pt x="662668" y="54595"/>
                </a:cubicBezTo>
                <a:cubicBezTo>
                  <a:pt x="676961" y="54595"/>
                  <a:pt x="686425" y="69263"/>
                  <a:pt x="686425" y="91652"/>
                </a:cubicBezTo>
                <a:cubicBezTo>
                  <a:pt x="686425" y="113075"/>
                  <a:pt x="676961" y="127548"/>
                  <a:pt x="663057" y="127548"/>
                </a:cubicBezTo>
                <a:cubicBezTo>
                  <a:pt x="653977" y="127548"/>
                  <a:pt x="642969" y="120602"/>
                  <a:pt x="642969" y="114811"/>
                </a:cubicBezTo>
                <a:lnTo>
                  <a:pt x="642969" y="673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CD2AC3-BE5D-4765-9FEE-DB96DCCA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39" y="3657063"/>
            <a:ext cx="386291" cy="386291"/>
          </a:xfrm>
          <a:custGeom xmlns:a="http://schemas.openxmlformats.org/drawingml/2006/main">
            <a:pathLst>
              <a:path w="386291" h="386291">
                <a:moveTo>
                  <a:pt x="386291" y="193145"/>
                </a:moveTo>
                <a:cubicBezTo>
                  <a:pt x="386291" y="86472"/>
                  <a:pt x="299818" y="0"/>
                  <a:pt x="193145" y="0"/>
                </a:cubicBezTo>
                <a:cubicBezTo>
                  <a:pt x="86473" y="0"/>
                  <a:pt x="0" y="86472"/>
                  <a:pt x="0" y="193145"/>
                </a:cubicBezTo>
                <a:cubicBezTo>
                  <a:pt x="0" y="299818"/>
                  <a:pt x="86473" y="386291"/>
                  <a:pt x="193145" y="386291"/>
                </a:cubicBezTo>
                <a:cubicBezTo>
                  <a:pt x="299818" y="386291"/>
                  <a:pt x="386291" y="299818"/>
                  <a:pt x="386291" y="193145"/>
                </a:cubicBezTo>
                <a:close/>
                <a:moveTo>
                  <a:pt x="193145" y="193145"/>
                </a:moveTo>
              </a:path>
            </a:pathLst>
          </a:custGeom>
          <a:solidFill xmlns:a="http://schemas.openxmlformats.org/drawingml/2006/main">
            <a:srgbClr val="FF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D7F0BB-4BEB-4821-BE2E-E74DD771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39" y="3657063"/>
            <a:ext cx="386291" cy="386291"/>
          </a:xfrm>
          <a:custGeom xmlns:a="http://schemas.openxmlformats.org/drawingml/2006/main">
            <a:pathLst>
              <a:path w="386291" h="386291" fill="none">
                <a:moveTo>
                  <a:pt x="386291" y="193145"/>
                </a:moveTo>
                <a:cubicBezTo>
                  <a:pt x="386291" y="86472"/>
                  <a:pt x="299818" y="0"/>
                  <a:pt x="193145" y="0"/>
                </a:cubicBezTo>
                <a:cubicBezTo>
                  <a:pt x="86473" y="0"/>
                  <a:pt x="0" y="86472"/>
                  <a:pt x="0" y="193145"/>
                </a:cubicBezTo>
                <a:cubicBezTo>
                  <a:pt x="0" y="299818"/>
                  <a:pt x="86473" y="386291"/>
                  <a:pt x="193145" y="386291"/>
                </a:cubicBezTo>
                <a:cubicBezTo>
                  <a:pt x="299818" y="386291"/>
                  <a:pt x="386291" y="299818"/>
                  <a:pt x="386291" y="193145"/>
                </a:cubicBezTo>
                <a:close/>
                <a:moveTo>
                  <a:pt x="193145" y="193145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95" name="Text +">
            <a:extLst xmlns:a="http://schemas.openxmlformats.org/drawingml/2006/main">
              <a:ext uri="{FF2B5EF4-FFF2-40B4-BE49-F238E27FC236}">
                <a16:creationId xmlns:a16="http://schemas.microsoft.com/office/drawing/2014/main" id="{29D74BE9-A060-4B4C-ACBA-C1B82AA6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13" y="3785842"/>
            <a:ext cx="128438" cy="128636"/>
          </a:xfrm>
          <a:custGeom xmlns:a="http://schemas.openxmlformats.org/drawingml/2006/main">
            <a:pathLst>
              <a:path w="128438" h="128636">
                <a:moveTo>
                  <a:pt x="68179" y="68090"/>
                </a:moveTo>
                <a:lnTo>
                  <a:pt x="122064" y="68090"/>
                </a:lnTo>
                <a:cubicBezTo>
                  <a:pt x="124769" y="68090"/>
                  <a:pt x="128438" y="68090"/>
                  <a:pt x="128438" y="64229"/>
                </a:cubicBezTo>
                <a:cubicBezTo>
                  <a:pt x="128438" y="60366"/>
                  <a:pt x="124769" y="60366"/>
                  <a:pt x="122064" y="60366"/>
                </a:cubicBezTo>
                <a:lnTo>
                  <a:pt x="68179" y="60366"/>
                </a:lnTo>
                <a:lnTo>
                  <a:pt x="68179" y="6372"/>
                </a:lnTo>
                <a:cubicBezTo>
                  <a:pt x="68179" y="3672"/>
                  <a:pt x="68179" y="0"/>
                  <a:pt x="64315" y="0"/>
                </a:cubicBezTo>
                <a:cubicBezTo>
                  <a:pt x="60451" y="0"/>
                  <a:pt x="60451" y="3672"/>
                  <a:pt x="60451" y="6372"/>
                </a:cubicBezTo>
                <a:lnTo>
                  <a:pt x="60451" y="60366"/>
                </a:lnTo>
                <a:lnTo>
                  <a:pt x="6372" y="60366"/>
                </a:lnTo>
                <a:cubicBezTo>
                  <a:pt x="3669" y="60366"/>
                  <a:pt x="0" y="60366"/>
                  <a:pt x="0" y="64229"/>
                </a:cubicBezTo>
                <a:cubicBezTo>
                  <a:pt x="0" y="68090"/>
                  <a:pt x="3669" y="68090"/>
                  <a:pt x="6372" y="68090"/>
                </a:cubicBezTo>
                <a:lnTo>
                  <a:pt x="60451" y="68090"/>
                </a:lnTo>
                <a:lnTo>
                  <a:pt x="60451" y="122261"/>
                </a:lnTo>
                <a:cubicBezTo>
                  <a:pt x="60451" y="124966"/>
                  <a:pt x="60451" y="128636"/>
                  <a:pt x="64315" y="128636"/>
                </a:cubicBezTo>
                <a:cubicBezTo>
                  <a:pt x="68179" y="128636"/>
                  <a:pt x="68179" y="124966"/>
                  <a:pt x="68179" y="122261"/>
                </a:cubicBezTo>
                <a:lnTo>
                  <a:pt x="68179" y="680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E49A6-12FD-469C-BB06-7B16EB77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06" y="3678806"/>
            <a:ext cx="342805" cy="342805"/>
          </a:xfrm>
          <a:custGeom xmlns:a="http://schemas.openxmlformats.org/drawingml/2006/main">
            <a:pathLst>
              <a:path w="342805" h="342805">
                <a:moveTo>
                  <a:pt x="342805" y="171402"/>
                </a:moveTo>
                <a:cubicBezTo>
                  <a:pt x="342805" y="76738"/>
                  <a:pt x="266066" y="0"/>
                  <a:pt x="171402" y="0"/>
                </a:cubicBezTo>
                <a:cubicBezTo>
                  <a:pt x="76738" y="0"/>
                  <a:pt x="0" y="76738"/>
                  <a:pt x="0" y="171402"/>
                </a:cubicBezTo>
                <a:cubicBezTo>
                  <a:pt x="0" y="266066"/>
                  <a:pt x="76738" y="342805"/>
                  <a:pt x="171402" y="342805"/>
                </a:cubicBezTo>
                <a:cubicBezTo>
                  <a:pt x="266066" y="342805"/>
                  <a:pt x="342805" y="266066"/>
                  <a:pt x="342805" y="171402"/>
                </a:cubicBezTo>
                <a:close/>
                <a:moveTo>
                  <a:pt x="171402" y="171402"/>
                </a:moveTo>
              </a:path>
            </a:pathLst>
          </a:custGeom>
          <a:solidFill xmlns:a="http://schemas.openxmlformats.org/drawingml/2006/main">
            <a:srgbClr val="F6A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5981DA-7393-4F7C-A062-B078F450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06" y="3678806"/>
            <a:ext cx="342805" cy="342805"/>
          </a:xfrm>
          <a:custGeom xmlns:a="http://schemas.openxmlformats.org/drawingml/2006/main">
            <a:pathLst>
              <a:path w="342805" h="342805" fill="none">
                <a:moveTo>
                  <a:pt x="342805" y="171402"/>
                </a:moveTo>
                <a:cubicBezTo>
                  <a:pt x="342805" y="76738"/>
                  <a:pt x="266066" y="0"/>
                  <a:pt x="171402" y="0"/>
                </a:cubicBezTo>
                <a:cubicBezTo>
                  <a:pt x="76738" y="0"/>
                  <a:pt x="0" y="76738"/>
                  <a:pt x="0" y="171402"/>
                </a:cubicBezTo>
                <a:cubicBezTo>
                  <a:pt x="0" y="266066"/>
                  <a:pt x="76738" y="342805"/>
                  <a:pt x="171402" y="342805"/>
                </a:cubicBezTo>
                <a:cubicBezTo>
                  <a:pt x="266066" y="342805"/>
                  <a:pt x="342805" y="266066"/>
                  <a:pt x="342805" y="171402"/>
                </a:cubicBezTo>
                <a:close/>
                <a:moveTo>
                  <a:pt x="171402" y="171402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98" name="Text y">
            <a:extLst xmlns:a="http://schemas.openxmlformats.org/drawingml/2006/main">
              <a:ext uri="{FF2B5EF4-FFF2-40B4-BE49-F238E27FC236}">
                <a16:creationId xmlns:a16="http://schemas.microsoft.com/office/drawing/2014/main" id="{ED2F1F7C-2870-4F19-A059-389E4C04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530" y="3786234"/>
            <a:ext cx="89038" cy="129019"/>
          </a:xfrm>
          <a:custGeom xmlns:a="http://schemas.openxmlformats.org/drawingml/2006/main">
            <a:pathLst>
              <a:path w="89038" h="129019">
                <a:moveTo>
                  <a:pt x="89038" y="0"/>
                </a:moveTo>
                <a:lnTo>
                  <a:pt x="62965" y="0"/>
                </a:lnTo>
                <a:lnTo>
                  <a:pt x="62965" y="2900"/>
                </a:lnTo>
                <a:cubicBezTo>
                  <a:pt x="69145" y="2900"/>
                  <a:pt x="72237" y="4636"/>
                  <a:pt x="72237" y="7727"/>
                </a:cubicBezTo>
                <a:cubicBezTo>
                  <a:pt x="72237" y="8499"/>
                  <a:pt x="72042" y="9658"/>
                  <a:pt x="71462" y="11010"/>
                </a:cubicBezTo>
                <a:lnTo>
                  <a:pt x="52727" y="64315"/>
                </a:lnTo>
                <a:lnTo>
                  <a:pt x="30517" y="15452"/>
                </a:lnTo>
                <a:cubicBezTo>
                  <a:pt x="29356" y="12749"/>
                  <a:pt x="28584" y="10238"/>
                  <a:pt x="28584" y="8113"/>
                </a:cubicBezTo>
                <a:cubicBezTo>
                  <a:pt x="28584" y="4636"/>
                  <a:pt x="31481" y="3286"/>
                  <a:pt x="39786" y="2900"/>
                </a:cubicBezTo>
                <a:lnTo>
                  <a:pt x="39786" y="0"/>
                </a:lnTo>
                <a:lnTo>
                  <a:pt x="0" y="0"/>
                </a:lnTo>
                <a:lnTo>
                  <a:pt x="0" y="2705"/>
                </a:lnTo>
                <a:cubicBezTo>
                  <a:pt x="5022" y="3478"/>
                  <a:pt x="8305" y="5602"/>
                  <a:pt x="9849" y="8886"/>
                </a:cubicBezTo>
                <a:lnTo>
                  <a:pt x="31867" y="56399"/>
                </a:lnTo>
                <a:lnTo>
                  <a:pt x="32448" y="57943"/>
                </a:lnTo>
                <a:lnTo>
                  <a:pt x="35345" y="63737"/>
                </a:lnTo>
                <a:cubicBezTo>
                  <a:pt x="40753" y="73395"/>
                  <a:pt x="43844" y="80347"/>
                  <a:pt x="43844" y="83244"/>
                </a:cubicBezTo>
                <a:cubicBezTo>
                  <a:pt x="43844" y="86141"/>
                  <a:pt x="39400" y="98307"/>
                  <a:pt x="36117" y="104101"/>
                </a:cubicBezTo>
                <a:cubicBezTo>
                  <a:pt x="33414" y="109123"/>
                  <a:pt x="29165" y="112792"/>
                  <a:pt x="26459" y="112792"/>
                </a:cubicBezTo>
                <a:cubicBezTo>
                  <a:pt x="25301" y="112792"/>
                  <a:pt x="23562" y="112406"/>
                  <a:pt x="21632" y="111442"/>
                </a:cubicBezTo>
                <a:cubicBezTo>
                  <a:pt x="17963" y="110089"/>
                  <a:pt x="14680" y="109317"/>
                  <a:pt x="11396" y="109317"/>
                </a:cubicBezTo>
                <a:cubicBezTo>
                  <a:pt x="6952" y="109317"/>
                  <a:pt x="3092" y="113181"/>
                  <a:pt x="3092" y="117814"/>
                </a:cubicBezTo>
                <a:cubicBezTo>
                  <a:pt x="3092" y="124188"/>
                  <a:pt x="9272" y="129019"/>
                  <a:pt x="17382" y="129019"/>
                </a:cubicBezTo>
                <a:cubicBezTo>
                  <a:pt x="30323" y="129019"/>
                  <a:pt x="39594" y="118203"/>
                  <a:pt x="50024" y="90391"/>
                </a:cubicBezTo>
                <a:lnTo>
                  <a:pt x="79767" y="11591"/>
                </a:lnTo>
                <a:cubicBezTo>
                  <a:pt x="82278" y="5408"/>
                  <a:pt x="84402" y="3478"/>
                  <a:pt x="89038" y="2900"/>
                </a:cubicBezTo>
                <a:lnTo>
                  <a:pt x="890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4E32E8-0B2E-44E3-AA9C-5BFD2039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646" y="1554442"/>
            <a:ext cx="1648654" cy="262692"/>
          </a:xfrm>
          <a:custGeom xmlns:a="http://schemas.openxmlformats.org/drawingml/2006/main">
            <a:pathLst>
              <a:path w="1648654" h="262692">
                <a:moveTo>
                  <a:pt x="1538746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52783"/>
                </a:lnTo>
                <a:cubicBezTo>
                  <a:pt x="0" y="213485"/>
                  <a:pt x="49207" y="262692"/>
                  <a:pt x="109909" y="262692"/>
                </a:cubicBezTo>
                <a:lnTo>
                  <a:pt x="1538746" y="262692"/>
                </a:lnTo>
                <a:cubicBezTo>
                  <a:pt x="1599447" y="262692"/>
                  <a:pt x="1648654" y="213485"/>
                  <a:pt x="1648654" y="152783"/>
                </a:cubicBezTo>
                <a:lnTo>
                  <a:pt x="1648654" y="109909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262692"/>
                </a:moveTo>
              </a:path>
            </a:pathLst>
          </a:custGeom>
          <a:solidFill xmlns:a="http://schemas.openxmlformats.org/drawingml/2006/main">
            <a:srgbClr val="F8AF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D29EA-8989-4C6E-A0BA-F6BEC489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646" y="1554442"/>
            <a:ext cx="1648654" cy="262692"/>
          </a:xfrm>
          <a:custGeom xmlns:a="http://schemas.openxmlformats.org/drawingml/2006/main">
            <a:pathLst>
              <a:path w="1648654" h="262692" fill="none">
                <a:moveTo>
                  <a:pt x="1538746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52783"/>
                </a:lnTo>
                <a:cubicBezTo>
                  <a:pt x="0" y="213485"/>
                  <a:pt x="49207" y="262692"/>
                  <a:pt x="109909" y="262692"/>
                </a:cubicBezTo>
                <a:lnTo>
                  <a:pt x="1538746" y="262692"/>
                </a:lnTo>
                <a:cubicBezTo>
                  <a:pt x="1599447" y="262692"/>
                  <a:pt x="1648654" y="213485"/>
                  <a:pt x="1648654" y="152783"/>
                </a:cubicBezTo>
                <a:lnTo>
                  <a:pt x="1648654" y="109909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262692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01" name="Text NoisedLatent">
            <a:extLst xmlns:a="http://schemas.openxmlformats.org/drawingml/2006/main">
              <a:ext uri="{FF2B5EF4-FFF2-40B4-BE49-F238E27FC236}">
                <a16:creationId xmlns:a16="http://schemas.microsoft.com/office/drawing/2014/main" id="{C1AF1B3F-185E-41D4-A2E7-FFFB932C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795" y="1618608"/>
            <a:ext cx="1086810" cy="133982"/>
          </a:xfrm>
          <a:custGeom xmlns:a="http://schemas.openxmlformats.org/drawingml/2006/main">
            <a:pathLst>
              <a:path w="1086810" h="133982">
                <a:moveTo>
                  <a:pt x="115886" y="133982"/>
                </a:moveTo>
                <a:lnTo>
                  <a:pt x="115886" y="32412"/>
                </a:lnTo>
                <a:cubicBezTo>
                  <a:pt x="115886" y="20827"/>
                  <a:pt x="117817" y="13683"/>
                  <a:pt x="121486" y="11173"/>
                </a:cubicBezTo>
                <a:cubicBezTo>
                  <a:pt x="124191" y="9242"/>
                  <a:pt x="126894" y="8470"/>
                  <a:pt x="134235" y="7698"/>
                </a:cubicBezTo>
                <a:lnTo>
                  <a:pt x="134235" y="4026"/>
                </a:lnTo>
                <a:lnTo>
                  <a:pt x="88847" y="4026"/>
                </a:lnTo>
                <a:lnTo>
                  <a:pt x="88847" y="7698"/>
                </a:lnTo>
                <a:cubicBezTo>
                  <a:pt x="96185" y="8275"/>
                  <a:pt x="98887" y="9048"/>
                  <a:pt x="101784" y="10786"/>
                </a:cubicBezTo>
                <a:cubicBezTo>
                  <a:pt x="105648" y="13489"/>
                  <a:pt x="107387" y="20441"/>
                  <a:pt x="107387" y="32412"/>
                </a:cubicBezTo>
                <a:lnTo>
                  <a:pt x="107387" y="97488"/>
                </a:lnTo>
                <a:lnTo>
                  <a:pt x="33028" y="4026"/>
                </a:lnTo>
                <a:lnTo>
                  <a:pt x="0" y="4026"/>
                </a:lnTo>
                <a:lnTo>
                  <a:pt x="0" y="7698"/>
                </a:lnTo>
                <a:cubicBezTo>
                  <a:pt x="8305" y="7698"/>
                  <a:pt x="11007" y="9242"/>
                  <a:pt x="18735" y="18316"/>
                </a:cubicBezTo>
                <a:lnTo>
                  <a:pt x="18735" y="103473"/>
                </a:lnTo>
                <a:cubicBezTo>
                  <a:pt x="18735" y="123410"/>
                  <a:pt x="16029" y="127080"/>
                  <a:pt x="0" y="128238"/>
                </a:cubicBezTo>
                <a:lnTo>
                  <a:pt x="0" y="131907"/>
                </a:lnTo>
                <a:lnTo>
                  <a:pt x="45388" y="131907"/>
                </a:lnTo>
                <a:lnTo>
                  <a:pt x="45388" y="128238"/>
                </a:lnTo>
                <a:cubicBezTo>
                  <a:pt x="30517" y="127466"/>
                  <a:pt x="27234" y="123024"/>
                  <a:pt x="27234" y="103517"/>
                </a:cubicBezTo>
                <a:lnTo>
                  <a:pt x="27234" y="27806"/>
                </a:lnTo>
                <a:lnTo>
                  <a:pt x="112600" y="133982"/>
                </a:lnTo>
                <a:lnTo>
                  <a:pt x="115886" y="133982"/>
                </a:lnTo>
                <a:close/>
                <a:moveTo>
                  <a:pt x="185418" y="43069"/>
                </a:moveTo>
                <a:cubicBezTo>
                  <a:pt x="160308" y="43069"/>
                  <a:pt x="142732" y="61604"/>
                  <a:pt x="142732" y="88240"/>
                </a:cubicBezTo>
                <a:cubicBezTo>
                  <a:pt x="142732" y="114295"/>
                  <a:pt x="160694" y="133793"/>
                  <a:pt x="185029" y="133793"/>
                </a:cubicBezTo>
                <a:cubicBezTo>
                  <a:pt x="209366" y="133793"/>
                  <a:pt x="227906" y="113331"/>
                  <a:pt x="227906" y="86695"/>
                </a:cubicBezTo>
                <a:cubicBezTo>
                  <a:pt x="227906" y="61409"/>
                  <a:pt x="210138" y="43069"/>
                  <a:pt x="185418" y="43069"/>
                </a:cubicBezTo>
                <a:moveTo>
                  <a:pt x="182907" y="48480"/>
                </a:moveTo>
                <a:cubicBezTo>
                  <a:pt x="199131" y="48480"/>
                  <a:pt x="210524" y="67009"/>
                  <a:pt x="210524" y="93450"/>
                </a:cubicBezTo>
                <a:cubicBezTo>
                  <a:pt x="210524" y="115262"/>
                  <a:pt x="201833" y="128385"/>
                  <a:pt x="187348" y="128385"/>
                </a:cubicBezTo>
                <a:cubicBezTo>
                  <a:pt x="179815" y="128385"/>
                  <a:pt x="172668" y="123755"/>
                  <a:pt x="168613" y="116034"/>
                </a:cubicBezTo>
                <a:cubicBezTo>
                  <a:pt x="163205" y="105996"/>
                  <a:pt x="160114" y="92486"/>
                  <a:pt x="160114" y="78782"/>
                </a:cubicBezTo>
                <a:cubicBezTo>
                  <a:pt x="160114" y="60445"/>
                  <a:pt x="169191" y="48480"/>
                  <a:pt x="182907" y="48480"/>
                </a:cubicBezTo>
                <a:close/>
                <a:moveTo>
                  <a:pt x="267500" y="43069"/>
                </a:moveTo>
                <a:lnTo>
                  <a:pt x="237564" y="53632"/>
                </a:lnTo>
                <a:lnTo>
                  <a:pt x="237564" y="56532"/>
                </a:lnTo>
                <a:lnTo>
                  <a:pt x="239111" y="56337"/>
                </a:lnTo>
                <a:cubicBezTo>
                  <a:pt x="241427" y="55951"/>
                  <a:pt x="243938" y="55756"/>
                  <a:pt x="245677" y="55756"/>
                </a:cubicBezTo>
                <a:cubicBezTo>
                  <a:pt x="250313" y="55756"/>
                  <a:pt x="252049" y="58848"/>
                  <a:pt x="252049" y="67353"/>
                </a:cubicBezTo>
                <a:lnTo>
                  <a:pt x="252049" y="112197"/>
                </a:lnTo>
                <a:cubicBezTo>
                  <a:pt x="252049" y="126113"/>
                  <a:pt x="250118" y="128238"/>
                  <a:pt x="236791" y="129010"/>
                </a:cubicBezTo>
                <a:lnTo>
                  <a:pt x="236791" y="131907"/>
                </a:lnTo>
                <a:lnTo>
                  <a:pt x="282566" y="131907"/>
                </a:lnTo>
                <a:lnTo>
                  <a:pt x="282566" y="129010"/>
                </a:lnTo>
                <a:cubicBezTo>
                  <a:pt x="269820" y="128046"/>
                  <a:pt x="268272" y="126113"/>
                  <a:pt x="268272" y="112197"/>
                </a:cubicBezTo>
                <a:lnTo>
                  <a:pt x="268272" y="43650"/>
                </a:lnTo>
                <a:lnTo>
                  <a:pt x="267500" y="43069"/>
                </a:lnTo>
                <a:moveTo>
                  <a:pt x="258423" y="65"/>
                </a:moveTo>
                <a:cubicBezTo>
                  <a:pt x="253210" y="65"/>
                  <a:pt x="248765" y="4509"/>
                  <a:pt x="248765" y="9917"/>
                </a:cubicBezTo>
                <a:cubicBezTo>
                  <a:pt x="248765" y="15325"/>
                  <a:pt x="253015" y="19766"/>
                  <a:pt x="258423" y="19766"/>
                </a:cubicBezTo>
                <a:cubicBezTo>
                  <a:pt x="264026" y="19766"/>
                  <a:pt x="268467" y="15517"/>
                  <a:pt x="268467" y="9917"/>
                </a:cubicBezTo>
                <a:cubicBezTo>
                  <a:pt x="268467" y="4509"/>
                  <a:pt x="264026" y="65"/>
                  <a:pt x="258423" y="65"/>
                </a:cubicBezTo>
                <a:close/>
                <a:moveTo>
                  <a:pt x="348233" y="71223"/>
                </a:moveTo>
                <a:lnTo>
                  <a:pt x="347461" y="44955"/>
                </a:lnTo>
                <a:lnTo>
                  <a:pt x="345336" y="44955"/>
                </a:lnTo>
                <a:lnTo>
                  <a:pt x="344950" y="45344"/>
                </a:lnTo>
                <a:cubicBezTo>
                  <a:pt x="343211" y="46694"/>
                  <a:pt x="343020" y="46889"/>
                  <a:pt x="342248" y="46889"/>
                </a:cubicBezTo>
                <a:cubicBezTo>
                  <a:pt x="341090" y="46889"/>
                  <a:pt x="339156" y="46503"/>
                  <a:pt x="337031" y="45536"/>
                </a:cubicBezTo>
                <a:cubicBezTo>
                  <a:pt x="332782" y="44033"/>
                  <a:pt x="328535" y="43258"/>
                  <a:pt x="323513" y="43258"/>
                </a:cubicBezTo>
                <a:cubicBezTo>
                  <a:pt x="308253" y="43258"/>
                  <a:pt x="297245" y="53107"/>
                  <a:pt x="297245" y="67006"/>
                </a:cubicBezTo>
                <a:cubicBezTo>
                  <a:pt x="297245" y="77813"/>
                  <a:pt x="303425" y="85534"/>
                  <a:pt x="319844" y="94800"/>
                </a:cubicBezTo>
                <a:lnTo>
                  <a:pt x="331046" y="101171"/>
                </a:lnTo>
                <a:cubicBezTo>
                  <a:pt x="337803" y="105032"/>
                  <a:pt x="341090" y="109665"/>
                  <a:pt x="341090" y="115648"/>
                </a:cubicBezTo>
                <a:cubicBezTo>
                  <a:pt x="341090" y="124141"/>
                  <a:pt x="334906" y="129546"/>
                  <a:pt x="325057" y="129546"/>
                </a:cubicBezTo>
                <a:cubicBezTo>
                  <a:pt x="318491" y="129546"/>
                  <a:pt x="312503" y="127035"/>
                  <a:pt x="308833" y="122789"/>
                </a:cubicBezTo>
                <a:cubicBezTo>
                  <a:pt x="304778" y="117964"/>
                  <a:pt x="303039" y="113523"/>
                  <a:pt x="300528" y="102521"/>
                </a:cubicBezTo>
                <a:lnTo>
                  <a:pt x="297437" y="102521"/>
                </a:lnTo>
                <a:lnTo>
                  <a:pt x="297437" y="132635"/>
                </a:lnTo>
                <a:lnTo>
                  <a:pt x="299948" y="132635"/>
                </a:lnTo>
                <a:cubicBezTo>
                  <a:pt x="301301" y="130704"/>
                  <a:pt x="302073" y="130318"/>
                  <a:pt x="304392" y="130318"/>
                </a:cubicBezTo>
                <a:cubicBezTo>
                  <a:pt x="306131" y="130363"/>
                  <a:pt x="308833" y="130749"/>
                  <a:pt x="313275" y="131907"/>
                </a:cubicBezTo>
                <a:cubicBezTo>
                  <a:pt x="318683" y="133021"/>
                  <a:pt x="323899" y="133793"/>
                  <a:pt x="327374" y="133793"/>
                </a:cubicBezTo>
                <a:cubicBezTo>
                  <a:pt x="342248" y="133793"/>
                  <a:pt x="354608" y="122597"/>
                  <a:pt x="354608" y="109084"/>
                </a:cubicBezTo>
                <a:cubicBezTo>
                  <a:pt x="354608" y="99433"/>
                  <a:pt x="349972" y="93064"/>
                  <a:pt x="338384" y="86115"/>
                </a:cubicBezTo>
                <a:lnTo>
                  <a:pt x="317524" y="73760"/>
                </a:lnTo>
                <a:cubicBezTo>
                  <a:pt x="312116" y="70672"/>
                  <a:pt x="309219" y="65847"/>
                  <a:pt x="309219" y="60634"/>
                </a:cubicBezTo>
                <a:cubicBezTo>
                  <a:pt x="309219" y="52912"/>
                  <a:pt x="315208" y="47507"/>
                  <a:pt x="324091" y="47507"/>
                </a:cubicBezTo>
                <a:cubicBezTo>
                  <a:pt x="335101" y="47507"/>
                  <a:pt x="340895" y="54071"/>
                  <a:pt x="345336" y="71252"/>
                </a:cubicBezTo>
                <a:lnTo>
                  <a:pt x="348233" y="71223"/>
                </a:lnTo>
                <a:close/>
                <a:moveTo>
                  <a:pt x="441328" y="100178"/>
                </a:moveTo>
                <a:cubicBezTo>
                  <a:pt x="432060" y="114864"/>
                  <a:pt x="423752" y="120469"/>
                  <a:pt x="411391" y="120469"/>
                </a:cubicBezTo>
                <a:cubicBezTo>
                  <a:pt x="400384" y="120469"/>
                  <a:pt x="392079" y="114864"/>
                  <a:pt x="386477" y="103850"/>
                </a:cubicBezTo>
                <a:cubicBezTo>
                  <a:pt x="382999" y="96506"/>
                  <a:pt x="381649" y="90129"/>
                  <a:pt x="381263" y="78340"/>
                </a:cubicBezTo>
                <a:lnTo>
                  <a:pt x="440751" y="78340"/>
                </a:lnTo>
                <a:cubicBezTo>
                  <a:pt x="439203" y="65809"/>
                  <a:pt x="437273" y="60227"/>
                  <a:pt x="432446" y="54068"/>
                </a:cubicBezTo>
                <a:cubicBezTo>
                  <a:pt x="426649" y="47127"/>
                  <a:pt x="417766" y="43069"/>
                  <a:pt x="407722" y="43069"/>
                </a:cubicBezTo>
                <a:cubicBezTo>
                  <a:pt x="398065" y="43069"/>
                  <a:pt x="388987" y="46547"/>
                  <a:pt x="381649" y="53104"/>
                </a:cubicBezTo>
                <a:cubicBezTo>
                  <a:pt x="372569" y="60996"/>
                  <a:pt x="367356" y="74671"/>
                  <a:pt x="367356" y="90515"/>
                </a:cubicBezTo>
                <a:cubicBezTo>
                  <a:pt x="367356" y="117183"/>
                  <a:pt x="381263" y="133793"/>
                  <a:pt x="403473" y="133793"/>
                </a:cubicBezTo>
                <a:cubicBezTo>
                  <a:pt x="421821" y="133793"/>
                  <a:pt x="436306" y="122400"/>
                  <a:pt x="444420" y="101531"/>
                </a:cubicBezTo>
                <a:lnTo>
                  <a:pt x="441328" y="100178"/>
                </a:lnTo>
                <a:moveTo>
                  <a:pt x="381649" y="72160"/>
                </a:moveTo>
                <a:cubicBezTo>
                  <a:pt x="383771" y="57147"/>
                  <a:pt x="390340" y="50024"/>
                  <a:pt x="402120" y="50024"/>
                </a:cubicBezTo>
                <a:cubicBezTo>
                  <a:pt x="413902" y="50024"/>
                  <a:pt x="418538" y="55415"/>
                  <a:pt x="421049" y="72160"/>
                </a:cubicBezTo>
                <a:lnTo>
                  <a:pt x="381649" y="72160"/>
                </a:lnTo>
                <a:close/>
                <a:moveTo>
                  <a:pt x="514724" y="133793"/>
                </a:moveTo>
                <a:lnTo>
                  <a:pt x="543116" y="123752"/>
                </a:lnTo>
                <a:lnTo>
                  <a:pt x="543116" y="120664"/>
                </a:lnTo>
                <a:cubicBezTo>
                  <a:pt x="539639" y="120855"/>
                  <a:pt x="539252" y="120855"/>
                  <a:pt x="538672" y="120855"/>
                </a:cubicBezTo>
                <a:cubicBezTo>
                  <a:pt x="531720" y="120855"/>
                  <a:pt x="530175" y="118733"/>
                  <a:pt x="530175" y="109854"/>
                </a:cubicBezTo>
                <a:lnTo>
                  <a:pt x="530175" y="386"/>
                </a:lnTo>
                <a:lnTo>
                  <a:pt x="529209" y="0"/>
                </a:lnTo>
                <a:cubicBezTo>
                  <a:pt x="519937" y="3283"/>
                  <a:pt x="513179" y="5213"/>
                  <a:pt x="500816" y="8499"/>
                </a:cubicBezTo>
                <a:lnTo>
                  <a:pt x="500816" y="11588"/>
                </a:lnTo>
                <a:cubicBezTo>
                  <a:pt x="502363" y="11396"/>
                  <a:pt x="503522" y="11396"/>
                  <a:pt x="505066" y="11396"/>
                </a:cubicBezTo>
                <a:cubicBezTo>
                  <a:pt x="512213" y="11396"/>
                  <a:pt x="513951" y="13327"/>
                  <a:pt x="513951" y="21246"/>
                </a:cubicBezTo>
                <a:lnTo>
                  <a:pt x="513951" y="51374"/>
                </a:lnTo>
                <a:cubicBezTo>
                  <a:pt x="506610" y="45194"/>
                  <a:pt x="501397" y="43069"/>
                  <a:pt x="493669" y="43069"/>
                </a:cubicBezTo>
                <a:cubicBezTo>
                  <a:pt x="471460" y="43069"/>
                  <a:pt x="453497" y="64884"/>
                  <a:pt x="453497" y="92292"/>
                </a:cubicBezTo>
                <a:cubicBezTo>
                  <a:pt x="453497" y="116995"/>
                  <a:pt x="467982" y="133793"/>
                  <a:pt x="489228" y="133793"/>
                </a:cubicBezTo>
                <a:cubicBezTo>
                  <a:pt x="500044" y="133793"/>
                  <a:pt x="507385" y="129932"/>
                  <a:pt x="513951" y="120855"/>
                </a:cubicBezTo>
                <a:lnTo>
                  <a:pt x="513951" y="133215"/>
                </a:lnTo>
                <a:lnTo>
                  <a:pt x="514724" y="133793"/>
                </a:lnTo>
                <a:moveTo>
                  <a:pt x="513951" y="112170"/>
                </a:moveTo>
                <a:cubicBezTo>
                  <a:pt x="513951" y="113523"/>
                  <a:pt x="512599" y="115839"/>
                  <a:pt x="510668" y="117961"/>
                </a:cubicBezTo>
                <a:cubicBezTo>
                  <a:pt x="507191" y="121822"/>
                  <a:pt x="502363" y="123752"/>
                  <a:pt x="496761" y="123752"/>
                </a:cubicBezTo>
                <a:cubicBezTo>
                  <a:pt x="480732" y="123752"/>
                  <a:pt x="470107" y="108309"/>
                  <a:pt x="470107" y="84570"/>
                </a:cubicBezTo>
                <a:cubicBezTo>
                  <a:pt x="470107" y="62762"/>
                  <a:pt x="479570" y="48480"/>
                  <a:pt x="494250" y="48480"/>
                </a:cubicBezTo>
                <a:cubicBezTo>
                  <a:pt x="504488" y="48480"/>
                  <a:pt x="513951" y="57548"/>
                  <a:pt x="513951" y="67778"/>
                </a:cubicBezTo>
                <a:lnTo>
                  <a:pt x="513951" y="112170"/>
                </a:lnTo>
                <a:close/>
                <a:moveTo>
                  <a:pt x="703810" y="98298"/>
                </a:moveTo>
                <a:cubicBezTo>
                  <a:pt x="700527" y="105636"/>
                  <a:pt x="697822" y="110081"/>
                  <a:pt x="694925" y="113364"/>
                </a:cubicBezTo>
                <a:cubicBezTo>
                  <a:pt x="688164" y="120899"/>
                  <a:pt x="677543" y="124377"/>
                  <a:pt x="661510" y="124377"/>
                </a:cubicBezTo>
                <a:lnTo>
                  <a:pt x="648570" y="124377"/>
                </a:lnTo>
                <a:cubicBezTo>
                  <a:pt x="634471" y="124377"/>
                  <a:pt x="631960" y="123216"/>
                  <a:pt x="631960" y="116455"/>
                </a:cubicBezTo>
                <a:lnTo>
                  <a:pt x="631960" y="25083"/>
                </a:lnTo>
                <a:cubicBezTo>
                  <a:pt x="631960" y="11367"/>
                  <a:pt x="634665" y="8662"/>
                  <a:pt x="649922" y="7698"/>
                </a:cubicBezTo>
                <a:lnTo>
                  <a:pt x="649922" y="4026"/>
                </a:lnTo>
                <a:lnTo>
                  <a:pt x="595457" y="4026"/>
                </a:lnTo>
                <a:lnTo>
                  <a:pt x="595457" y="7698"/>
                </a:lnTo>
                <a:cubicBezTo>
                  <a:pt x="609750" y="8856"/>
                  <a:pt x="612261" y="11562"/>
                  <a:pt x="612261" y="25083"/>
                </a:cubicBezTo>
                <a:lnTo>
                  <a:pt x="612261" y="110853"/>
                </a:lnTo>
                <a:cubicBezTo>
                  <a:pt x="612261" y="124377"/>
                  <a:pt x="609556" y="127274"/>
                  <a:pt x="595457" y="128238"/>
                </a:cubicBezTo>
                <a:lnTo>
                  <a:pt x="595457" y="131907"/>
                </a:lnTo>
                <a:lnTo>
                  <a:pt x="699366" y="131907"/>
                </a:lnTo>
                <a:lnTo>
                  <a:pt x="708638" y="98301"/>
                </a:lnTo>
                <a:lnTo>
                  <a:pt x="703810" y="98298"/>
                </a:lnTo>
                <a:close/>
                <a:moveTo>
                  <a:pt x="796516" y="119119"/>
                </a:moveTo>
                <a:cubicBezTo>
                  <a:pt x="793233" y="121819"/>
                  <a:pt x="790917" y="122786"/>
                  <a:pt x="788020" y="122786"/>
                </a:cubicBezTo>
                <a:cubicBezTo>
                  <a:pt x="783578" y="122786"/>
                  <a:pt x="782226" y="120083"/>
                  <a:pt x="782226" y="111592"/>
                </a:cubicBezTo>
                <a:lnTo>
                  <a:pt x="782226" y="73955"/>
                </a:lnTo>
                <a:cubicBezTo>
                  <a:pt x="782226" y="63917"/>
                  <a:pt x="781259" y="58320"/>
                  <a:pt x="778362" y="53688"/>
                </a:cubicBezTo>
                <a:cubicBezTo>
                  <a:pt x="774112" y="46741"/>
                  <a:pt x="765807" y="43069"/>
                  <a:pt x="754414" y="43069"/>
                </a:cubicBezTo>
                <a:cubicBezTo>
                  <a:pt x="736257" y="43069"/>
                  <a:pt x="721966" y="52529"/>
                  <a:pt x="721966" y="64689"/>
                </a:cubicBezTo>
                <a:cubicBezTo>
                  <a:pt x="721966" y="69130"/>
                  <a:pt x="725827" y="72988"/>
                  <a:pt x="730271" y="72988"/>
                </a:cubicBezTo>
                <a:cubicBezTo>
                  <a:pt x="734904" y="72988"/>
                  <a:pt x="738962" y="69130"/>
                  <a:pt x="738962" y="64884"/>
                </a:cubicBezTo>
                <a:cubicBezTo>
                  <a:pt x="738962" y="64112"/>
                  <a:pt x="738768" y="63145"/>
                  <a:pt x="738576" y="61795"/>
                </a:cubicBezTo>
                <a:cubicBezTo>
                  <a:pt x="738190" y="60059"/>
                  <a:pt x="737995" y="58515"/>
                  <a:pt x="737995" y="57162"/>
                </a:cubicBezTo>
                <a:cubicBezTo>
                  <a:pt x="737995" y="51952"/>
                  <a:pt x="744176" y="47705"/>
                  <a:pt x="751903" y="47705"/>
                </a:cubicBezTo>
                <a:cubicBezTo>
                  <a:pt x="761366" y="47705"/>
                  <a:pt x="766579" y="53301"/>
                  <a:pt x="766579" y="63725"/>
                </a:cubicBezTo>
                <a:lnTo>
                  <a:pt x="766579" y="75499"/>
                </a:lnTo>
                <a:cubicBezTo>
                  <a:pt x="736837" y="87464"/>
                  <a:pt x="733554" y="89009"/>
                  <a:pt x="725249" y="96344"/>
                </a:cubicBezTo>
                <a:cubicBezTo>
                  <a:pt x="720999" y="100205"/>
                  <a:pt x="718294" y="106765"/>
                  <a:pt x="718294" y="113134"/>
                </a:cubicBezTo>
                <a:cubicBezTo>
                  <a:pt x="718294" y="125297"/>
                  <a:pt x="726793" y="133793"/>
                  <a:pt x="738576" y="133793"/>
                </a:cubicBezTo>
                <a:cubicBezTo>
                  <a:pt x="747073" y="133793"/>
                  <a:pt x="754991" y="129738"/>
                  <a:pt x="766774" y="119694"/>
                </a:cubicBezTo>
                <a:cubicBezTo>
                  <a:pt x="767741" y="129738"/>
                  <a:pt x="771215" y="133793"/>
                  <a:pt x="779134" y="133793"/>
                </a:cubicBezTo>
                <a:cubicBezTo>
                  <a:pt x="785700" y="133793"/>
                  <a:pt x="789759" y="131477"/>
                  <a:pt x="796516" y="124138"/>
                </a:cubicBezTo>
                <a:lnTo>
                  <a:pt x="796516" y="119119"/>
                </a:lnTo>
                <a:moveTo>
                  <a:pt x="766579" y="108106"/>
                </a:moveTo>
                <a:cubicBezTo>
                  <a:pt x="766579" y="114095"/>
                  <a:pt x="765616" y="115833"/>
                  <a:pt x="761558" y="118150"/>
                </a:cubicBezTo>
                <a:cubicBezTo>
                  <a:pt x="756925" y="120855"/>
                  <a:pt x="751517" y="122591"/>
                  <a:pt x="747459" y="122591"/>
                </a:cubicBezTo>
                <a:cubicBezTo>
                  <a:pt x="740701" y="122591"/>
                  <a:pt x="735293" y="116025"/>
                  <a:pt x="735293" y="107720"/>
                </a:cubicBezTo>
                <a:lnTo>
                  <a:pt x="735293" y="106948"/>
                </a:lnTo>
                <a:cubicBezTo>
                  <a:pt x="735293" y="95551"/>
                  <a:pt x="743209" y="88599"/>
                  <a:pt x="766579" y="80100"/>
                </a:cubicBezTo>
                <a:lnTo>
                  <a:pt x="766579" y="108106"/>
                </a:lnTo>
                <a:close/>
                <a:moveTo>
                  <a:pt x="846155" y="44955"/>
                </a:moveTo>
                <a:lnTo>
                  <a:pt x="826648" y="44955"/>
                </a:lnTo>
                <a:lnTo>
                  <a:pt x="826648" y="22551"/>
                </a:lnTo>
                <a:cubicBezTo>
                  <a:pt x="826648" y="20621"/>
                  <a:pt x="826456" y="20040"/>
                  <a:pt x="825295" y="20040"/>
                </a:cubicBezTo>
                <a:cubicBezTo>
                  <a:pt x="823945" y="21779"/>
                  <a:pt x="822784" y="23518"/>
                  <a:pt x="821434" y="25448"/>
                </a:cubicBezTo>
                <a:cubicBezTo>
                  <a:pt x="814093" y="36073"/>
                  <a:pt x="805788" y="45344"/>
                  <a:pt x="802699" y="46116"/>
                </a:cubicBezTo>
                <a:cubicBezTo>
                  <a:pt x="800575" y="47466"/>
                  <a:pt x="799413" y="48819"/>
                  <a:pt x="799413" y="49786"/>
                </a:cubicBezTo>
                <a:cubicBezTo>
                  <a:pt x="799413" y="50366"/>
                  <a:pt x="799608" y="50752"/>
                  <a:pt x="800189" y="51138"/>
                </a:cubicBezTo>
                <a:lnTo>
                  <a:pt x="810424" y="51138"/>
                </a:lnTo>
                <a:lnTo>
                  <a:pt x="810424" y="109267"/>
                </a:lnTo>
                <a:cubicBezTo>
                  <a:pt x="810424" y="125488"/>
                  <a:pt x="816218" y="133793"/>
                  <a:pt x="827614" y="133793"/>
                </a:cubicBezTo>
                <a:cubicBezTo>
                  <a:pt x="837078" y="133793"/>
                  <a:pt x="844416" y="129160"/>
                  <a:pt x="850790" y="119116"/>
                </a:cubicBezTo>
                <a:lnTo>
                  <a:pt x="848280" y="116992"/>
                </a:lnTo>
                <a:cubicBezTo>
                  <a:pt x="844224" y="121819"/>
                  <a:pt x="840941" y="123752"/>
                  <a:pt x="836691" y="123752"/>
                </a:cubicBezTo>
                <a:cubicBezTo>
                  <a:pt x="829545" y="123752"/>
                  <a:pt x="826648" y="118536"/>
                  <a:pt x="826648" y="106370"/>
                </a:cubicBezTo>
                <a:lnTo>
                  <a:pt x="826648" y="51138"/>
                </a:lnTo>
                <a:lnTo>
                  <a:pt x="846155" y="51138"/>
                </a:lnTo>
                <a:lnTo>
                  <a:pt x="846155" y="44955"/>
                </a:lnTo>
                <a:close/>
                <a:moveTo>
                  <a:pt x="929398" y="100178"/>
                </a:moveTo>
                <a:cubicBezTo>
                  <a:pt x="920130" y="114864"/>
                  <a:pt x="911822" y="120469"/>
                  <a:pt x="899462" y="120469"/>
                </a:cubicBezTo>
                <a:cubicBezTo>
                  <a:pt x="888454" y="120469"/>
                  <a:pt x="880149" y="114864"/>
                  <a:pt x="874547" y="103850"/>
                </a:cubicBezTo>
                <a:cubicBezTo>
                  <a:pt x="871069" y="96506"/>
                  <a:pt x="869719" y="90129"/>
                  <a:pt x="869333" y="78340"/>
                </a:cubicBezTo>
                <a:lnTo>
                  <a:pt x="928821" y="78340"/>
                </a:lnTo>
                <a:cubicBezTo>
                  <a:pt x="927274" y="65809"/>
                  <a:pt x="925343" y="60227"/>
                  <a:pt x="920516" y="54068"/>
                </a:cubicBezTo>
                <a:cubicBezTo>
                  <a:pt x="914719" y="47127"/>
                  <a:pt x="905836" y="43069"/>
                  <a:pt x="895792" y="43069"/>
                </a:cubicBezTo>
                <a:cubicBezTo>
                  <a:pt x="886135" y="43069"/>
                  <a:pt x="877058" y="46547"/>
                  <a:pt x="869719" y="53104"/>
                </a:cubicBezTo>
                <a:cubicBezTo>
                  <a:pt x="860639" y="60996"/>
                  <a:pt x="855426" y="74671"/>
                  <a:pt x="855426" y="90515"/>
                </a:cubicBezTo>
                <a:cubicBezTo>
                  <a:pt x="855426" y="117183"/>
                  <a:pt x="869333" y="133793"/>
                  <a:pt x="891543" y="133793"/>
                </a:cubicBezTo>
                <a:cubicBezTo>
                  <a:pt x="909891" y="133793"/>
                  <a:pt x="924376" y="122400"/>
                  <a:pt x="932490" y="101531"/>
                </a:cubicBezTo>
                <a:lnTo>
                  <a:pt x="929398" y="100178"/>
                </a:lnTo>
                <a:moveTo>
                  <a:pt x="869719" y="72160"/>
                </a:moveTo>
                <a:cubicBezTo>
                  <a:pt x="871841" y="57147"/>
                  <a:pt x="878410" y="50024"/>
                  <a:pt x="890190" y="50024"/>
                </a:cubicBezTo>
                <a:cubicBezTo>
                  <a:pt x="901973" y="50024"/>
                  <a:pt x="906608" y="55415"/>
                  <a:pt x="909119" y="72160"/>
                </a:cubicBezTo>
                <a:lnTo>
                  <a:pt x="869719" y="72160"/>
                </a:lnTo>
                <a:close/>
                <a:moveTo>
                  <a:pt x="939443" y="55046"/>
                </a:moveTo>
                <a:cubicBezTo>
                  <a:pt x="940601" y="54466"/>
                  <a:pt x="942534" y="54274"/>
                  <a:pt x="944659" y="54274"/>
                </a:cubicBezTo>
                <a:cubicBezTo>
                  <a:pt x="950067" y="54274"/>
                  <a:pt x="951803" y="57171"/>
                  <a:pt x="951803" y="66631"/>
                </a:cubicBezTo>
                <a:lnTo>
                  <a:pt x="951803" y="114528"/>
                </a:lnTo>
                <a:cubicBezTo>
                  <a:pt x="951803" y="125535"/>
                  <a:pt x="949678" y="128238"/>
                  <a:pt x="939829" y="129010"/>
                </a:cubicBezTo>
                <a:lnTo>
                  <a:pt x="939829" y="131907"/>
                </a:lnTo>
                <a:lnTo>
                  <a:pt x="980776" y="131907"/>
                </a:lnTo>
                <a:lnTo>
                  <a:pt x="980776" y="129010"/>
                </a:lnTo>
                <a:cubicBezTo>
                  <a:pt x="970924" y="128238"/>
                  <a:pt x="968027" y="125921"/>
                  <a:pt x="968027" y="118969"/>
                </a:cubicBezTo>
                <a:lnTo>
                  <a:pt x="968027" y="64701"/>
                </a:lnTo>
                <a:cubicBezTo>
                  <a:pt x="977298" y="56010"/>
                  <a:pt x="981548" y="53693"/>
                  <a:pt x="987923" y="53693"/>
                </a:cubicBezTo>
                <a:cubicBezTo>
                  <a:pt x="997386" y="53693"/>
                  <a:pt x="1002022" y="59679"/>
                  <a:pt x="1002022" y="72425"/>
                </a:cubicBezTo>
                <a:lnTo>
                  <a:pt x="1002022" y="112789"/>
                </a:lnTo>
                <a:cubicBezTo>
                  <a:pt x="1002022" y="124955"/>
                  <a:pt x="999511" y="128238"/>
                  <a:pt x="989853" y="129010"/>
                </a:cubicBezTo>
                <a:lnTo>
                  <a:pt x="989853" y="131907"/>
                </a:lnTo>
                <a:lnTo>
                  <a:pt x="1030028" y="131907"/>
                </a:lnTo>
                <a:lnTo>
                  <a:pt x="1030028" y="129010"/>
                </a:lnTo>
                <a:cubicBezTo>
                  <a:pt x="1020562" y="128046"/>
                  <a:pt x="1018245" y="125727"/>
                  <a:pt x="1018245" y="116267"/>
                </a:cubicBezTo>
                <a:lnTo>
                  <a:pt x="1018245" y="72039"/>
                </a:lnTo>
                <a:cubicBezTo>
                  <a:pt x="1018245" y="53888"/>
                  <a:pt x="1009746" y="43069"/>
                  <a:pt x="995455" y="43069"/>
                </a:cubicBezTo>
                <a:cubicBezTo>
                  <a:pt x="986570" y="43069"/>
                  <a:pt x="980581" y="46355"/>
                  <a:pt x="967449" y="58715"/>
                </a:cubicBezTo>
                <a:lnTo>
                  <a:pt x="967449" y="43458"/>
                </a:lnTo>
                <a:lnTo>
                  <a:pt x="966096" y="43069"/>
                </a:lnTo>
                <a:cubicBezTo>
                  <a:pt x="956633" y="46547"/>
                  <a:pt x="950067" y="48672"/>
                  <a:pt x="939443" y="51763"/>
                </a:cubicBezTo>
                <a:lnTo>
                  <a:pt x="939443" y="55046"/>
                </a:lnTo>
                <a:close/>
                <a:moveTo>
                  <a:pt x="1082174" y="44955"/>
                </a:moveTo>
                <a:lnTo>
                  <a:pt x="1062667" y="44955"/>
                </a:lnTo>
                <a:lnTo>
                  <a:pt x="1062667" y="22551"/>
                </a:lnTo>
                <a:cubicBezTo>
                  <a:pt x="1062667" y="20621"/>
                  <a:pt x="1062475" y="20040"/>
                  <a:pt x="1061314" y="20040"/>
                </a:cubicBezTo>
                <a:cubicBezTo>
                  <a:pt x="1059964" y="21779"/>
                  <a:pt x="1058803" y="23518"/>
                  <a:pt x="1057453" y="25448"/>
                </a:cubicBezTo>
                <a:cubicBezTo>
                  <a:pt x="1050112" y="36073"/>
                  <a:pt x="1041807" y="45344"/>
                  <a:pt x="1038719" y="46116"/>
                </a:cubicBezTo>
                <a:cubicBezTo>
                  <a:pt x="1036594" y="47466"/>
                  <a:pt x="1035433" y="48819"/>
                  <a:pt x="1035433" y="49786"/>
                </a:cubicBezTo>
                <a:cubicBezTo>
                  <a:pt x="1035433" y="50366"/>
                  <a:pt x="1035627" y="50752"/>
                  <a:pt x="1036208" y="51138"/>
                </a:cubicBezTo>
                <a:lnTo>
                  <a:pt x="1046443" y="51138"/>
                </a:lnTo>
                <a:lnTo>
                  <a:pt x="1046443" y="109267"/>
                </a:lnTo>
                <a:cubicBezTo>
                  <a:pt x="1046443" y="125488"/>
                  <a:pt x="1052237" y="133793"/>
                  <a:pt x="1063634" y="133793"/>
                </a:cubicBezTo>
                <a:cubicBezTo>
                  <a:pt x="1073097" y="133793"/>
                  <a:pt x="1080435" y="129160"/>
                  <a:pt x="1086810" y="119116"/>
                </a:cubicBezTo>
                <a:lnTo>
                  <a:pt x="1084299" y="116992"/>
                </a:lnTo>
                <a:cubicBezTo>
                  <a:pt x="1080244" y="121819"/>
                  <a:pt x="1076960" y="123752"/>
                  <a:pt x="1072711" y="123752"/>
                </a:cubicBezTo>
                <a:cubicBezTo>
                  <a:pt x="1065564" y="123752"/>
                  <a:pt x="1062667" y="118536"/>
                  <a:pt x="1062667" y="106370"/>
                </a:cubicBezTo>
                <a:lnTo>
                  <a:pt x="1062667" y="51138"/>
                </a:lnTo>
                <a:lnTo>
                  <a:pt x="1082174" y="51138"/>
                </a:lnTo>
                <a:lnTo>
                  <a:pt x="1082174" y="44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64D9A7-238E-466E-8D74-17F13A76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646" y="2099635"/>
            <a:ext cx="1648654" cy="302287"/>
          </a:xfrm>
          <a:custGeom xmlns:a="http://schemas.openxmlformats.org/drawingml/2006/main">
            <a:pathLst>
              <a:path w="1648654" h="302287">
                <a:moveTo>
                  <a:pt x="1538746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8"/>
                </a:cubicBezTo>
                <a:lnTo>
                  <a:pt x="0" y="192379"/>
                </a:lnTo>
                <a:cubicBezTo>
                  <a:pt x="0" y="253080"/>
                  <a:pt x="49207" y="302287"/>
                  <a:pt x="109909" y="302287"/>
                </a:cubicBezTo>
                <a:lnTo>
                  <a:pt x="1538746" y="302287"/>
                </a:lnTo>
                <a:cubicBezTo>
                  <a:pt x="1599447" y="302287"/>
                  <a:pt x="1648654" y="253080"/>
                  <a:pt x="1648654" y="192379"/>
                </a:cubicBezTo>
                <a:lnTo>
                  <a:pt x="1648654" y="109908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302287"/>
                </a:moveTo>
              </a:path>
            </a:pathLst>
          </a:custGeom>
          <a:solidFill xmlns:a="http://schemas.openxmlformats.org/drawingml/2006/main">
            <a:srgbClr val="E6FF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9A0E48-C6F5-49D8-B611-2F7CF1C3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646" y="2099635"/>
            <a:ext cx="1648654" cy="302287"/>
          </a:xfrm>
          <a:custGeom xmlns:a="http://schemas.openxmlformats.org/drawingml/2006/main">
            <a:pathLst>
              <a:path w="1648654" h="302287" fill="none">
                <a:moveTo>
                  <a:pt x="1538746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8"/>
                </a:cubicBezTo>
                <a:lnTo>
                  <a:pt x="0" y="192379"/>
                </a:lnTo>
                <a:cubicBezTo>
                  <a:pt x="0" y="253080"/>
                  <a:pt x="49207" y="302287"/>
                  <a:pt x="109909" y="302287"/>
                </a:cubicBezTo>
                <a:lnTo>
                  <a:pt x="1538746" y="302287"/>
                </a:lnTo>
                <a:cubicBezTo>
                  <a:pt x="1599447" y="302287"/>
                  <a:pt x="1648654" y="253080"/>
                  <a:pt x="1648654" y="192379"/>
                </a:cubicBezTo>
                <a:lnTo>
                  <a:pt x="1648654" y="109908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302287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04" name="Text Patching">
            <a:extLst xmlns:a="http://schemas.openxmlformats.org/drawingml/2006/main">
              <a:ext uri="{FF2B5EF4-FFF2-40B4-BE49-F238E27FC236}">
                <a16:creationId xmlns:a16="http://schemas.microsoft.com/office/drawing/2014/main" id="{96E2D8F7-78D0-4616-9828-A7F52943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9470" y="2163801"/>
            <a:ext cx="664214" cy="174039"/>
          </a:xfrm>
          <a:custGeom xmlns:a="http://schemas.openxmlformats.org/drawingml/2006/main">
            <a:pathLst>
              <a:path w="664214" h="174039">
                <a:moveTo>
                  <a:pt x="35925" y="75688"/>
                </a:moveTo>
                <a:cubicBezTo>
                  <a:pt x="40947" y="76074"/>
                  <a:pt x="44230" y="76265"/>
                  <a:pt x="49252" y="76265"/>
                </a:cubicBezTo>
                <a:cubicBezTo>
                  <a:pt x="64318" y="76265"/>
                  <a:pt x="74748" y="74335"/>
                  <a:pt x="83053" y="69699"/>
                </a:cubicBezTo>
                <a:cubicBezTo>
                  <a:pt x="94641" y="63519"/>
                  <a:pt x="101593" y="51737"/>
                  <a:pt x="101593" y="38987"/>
                </a:cubicBezTo>
                <a:cubicBezTo>
                  <a:pt x="101593" y="30877"/>
                  <a:pt x="98890" y="23536"/>
                  <a:pt x="93674" y="17933"/>
                </a:cubicBezTo>
                <a:cubicBezTo>
                  <a:pt x="85950" y="9437"/>
                  <a:pt x="69145" y="4026"/>
                  <a:pt x="50991" y="4026"/>
                </a:cubicBezTo>
                <a:lnTo>
                  <a:pt x="0" y="4026"/>
                </a:lnTo>
                <a:lnTo>
                  <a:pt x="0" y="7698"/>
                </a:lnTo>
                <a:cubicBezTo>
                  <a:pt x="14294" y="9242"/>
                  <a:pt x="16224" y="11173"/>
                  <a:pt x="16224" y="25083"/>
                </a:cubicBezTo>
                <a:lnTo>
                  <a:pt x="16224" y="108728"/>
                </a:lnTo>
                <a:cubicBezTo>
                  <a:pt x="16224" y="124955"/>
                  <a:pt x="14680" y="126885"/>
                  <a:pt x="0" y="128238"/>
                </a:cubicBezTo>
                <a:lnTo>
                  <a:pt x="0" y="131907"/>
                </a:lnTo>
                <a:lnTo>
                  <a:pt x="54080" y="131907"/>
                </a:lnTo>
                <a:lnTo>
                  <a:pt x="54080" y="128238"/>
                </a:lnTo>
                <a:cubicBezTo>
                  <a:pt x="38822" y="127660"/>
                  <a:pt x="35925" y="124955"/>
                  <a:pt x="35925" y="110853"/>
                </a:cubicBezTo>
                <a:lnTo>
                  <a:pt x="35925" y="75688"/>
                </a:lnTo>
                <a:moveTo>
                  <a:pt x="35925" y="17742"/>
                </a:moveTo>
                <a:cubicBezTo>
                  <a:pt x="35925" y="12525"/>
                  <a:pt x="37278" y="11173"/>
                  <a:pt x="42491" y="11173"/>
                </a:cubicBezTo>
                <a:cubicBezTo>
                  <a:pt x="68565" y="11173"/>
                  <a:pt x="80542" y="20253"/>
                  <a:pt x="80542" y="40149"/>
                </a:cubicBezTo>
                <a:cubicBezTo>
                  <a:pt x="80542" y="58883"/>
                  <a:pt x="69145" y="68541"/>
                  <a:pt x="46933" y="68541"/>
                </a:cubicBezTo>
                <a:cubicBezTo>
                  <a:pt x="43072" y="68541"/>
                  <a:pt x="40367" y="68349"/>
                  <a:pt x="35925" y="67960"/>
                </a:cubicBezTo>
                <a:lnTo>
                  <a:pt x="35925" y="17742"/>
                </a:lnTo>
                <a:close/>
                <a:moveTo>
                  <a:pt x="186768" y="119119"/>
                </a:moveTo>
                <a:cubicBezTo>
                  <a:pt x="183485" y="121819"/>
                  <a:pt x="181168" y="122786"/>
                  <a:pt x="178271" y="122786"/>
                </a:cubicBezTo>
                <a:cubicBezTo>
                  <a:pt x="173830" y="122786"/>
                  <a:pt x="172477" y="120083"/>
                  <a:pt x="172477" y="111592"/>
                </a:cubicBezTo>
                <a:lnTo>
                  <a:pt x="172477" y="73955"/>
                </a:lnTo>
                <a:cubicBezTo>
                  <a:pt x="172477" y="63917"/>
                  <a:pt x="171511" y="58320"/>
                  <a:pt x="168613" y="53688"/>
                </a:cubicBezTo>
                <a:cubicBezTo>
                  <a:pt x="164364" y="46741"/>
                  <a:pt x="156059" y="43069"/>
                  <a:pt x="144665" y="43069"/>
                </a:cubicBezTo>
                <a:cubicBezTo>
                  <a:pt x="126508" y="43069"/>
                  <a:pt x="112218" y="52529"/>
                  <a:pt x="112218" y="64689"/>
                </a:cubicBezTo>
                <a:cubicBezTo>
                  <a:pt x="112218" y="69130"/>
                  <a:pt x="116078" y="72988"/>
                  <a:pt x="120522" y="72988"/>
                </a:cubicBezTo>
                <a:cubicBezTo>
                  <a:pt x="125155" y="72988"/>
                  <a:pt x="129214" y="69130"/>
                  <a:pt x="129214" y="64884"/>
                </a:cubicBezTo>
                <a:cubicBezTo>
                  <a:pt x="129214" y="64112"/>
                  <a:pt x="129019" y="63145"/>
                  <a:pt x="128827" y="61795"/>
                </a:cubicBezTo>
                <a:cubicBezTo>
                  <a:pt x="128441" y="60059"/>
                  <a:pt x="128247" y="58515"/>
                  <a:pt x="128247" y="57162"/>
                </a:cubicBezTo>
                <a:cubicBezTo>
                  <a:pt x="128247" y="51952"/>
                  <a:pt x="134427" y="47705"/>
                  <a:pt x="142154" y="47705"/>
                </a:cubicBezTo>
                <a:cubicBezTo>
                  <a:pt x="151617" y="47705"/>
                  <a:pt x="156831" y="53301"/>
                  <a:pt x="156831" y="63725"/>
                </a:cubicBezTo>
                <a:lnTo>
                  <a:pt x="156831" y="75499"/>
                </a:lnTo>
                <a:cubicBezTo>
                  <a:pt x="127089" y="87464"/>
                  <a:pt x="123806" y="89009"/>
                  <a:pt x="115501" y="96344"/>
                </a:cubicBezTo>
                <a:cubicBezTo>
                  <a:pt x="111251" y="100205"/>
                  <a:pt x="108545" y="106765"/>
                  <a:pt x="108545" y="113134"/>
                </a:cubicBezTo>
                <a:cubicBezTo>
                  <a:pt x="108545" y="125297"/>
                  <a:pt x="117045" y="133793"/>
                  <a:pt x="128827" y="133793"/>
                </a:cubicBezTo>
                <a:cubicBezTo>
                  <a:pt x="137324" y="133793"/>
                  <a:pt x="145243" y="129738"/>
                  <a:pt x="157025" y="119694"/>
                </a:cubicBezTo>
                <a:cubicBezTo>
                  <a:pt x="157992" y="129738"/>
                  <a:pt x="161467" y="133793"/>
                  <a:pt x="169386" y="133793"/>
                </a:cubicBezTo>
                <a:cubicBezTo>
                  <a:pt x="175952" y="133793"/>
                  <a:pt x="180010" y="131477"/>
                  <a:pt x="186768" y="124138"/>
                </a:cubicBezTo>
                <a:lnTo>
                  <a:pt x="186768" y="119119"/>
                </a:lnTo>
                <a:moveTo>
                  <a:pt x="156831" y="108106"/>
                </a:moveTo>
                <a:cubicBezTo>
                  <a:pt x="156831" y="114095"/>
                  <a:pt x="155867" y="115833"/>
                  <a:pt x="151809" y="118150"/>
                </a:cubicBezTo>
                <a:cubicBezTo>
                  <a:pt x="147176" y="120855"/>
                  <a:pt x="141768" y="122591"/>
                  <a:pt x="137710" y="122591"/>
                </a:cubicBezTo>
                <a:cubicBezTo>
                  <a:pt x="130952" y="122591"/>
                  <a:pt x="125544" y="116025"/>
                  <a:pt x="125544" y="107720"/>
                </a:cubicBezTo>
                <a:lnTo>
                  <a:pt x="125544" y="106948"/>
                </a:lnTo>
                <a:cubicBezTo>
                  <a:pt x="125544" y="95551"/>
                  <a:pt x="133460" y="88599"/>
                  <a:pt x="156831" y="80100"/>
                </a:cubicBezTo>
                <a:lnTo>
                  <a:pt x="156831" y="108106"/>
                </a:lnTo>
                <a:close/>
                <a:moveTo>
                  <a:pt x="236406" y="44955"/>
                </a:moveTo>
                <a:lnTo>
                  <a:pt x="216899" y="44955"/>
                </a:lnTo>
                <a:lnTo>
                  <a:pt x="216899" y="22551"/>
                </a:lnTo>
                <a:cubicBezTo>
                  <a:pt x="216899" y="20621"/>
                  <a:pt x="216707" y="20040"/>
                  <a:pt x="215546" y="20040"/>
                </a:cubicBezTo>
                <a:cubicBezTo>
                  <a:pt x="214196" y="21779"/>
                  <a:pt x="213035" y="23518"/>
                  <a:pt x="211685" y="25448"/>
                </a:cubicBezTo>
                <a:cubicBezTo>
                  <a:pt x="204344" y="36073"/>
                  <a:pt x="196039" y="45344"/>
                  <a:pt x="192951" y="46116"/>
                </a:cubicBezTo>
                <a:cubicBezTo>
                  <a:pt x="190826" y="47466"/>
                  <a:pt x="189665" y="48819"/>
                  <a:pt x="189665" y="49786"/>
                </a:cubicBezTo>
                <a:cubicBezTo>
                  <a:pt x="189665" y="50366"/>
                  <a:pt x="189859" y="50752"/>
                  <a:pt x="190440" y="51138"/>
                </a:cubicBezTo>
                <a:lnTo>
                  <a:pt x="200675" y="51138"/>
                </a:lnTo>
                <a:lnTo>
                  <a:pt x="200675" y="109267"/>
                </a:lnTo>
                <a:cubicBezTo>
                  <a:pt x="200675" y="125488"/>
                  <a:pt x="206469" y="133793"/>
                  <a:pt x="217866" y="133793"/>
                </a:cubicBezTo>
                <a:cubicBezTo>
                  <a:pt x="227329" y="133793"/>
                  <a:pt x="234667" y="129160"/>
                  <a:pt x="241042" y="119116"/>
                </a:cubicBezTo>
                <a:lnTo>
                  <a:pt x="238531" y="116992"/>
                </a:lnTo>
                <a:cubicBezTo>
                  <a:pt x="234475" y="121819"/>
                  <a:pt x="231192" y="123752"/>
                  <a:pt x="226943" y="123752"/>
                </a:cubicBezTo>
                <a:cubicBezTo>
                  <a:pt x="219796" y="123752"/>
                  <a:pt x="216899" y="118536"/>
                  <a:pt x="216899" y="106370"/>
                </a:cubicBezTo>
                <a:lnTo>
                  <a:pt x="216899" y="51138"/>
                </a:lnTo>
                <a:lnTo>
                  <a:pt x="236406" y="51138"/>
                </a:lnTo>
                <a:lnTo>
                  <a:pt x="236406" y="44955"/>
                </a:lnTo>
                <a:close/>
                <a:moveTo>
                  <a:pt x="317719" y="101746"/>
                </a:moveTo>
                <a:cubicBezTo>
                  <a:pt x="308448" y="115256"/>
                  <a:pt x="301496" y="119889"/>
                  <a:pt x="290485" y="119889"/>
                </a:cubicBezTo>
                <a:cubicBezTo>
                  <a:pt x="272909" y="119889"/>
                  <a:pt x="260548" y="104449"/>
                  <a:pt x="260548" y="82254"/>
                </a:cubicBezTo>
                <a:cubicBezTo>
                  <a:pt x="260548" y="62376"/>
                  <a:pt x="271173" y="48672"/>
                  <a:pt x="286816" y="48672"/>
                </a:cubicBezTo>
                <a:cubicBezTo>
                  <a:pt x="293768" y="48672"/>
                  <a:pt x="296279" y="50794"/>
                  <a:pt x="298213" y="57934"/>
                </a:cubicBezTo>
                <a:lnTo>
                  <a:pt x="299371" y="62181"/>
                </a:lnTo>
                <a:cubicBezTo>
                  <a:pt x="300915" y="67586"/>
                  <a:pt x="304393" y="71061"/>
                  <a:pt x="308448" y="71061"/>
                </a:cubicBezTo>
                <a:cubicBezTo>
                  <a:pt x="313470" y="71061"/>
                  <a:pt x="317719" y="67392"/>
                  <a:pt x="317719" y="62953"/>
                </a:cubicBezTo>
                <a:cubicBezTo>
                  <a:pt x="317719" y="52146"/>
                  <a:pt x="304198" y="43069"/>
                  <a:pt x="287974" y="43069"/>
                </a:cubicBezTo>
                <a:cubicBezTo>
                  <a:pt x="278511" y="43069"/>
                  <a:pt x="268662" y="46933"/>
                  <a:pt x="260743" y="53882"/>
                </a:cubicBezTo>
                <a:cubicBezTo>
                  <a:pt x="251085" y="62376"/>
                  <a:pt x="245677" y="75499"/>
                  <a:pt x="245677" y="90745"/>
                </a:cubicBezTo>
                <a:cubicBezTo>
                  <a:pt x="245677" y="115836"/>
                  <a:pt x="260934" y="133793"/>
                  <a:pt x="282375" y="133793"/>
                </a:cubicBezTo>
                <a:cubicBezTo>
                  <a:pt x="291066" y="133793"/>
                  <a:pt x="298790" y="130704"/>
                  <a:pt x="305745" y="124716"/>
                </a:cubicBezTo>
                <a:cubicBezTo>
                  <a:pt x="310959" y="120080"/>
                  <a:pt x="314628" y="114870"/>
                  <a:pt x="320422" y="103482"/>
                </a:cubicBezTo>
                <a:lnTo>
                  <a:pt x="317719" y="101746"/>
                </a:lnTo>
                <a:close/>
                <a:moveTo>
                  <a:pt x="356928" y="65668"/>
                </a:moveTo>
                <a:cubicBezTo>
                  <a:pt x="365039" y="56785"/>
                  <a:pt x="370833" y="53499"/>
                  <a:pt x="378366" y="53499"/>
                </a:cubicBezTo>
                <a:cubicBezTo>
                  <a:pt x="388023" y="53499"/>
                  <a:pt x="392851" y="60454"/>
                  <a:pt x="392851" y="73973"/>
                </a:cubicBezTo>
                <a:lnTo>
                  <a:pt x="392851" y="112208"/>
                </a:lnTo>
                <a:cubicBezTo>
                  <a:pt x="392851" y="125341"/>
                  <a:pt x="390920" y="127852"/>
                  <a:pt x="379718" y="129010"/>
                </a:cubicBezTo>
                <a:lnTo>
                  <a:pt x="379718" y="131907"/>
                </a:lnTo>
                <a:lnTo>
                  <a:pt x="420666" y="131907"/>
                </a:lnTo>
                <a:lnTo>
                  <a:pt x="420666" y="129010"/>
                </a:lnTo>
                <a:cubicBezTo>
                  <a:pt x="410236" y="127080"/>
                  <a:pt x="409075" y="125535"/>
                  <a:pt x="409075" y="112208"/>
                </a:cubicBezTo>
                <a:lnTo>
                  <a:pt x="409075" y="73778"/>
                </a:lnTo>
                <a:cubicBezTo>
                  <a:pt x="409075" y="53499"/>
                  <a:pt x="400964" y="43069"/>
                  <a:pt x="385318" y="43069"/>
                </a:cubicBezTo>
                <a:cubicBezTo>
                  <a:pt x="373924" y="43069"/>
                  <a:pt x="365811" y="47705"/>
                  <a:pt x="356928" y="59293"/>
                </a:cubicBezTo>
                <a:lnTo>
                  <a:pt x="356928" y="581"/>
                </a:lnTo>
                <a:lnTo>
                  <a:pt x="355962" y="0"/>
                </a:lnTo>
                <a:cubicBezTo>
                  <a:pt x="349396" y="2316"/>
                  <a:pt x="344565" y="3864"/>
                  <a:pt x="333749" y="6952"/>
                </a:cubicBezTo>
                <a:lnTo>
                  <a:pt x="328536" y="8499"/>
                </a:lnTo>
                <a:lnTo>
                  <a:pt x="328536" y="11588"/>
                </a:lnTo>
                <a:cubicBezTo>
                  <a:pt x="329308" y="11396"/>
                  <a:pt x="329889" y="11396"/>
                  <a:pt x="330852" y="11396"/>
                </a:cubicBezTo>
                <a:cubicBezTo>
                  <a:pt x="339157" y="11396"/>
                  <a:pt x="340704" y="12941"/>
                  <a:pt x="340704" y="21246"/>
                </a:cubicBezTo>
                <a:lnTo>
                  <a:pt x="340704" y="112208"/>
                </a:lnTo>
                <a:cubicBezTo>
                  <a:pt x="340704" y="125727"/>
                  <a:pt x="339543" y="127466"/>
                  <a:pt x="328341" y="129010"/>
                </a:cubicBezTo>
                <a:lnTo>
                  <a:pt x="328341" y="131907"/>
                </a:lnTo>
                <a:lnTo>
                  <a:pt x="370061" y="131907"/>
                </a:lnTo>
                <a:lnTo>
                  <a:pt x="370061" y="129010"/>
                </a:lnTo>
                <a:cubicBezTo>
                  <a:pt x="358859" y="127852"/>
                  <a:pt x="356928" y="125535"/>
                  <a:pt x="356928" y="112208"/>
                </a:cubicBezTo>
                <a:lnTo>
                  <a:pt x="356928" y="65668"/>
                </a:lnTo>
                <a:close/>
                <a:moveTo>
                  <a:pt x="456973" y="43069"/>
                </a:moveTo>
                <a:lnTo>
                  <a:pt x="427037" y="53632"/>
                </a:lnTo>
                <a:lnTo>
                  <a:pt x="427037" y="56532"/>
                </a:lnTo>
                <a:lnTo>
                  <a:pt x="428584" y="56337"/>
                </a:lnTo>
                <a:cubicBezTo>
                  <a:pt x="430900" y="55951"/>
                  <a:pt x="433411" y="55756"/>
                  <a:pt x="435150" y="55756"/>
                </a:cubicBezTo>
                <a:cubicBezTo>
                  <a:pt x="439786" y="55756"/>
                  <a:pt x="441522" y="58848"/>
                  <a:pt x="441522" y="67353"/>
                </a:cubicBezTo>
                <a:lnTo>
                  <a:pt x="441522" y="112197"/>
                </a:lnTo>
                <a:cubicBezTo>
                  <a:pt x="441522" y="126113"/>
                  <a:pt x="439591" y="128238"/>
                  <a:pt x="426264" y="129010"/>
                </a:cubicBezTo>
                <a:lnTo>
                  <a:pt x="426264" y="131907"/>
                </a:lnTo>
                <a:lnTo>
                  <a:pt x="472039" y="131907"/>
                </a:lnTo>
                <a:lnTo>
                  <a:pt x="472039" y="129010"/>
                </a:lnTo>
                <a:cubicBezTo>
                  <a:pt x="459293" y="128046"/>
                  <a:pt x="457745" y="126113"/>
                  <a:pt x="457745" y="112197"/>
                </a:cubicBezTo>
                <a:lnTo>
                  <a:pt x="457745" y="43650"/>
                </a:lnTo>
                <a:lnTo>
                  <a:pt x="456973" y="43069"/>
                </a:lnTo>
                <a:moveTo>
                  <a:pt x="447896" y="65"/>
                </a:moveTo>
                <a:cubicBezTo>
                  <a:pt x="442683" y="65"/>
                  <a:pt x="438239" y="4509"/>
                  <a:pt x="438239" y="9917"/>
                </a:cubicBezTo>
                <a:cubicBezTo>
                  <a:pt x="438239" y="15325"/>
                  <a:pt x="442488" y="19766"/>
                  <a:pt x="447896" y="19766"/>
                </a:cubicBezTo>
                <a:cubicBezTo>
                  <a:pt x="453499" y="19766"/>
                  <a:pt x="457940" y="15517"/>
                  <a:pt x="457940" y="9917"/>
                </a:cubicBezTo>
                <a:cubicBezTo>
                  <a:pt x="457940" y="4509"/>
                  <a:pt x="453499" y="65"/>
                  <a:pt x="447896" y="65"/>
                </a:cubicBezTo>
                <a:close/>
                <a:moveTo>
                  <a:pt x="479958" y="55046"/>
                </a:moveTo>
                <a:cubicBezTo>
                  <a:pt x="481116" y="54466"/>
                  <a:pt x="483050" y="54274"/>
                  <a:pt x="485175" y="54274"/>
                </a:cubicBezTo>
                <a:cubicBezTo>
                  <a:pt x="490583" y="54274"/>
                  <a:pt x="492318" y="57171"/>
                  <a:pt x="492318" y="66631"/>
                </a:cubicBezTo>
                <a:lnTo>
                  <a:pt x="492318" y="114528"/>
                </a:lnTo>
                <a:cubicBezTo>
                  <a:pt x="492318" y="125535"/>
                  <a:pt x="490194" y="128238"/>
                  <a:pt x="480344" y="129010"/>
                </a:cubicBezTo>
                <a:lnTo>
                  <a:pt x="480344" y="131907"/>
                </a:lnTo>
                <a:lnTo>
                  <a:pt x="521292" y="131907"/>
                </a:lnTo>
                <a:lnTo>
                  <a:pt x="521292" y="129010"/>
                </a:lnTo>
                <a:cubicBezTo>
                  <a:pt x="511439" y="128238"/>
                  <a:pt x="508542" y="125921"/>
                  <a:pt x="508542" y="118969"/>
                </a:cubicBezTo>
                <a:lnTo>
                  <a:pt x="508542" y="64701"/>
                </a:lnTo>
                <a:cubicBezTo>
                  <a:pt x="517814" y="56010"/>
                  <a:pt x="522064" y="53693"/>
                  <a:pt x="528438" y="53693"/>
                </a:cubicBezTo>
                <a:cubicBezTo>
                  <a:pt x="537901" y="53693"/>
                  <a:pt x="542537" y="59679"/>
                  <a:pt x="542537" y="72425"/>
                </a:cubicBezTo>
                <a:lnTo>
                  <a:pt x="542537" y="112789"/>
                </a:lnTo>
                <a:cubicBezTo>
                  <a:pt x="542537" y="124955"/>
                  <a:pt x="540026" y="128238"/>
                  <a:pt x="530369" y="129010"/>
                </a:cubicBezTo>
                <a:lnTo>
                  <a:pt x="530369" y="131907"/>
                </a:lnTo>
                <a:lnTo>
                  <a:pt x="570544" y="131907"/>
                </a:lnTo>
                <a:lnTo>
                  <a:pt x="570544" y="129010"/>
                </a:lnTo>
                <a:cubicBezTo>
                  <a:pt x="561078" y="128046"/>
                  <a:pt x="558761" y="125727"/>
                  <a:pt x="558761" y="116267"/>
                </a:cubicBezTo>
                <a:lnTo>
                  <a:pt x="558761" y="72039"/>
                </a:lnTo>
                <a:cubicBezTo>
                  <a:pt x="558761" y="53888"/>
                  <a:pt x="550262" y="43069"/>
                  <a:pt x="535971" y="43069"/>
                </a:cubicBezTo>
                <a:cubicBezTo>
                  <a:pt x="527086" y="43069"/>
                  <a:pt x="521097" y="46355"/>
                  <a:pt x="507965" y="58715"/>
                </a:cubicBezTo>
                <a:lnTo>
                  <a:pt x="507965" y="43458"/>
                </a:lnTo>
                <a:lnTo>
                  <a:pt x="506612" y="43069"/>
                </a:lnTo>
                <a:cubicBezTo>
                  <a:pt x="497149" y="46547"/>
                  <a:pt x="490583" y="48672"/>
                  <a:pt x="479958" y="51763"/>
                </a:cubicBezTo>
                <a:lnTo>
                  <a:pt x="479958" y="55046"/>
                </a:lnTo>
                <a:close/>
                <a:moveTo>
                  <a:pt x="664214" y="57015"/>
                </a:moveTo>
                <a:lnTo>
                  <a:pt x="664214" y="49482"/>
                </a:lnTo>
                <a:lnTo>
                  <a:pt x="649343" y="49482"/>
                </a:lnTo>
                <a:cubicBezTo>
                  <a:pt x="645479" y="49482"/>
                  <a:pt x="642582" y="48881"/>
                  <a:pt x="638722" y="47513"/>
                </a:cubicBezTo>
                <a:lnTo>
                  <a:pt x="634472" y="45969"/>
                </a:lnTo>
                <a:cubicBezTo>
                  <a:pt x="629255" y="44036"/>
                  <a:pt x="624042" y="43069"/>
                  <a:pt x="619020" y="43069"/>
                </a:cubicBezTo>
                <a:cubicBezTo>
                  <a:pt x="601057" y="43069"/>
                  <a:pt x="586764" y="57015"/>
                  <a:pt x="586764" y="74586"/>
                </a:cubicBezTo>
                <a:cubicBezTo>
                  <a:pt x="586764" y="86751"/>
                  <a:pt x="591980" y="94087"/>
                  <a:pt x="604727" y="100458"/>
                </a:cubicBezTo>
                <a:cubicBezTo>
                  <a:pt x="601057" y="103936"/>
                  <a:pt x="597583" y="107213"/>
                  <a:pt x="596422" y="108177"/>
                </a:cubicBezTo>
                <a:cubicBezTo>
                  <a:pt x="590050" y="113767"/>
                  <a:pt x="587539" y="117625"/>
                  <a:pt x="587539" y="121480"/>
                </a:cubicBezTo>
                <a:cubicBezTo>
                  <a:pt x="587539" y="125529"/>
                  <a:pt x="589855" y="127843"/>
                  <a:pt x="597774" y="131707"/>
                </a:cubicBezTo>
                <a:cubicBezTo>
                  <a:pt x="584061" y="141759"/>
                  <a:pt x="578848" y="148143"/>
                  <a:pt x="578848" y="155295"/>
                </a:cubicBezTo>
                <a:cubicBezTo>
                  <a:pt x="578848" y="165539"/>
                  <a:pt x="593911" y="174039"/>
                  <a:pt x="612259" y="174039"/>
                </a:cubicBezTo>
                <a:cubicBezTo>
                  <a:pt x="626744" y="174039"/>
                  <a:pt x="641810" y="169017"/>
                  <a:pt x="651854" y="160904"/>
                </a:cubicBezTo>
                <a:cubicBezTo>
                  <a:pt x="659195" y="154909"/>
                  <a:pt x="662478" y="148720"/>
                  <a:pt x="662478" y="141373"/>
                </a:cubicBezTo>
                <a:cubicBezTo>
                  <a:pt x="662478" y="129387"/>
                  <a:pt x="653398" y="121288"/>
                  <a:pt x="639108" y="120711"/>
                </a:cubicBezTo>
                <a:lnTo>
                  <a:pt x="614193" y="119553"/>
                </a:lnTo>
                <a:cubicBezTo>
                  <a:pt x="603954" y="119167"/>
                  <a:pt x="599127" y="117431"/>
                  <a:pt x="599127" y="114348"/>
                </a:cubicBezTo>
                <a:cubicBezTo>
                  <a:pt x="599127" y="110490"/>
                  <a:pt x="605499" y="103741"/>
                  <a:pt x="610715" y="102197"/>
                </a:cubicBezTo>
                <a:cubicBezTo>
                  <a:pt x="612454" y="102392"/>
                  <a:pt x="613807" y="102583"/>
                  <a:pt x="614384" y="102583"/>
                </a:cubicBezTo>
                <a:cubicBezTo>
                  <a:pt x="618053" y="102969"/>
                  <a:pt x="620564" y="103164"/>
                  <a:pt x="621726" y="103164"/>
                </a:cubicBezTo>
                <a:cubicBezTo>
                  <a:pt x="628869" y="103164"/>
                  <a:pt x="636597" y="100267"/>
                  <a:pt x="642582" y="95053"/>
                </a:cubicBezTo>
                <a:cubicBezTo>
                  <a:pt x="648957" y="89645"/>
                  <a:pt x="651854" y="82888"/>
                  <a:pt x="651854" y="73236"/>
                </a:cubicBezTo>
                <a:cubicBezTo>
                  <a:pt x="651854" y="67636"/>
                  <a:pt x="650887" y="63195"/>
                  <a:pt x="648185" y="57015"/>
                </a:cubicBezTo>
                <a:lnTo>
                  <a:pt x="664214" y="57015"/>
                </a:lnTo>
                <a:moveTo>
                  <a:pt x="601830" y="132284"/>
                </a:moveTo>
                <a:cubicBezTo>
                  <a:pt x="608204" y="133640"/>
                  <a:pt x="623656" y="134798"/>
                  <a:pt x="633119" y="134798"/>
                </a:cubicBezTo>
                <a:cubicBezTo>
                  <a:pt x="650696" y="134798"/>
                  <a:pt x="657070" y="137312"/>
                  <a:pt x="657070" y="144273"/>
                </a:cubicBezTo>
                <a:cubicBezTo>
                  <a:pt x="657070" y="155490"/>
                  <a:pt x="642391" y="163028"/>
                  <a:pt x="620564" y="163028"/>
                </a:cubicBezTo>
                <a:cubicBezTo>
                  <a:pt x="603568" y="163028"/>
                  <a:pt x="592366" y="157423"/>
                  <a:pt x="592366" y="148915"/>
                </a:cubicBezTo>
                <a:cubicBezTo>
                  <a:pt x="592366" y="144468"/>
                  <a:pt x="593719" y="141954"/>
                  <a:pt x="601830" y="132284"/>
                </a:cubicBezTo>
                <a:moveTo>
                  <a:pt x="602796" y="66670"/>
                </a:moveTo>
                <a:cubicBezTo>
                  <a:pt x="602796" y="55279"/>
                  <a:pt x="608204" y="48480"/>
                  <a:pt x="617090" y="48480"/>
                </a:cubicBezTo>
                <a:cubicBezTo>
                  <a:pt x="623075" y="48480"/>
                  <a:pt x="628097" y="51801"/>
                  <a:pt x="631189" y="57595"/>
                </a:cubicBezTo>
                <a:cubicBezTo>
                  <a:pt x="634663" y="64353"/>
                  <a:pt x="636983" y="73236"/>
                  <a:pt x="636983" y="80766"/>
                </a:cubicBezTo>
                <a:cubicBezTo>
                  <a:pt x="636983" y="91576"/>
                  <a:pt x="631380" y="98333"/>
                  <a:pt x="622498" y="98333"/>
                </a:cubicBezTo>
                <a:cubicBezTo>
                  <a:pt x="610910" y="98333"/>
                  <a:pt x="602796" y="85785"/>
                  <a:pt x="602796" y="67250"/>
                </a:cubicBezTo>
                <a:lnTo>
                  <a:pt x="602796" y="666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BE02F-3D07-4422-8BCE-AD8E3831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646" y="2519556"/>
            <a:ext cx="1648654" cy="262692"/>
          </a:xfrm>
          <a:custGeom xmlns:a="http://schemas.openxmlformats.org/drawingml/2006/main">
            <a:pathLst>
              <a:path w="1648654" h="262692">
                <a:moveTo>
                  <a:pt x="1538746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8"/>
                </a:cubicBezTo>
                <a:lnTo>
                  <a:pt x="0" y="152783"/>
                </a:lnTo>
                <a:cubicBezTo>
                  <a:pt x="0" y="213485"/>
                  <a:pt x="49207" y="262692"/>
                  <a:pt x="109909" y="262692"/>
                </a:cubicBezTo>
                <a:lnTo>
                  <a:pt x="1538746" y="262692"/>
                </a:lnTo>
                <a:cubicBezTo>
                  <a:pt x="1599447" y="262692"/>
                  <a:pt x="1648654" y="213485"/>
                  <a:pt x="1648654" y="152783"/>
                </a:cubicBezTo>
                <a:lnTo>
                  <a:pt x="1648654" y="109908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262692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4C8201-6843-4BF4-A23D-C72ED596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646" y="2519556"/>
            <a:ext cx="1648654" cy="262692"/>
          </a:xfrm>
          <a:custGeom xmlns:a="http://schemas.openxmlformats.org/drawingml/2006/main">
            <a:pathLst>
              <a:path w="1648654" h="262692" fill="none">
                <a:moveTo>
                  <a:pt x="1538746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8"/>
                </a:cubicBezTo>
                <a:lnTo>
                  <a:pt x="0" y="152783"/>
                </a:lnTo>
                <a:cubicBezTo>
                  <a:pt x="0" y="213485"/>
                  <a:pt x="49207" y="262692"/>
                  <a:pt x="109909" y="262692"/>
                </a:cubicBezTo>
                <a:lnTo>
                  <a:pt x="1538746" y="262692"/>
                </a:lnTo>
                <a:cubicBezTo>
                  <a:pt x="1599447" y="262692"/>
                  <a:pt x="1648654" y="213485"/>
                  <a:pt x="1648654" y="152783"/>
                </a:cubicBezTo>
                <a:lnTo>
                  <a:pt x="1648654" y="109908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262692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07" name="Text Linear">
            <a:extLst xmlns:a="http://schemas.openxmlformats.org/drawingml/2006/main">
              <a:ext uri="{FF2B5EF4-FFF2-40B4-BE49-F238E27FC236}">
                <a16:creationId xmlns:a16="http://schemas.microsoft.com/office/drawing/2014/main" id="{643FF7D6-96BE-418B-9820-8A111774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3204" y="2583781"/>
            <a:ext cx="502168" cy="133728"/>
          </a:xfrm>
          <a:custGeom xmlns:a="http://schemas.openxmlformats.org/drawingml/2006/main">
            <a:pathLst>
              <a:path w="502168" h="133728">
                <a:moveTo>
                  <a:pt x="108354" y="98233"/>
                </a:moveTo>
                <a:cubicBezTo>
                  <a:pt x="105070" y="105571"/>
                  <a:pt x="102365" y="110016"/>
                  <a:pt x="99468" y="113299"/>
                </a:cubicBezTo>
                <a:cubicBezTo>
                  <a:pt x="92707" y="120835"/>
                  <a:pt x="82086" y="124312"/>
                  <a:pt x="66054" y="124312"/>
                </a:cubicBezTo>
                <a:lnTo>
                  <a:pt x="53113" y="124312"/>
                </a:lnTo>
                <a:cubicBezTo>
                  <a:pt x="39014" y="124312"/>
                  <a:pt x="36503" y="123151"/>
                  <a:pt x="36503" y="116390"/>
                </a:cubicBezTo>
                <a:lnTo>
                  <a:pt x="36503" y="25018"/>
                </a:lnTo>
                <a:cubicBezTo>
                  <a:pt x="36503" y="11302"/>
                  <a:pt x="39208" y="8597"/>
                  <a:pt x="54466" y="7633"/>
                </a:cubicBezTo>
                <a:lnTo>
                  <a:pt x="54466" y="3961"/>
                </a:lnTo>
                <a:lnTo>
                  <a:pt x="0" y="3961"/>
                </a:lnTo>
                <a:lnTo>
                  <a:pt x="0" y="7633"/>
                </a:lnTo>
                <a:cubicBezTo>
                  <a:pt x="14294" y="8791"/>
                  <a:pt x="16804" y="11497"/>
                  <a:pt x="16804" y="25018"/>
                </a:cubicBezTo>
                <a:lnTo>
                  <a:pt x="16804" y="110788"/>
                </a:lnTo>
                <a:cubicBezTo>
                  <a:pt x="16804" y="124312"/>
                  <a:pt x="14099" y="127209"/>
                  <a:pt x="0" y="128173"/>
                </a:cubicBezTo>
                <a:lnTo>
                  <a:pt x="0" y="131842"/>
                </a:lnTo>
                <a:lnTo>
                  <a:pt x="103909" y="131842"/>
                </a:lnTo>
                <a:lnTo>
                  <a:pt x="113181" y="98236"/>
                </a:lnTo>
                <a:lnTo>
                  <a:pt x="108354" y="98233"/>
                </a:lnTo>
                <a:close/>
                <a:moveTo>
                  <a:pt x="149491" y="43004"/>
                </a:moveTo>
                <a:lnTo>
                  <a:pt x="119554" y="53567"/>
                </a:lnTo>
                <a:lnTo>
                  <a:pt x="119554" y="56467"/>
                </a:lnTo>
                <a:lnTo>
                  <a:pt x="121101" y="56272"/>
                </a:lnTo>
                <a:cubicBezTo>
                  <a:pt x="123418" y="55886"/>
                  <a:pt x="125929" y="55692"/>
                  <a:pt x="127667" y="55692"/>
                </a:cubicBezTo>
                <a:cubicBezTo>
                  <a:pt x="132303" y="55692"/>
                  <a:pt x="134039" y="58783"/>
                  <a:pt x="134039" y="67288"/>
                </a:cubicBezTo>
                <a:lnTo>
                  <a:pt x="134039" y="112132"/>
                </a:lnTo>
                <a:cubicBezTo>
                  <a:pt x="134039" y="126048"/>
                  <a:pt x="132109" y="128173"/>
                  <a:pt x="118782" y="128945"/>
                </a:cubicBezTo>
                <a:lnTo>
                  <a:pt x="118782" y="131842"/>
                </a:lnTo>
                <a:lnTo>
                  <a:pt x="164556" y="131842"/>
                </a:lnTo>
                <a:lnTo>
                  <a:pt x="164556" y="128945"/>
                </a:lnTo>
                <a:cubicBezTo>
                  <a:pt x="151810" y="127981"/>
                  <a:pt x="150263" y="126048"/>
                  <a:pt x="150263" y="112132"/>
                </a:cubicBezTo>
                <a:lnTo>
                  <a:pt x="150263" y="43585"/>
                </a:lnTo>
                <a:lnTo>
                  <a:pt x="149491" y="43004"/>
                </a:lnTo>
                <a:moveTo>
                  <a:pt x="140414" y="0"/>
                </a:moveTo>
                <a:cubicBezTo>
                  <a:pt x="135200" y="0"/>
                  <a:pt x="130756" y="4444"/>
                  <a:pt x="130756" y="9852"/>
                </a:cubicBezTo>
                <a:cubicBezTo>
                  <a:pt x="130756" y="15260"/>
                  <a:pt x="135006" y="19701"/>
                  <a:pt x="140414" y="19701"/>
                </a:cubicBezTo>
                <a:cubicBezTo>
                  <a:pt x="146016" y="19701"/>
                  <a:pt x="150457" y="15452"/>
                  <a:pt x="150457" y="9852"/>
                </a:cubicBezTo>
                <a:cubicBezTo>
                  <a:pt x="150457" y="4444"/>
                  <a:pt x="146016" y="0"/>
                  <a:pt x="140414" y="0"/>
                </a:cubicBezTo>
                <a:close/>
                <a:moveTo>
                  <a:pt x="172475" y="54981"/>
                </a:moveTo>
                <a:cubicBezTo>
                  <a:pt x="173633" y="54401"/>
                  <a:pt x="175567" y="54209"/>
                  <a:pt x="177691" y="54209"/>
                </a:cubicBezTo>
                <a:cubicBezTo>
                  <a:pt x="183099" y="54209"/>
                  <a:pt x="184835" y="57106"/>
                  <a:pt x="184835" y="66566"/>
                </a:cubicBezTo>
                <a:lnTo>
                  <a:pt x="184835" y="114463"/>
                </a:lnTo>
                <a:cubicBezTo>
                  <a:pt x="184835" y="125470"/>
                  <a:pt x="182710" y="128173"/>
                  <a:pt x="172861" y="128945"/>
                </a:cubicBezTo>
                <a:lnTo>
                  <a:pt x="172861" y="131842"/>
                </a:lnTo>
                <a:lnTo>
                  <a:pt x="213808" y="131842"/>
                </a:lnTo>
                <a:lnTo>
                  <a:pt x="213808" y="128945"/>
                </a:lnTo>
                <a:cubicBezTo>
                  <a:pt x="203956" y="128173"/>
                  <a:pt x="201059" y="125856"/>
                  <a:pt x="201059" y="118904"/>
                </a:cubicBezTo>
                <a:lnTo>
                  <a:pt x="201059" y="64636"/>
                </a:lnTo>
                <a:cubicBezTo>
                  <a:pt x="210331" y="55945"/>
                  <a:pt x="214580" y="53629"/>
                  <a:pt x="220955" y="53629"/>
                </a:cubicBezTo>
                <a:cubicBezTo>
                  <a:pt x="230418" y="53629"/>
                  <a:pt x="235054" y="59614"/>
                  <a:pt x="235054" y="72360"/>
                </a:cubicBezTo>
                <a:lnTo>
                  <a:pt x="235054" y="112724"/>
                </a:lnTo>
                <a:cubicBezTo>
                  <a:pt x="235054" y="124890"/>
                  <a:pt x="232543" y="128173"/>
                  <a:pt x="222885" y="128945"/>
                </a:cubicBezTo>
                <a:lnTo>
                  <a:pt x="222885" y="131842"/>
                </a:lnTo>
                <a:lnTo>
                  <a:pt x="263060" y="131842"/>
                </a:lnTo>
                <a:lnTo>
                  <a:pt x="263060" y="128945"/>
                </a:lnTo>
                <a:cubicBezTo>
                  <a:pt x="253594" y="127981"/>
                  <a:pt x="251278" y="125662"/>
                  <a:pt x="251278" y="116202"/>
                </a:cubicBezTo>
                <a:lnTo>
                  <a:pt x="251278" y="71974"/>
                </a:lnTo>
                <a:cubicBezTo>
                  <a:pt x="251278" y="53823"/>
                  <a:pt x="242778" y="43004"/>
                  <a:pt x="228488" y="43004"/>
                </a:cubicBezTo>
                <a:cubicBezTo>
                  <a:pt x="219602" y="43004"/>
                  <a:pt x="213614" y="46290"/>
                  <a:pt x="200481" y="58651"/>
                </a:cubicBezTo>
                <a:lnTo>
                  <a:pt x="200481" y="43393"/>
                </a:lnTo>
                <a:lnTo>
                  <a:pt x="199129" y="43004"/>
                </a:lnTo>
                <a:cubicBezTo>
                  <a:pt x="189666" y="46482"/>
                  <a:pt x="183099" y="48607"/>
                  <a:pt x="172475" y="51698"/>
                </a:cubicBezTo>
                <a:lnTo>
                  <a:pt x="172475" y="54981"/>
                </a:lnTo>
                <a:close/>
                <a:moveTo>
                  <a:pt x="344757" y="100113"/>
                </a:moveTo>
                <a:cubicBezTo>
                  <a:pt x="335488" y="114799"/>
                  <a:pt x="327180" y="120404"/>
                  <a:pt x="314820" y="120404"/>
                </a:cubicBezTo>
                <a:cubicBezTo>
                  <a:pt x="303813" y="120404"/>
                  <a:pt x="295508" y="114799"/>
                  <a:pt x="289905" y="103786"/>
                </a:cubicBezTo>
                <a:cubicBezTo>
                  <a:pt x="286428" y="96441"/>
                  <a:pt x="285078" y="90064"/>
                  <a:pt x="284692" y="78275"/>
                </a:cubicBezTo>
                <a:lnTo>
                  <a:pt x="344179" y="78275"/>
                </a:lnTo>
                <a:cubicBezTo>
                  <a:pt x="342632" y="65744"/>
                  <a:pt x="340702" y="60162"/>
                  <a:pt x="335874" y="54003"/>
                </a:cubicBezTo>
                <a:cubicBezTo>
                  <a:pt x="330077" y="47062"/>
                  <a:pt x="321195" y="43004"/>
                  <a:pt x="311151" y="43004"/>
                </a:cubicBezTo>
                <a:cubicBezTo>
                  <a:pt x="301493" y="43004"/>
                  <a:pt x="292416" y="46482"/>
                  <a:pt x="285078" y="53039"/>
                </a:cubicBezTo>
                <a:cubicBezTo>
                  <a:pt x="275998" y="60932"/>
                  <a:pt x="270784" y="74606"/>
                  <a:pt x="270784" y="90450"/>
                </a:cubicBezTo>
                <a:cubicBezTo>
                  <a:pt x="270784" y="117118"/>
                  <a:pt x="284692" y="133728"/>
                  <a:pt x="306901" y="133728"/>
                </a:cubicBezTo>
                <a:cubicBezTo>
                  <a:pt x="325250" y="133728"/>
                  <a:pt x="339735" y="122335"/>
                  <a:pt x="347849" y="101466"/>
                </a:cubicBezTo>
                <a:lnTo>
                  <a:pt x="344757" y="100113"/>
                </a:lnTo>
                <a:moveTo>
                  <a:pt x="285078" y="72095"/>
                </a:moveTo>
                <a:cubicBezTo>
                  <a:pt x="287200" y="57083"/>
                  <a:pt x="293769" y="49959"/>
                  <a:pt x="305549" y="49959"/>
                </a:cubicBezTo>
                <a:cubicBezTo>
                  <a:pt x="317331" y="49959"/>
                  <a:pt x="321967" y="55350"/>
                  <a:pt x="324478" y="72095"/>
                </a:cubicBezTo>
                <a:lnTo>
                  <a:pt x="285078" y="72095"/>
                </a:lnTo>
                <a:close/>
                <a:moveTo>
                  <a:pt x="437078" y="119055"/>
                </a:moveTo>
                <a:cubicBezTo>
                  <a:pt x="433795" y="121754"/>
                  <a:pt x="431479" y="122721"/>
                  <a:pt x="428582" y="122721"/>
                </a:cubicBezTo>
                <a:cubicBezTo>
                  <a:pt x="424141" y="122721"/>
                  <a:pt x="422788" y="120018"/>
                  <a:pt x="422788" y="111528"/>
                </a:cubicBezTo>
                <a:lnTo>
                  <a:pt x="422788" y="73890"/>
                </a:lnTo>
                <a:cubicBezTo>
                  <a:pt x="422788" y="63852"/>
                  <a:pt x="421821" y="58256"/>
                  <a:pt x="418924" y="53623"/>
                </a:cubicBezTo>
                <a:cubicBezTo>
                  <a:pt x="414675" y="46676"/>
                  <a:pt x="406370" y="43004"/>
                  <a:pt x="394976" y="43004"/>
                </a:cubicBezTo>
                <a:cubicBezTo>
                  <a:pt x="376819" y="43004"/>
                  <a:pt x="362528" y="52465"/>
                  <a:pt x="362528" y="64624"/>
                </a:cubicBezTo>
                <a:cubicBezTo>
                  <a:pt x="362528" y="69066"/>
                  <a:pt x="366389" y="72923"/>
                  <a:pt x="370833" y="72923"/>
                </a:cubicBezTo>
                <a:cubicBezTo>
                  <a:pt x="375466" y="72923"/>
                  <a:pt x="379524" y="69066"/>
                  <a:pt x="379524" y="64819"/>
                </a:cubicBezTo>
                <a:cubicBezTo>
                  <a:pt x="379524" y="64047"/>
                  <a:pt x="379330" y="63080"/>
                  <a:pt x="379138" y="61730"/>
                </a:cubicBezTo>
                <a:cubicBezTo>
                  <a:pt x="378752" y="59994"/>
                  <a:pt x="378558" y="58450"/>
                  <a:pt x="378558" y="57097"/>
                </a:cubicBezTo>
                <a:cubicBezTo>
                  <a:pt x="378558" y="51887"/>
                  <a:pt x="384738" y="47640"/>
                  <a:pt x="392465" y="47640"/>
                </a:cubicBezTo>
                <a:cubicBezTo>
                  <a:pt x="401928" y="47640"/>
                  <a:pt x="407142" y="53237"/>
                  <a:pt x="407142" y="63661"/>
                </a:cubicBezTo>
                <a:lnTo>
                  <a:pt x="407142" y="75434"/>
                </a:lnTo>
                <a:cubicBezTo>
                  <a:pt x="377399" y="87400"/>
                  <a:pt x="374116" y="88944"/>
                  <a:pt x="365811" y="96279"/>
                </a:cubicBezTo>
                <a:cubicBezTo>
                  <a:pt x="361562" y="100140"/>
                  <a:pt x="358856" y="106700"/>
                  <a:pt x="358856" y="113069"/>
                </a:cubicBezTo>
                <a:cubicBezTo>
                  <a:pt x="358856" y="125232"/>
                  <a:pt x="367356" y="133728"/>
                  <a:pt x="379138" y="133728"/>
                </a:cubicBezTo>
                <a:cubicBezTo>
                  <a:pt x="387635" y="133728"/>
                  <a:pt x="395554" y="129673"/>
                  <a:pt x="407336" y="119629"/>
                </a:cubicBezTo>
                <a:cubicBezTo>
                  <a:pt x="408303" y="129673"/>
                  <a:pt x="411778" y="133728"/>
                  <a:pt x="419696" y="133728"/>
                </a:cubicBezTo>
                <a:cubicBezTo>
                  <a:pt x="426263" y="133728"/>
                  <a:pt x="430321" y="131412"/>
                  <a:pt x="437078" y="124073"/>
                </a:cubicBezTo>
                <a:lnTo>
                  <a:pt x="437078" y="119055"/>
                </a:lnTo>
                <a:moveTo>
                  <a:pt x="407142" y="108041"/>
                </a:moveTo>
                <a:cubicBezTo>
                  <a:pt x="407142" y="114030"/>
                  <a:pt x="406178" y="115769"/>
                  <a:pt x="402120" y="118085"/>
                </a:cubicBezTo>
                <a:cubicBezTo>
                  <a:pt x="397487" y="120790"/>
                  <a:pt x="392079" y="122526"/>
                  <a:pt x="388021" y="122526"/>
                </a:cubicBezTo>
                <a:cubicBezTo>
                  <a:pt x="381263" y="122526"/>
                  <a:pt x="375855" y="115960"/>
                  <a:pt x="375855" y="107655"/>
                </a:cubicBezTo>
                <a:lnTo>
                  <a:pt x="375855" y="106883"/>
                </a:lnTo>
                <a:cubicBezTo>
                  <a:pt x="375855" y="95486"/>
                  <a:pt x="383771" y="88534"/>
                  <a:pt x="407142" y="80035"/>
                </a:cubicBezTo>
                <a:lnTo>
                  <a:pt x="407142" y="108041"/>
                </a:lnTo>
                <a:close/>
                <a:moveTo>
                  <a:pt x="438817" y="56526"/>
                </a:moveTo>
                <a:cubicBezTo>
                  <a:pt x="441523" y="55945"/>
                  <a:pt x="443261" y="55751"/>
                  <a:pt x="445578" y="55751"/>
                </a:cubicBezTo>
                <a:cubicBezTo>
                  <a:pt x="450405" y="55751"/>
                  <a:pt x="452144" y="58842"/>
                  <a:pt x="452144" y="67339"/>
                </a:cubicBezTo>
                <a:lnTo>
                  <a:pt x="452144" y="115621"/>
                </a:lnTo>
                <a:cubicBezTo>
                  <a:pt x="452144" y="125276"/>
                  <a:pt x="450791" y="126629"/>
                  <a:pt x="438431" y="128945"/>
                </a:cubicBezTo>
                <a:lnTo>
                  <a:pt x="438431" y="131842"/>
                </a:lnTo>
                <a:lnTo>
                  <a:pt x="484786" y="131842"/>
                </a:lnTo>
                <a:lnTo>
                  <a:pt x="484786" y="128945"/>
                </a:lnTo>
                <a:cubicBezTo>
                  <a:pt x="471651" y="128367"/>
                  <a:pt x="468368" y="125470"/>
                  <a:pt x="468368" y="114463"/>
                </a:cubicBezTo>
                <a:lnTo>
                  <a:pt x="468368" y="71008"/>
                </a:lnTo>
                <a:cubicBezTo>
                  <a:pt x="468368" y="64828"/>
                  <a:pt x="476673" y="55173"/>
                  <a:pt x="481889" y="55173"/>
                </a:cubicBezTo>
                <a:cubicBezTo>
                  <a:pt x="483047" y="55173"/>
                  <a:pt x="484786" y="56140"/>
                  <a:pt x="486911" y="58070"/>
                </a:cubicBezTo>
                <a:cubicBezTo>
                  <a:pt x="490000" y="60772"/>
                  <a:pt x="492125" y="61931"/>
                  <a:pt x="494635" y="61931"/>
                </a:cubicBezTo>
                <a:cubicBezTo>
                  <a:pt x="499271" y="61931"/>
                  <a:pt x="502168" y="58648"/>
                  <a:pt x="502168" y="53243"/>
                </a:cubicBezTo>
                <a:cubicBezTo>
                  <a:pt x="502168" y="46868"/>
                  <a:pt x="498113" y="43004"/>
                  <a:pt x="491547" y="43004"/>
                </a:cubicBezTo>
                <a:cubicBezTo>
                  <a:pt x="483434" y="43004"/>
                  <a:pt x="477834" y="47449"/>
                  <a:pt x="468368" y="61158"/>
                </a:cubicBezTo>
                <a:lnTo>
                  <a:pt x="468368" y="43393"/>
                </a:lnTo>
                <a:lnTo>
                  <a:pt x="467404" y="43004"/>
                </a:lnTo>
                <a:cubicBezTo>
                  <a:pt x="457166" y="47254"/>
                  <a:pt x="450214" y="49765"/>
                  <a:pt x="438817" y="53434"/>
                </a:cubicBezTo>
                <a:lnTo>
                  <a:pt x="438817" y="565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766E07-7667-4454-B6FE-AF56D1CE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828" y="3064750"/>
            <a:ext cx="386291" cy="386291"/>
          </a:xfrm>
          <a:custGeom xmlns:a="http://schemas.openxmlformats.org/drawingml/2006/main">
            <a:pathLst>
              <a:path w="386291" h="386291">
                <a:moveTo>
                  <a:pt x="386291" y="193145"/>
                </a:moveTo>
                <a:cubicBezTo>
                  <a:pt x="386291" y="86473"/>
                  <a:pt x="299818" y="0"/>
                  <a:pt x="193145" y="0"/>
                </a:cubicBezTo>
                <a:cubicBezTo>
                  <a:pt x="86473" y="0"/>
                  <a:pt x="0" y="86473"/>
                  <a:pt x="0" y="193145"/>
                </a:cubicBezTo>
                <a:cubicBezTo>
                  <a:pt x="0" y="299818"/>
                  <a:pt x="86473" y="386291"/>
                  <a:pt x="193145" y="386291"/>
                </a:cubicBezTo>
                <a:cubicBezTo>
                  <a:pt x="299818" y="386291"/>
                  <a:pt x="386291" y="299818"/>
                  <a:pt x="386291" y="193145"/>
                </a:cubicBezTo>
                <a:close/>
                <a:moveTo>
                  <a:pt x="193145" y="193145"/>
                </a:moveTo>
              </a:path>
            </a:pathLst>
          </a:custGeom>
          <a:solidFill xmlns:a="http://schemas.openxmlformats.org/drawingml/2006/main">
            <a:srgbClr val="FF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77F09-8A7D-4A8D-BCD1-A208EECD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828" y="3064750"/>
            <a:ext cx="386291" cy="386291"/>
          </a:xfrm>
          <a:custGeom xmlns:a="http://schemas.openxmlformats.org/drawingml/2006/main">
            <a:pathLst>
              <a:path w="386291" h="386291" fill="none">
                <a:moveTo>
                  <a:pt x="386291" y="193145"/>
                </a:moveTo>
                <a:cubicBezTo>
                  <a:pt x="386291" y="86473"/>
                  <a:pt x="299818" y="0"/>
                  <a:pt x="193145" y="0"/>
                </a:cubicBezTo>
                <a:cubicBezTo>
                  <a:pt x="86473" y="0"/>
                  <a:pt x="0" y="86473"/>
                  <a:pt x="0" y="193145"/>
                </a:cubicBezTo>
                <a:cubicBezTo>
                  <a:pt x="0" y="299818"/>
                  <a:pt x="86473" y="386291"/>
                  <a:pt x="193145" y="386291"/>
                </a:cubicBezTo>
                <a:cubicBezTo>
                  <a:pt x="299818" y="386291"/>
                  <a:pt x="386291" y="299818"/>
                  <a:pt x="386291" y="193145"/>
                </a:cubicBezTo>
                <a:close/>
                <a:moveTo>
                  <a:pt x="193145" y="193145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10" name="Text +">
            <a:extLst xmlns:a="http://schemas.openxmlformats.org/drawingml/2006/main">
              <a:ext uri="{FF2B5EF4-FFF2-40B4-BE49-F238E27FC236}">
                <a16:creationId xmlns:a16="http://schemas.microsoft.com/office/drawing/2014/main" id="{452B9004-01D9-402E-9197-62F385CE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646" y="3193539"/>
            <a:ext cx="128438" cy="128636"/>
          </a:xfrm>
          <a:custGeom xmlns:a="http://schemas.openxmlformats.org/drawingml/2006/main">
            <a:pathLst>
              <a:path w="128438" h="128636">
                <a:moveTo>
                  <a:pt x="68179" y="68090"/>
                </a:moveTo>
                <a:lnTo>
                  <a:pt x="122064" y="68090"/>
                </a:lnTo>
                <a:cubicBezTo>
                  <a:pt x="124769" y="68090"/>
                  <a:pt x="128438" y="68090"/>
                  <a:pt x="128438" y="64229"/>
                </a:cubicBezTo>
                <a:cubicBezTo>
                  <a:pt x="128438" y="60366"/>
                  <a:pt x="124769" y="60366"/>
                  <a:pt x="122064" y="60366"/>
                </a:cubicBezTo>
                <a:lnTo>
                  <a:pt x="68179" y="60366"/>
                </a:lnTo>
                <a:lnTo>
                  <a:pt x="68179" y="6372"/>
                </a:lnTo>
                <a:cubicBezTo>
                  <a:pt x="68179" y="3672"/>
                  <a:pt x="68179" y="0"/>
                  <a:pt x="64315" y="0"/>
                </a:cubicBezTo>
                <a:cubicBezTo>
                  <a:pt x="60451" y="0"/>
                  <a:pt x="60451" y="3672"/>
                  <a:pt x="60451" y="6372"/>
                </a:cubicBezTo>
                <a:lnTo>
                  <a:pt x="60451" y="60366"/>
                </a:lnTo>
                <a:lnTo>
                  <a:pt x="6372" y="60366"/>
                </a:lnTo>
                <a:cubicBezTo>
                  <a:pt x="3669" y="60366"/>
                  <a:pt x="0" y="60366"/>
                  <a:pt x="0" y="64229"/>
                </a:cubicBezTo>
                <a:cubicBezTo>
                  <a:pt x="0" y="68090"/>
                  <a:pt x="3669" y="68090"/>
                  <a:pt x="6372" y="68090"/>
                </a:cubicBezTo>
                <a:lnTo>
                  <a:pt x="60451" y="68090"/>
                </a:lnTo>
                <a:lnTo>
                  <a:pt x="60451" y="122261"/>
                </a:lnTo>
                <a:cubicBezTo>
                  <a:pt x="60451" y="124966"/>
                  <a:pt x="60451" y="128636"/>
                  <a:pt x="64315" y="128636"/>
                </a:cubicBezTo>
                <a:cubicBezTo>
                  <a:pt x="68179" y="128636"/>
                  <a:pt x="68179" y="124966"/>
                  <a:pt x="68179" y="122261"/>
                </a:cubicBezTo>
                <a:lnTo>
                  <a:pt x="68179" y="680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612C5-C47C-4674-BE7E-66E3F8BD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3539" y="2990864"/>
            <a:ext cx="1648654" cy="534061"/>
          </a:xfrm>
          <a:custGeom xmlns:a="http://schemas.openxmlformats.org/drawingml/2006/main">
            <a:pathLst>
              <a:path w="1648654" h="534061">
                <a:moveTo>
                  <a:pt x="1538746" y="0"/>
                </a:moveTo>
                <a:lnTo>
                  <a:pt x="109908" y="0"/>
                </a:lnTo>
                <a:cubicBezTo>
                  <a:pt x="49207" y="0"/>
                  <a:pt x="0" y="49207"/>
                  <a:pt x="0" y="109908"/>
                </a:cubicBezTo>
                <a:lnTo>
                  <a:pt x="0" y="424153"/>
                </a:lnTo>
                <a:cubicBezTo>
                  <a:pt x="0" y="484854"/>
                  <a:pt x="49207" y="534061"/>
                  <a:pt x="109908" y="534061"/>
                </a:cubicBezTo>
                <a:lnTo>
                  <a:pt x="1538746" y="534061"/>
                </a:lnTo>
                <a:cubicBezTo>
                  <a:pt x="1599447" y="534061"/>
                  <a:pt x="1648654" y="484854"/>
                  <a:pt x="1648654" y="424153"/>
                </a:cubicBezTo>
                <a:lnTo>
                  <a:pt x="1648654" y="109908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534061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C361CA-BCAC-4E11-A87E-D0CB172C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3539" y="2990864"/>
            <a:ext cx="1648654" cy="534061"/>
          </a:xfrm>
          <a:custGeom xmlns:a="http://schemas.openxmlformats.org/drawingml/2006/main">
            <a:pathLst>
              <a:path w="1648654" h="534061" fill="none">
                <a:moveTo>
                  <a:pt x="1538746" y="0"/>
                </a:moveTo>
                <a:lnTo>
                  <a:pt x="109908" y="0"/>
                </a:lnTo>
                <a:cubicBezTo>
                  <a:pt x="49207" y="0"/>
                  <a:pt x="0" y="49207"/>
                  <a:pt x="0" y="109908"/>
                </a:cubicBezTo>
                <a:lnTo>
                  <a:pt x="0" y="424153"/>
                </a:lnTo>
                <a:cubicBezTo>
                  <a:pt x="0" y="484854"/>
                  <a:pt x="49207" y="534061"/>
                  <a:pt x="109908" y="534061"/>
                </a:cubicBezTo>
                <a:lnTo>
                  <a:pt x="1538746" y="534061"/>
                </a:lnTo>
                <a:cubicBezTo>
                  <a:pt x="1599447" y="534061"/>
                  <a:pt x="1648654" y="484854"/>
                  <a:pt x="1648654" y="424153"/>
                </a:cubicBezTo>
                <a:lnTo>
                  <a:pt x="1648654" y="109908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534061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13" name="Text Positional">
            <a:extLst xmlns:a="http://schemas.openxmlformats.org/drawingml/2006/main">
              <a:ext uri="{FF2B5EF4-FFF2-40B4-BE49-F238E27FC236}">
                <a16:creationId xmlns:a16="http://schemas.microsoft.com/office/drawing/2014/main" id="{FCA5EA80-28EE-4212-B680-E9021FCF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554" y="3054998"/>
            <a:ext cx="765614" cy="133802"/>
          </a:xfrm>
          <a:custGeom xmlns:a="http://schemas.openxmlformats.org/drawingml/2006/main">
            <a:pathLst>
              <a:path w="765614" h="133802">
                <a:moveTo>
                  <a:pt x="35925" y="75697"/>
                </a:moveTo>
                <a:cubicBezTo>
                  <a:pt x="40947" y="76083"/>
                  <a:pt x="44230" y="76274"/>
                  <a:pt x="49252" y="76274"/>
                </a:cubicBezTo>
                <a:cubicBezTo>
                  <a:pt x="64318" y="76274"/>
                  <a:pt x="74748" y="74344"/>
                  <a:pt x="83053" y="69708"/>
                </a:cubicBezTo>
                <a:cubicBezTo>
                  <a:pt x="94641" y="63528"/>
                  <a:pt x="101593" y="51745"/>
                  <a:pt x="101593" y="38996"/>
                </a:cubicBezTo>
                <a:cubicBezTo>
                  <a:pt x="101593" y="30886"/>
                  <a:pt x="98890" y="23544"/>
                  <a:pt x="93674" y="17942"/>
                </a:cubicBezTo>
                <a:cubicBezTo>
                  <a:pt x="85950" y="9445"/>
                  <a:pt x="69145" y="4035"/>
                  <a:pt x="50991" y="4035"/>
                </a:cubicBezTo>
                <a:lnTo>
                  <a:pt x="0" y="4035"/>
                </a:lnTo>
                <a:lnTo>
                  <a:pt x="0" y="7707"/>
                </a:lnTo>
                <a:cubicBezTo>
                  <a:pt x="14294" y="9251"/>
                  <a:pt x="16224" y="11181"/>
                  <a:pt x="16224" y="25092"/>
                </a:cubicBezTo>
                <a:lnTo>
                  <a:pt x="16224" y="108737"/>
                </a:lnTo>
                <a:cubicBezTo>
                  <a:pt x="16224" y="124964"/>
                  <a:pt x="14680" y="126894"/>
                  <a:pt x="0" y="128247"/>
                </a:cubicBezTo>
                <a:lnTo>
                  <a:pt x="0" y="131916"/>
                </a:lnTo>
                <a:lnTo>
                  <a:pt x="54080" y="131916"/>
                </a:lnTo>
                <a:lnTo>
                  <a:pt x="54080" y="128247"/>
                </a:lnTo>
                <a:cubicBezTo>
                  <a:pt x="38822" y="127669"/>
                  <a:pt x="35925" y="124964"/>
                  <a:pt x="35925" y="110862"/>
                </a:cubicBezTo>
                <a:lnTo>
                  <a:pt x="35925" y="75697"/>
                </a:lnTo>
                <a:moveTo>
                  <a:pt x="35925" y="17750"/>
                </a:moveTo>
                <a:cubicBezTo>
                  <a:pt x="35925" y="12534"/>
                  <a:pt x="37278" y="11181"/>
                  <a:pt x="42491" y="11181"/>
                </a:cubicBezTo>
                <a:cubicBezTo>
                  <a:pt x="68565" y="11181"/>
                  <a:pt x="80542" y="20261"/>
                  <a:pt x="80542" y="40157"/>
                </a:cubicBezTo>
                <a:cubicBezTo>
                  <a:pt x="80542" y="58892"/>
                  <a:pt x="69145" y="68550"/>
                  <a:pt x="46933" y="68550"/>
                </a:cubicBezTo>
                <a:cubicBezTo>
                  <a:pt x="43072" y="68550"/>
                  <a:pt x="40367" y="68358"/>
                  <a:pt x="35925" y="67969"/>
                </a:cubicBezTo>
                <a:lnTo>
                  <a:pt x="35925" y="17750"/>
                </a:lnTo>
                <a:close/>
                <a:moveTo>
                  <a:pt x="152584" y="43078"/>
                </a:moveTo>
                <a:cubicBezTo>
                  <a:pt x="127475" y="43078"/>
                  <a:pt x="109898" y="61612"/>
                  <a:pt x="109898" y="88248"/>
                </a:cubicBezTo>
                <a:cubicBezTo>
                  <a:pt x="109898" y="114304"/>
                  <a:pt x="127861" y="133802"/>
                  <a:pt x="152195" y="133802"/>
                </a:cubicBezTo>
                <a:cubicBezTo>
                  <a:pt x="176532" y="133802"/>
                  <a:pt x="195073" y="113340"/>
                  <a:pt x="195073" y="86704"/>
                </a:cubicBezTo>
                <a:cubicBezTo>
                  <a:pt x="195073" y="61418"/>
                  <a:pt x="177304" y="43078"/>
                  <a:pt x="152584" y="43078"/>
                </a:cubicBezTo>
                <a:moveTo>
                  <a:pt x="150073" y="48489"/>
                </a:moveTo>
                <a:cubicBezTo>
                  <a:pt x="166297" y="48489"/>
                  <a:pt x="177691" y="67017"/>
                  <a:pt x="177691" y="93459"/>
                </a:cubicBezTo>
                <a:cubicBezTo>
                  <a:pt x="177691" y="115270"/>
                  <a:pt x="168999" y="128394"/>
                  <a:pt x="154514" y="128394"/>
                </a:cubicBezTo>
                <a:cubicBezTo>
                  <a:pt x="146982" y="128394"/>
                  <a:pt x="139835" y="123764"/>
                  <a:pt x="135780" y="116043"/>
                </a:cubicBezTo>
                <a:cubicBezTo>
                  <a:pt x="130372" y="106005"/>
                  <a:pt x="127280" y="92495"/>
                  <a:pt x="127280" y="78791"/>
                </a:cubicBezTo>
                <a:cubicBezTo>
                  <a:pt x="127280" y="60454"/>
                  <a:pt x="136357" y="48489"/>
                  <a:pt x="150073" y="48489"/>
                </a:cubicBezTo>
                <a:close/>
                <a:moveTo>
                  <a:pt x="261706" y="71232"/>
                </a:moveTo>
                <a:lnTo>
                  <a:pt x="260934" y="44964"/>
                </a:lnTo>
                <a:lnTo>
                  <a:pt x="258809" y="44964"/>
                </a:lnTo>
                <a:lnTo>
                  <a:pt x="258423" y="45353"/>
                </a:lnTo>
                <a:cubicBezTo>
                  <a:pt x="256685" y="46703"/>
                  <a:pt x="256493" y="46897"/>
                  <a:pt x="255721" y="46897"/>
                </a:cubicBezTo>
                <a:cubicBezTo>
                  <a:pt x="254563" y="46897"/>
                  <a:pt x="252629" y="46511"/>
                  <a:pt x="250504" y="45545"/>
                </a:cubicBezTo>
                <a:cubicBezTo>
                  <a:pt x="246255" y="44042"/>
                  <a:pt x="242008" y="43267"/>
                  <a:pt x="236986" y="43267"/>
                </a:cubicBezTo>
                <a:cubicBezTo>
                  <a:pt x="221726" y="43267"/>
                  <a:pt x="210718" y="53116"/>
                  <a:pt x="210718" y="67014"/>
                </a:cubicBezTo>
                <a:cubicBezTo>
                  <a:pt x="210718" y="77821"/>
                  <a:pt x="216899" y="85543"/>
                  <a:pt x="233317" y="94809"/>
                </a:cubicBezTo>
                <a:lnTo>
                  <a:pt x="244519" y="101180"/>
                </a:lnTo>
                <a:cubicBezTo>
                  <a:pt x="251277" y="105041"/>
                  <a:pt x="254563" y="109674"/>
                  <a:pt x="254563" y="115657"/>
                </a:cubicBezTo>
                <a:cubicBezTo>
                  <a:pt x="254563" y="124150"/>
                  <a:pt x="248380" y="129555"/>
                  <a:pt x="238530" y="129555"/>
                </a:cubicBezTo>
                <a:cubicBezTo>
                  <a:pt x="231964" y="129555"/>
                  <a:pt x="225976" y="127044"/>
                  <a:pt x="222307" y="122797"/>
                </a:cubicBezTo>
                <a:cubicBezTo>
                  <a:pt x="218251" y="117973"/>
                  <a:pt x="216512" y="113532"/>
                  <a:pt x="214002" y="102530"/>
                </a:cubicBezTo>
                <a:lnTo>
                  <a:pt x="210910" y="102530"/>
                </a:lnTo>
                <a:lnTo>
                  <a:pt x="210910" y="132644"/>
                </a:lnTo>
                <a:lnTo>
                  <a:pt x="213421" y="132644"/>
                </a:lnTo>
                <a:cubicBezTo>
                  <a:pt x="214774" y="130713"/>
                  <a:pt x="215546" y="130327"/>
                  <a:pt x="217865" y="130327"/>
                </a:cubicBezTo>
                <a:cubicBezTo>
                  <a:pt x="219604" y="130371"/>
                  <a:pt x="222307" y="130758"/>
                  <a:pt x="226748" y="131916"/>
                </a:cubicBezTo>
                <a:cubicBezTo>
                  <a:pt x="232156" y="133030"/>
                  <a:pt x="237372" y="133802"/>
                  <a:pt x="240847" y="133802"/>
                </a:cubicBezTo>
                <a:cubicBezTo>
                  <a:pt x="255721" y="133802"/>
                  <a:pt x="268081" y="122606"/>
                  <a:pt x="268081" y="109093"/>
                </a:cubicBezTo>
                <a:cubicBezTo>
                  <a:pt x="268081" y="99442"/>
                  <a:pt x="263445" y="93073"/>
                  <a:pt x="251857" y="86123"/>
                </a:cubicBezTo>
                <a:lnTo>
                  <a:pt x="230998" y="73769"/>
                </a:lnTo>
                <a:cubicBezTo>
                  <a:pt x="225590" y="70681"/>
                  <a:pt x="222693" y="65856"/>
                  <a:pt x="222693" y="60643"/>
                </a:cubicBezTo>
                <a:cubicBezTo>
                  <a:pt x="222693" y="52921"/>
                  <a:pt x="228681" y="47516"/>
                  <a:pt x="237564" y="47516"/>
                </a:cubicBezTo>
                <a:cubicBezTo>
                  <a:pt x="248574" y="47516"/>
                  <a:pt x="254368" y="54080"/>
                  <a:pt x="258809" y="71261"/>
                </a:cubicBezTo>
                <a:lnTo>
                  <a:pt x="261706" y="71232"/>
                </a:lnTo>
                <a:close/>
                <a:moveTo>
                  <a:pt x="309800" y="43078"/>
                </a:moveTo>
                <a:lnTo>
                  <a:pt x="279863" y="53640"/>
                </a:lnTo>
                <a:lnTo>
                  <a:pt x="279863" y="56540"/>
                </a:lnTo>
                <a:lnTo>
                  <a:pt x="281410" y="56346"/>
                </a:lnTo>
                <a:cubicBezTo>
                  <a:pt x="283726" y="55960"/>
                  <a:pt x="286237" y="55765"/>
                  <a:pt x="287976" y="55765"/>
                </a:cubicBezTo>
                <a:cubicBezTo>
                  <a:pt x="292612" y="55765"/>
                  <a:pt x="294348" y="58857"/>
                  <a:pt x="294348" y="67362"/>
                </a:cubicBezTo>
                <a:lnTo>
                  <a:pt x="294348" y="112205"/>
                </a:lnTo>
                <a:cubicBezTo>
                  <a:pt x="294348" y="126122"/>
                  <a:pt x="292417" y="128247"/>
                  <a:pt x="279091" y="129019"/>
                </a:cubicBezTo>
                <a:lnTo>
                  <a:pt x="279091" y="131916"/>
                </a:lnTo>
                <a:lnTo>
                  <a:pt x="324865" y="131916"/>
                </a:lnTo>
                <a:lnTo>
                  <a:pt x="324865" y="129019"/>
                </a:lnTo>
                <a:cubicBezTo>
                  <a:pt x="312119" y="128055"/>
                  <a:pt x="310572" y="126122"/>
                  <a:pt x="310572" y="112205"/>
                </a:cubicBezTo>
                <a:lnTo>
                  <a:pt x="310572" y="43659"/>
                </a:lnTo>
                <a:lnTo>
                  <a:pt x="309800" y="43078"/>
                </a:lnTo>
                <a:moveTo>
                  <a:pt x="300722" y="74"/>
                </a:moveTo>
                <a:cubicBezTo>
                  <a:pt x="295509" y="74"/>
                  <a:pt x="291065" y="4518"/>
                  <a:pt x="291065" y="9926"/>
                </a:cubicBezTo>
                <a:cubicBezTo>
                  <a:pt x="291065" y="15334"/>
                  <a:pt x="295314" y="19775"/>
                  <a:pt x="300722" y="19775"/>
                </a:cubicBezTo>
                <a:cubicBezTo>
                  <a:pt x="306325" y="19775"/>
                  <a:pt x="310766" y="15525"/>
                  <a:pt x="310766" y="9926"/>
                </a:cubicBezTo>
                <a:cubicBezTo>
                  <a:pt x="310766" y="4518"/>
                  <a:pt x="306325" y="74"/>
                  <a:pt x="300722" y="74"/>
                </a:cubicBezTo>
                <a:close/>
                <a:moveTo>
                  <a:pt x="378945" y="44964"/>
                </a:moveTo>
                <a:lnTo>
                  <a:pt x="359438" y="44964"/>
                </a:lnTo>
                <a:lnTo>
                  <a:pt x="359438" y="22560"/>
                </a:lnTo>
                <a:cubicBezTo>
                  <a:pt x="359438" y="20630"/>
                  <a:pt x="359246" y="20049"/>
                  <a:pt x="358085" y="20049"/>
                </a:cubicBezTo>
                <a:cubicBezTo>
                  <a:pt x="356735" y="21788"/>
                  <a:pt x="355574" y="23527"/>
                  <a:pt x="354224" y="25457"/>
                </a:cubicBezTo>
                <a:cubicBezTo>
                  <a:pt x="346883" y="36082"/>
                  <a:pt x="338578" y="45353"/>
                  <a:pt x="335489" y="46125"/>
                </a:cubicBezTo>
                <a:cubicBezTo>
                  <a:pt x="333364" y="47475"/>
                  <a:pt x="332203" y="48828"/>
                  <a:pt x="332203" y="49794"/>
                </a:cubicBezTo>
                <a:cubicBezTo>
                  <a:pt x="332203" y="50375"/>
                  <a:pt x="332398" y="50761"/>
                  <a:pt x="332978" y="51147"/>
                </a:cubicBezTo>
                <a:lnTo>
                  <a:pt x="343214" y="51147"/>
                </a:lnTo>
                <a:lnTo>
                  <a:pt x="343214" y="109276"/>
                </a:lnTo>
                <a:cubicBezTo>
                  <a:pt x="343214" y="125497"/>
                  <a:pt x="349008" y="133802"/>
                  <a:pt x="360404" y="133802"/>
                </a:cubicBezTo>
                <a:cubicBezTo>
                  <a:pt x="369867" y="133802"/>
                  <a:pt x="377206" y="129169"/>
                  <a:pt x="383580" y="119125"/>
                </a:cubicBezTo>
                <a:lnTo>
                  <a:pt x="381069" y="117000"/>
                </a:lnTo>
                <a:cubicBezTo>
                  <a:pt x="377014" y="121828"/>
                  <a:pt x="373731" y="123761"/>
                  <a:pt x="369481" y="123761"/>
                </a:cubicBezTo>
                <a:cubicBezTo>
                  <a:pt x="362335" y="123761"/>
                  <a:pt x="359438" y="118545"/>
                  <a:pt x="359438" y="106379"/>
                </a:cubicBezTo>
                <a:lnTo>
                  <a:pt x="359438" y="51147"/>
                </a:lnTo>
                <a:lnTo>
                  <a:pt x="378945" y="51147"/>
                </a:lnTo>
                <a:lnTo>
                  <a:pt x="378945" y="44964"/>
                </a:lnTo>
                <a:close/>
                <a:moveTo>
                  <a:pt x="417186" y="43078"/>
                </a:moveTo>
                <a:lnTo>
                  <a:pt x="387249" y="53640"/>
                </a:lnTo>
                <a:lnTo>
                  <a:pt x="387249" y="56540"/>
                </a:lnTo>
                <a:lnTo>
                  <a:pt x="388796" y="56346"/>
                </a:lnTo>
                <a:cubicBezTo>
                  <a:pt x="391113" y="55960"/>
                  <a:pt x="393624" y="55765"/>
                  <a:pt x="395362" y="55765"/>
                </a:cubicBezTo>
                <a:cubicBezTo>
                  <a:pt x="399998" y="55765"/>
                  <a:pt x="401734" y="58857"/>
                  <a:pt x="401734" y="67362"/>
                </a:cubicBezTo>
                <a:lnTo>
                  <a:pt x="401734" y="112205"/>
                </a:lnTo>
                <a:cubicBezTo>
                  <a:pt x="401734" y="126122"/>
                  <a:pt x="399804" y="128247"/>
                  <a:pt x="386477" y="129019"/>
                </a:cubicBezTo>
                <a:lnTo>
                  <a:pt x="386477" y="131916"/>
                </a:lnTo>
                <a:lnTo>
                  <a:pt x="432251" y="131916"/>
                </a:lnTo>
                <a:lnTo>
                  <a:pt x="432251" y="129019"/>
                </a:lnTo>
                <a:cubicBezTo>
                  <a:pt x="419505" y="128055"/>
                  <a:pt x="417958" y="126122"/>
                  <a:pt x="417958" y="112205"/>
                </a:cubicBezTo>
                <a:lnTo>
                  <a:pt x="417958" y="43659"/>
                </a:lnTo>
                <a:lnTo>
                  <a:pt x="417186" y="43078"/>
                </a:lnTo>
                <a:moveTo>
                  <a:pt x="408109" y="74"/>
                </a:moveTo>
                <a:cubicBezTo>
                  <a:pt x="402895" y="74"/>
                  <a:pt x="398451" y="4518"/>
                  <a:pt x="398451" y="9926"/>
                </a:cubicBezTo>
                <a:cubicBezTo>
                  <a:pt x="398451" y="15334"/>
                  <a:pt x="402701" y="19775"/>
                  <a:pt x="408109" y="19775"/>
                </a:cubicBezTo>
                <a:cubicBezTo>
                  <a:pt x="413711" y="19775"/>
                  <a:pt x="418152" y="15525"/>
                  <a:pt x="418152" y="9926"/>
                </a:cubicBezTo>
                <a:cubicBezTo>
                  <a:pt x="418152" y="4518"/>
                  <a:pt x="413711" y="74"/>
                  <a:pt x="408109" y="74"/>
                </a:cubicBezTo>
                <a:close/>
                <a:moveTo>
                  <a:pt x="485367" y="43078"/>
                </a:moveTo>
                <a:cubicBezTo>
                  <a:pt x="460258" y="43078"/>
                  <a:pt x="442681" y="61612"/>
                  <a:pt x="442681" y="88248"/>
                </a:cubicBezTo>
                <a:cubicBezTo>
                  <a:pt x="442681" y="114304"/>
                  <a:pt x="460644" y="133802"/>
                  <a:pt x="484978" y="133802"/>
                </a:cubicBezTo>
                <a:cubicBezTo>
                  <a:pt x="509315" y="133802"/>
                  <a:pt x="527856" y="113340"/>
                  <a:pt x="527856" y="86704"/>
                </a:cubicBezTo>
                <a:cubicBezTo>
                  <a:pt x="527856" y="61418"/>
                  <a:pt x="510087" y="43078"/>
                  <a:pt x="485367" y="43078"/>
                </a:cubicBezTo>
                <a:moveTo>
                  <a:pt x="482856" y="48489"/>
                </a:moveTo>
                <a:cubicBezTo>
                  <a:pt x="499080" y="48489"/>
                  <a:pt x="510474" y="67017"/>
                  <a:pt x="510474" y="93459"/>
                </a:cubicBezTo>
                <a:cubicBezTo>
                  <a:pt x="510474" y="115270"/>
                  <a:pt x="501783" y="128394"/>
                  <a:pt x="487297" y="128394"/>
                </a:cubicBezTo>
                <a:cubicBezTo>
                  <a:pt x="479765" y="128394"/>
                  <a:pt x="472618" y="123764"/>
                  <a:pt x="468563" y="116043"/>
                </a:cubicBezTo>
                <a:cubicBezTo>
                  <a:pt x="463155" y="106005"/>
                  <a:pt x="460063" y="92495"/>
                  <a:pt x="460063" y="78791"/>
                </a:cubicBezTo>
                <a:cubicBezTo>
                  <a:pt x="460063" y="60454"/>
                  <a:pt x="469140" y="48489"/>
                  <a:pt x="482856" y="48489"/>
                </a:cubicBezTo>
                <a:close/>
                <a:moveTo>
                  <a:pt x="536741" y="55055"/>
                </a:moveTo>
                <a:cubicBezTo>
                  <a:pt x="537900" y="54474"/>
                  <a:pt x="539833" y="54283"/>
                  <a:pt x="541958" y="54283"/>
                </a:cubicBezTo>
                <a:cubicBezTo>
                  <a:pt x="547366" y="54283"/>
                  <a:pt x="549102" y="57180"/>
                  <a:pt x="549102" y="66640"/>
                </a:cubicBezTo>
                <a:lnTo>
                  <a:pt x="549102" y="114537"/>
                </a:lnTo>
                <a:cubicBezTo>
                  <a:pt x="549102" y="125544"/>
                  <a:pt x="546977" y="128247"/>
                  <a:pt x="537127" y="129019"/>
                </a:cubicBezTo>
                <a:lnTo>
                  <a:pt x="537127" y="131916"/>
                </a:lnTo>
                <a:lnTo>
                  <a:pt x="578075" y="131916"/>
                </a:lnTo>
                <a:lnTo>
                  <a:pt x="578075" y="129019"/>
                </a:lnTo>
                <a:cubicBezTo>
                  <a:pt x="568222" y="128247"/>
                  <a:pt x="565325" y="125930"/>
                  <a:pt x="565325" y="118978"/>
                </a:cubicBezTo>
                <a:lnTo>
                  <a:pt x="565325" y="64710"/>
                </a:lnTo>
                <a:cubicBezTo>
                  <a:pt x="574597" y="56019"/>
                  <a:pt x="578847" y="53702"/>
                  <a:pt x="585221" y="53702"/>
                </a:cubicBezTo>
                <a:cubicBezTo>
                  <a:pt x="594685" y="53702"/>
                  <a:pt x="599320" y="59688"/>
                  <a:pt x="599320" y="72434"/>
                </a:cubicBezTo>
                <a:lnTo>
                  <a:pt x="599320" y="112798"/>
                </a:lnTo>
                <a:cubicBezTo>
                  <a:pt x="599320" y="124964"/>
                  <a:pt x="596809" y="128247"/>
                  <a:pt x="587152" y="129019"/>
                </a:cubicBezTo>
                <a:lnTo>
                  <a:pt x="587152" y="131916"/>
                </a:lnTo>
                <a:lnTo>
                  <a:pt x="627327" y="131916"/>
                </a:lnTo>
                <a:lnTo>
                  <a:pt x="627327" y="129019"/>
                </a:lnTo>
                <a:cubicBezTo>
                  <a:pt x="617861" y="128055"/>
                  <a:pt x="615544" y="125736"/>
                  <a:pt x="615544" y="116275"/>
                </a:cubicBezTo>
                <a:lnTo>
                  <a:pt x="615544" y="72048"/>
                </a:lnTo>
                <a:cubicBezTo>
                  <a:pt x="615544" y="53897"/>
                  <a:pt x="607045" y="43078"/>
                  <a:pt x="592754" y="43078"/>
                </a:cubicBezTo>
                <a:cubicBezTo>
                  <a:pt x="583869" y="43078"/>
                  <a:pt x="577880" y="46364"/>
                  <a:pt x="564748" y="58724"/>
                </a:cubicBezTo>
                <a:lnTo>
                  <a:pt x="564748" y="43467"/>
                </a:lnTo>
                <a:lnTo>
                  <a:pt x="563395" y="43078"/>
                </a:lnTo>
                <a:cubicBezTo>
                  <a:pt x="553932" y="46556"/>
                  <a:pt x="547366" y="48680"/>
                  <a:pt x="536741" y="51772"/>
                </a:cubicBezTo>
                <a:lnTo>
                  <a:pt x="536741" y="55055"/>
                </a:lnTo>
                <a:close/>
                <a:moveTo>
                  <a:pt x="715589" y="119128"/>
                </a:moveTo>
                <a:cubicBezTo>
                  <a:pt x="712306" y="121828"/>
                  <a:pt x="709990" y="122794"/>
                  <a:pt x="707093" y="122794"/>
                </a:cubicBezTo>
                <a:cubicBezTo>
                  <a:pt x="702651" y="122794"/>
                  <a:pt x="701299" y="120092"/>
                  <a:pt x="701299" y="111601"/>
                </a:cubicBezTo>
                <a:lnTo>
                  <a:pt x="701299" y="73964"/>
                </a:lnTo>
                <a:cubicBezTo>
                  <a:pt x="701299" y="63926"/>
                  <a:pt x="700332" y="58329"/>
                  <a:pt x="697435" y="53696"/>
                </a:cubicBezTo>
                <a:cubicBezTo>
                  <a:pt x="693185" y="46750"/>
                  <a:pt x="684880" y="43078"/>
                  <a:pt x="673487" y="43078"/>
                </a:cubicBezTo>
                <a:cubicBezTo>
                  <a:pt x="655330" y="43078"/>
                  <a:pt x="641039" y="52538"/>
                  <a:pt x="641039" y="64698"/>
                </a:cubicBezTo>
                <a:cubicBezTo>
                  <a:pt x="641039" y="69139"/>
                  <a:pt x="644900" y="72997"/>
                  <a:pt x="649344" y="72997"/>
                </a:cubicBezTo>
                <a:cubicBezTo>
                  <a:pt x="653977" y="72997"/>
                  <a:pt x="658035" y="69139"/>
                  <a:pt x="658035" y="64892"/>
                </a:cubicBezTo>
                <a:cubicBezTo>
                  <a:pt x="658035" y="64120"/>
                  <a:pt x="657841" y="63154"/>
                  <a:pt x="657649" y="61804"/>
                </a:cubicBezTo>
                <a:cubicBezTo>
                  <a:pt x="657263" y="60068"/>
                  <a:pt x="657068" y="58524"/>
                  <a:pt x="657068" y="57171"/>
                </a:cubicBezTo>
                <a:cubicBezTo>
                  <a:pt x="657068" y="51961"/>
                  <a:pt x="663249" y="47714"/>
                  <a:pt x="670976" y="47714"/>
                </a:cubicBezTo>
                <a:cubicBezTo>
                  <a:pt x="680439" y="47714"/>
                  <a:pt x="685652" y="53310"/>
                  <a:pt x="685652" y="63734"/>
                </a:cubicBezTo>
                <a:lnTo>
                  <a:pt x="685652" y="75508"/>
                </a:lnTo>
                <a:cubicBezTo>
                  <a:pt x="655910" y="87473"/>
                  <a:pt x="652627" y="89018"/>
                  <a:pt x="644322" y="96353"/>
                </a:cubicBezTo>
                <a:cubicBezTo>
                  <a:pt x="640072" y="100214"/>
                  <a:pt x="637367" y="106774"/>
                  <a:pt x="637367" y="113143"/>
                </a:cubicBezTo>
                <a:cubicBezTo>
                  <a:pt x="637367" y="125305"/>
                  <a:pt x="645866" y="133802"/>
                  <a:pt x="657649" y="133802"/>
                </a:cubicBezTo>
                <a:cubicBezTo>
                  <a:pt x="666146" y="133802"/>
                  <a:pt x="674064" y="129747"/>
                  <a:pt x="685847" y="119703"/>
                </a:cubicBezTo>
                <a:cubicBezTo>
                  <a:pt x="686814" y="129747"/>
                  <a:pt x="690288" y="133802"/>
                  <a:pt x="698207" y="133802"/>
                </a:cubicBezTo>
                <a:cubicBezTo>
                  <a:pt x="704773" y="133802"/>
                  <a:pt x="708832" y="131485"/>
                  <a:pt x="715589" y="124147"/>
                </a:cubicBezTo>
                <a:lnTo>
                  <a:pt x="715589" y="119128"/>
                </a:lnTo>
                <a:moveTo>
                  <a:pt x="685652" y="108115"/>
                </a:moveTo>
                <a:cubicBezTo>
                  <a:pt x="685652" y="114103"/>
                  <a:pt x="684689" y="115842"/>
                  <a:pt x="680631" y="118159"/>
                </a:cubicBezTo>
                <a:cubicBezTo>
                  <a:pt x="675998" y="120864"/>
                  <a:pt x="670590" y="122600"/>
                  <a:pt x="666532" y="122600"/>
                </a:cubicBezTo>
                <a:cubicBezTo>
                  <a:pt x="659774" y="122600"/>
                  <a:pt x="654366" y="116034"/>
                  <a:pt x="654366" y="107729"/>
                </a:cubicBezTo>
                <a:lnTo>
                  <a:pt x="654366" y="106957"/>
                </a:lnTo>
                <a:cubicBezTo>
                  <a:pt x="654366" y="95560"/>
                  <a:pt x="662282" y="88608"/>
                  <a:pt x="685652" y="80108"/>
                </a:cubicBezTo>
                <a:lnTo>
                  <a:pt x="685652" y="108115"/>
                </a:lnTo>
                <a:close/>
                <a:moveTo>
                  <a:pt x="719648" y="11588"/>
                </a:moveTo>
                <a:lnTo>
                  <a:pt x="720806" y="11588"/>
                </a:lnTo>
                <a:cubicBezTo>
                  <a:pt x="722931" y="11396"/>
                  <a:pt x="725247" y="11202"/>
                  <a:pt x="726795" y="11202"/>
                </a:cubicBezTo>
                <a:cubicBezTo>
                  <a:pt x="732975" y="11202"/>
                  <a:pt x="734905" y="13907"/>
                  <a:pt x="734905" y="22985"/>
                </a:cubicBezTo>
                <a:lnTo>
                  <a:pt x="734905" y="115114"/>
                </a:lnTo>
                <a:cubicBezTo>
                  <a:pt x="734905" y="125544"/>
                  <a:pt x="732203" y="128055"/>
                  <a:pt x="720034" y="129019"/>
                </a:cubicBezTo>
                <a:lnTo>
                  <a:pt x="720034" y="131916"/>
                </a:lnTo>
                <a:lnTo>
                  <a:pt x="765614" y="131916"/>
                </a:lnTo>
                <a:lnTo>
                  <a:pt x="765614" y="129019"/>
                </a:lnTo>
                <a:cubicBezTo>
                  <a:pt x="753448" y="128247"/>
                  <a:pt x="751129" y="126316"/>
                  <a:pt x="751129" y="115692"/>
                </a:cubicBezTo>
                <a:lnTo>
                  <a:pt x="751129" y="386"/>
                </a:lnTo>
                <a:lnTo>
                  <a:pt x="750357" y="0"/>
                </a:lnTo>
                <a:cubicBezTo>
                  <a:pt x="740313" y="3283"/>
                  <a:pt x="732975" y="5216"/>
                  <a:pt x="719648" y="8499"/>
                </a:cubicBezTo>
                <a:lnTo>
                  <a:pt x="719648" y="11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Embedding">
            <a:extLst xmlns:a="http://schemas.openxmlformats.org/drawingml/2006/main">
              <a:ext uri="{FF2B5EF4-FFF2-40B4-BE49-F238E27FC236}">
                <a16:creationId xmlns:a16="http://schemas.microsoft.com/office/drawing/2014/main" id="{5DB20360-D77D-40F3-9D47-CDC65C85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866" y="3286775"/>
            <a:ext cx="882464" cy="174039"/>
          </a:xfrm>
          <a:custGeom xmlns:a="http://schemas.openxmlformats.org/drawingml/2006/main">
            <a:pathLst>
              <a:path w="882464" h="174039">
                <a:moveTo>
                  <a:pt x="112989" y="99256"/>
                </a:moveTo>
                <a:lnTo>
                  <a:pt x="107581" y="99256"/>
                </a:lnTo>
                <a:cubicBezTo>
                  <a:pt x="97924" y="120124"/>
                  <a:pt x="89619" y="124763"/>
                  <a:pt x="61998" y="124763"/>
                </a:cubicBezTo>
                <a:lnTo>
                  <a:pt x="56785" y="124763"/>
                </a:lnTo>
                <a:cubicBezTo>
                  <a:pt x="47319" y="124763"/>
                  <a:pt x="39208" y="123796"/>
                  <a:pt x="37856" y="122444"/>
                </a:cubicBezTo>
                <a:cubicBezTo>
                  <a:pt x="36889" y="121863"/>
                  <a:pt x="36503" y="119738"/>
                  <a:pt x="36503" y="116452"/>
                </a:cubicBezTo>
                <a:lnTo>
                  <a:pt x="36503" y="68721"/>
                </a:lnTo>
                <a:lnTo>
                  <a:pt x="66248" y="68721"/>
                </a:lnTo>
                <a:cubicBezTo>
                  <a:pt x="82086" y="68721"/>
                  <a:pt x="84983" y="71235"/>
                  <a:pt x="87494" y="87273"/>
                </a:cubicBezTo>
                <a:lnTo>
                  <a:pt x="91935" y="87273"/>
                </a:lnTo>
                <a:lnTo>
                  <a:pt x="91935" y="42459"/>
                </a:lnTo>
                <a:lnTo>
                  <a:pt x="87494" y="42459"/>
                </a:lnTo>
                <a:cubicBezTo>
                  <a:pt x="86141" y="50375"/>
                  <a:pt x="85369" y="53272"/>
                  <a:pt x="83244" y="55975"/>
                </a:cubicBezTo>
                <a:cubicBezTo>
                  <a:pt x="80733" y="59258"/>
                  <a:pt x="75325" y="60805"/>
                  <a:pt x="66248" y="60805"/>
                </a:cubicBezTo>
                <a:lnTo>
                  <a:pt x="36503" y="60805"/>
                </a:lnTo>
                <a:lnTo>
                  <a:pt x="36503" y="17933"/>
                </a:lnTo>
                <a:cubicBezTo>
                  <a:pt x="36503" y="12525"/>
                  <a:pt x="37661" y="11367"/>
                  <a:pt x="42878" y="11367"/>
                </a:cubicBezTo>
                <a:lnTo>
                  <a:pt x="68951" y="11367"/>
                </a:lnTo>
                <a:cubicBezTo>
                  <a:pt x="90777" y="11367"/>
                  <a:pt x="95027" y="14264"/>
                  <a:pt x="98310" y="31643"/>
                </a:cubicBezTo>
                <a:lnTo>
                  <a:pt x="103137" y="31643"/>
                </a:lnTo>
                <a:lnTo>
                  <a:pt x="102560" y="4026"/>
                </a:lnTo>
                <a:lnTo>
                  <a:pt x="0" y="4026"/>
                </a:lnTo>
                <a:lnTo>
                  <a:pt x="0" y="7698"/>
                </a:lnTo>
                <a:cubicBezTo>
                  <a:pt x="14294" y="8856"/>
                  <a:pt x="16804" y="11559"/>
                  <a:pt x="16804" y="25083"/>
                </a:cubicBezTo>
                <a:lnTo>
                  <a:pt x="16804" y="110853"/>
                </a:lnTo>
                <a:cubicBezTo>
                  <a:pt x="16804" y="124374"/>
                  <a:pt x="14099" y="127274"/>
                  <a:pt x="0" y="128238"/>
                </a:cubicBezTo>
                <a:lnTo>
                  <a:pt x="0" y="131907"/>
                </a:lnTo>
                <a:lnTo>
                  <a:pt x="104295" y="131907"/>
                </a:lnTo>
                <a:lnTo>
                  <a:pt x="112989" y="99256"/>
                </a:lnTo>
                <a:close/>
                <a:moveTo>
                  <a:pt x="119363" y="55046"/>
                </a:moveTo>
                <a:cubicBezTo>
                  <a:pt x="121874" y="54466"/>
                  <a:pt x="123418" y="54274"/>
                  <a:pt x="125543" y="54274"/>
                </a:cubicBezTo>
                <a:cubicBezTo>
                  <a:pt x="130565" y="54274"/>
                  <a:pt x="132303" y="57363"/>
                  <a:pt x="132303" y="66631"/>
                </a:cubicBezTo>
                <a:lnTo>
                  <a:pt x="132303" y="115491"/>
                </a:lnTo>
                <a:cubicBezTo>
                  <a:pt x="132303" y="125921"/>
                  <a:pt x="129598" y="128818"/>
                  <a:pt x="118782" y="129010"/>
                </a:cubicBezTo>
                <a:lnTo>
                  <a:pt x="118782" y="131907"/>
                </a:lnTo>
                <a:lnTo>
                  <a:pt x="161660" y="131907"/>
                </a:lnTo>
                <a:lnTo>
                  <a:pt x="161660" y="129010"/>
                </a:lnTo>
                <a:cubicBezTo>
                  <a:pt x="151424" y="128624"/>
                  <a:pt x="148527" y="126502"/>
                  <a:pt x="148527" y="118969"/>
                </a:cubicBezTo>
                <a:lnTo>
                  <a:pt x="148527" y="64509"/>
                </a:lnTo>
                <a:cubicBezTo>
                  <a:pt x="148527" y="64123"/>
                  <a:pt x="150072" y="62190"/>
                  <a:pt x="151424" y="60840"/>
                </a:cubicBezTo>
                <a:cubicBezTo>
                  <a:pt x="156252" y="56396"/>
                  <a:pt x="164557" y="53113"/>
                  <a:pt x="171317" y="53113"/>
                </a:cubicBezTo>
                <a:cubicBezTo>
                  <a:pt x="179814" y="53113"/>
                  <a:pt x="184064" y="59874"/>
                  <a:pt x="184064" y="73392"/>
                </a:cubicBezTo>
                <a:lnTo>
                  <a:pt x="184064" y="115300"/>
                </a:lnTo>
                <a:cubicBezTo>
                  <a:pt x="184064" y="126116"/>
                  <a:pt x="181939" y="128238"/>
                  <a:pt x="170931" y="129010"/>
                </a:cubicBezTo>
                <a:lnTo>
                  <a:pt x="170931" y="131907"/>
                </a:lnTo>
                <a:lnTo>
                  <a:pt x="214195" y="131907"/>
                </a:lnTo>
                <a:lnTo>
                  <a:pt x="214195" y="129010"/>
                </a:lnTo>
                <a:cubicBezTo>
                  <a:pt x="203184" y="128818"/>
                  <a:pt x="200287" y="125535"/>
                  <a:pt x="200287" y="113561"/>
                </a:cubicBezTo>
                <a:lnTo>
                  <a:pt x="200287" y="64895"/>
                </a:lnTo>
                <a:cubicBezTo>
                  <a:pt x="206081" y="56590"/>
                  <a:pt x="212456" y="53113"/>
                  <a:pt x="221342" y="53113"/>
                </a:cubicBezTo>
                <a:cubicBezTo>
                  <a:pt x="232349" y="53113"/>
                  <a:pt x="235827" y="58329"/>
                  <a:pt x="235827" y="74359"/>
                </a:cubicBezTo>
                <a:lnTo>
                  <a:pt x="235827" y="115105"/>
                </a:lnTo>
                <a:cubicBezTo>
                  <a:pt x="235827" y="126116"/>
                  <a:pt x="234282" y="127660"/>
                  <a:pt x="223080" y="129010"/>
                </a:cubicBezTo>
                <a:lnTo>
                  <a:pt x="223080" y="131907"/>
                </a:lnTo>
                <a:lnTo>
                  <a:pt x="265377" y="131907"/>
                </a:lnTo>
                <a:lnTo>
                  <a:pt x="265377" y="129010"/>
                </a:lnTo>
                <a:lnTo>
                  <a:pt x="260355" y="128624"/>
                </a:lnTo>
                <a:cubicBezTo>
                  <a:pt x="254561" y="128238"/>
                  <a:pt x="252051" y="124763"/>
                  <a:pt x="252051" y="117230"/>
                </a:cubicBezTo>
                <a:lnTo>
                  <a:pt x="252051" y="77447"/>
                </a:lnTo>
                <a:cubicBezTo>
                  <a:pt x="252051" y="54660"/>
                  <a:pt x="244518" y="43069"/>
                  <a:pt x="229647" y="43069"/>
                </a:cubicBezTo>
                <a:cubicBezTo>
                  <a:pt x="218445" y="43069"/>
                  <a:pt x="208592" y="48091"/>
                  <a:pt x="198163" y="59293"/>
                </a:cubicBezTo>
                <a:cubicBezTo>
                  <a:pt x="194688" y="48286"/>
                  <a:pt x="188122" y="43069"/>
                  <a:pt x="177692" y="43069"/>
                </a:cubicBezTo>
                <a:cubicBezTo>
                  <a:pt x="169192" y="43069"/>
                  <a:pt x="163784" y="45775"/>
                  <a:pt x="147752" y="57943"/>
                </a:cubicBezTo>
                <a:lnTo>
                  <a:pt x="147752" y="43458"/>
                </a:lnTo>
                <a:lnTo>
                  <a:pt x="146402" y="43069"/>
                </a:lnTo>
                <a:cubicBezTo>
                  <a:pt x="136550" y="46741"/>
                  <a:pt x="129984" y="48866"/>
                  <a:pt x="119363" y="51763"/>
                </a:cubicBezTo>
                <a:lnTo>
                  <a:pt x="119363" y="55046"/>
                </a:lnTo>
                <a:close/>
                <a:moveTo>
                  <a:pt x="295509" y="386"/>
                </a:moveTo>
                <a:lnTo>
                  <a:pt x="294543" y="0"/>
                </a:lnTo>
                <a:cubicBezTo>
                  <a:pt x="286429" y="2897"/>
                  <a:pt x="281216" y="4441"/>
                  <a:pt x="272139" y="6952"/>
                </a:cubicBezTo>
                <a:lnTo>
                  <a:pt x="266536" y="8499"/>
                </a:lnTo>
                <a:lnTo>
                  <a:pt x="266536" y="11588"/>
                </a:lnTo>
                <a:cubicBezTo>
                  <a:pt x="267694" y="11396"/>
                  <a:pt x="268467" y="11396"/>
                  <a:pt x="269819" y="11396"/>
                </a:cubicBezTo>
                <a:cubicBezTo>
                  <a:pt x="277547" y="11396"/>
                  <a:pt x="279282" y="13132"/>
                  <a:pt x="279282" y="21246"/>
                </a:cubicBezTo>
                <a:lnTo>
                  <a:pt x="279282" y="121439"/>
                </a:lnTo>
                <a:cubicBezTo>
                  <a:pt x="279282" y="127421"/>
                  <a:pt x="295701" y="133793"/>
                  <a:pt x="311153" y="133793"/>
                </a:cubicBezTo>
                <a:cubicBezTo>
                  <a:pt x="336648" y="133793"/>
                  <a:pt x="356346" y="112559"/>
                  <a:pt x="356346" y="84959"/>
                </a:cubicBezTo>
                <a:cubicBezTo>
                  <a:pt x="356346" y="61220"/>
                  <a:pt x="341670" y="43069"/>
                  <a:pt x="322354" y="43069"/>
                </a:cubicBezTo>
                <a:cubicBezTo>
                  <a:pt x="310572" y="43069"/>
                  <a:pt x="299370" y="50024"/>
                  <a:pt x="295509" y="59485"/>
                </a:cubicBezTo>
                <a:lnTo>
                  <a:pt x="295509" y="386"/>
                </a:lnTo>
                <a:moveTo>
                  <a:pt x="295509" y="69714"/>
                </a:moveTo>
                <a:cubicBezTo>
                  <a:pt x="295509" y="62187"/>
                  <a:pt x="304586" y="55238"/>
                  <a:pt x="314630" y="55238"/>
                </a:cubicBezTo>
                <a:cubicBezTo>
                  <a:pt x="329693" y="55238"/>
                  <a:pt x="339350" y="70292"/>
                  <a:pt x="339350" y="93839"/>
                </a:cubicBezTo>
                <a:cubicBezTo>
                  <a:pt x="339350" y="115262"/>
                  <a:pt x="330079" y="127613"/>
                  <a:pt x="314244" y="127613"/>
                </a:cubicBezTo>
                <a:cubicBezTo>
                  <a:pt x="304200" y="127613"/>
                  <a:pt x="295509" y="123175"/>
                  <a:pt x="295509" y="118350"/>
                </a:cubicBezTo>
                <a:lnTo>
                  <a:pt x="295509" y="69714"/>
                </a:lnTo>
                <a:close/>
                <a:moveTo>
                  <a:pt x="441329" y="100178"/>
                </a:moveTo>
                <a:cubicBezTo>
                  <a:pt x="432061" y="114864"/>
                  <a:pt x="423753" y="120469"/>
                  <a:pt x="411393" y="120469"/>
                </a:cubicBezTo>
                <a:cubicBezTo>
                  <a:pt x="400385" y="120469"/>
                  <a:pt x="392080" y="114864"/>
                  <a:pt x="386478" y="103850"/>
                </a:cubicBezTo>
                <a:cubicBezTo>
                  <a:pt x="383000" y="96506"/>
                  <a:pt x="381650" y="90129"/>
                  <a:pt x="381264" y="78340"/>
                </a:cubicBezTo>
                <a:lnTo>
                  <a:pt x="440752" y="78340"/>
                </a:lnTo>
                <a:cubicBezTo>
                  <a:pt x="439205" y="65809"/>
                  <a:pt x="437274" y="60227"/>
                  <a:pt x="432447" y="54068"/>
                </a:cubicBezTo>
                <a:cubicBezTo>
                  <a:pt x="426650" y="47127"/>
                  <a:pt x="417767" y="43069"/>
                  <a:pt x="407723" y="43069"/>
                </a:cubicBezTo>
                <a:cubicBezTo>
                  <a:pt x="398066" y="43069"/>
                  <a:pt x="388989" y="46547"/>
                  <a:pt x="381650" y="53104"/>
                </a:cubicBezTo>
                <a:cubicBezTo>
                  <a:pt x="372570" y="60996"/>
                  <a:pt x="367357" y="74671"/>
                  <a:pt x="367357" y="90515"/>
                </a:cubicBezTo>
                <a:cubicBezTo>
                  <a:pt x="367357" y="117183"/>
                  <a:pt x="381264" y="133793"/>
                  <a:pt x="403474" y="133793"/>
                </a:cubicBezTo>
                <a:cubicBezTo>
                  <a:pt x="421822" y="133793"/>
                  <a:pt x="436307" y="122400"/>
                  <a:pt x="444421" y="101531"/>
                </a:cubicBezTo>
                <a:lnTo>
                  <a:pt x="441329" y="100178"/>
                </a:lnTo>
                <a:moveTo>
                  <a:pt x="381650" y="72160"/>
                </a:moveTo>
                <a:cubicBezTo>
                  <a:pt x="383772" y="57147"/>
                  <a:pt x="390341" y="50024"/>
                  <a:pt x="402121" y="50024"/>
                </a:cubicBezTo>
                <a:cubicBezTo>
                  <a:pt x="413904" y="50024"/>
                  <a:pt x="418539" y="55415"/>
                  <a:pt x="421050" y="72160"/>
                </a:cubicBezTo>
                <a:lnTo>
                  <a:pt x="381650" y="72160"/>
                </a:lnTo>
                <a:close/>
                <a:moveTo>
                  <a:pt x="514724" y="133793"/>
                </a:moveTo>
                <a:lnTo>
                  <a:pt x="543117" y="123752"/>
                </a:lnTo>
                <a:lnTo>
                  <a:pt x="543117" y="120664"/>
                </a:lnTo>
                <a:cubicBezTo>
                  <a:pt x="539639" y="120855"/>
                  <a:pt x="539253" y="120855"/>
                  <a:pt x="538672" y="120855"/>
                </a:cubicBezTo>
                <a:cubicBezTo>
                  <a:pt x="531720" y="120855"/>
                  <a:pt x="530176" y="118733"/>
                  <a:pt x="530176" y="109854"/>
                </a:cubicBezTo>
                <a:lnTo>
                  <a:pt x="530176" y="386"/>
                </a:lnTo>
                <a:lnTo>
                  <a:pt x="529209" y="0"/>
                </a:lnTo>
                <a:cubicBezTo>
                  <a:pt x="519938" y="3283"/>
                  <a:pt x="513180" y="5213"/>
                  <a:pt x="500817" y="8499"/>
                </a:cubicBezTo>
                <a:lnTo>
                  <a:pt x="500817" y="11588"/>
                </a:lnTo>
                <a:cubicBezTo>
                  <a:pt x="502364" y="11396"/>
                  <a:pt x="503522" y="11396"/>
                  <a:pt x="505066" y="11396"/>
                </a:cubicBezTo>
                <a:cubicBezTo>
                  <a:pt x="512213" y="11396"/>
                  <a:pt x="513952" y="13327"/>
                  <a:pt x="513952" y="21246"/>
                </a:cubicBezTo>
                <a:lnTo>
                  <a:pt x="513952" y="51374"/>
                </a:lnTo>
                <a:cubicBezTo>
                  <a:pt x="506611" y="45194"/>
                  <a:pt x="501397" y="43069"/>
                  <a:pt x="493670" y="43069"/>
                </a:cubicBezTo>
                <a:cubicBezTo>
                  <a:pt x="471461" y="43069"/>
                  <a:pt x="453498" y="64884"/>
                  <a:pt x="453498" y="92292"/>
                </a:cubicBezTo>
                <a:cubicBezTo>
                  <a:pt x="453498" y="116995"/>
                  <a:pt x="467983" y="133793"/>
                  <a:pt x="489229" y="133793"/>
                </a:cubicBezTo>
                <a:cubicBezTo>
                  <a:pt x="500045" y="133793"/>
                  <a:pt x="507386" y="129932"/>
                  <a:pt x="513952" y="120855"/>
                </a:cubicBezTo>
                <a:lnTo>
                  <a:pt x="513952" y="133215"/>
                </a:lnTo>
                <a:lnTo>
                  <a:pt x="514724" y="133793"/>
                </a:lnTo>
                <a:moveTo>
                  <a:pt x="513952" y="112170"/>
                </a:moveTo>
                <a:cubicBezTo>
                  <a:pt x="513952" y="113523"/>
                  <a:pt x="512599" y="115839"/>
                  <a:pt x="510669" y="117961"/>
                </a:cubicBezTo>
                <a:cubicBezTo>
                  <a:pt x="507191" y="121822"/>
                  <a:pt x="502364" y="123752"/>
                  <a:pt x="496762" y="123752"/>
                </a:cubicBezTo>
                <a:cubicBezTo>
                  <a:pt x="480732" y="123752"/>
                  <a:pt x="470108" y="108309"/>
                  <a:pt x="470108" y="84570"/>
                </a:cubicBezTo>
                <a:cubicBezTo>
                  <a:pt x="470108" y="62762"/>
                  <a:pt x="479571" y="48480"/>
                  <a:pt x="494251" y="48480"/>
                </a:cubicBezTo>
                <a:cubicBezTo>
                  <a:pt x="504489" y="48480"/>
                  <a:pt x="513952" y="57548"/>
                  <a:pt x="513952" y="67778"/>
                </a:cubicBezTo>
                <a:lnTo>
                  <a:pt x="513952" y="112170"/>
                </a:lnTo>
                <a:close/>
                <a:moveTo>
                  <a:pt x="611295" y="133793"/>
                </a:moveTo>
                <a:lnTo>
                  <a:pt x="639688" y="123752"/>
                </a:lnTo>
                <a:lnTo>
                  <a:pt x="639688" y="120664"/>
                </a:lnTo>
                <a:cubicBezTo>
                  <a:pt x="636210" y="120855"/>
                  <a:pt x="635824" y="120855"/>
                  <a:pt x="635243" y="120855"/>
                </a:cubicBezTo>
                <a:cubicBezTo>
                  <a:pt x="628291" y="120855"/>
                  <a:pt x="626747" y="118733"/>
                  <a:pt x="626747" y="109854"/>
                </a:cubicBezTo>
                <a:lnTo>
                  <a:pt x="626747" y="386"/>
                </a:lnTo>
                <a:lnTo>
                  <a:pt x="625780" y="0"/>
                </a:lnTo>
                <a:cubicBezTo>
                  <a:pt x="616509" y="3283"/>
                  <a:pt x="609751" y="5213"/>
                  <a:pt x="597388" y="8499"/>
                </a:cubicBezTo>
                <a:lnTo>
                  <a:pt x="597388" y="11588"/>
                </a:lnTo>
                <a:cubicBezTo>
                  <a:pt x="598935" y="11396"/>
                  <a:pt x="600093" y="11396"/>
                  <a:pt x="601637" y="11396"/>
                </a:cubicBezTo>
                <a:cubicBezTo>
                  <a:pt x="608784" y="11396"/>
                  <a:pt x="610523" y="13327"/>
                  <a:pt x="610523" y="21246"/>
                </a:cubicBezTo>
                <a:lnTo>
                  <a:pt x="610523" y="51374"/>
                </a:lnTo>
                <a:cubicBezTo>
                  <a:pt x="603182" y="45194"/>
                  <a:pt x="597968" y="43069"/>
                  <a:pt x="590241" y="43069"/>
                </a:cubicBezTo>
                <a:cubicBezTo>
                  <a:pt x="568031" y="43069"/>
                  <a:pt x="550069" y="64884"/>
                  <a:pt x="550069" y="92292"/>
                </a:cubicBezTo>
                <a:cubicBezTo>
                  <a:pt x="550069" y="116995"/>
                  <a:pt x="564554" y="133793"/>
                  <a:pt x="585800" y="133793"/>
                </a:cubicBezTo>
                <a:cubicBezTo>
                  <a:pt x="596616" y="133793"/>
                  <a:pt x="603957" y="129932"/>
                  <a:pt x="610523" y="120855"/>
                </a:cubicBezTo>
                <a:lnTo>
                  <a:pt x="610523" y="133215"/>
                </a:lnTo>
                <a:lnTo>
                  <a:pt x="611295" y="133793"/>
                </a:lnTo>
                <a:moveTo>
                  <a:pt x="610523" y="112170"/>
                </a:moveTo>
                <a:cubicBezTo>
                  <a:pt x="610523" y="113523"/>
                  <a:pt x="609170" y="115839"/>
                  <a:pt x="607240" y="117961"/>
                </a:cubicBezTo>
                <a:cubicBezTo>
                  <a:pt x="603762" y="121822"/>
                  <a:pt x="598935" y="123752"/>
                  <a:pt x="593332" y="123752"/>
                </a:cubicBezTo>
                <a:cubicBezTo>
                  <a:pt x="577303" y="123752"/>
                  <a:pt x="566679" y="108309"/>
                  <a:pt x="566679" y="84570"/>
                </a:cubicBezTo>
                <a:cubicBezTo>
                  <a:pt x="566679" y="62762"/>
                  <a:pt x="576142" y="48480"/>
                  <a:pt x="590822" y="48480"/>
                </a:cubicBezTo>
                <a:cubicBezTo>
                  <a:pt x="601060" y="48480"/>
                  <a:pt x="610523" y="57548"/>
                  <a:pt x="610523" y="67778"/>
                </a:cubicBezTo>
                <a:lnTo>
                  <a:pt x="610523" y="112170"/>
                </a:lnTo>
                <a:close/>
                <a:moveTo>
                  <a:pt x="675224" y="43069"/>
                </a:moveTo>
                <a:lnTo>
                  <a:pt x="645287" y="53632"/>
                </a:lnTo>
                <a:lnTo>
                  <a:pt x="645287" y="56532"/>
                </a:lnTo>
                <a:lnTo>
                  <a:pt x="646835" y="56337"/>
                </a:lnTo>
                <a:cubicBezTo>
                  <a:pt x="649151" y="55951"/>
                  <a:pt x="651662" y="55756"/>
                  <a:pt x="653401" y="55756"/>
                </a:cubicBezTo>
                <a:cubicBezTo>
                  <a:pt x="658037" y="55756"/>
                  <a:pt x="659772" y="58848"/>
                  <a:pt x="659772" y="67353"/>
                </a:cubicBezTo>
                <a:lnTo>
                  <a:pt x="659772" y="112197"/>
                </a:lnTo>
                <a:cubicBezTo>
                  <a:pt x="659772" y="126113"/>
                  <a:pt x="657842" y="128238"/>
                  <a:pt x="644515" y="129010"/>
                </a:cubicBezTo>
                <a:lnTo>
                  <a:pt x="644515" y="131907"/>
                </a:lnTo>
                <a:lnTo>
                  <a:pt x="690290" y="131907"/>
                </a:lnTo>
                <a:lnTo>
                  <a:pt x="690290" y="129010"/>
                </a:lnTo>
                <a:cubicBezTo>
                  <a:pt x="677543" y="128046"/>
                  <a:pt x="675996" y="126113"/>
                  <a:pt x="675996" y="112197"/>
                </a:cubicBezTo>
                <a:lnTo>
                  <a:pt x="675996" y="43650"/>
                </a:lnTo>
                <a:lnTo>
                  <a:pt x="675224" y="43069"/>
                </a:lnTo>
                <a:moveTo>
                  <a:pt x="666147" y="65"/>
                </a:moveTo>
                <a:cubicBezTo>
                  <a:pt x="660934" y="65"/>
                  <a:pt x="656489" y="4509"/>
                  <a:pt x="656489" y="9917"/>
                </a:cubicBezTo>
                <a:cubicBezTo>
                  <a:pt x="656489" y="15325"/>
                  <a:pt x="660739" y="19766"/>
                  <a:pt x="666147" y="19766"/>
                </a:cubicBezTo>
                <a:cubicBezTo>
                  <a:pt x="671749" y="19766"/>
                  <a:pt x="676191" y="15517"/>
                  <a:pt x="676191" y="9917"/>
                </a:cubicBezTo>
                <a:cubicBezTo>
                  <a:pt x="676191" y="4509"/>
                  <a:pt x="671749" y="65"/>
                  <a:pt x="666147" y="65"/>
                </a:cubicBezTo>
                <a:close/>
                <a:moveTo>
                  <a:pt x="698208" y="55046"/>
                </a:moveTo>
                <a:cubicBezTo>
                  <a:pt x="699366" y="54466"/>
                  <a:pt x="701300" y="54274"/>
                  <a:pt x="703425" y="54274"/>
                </a:cubicBezTo>
                <a:cubicBezTo>
                  <a:pt x="708833" y="54274"/>
                  <a:pt x="710568" y="57171"/>
                  <a:pt x="710568" y="66631"/>
                </a:cubicBezTo>
                <a:lnTo>
                  <a:pt x="710568" y="114528"/>
                </a:lnTo>
                <a:cubicBezTo>
                  <a:pt x="710568" y="125535"/>
                  <a:pt x="708443" y="128238"/>
                  <a:pt x="698594" y="129010"/>
                </a:cubicBezTo>
                <a:lnTo>
                  <a:pt x="698594" y="131907"/>
                </a:lnTo>
                <a:lnTo>
                  <a:pt x="739541" y="131907"/>
                </a:lnTo>
                <a:lnTo>
                  <a:pt x="739541" y="129010"/>
                </a:lnTo>
                <a:cubicBezTo>
                  <a:pt x="729689" y="128238"/>
                  <a:pt x="726792" y="125921"/>
                  <a:pt x="726792" y="118969"/>
                </a:cubicBezTo>
                <a:lnTo>
                  <a:pt x="726792" y="64701"/>
                </a:lnTo>
                <a:cubicBezTo>
                  <a:pt x="736064" y="56010"/>
                  <a:pt x="740314" y="53693"/>
                  <a:pt x="746688" y="53693"/>
                </a:cubicBezTo>
                <a:cubicBezTo>
                  <a:pt x="756151" y="53693"/>
                  <a:pt x="760787" y="59679"/>
                  <a:pt x="760787" y="72425"/>
                </a:cubicBezTo>
                <a:lnTo>
                  <a:pt x="760787" y="112789"/>
                </a:lnTo>
                <a:cubicBezTo>
                  <a:pt x="760787" y="124955"/>
                  <a:pt x="758276" y="128238"/>
                  <a:pt x="748619" y="129010"/>
                </a:cubicBezTo>
                <a:lnTo>
                  <a:pt x="748619" y="131907"/>
                </a:lnTo>
                <a:lnTo>
                  <a:pt x="788794" y="131907"/>
                </a:lnTo>
                <a:lnTo>
                  <a:pt x="788794" y="129010"/>
                </a:lnTo>
                <a:cubicBezTo>
                  <a:pt x="779327" y="128046"/>
                  <a:pt x="777011" y="125727"/>
                  <a:pt x="777011" y="116267"/>
                </a:cubicBezTo>
                <a:lnTo>
                  <a:pt x="777011" y="72039"/>
                </a:lnTo>
                <a:cubicBezTo>
                  <a:pt x="777011" y="53888"/>
                  <a:pt x="768512" y="43069"/>
                  <a:pt x="754221" y="43069"/>
                </a:cubicBezTo>
                <a:cubicBezTo>
                  <a:pt x="745335" y="43069"/>
                  <a:pt x="739347" y="46355"/>
                  <a:pt x="726215" y="58715"/>
                </a:cubicBezTo>
                <a:lnTo>
                  <a:pt x="726215" y="43458"/>
                </a:lnTo>
                <a:lnTo>
                  <a:pt x="724862" y="43069"/>
                </a:lnTo>
                <a:cubicBezTo>
                  <a:pt x="715399" y="46547"/>
                  <a:pt x="708833" y="48672"/>
                  <a:pt x="698208" y="51763"/>
                </a:cubicBezTo>
                <a:lnTo>
                  <a:pt x="698208" y="55046"/>
                </a:lnTo>
                <a:close/>
                <a:moveTo>
                  <a:pt x="882464" y="57015"/>
                </a:moveTo>
                <a:lnTo>
                  <a:pt x="882464" y="49482"/>
                </a:lnTo>
                <a:lnTo>
                  <a:pt x="867593" y="49482"/>
                </a:lnTo>
                <a:cubicBezTo>
                  <a:pt x="863729" y="49482"/>
                  <a:pt x="860832" y="48881"/>
                  <a:pt x="856972" y="47513"/>
                </a:cubicBezTo>
                <a:lnTo>
                  <a:pt x="852722" y="45969"/>
                </a:lnTo>
                <a:cubicBezTo>
                  <a:pt x="847506" y="44036"/>
                  <a:pt x="842292" y="43069"/>
                  <a:pt x="837270" y="43069"/>
                </a:cubicBezTo>
                <a:cubicBezTo>
                  <a:pt x="819308" y="43069"/>
                  <a:pt x="805014" y="57015"/>
                  <a:pt x="805014" y="74586"/>
                </a:cubicBezTo>
                <a:cubicBezTo>
                  <a:pt x="805014" y="86751"/>
                  <a:pt x="810231" y="94087"/>
                  <a:pt x="822977" y="100458"/>
                </a:cubicBezTo>
                <a:cubicBezTo>
                  <a:pt x="819308" y="103936"/>
                  <a:pt x="815833" y="107213"/>
                  <a:pt x="814672" y="108177"/>
                </a:cubicBezTo>
                <a:cubicBezTo>
                  <a:pt x="808300" y="113767"/>
                  <a:pt x="805789" y="117625"/>
                  <a:pt x="805789" y="121480"/>
                </a:cubicBezTo>
                <a:cubicBezTo>
                  <a:pt x="805789" y="125529"/>
                  <a:pt x="808106" y="127843"/>
                  <a:pt x="816025" y="131707"/>
                </a:cubicBezTo>
                <a:cubicBezTo>
                  <a:pt x="802312" y="141759"/>
                  <a:pt x="797098" y="148143"/>
                  <a:pt x="797098" y="155295"/>
                </a:cubicBezTo>
                <a:cubicBezTo>
                  <a:pt x="797098" y="165539"/>
                  <a:pt x="812161" y="174039"/>
                  <a:pt x="830510" y="174039"/>
                </a:cubicBezTo>
                <a:cubicBezTo>
                  <a:pt x="844995" y="174039"/>
                  <a:pt x="860060" y="169017"/>
                  <a:pt x="870104" y="160904"/>
                </a:cubicBezTo>
                <a:cubicBezTo>
                  <a:pt x="877445" y="154909"/>
                  <a:pt x="880728" y="148720"/>
                  <a:pt x="880728" y="141373"/>
                </a:cubicBezTo>
                <a:cubicBezTo>
                  <a:pt x="880728" y="129387"/>
                  <a:pt x="871648" y="121288"/>
                  <a:pt x="857358" y="120711"/>
                </a:cubicBezTo>
                <a:lnTo>
                  <a:pt x="832443" y="119553"/>
                </a:lnTo>
                <a:cubicBezTo>
                  <a:pt x="822205" y="119167"/>
                  <a:pt x="817377" y="117431"/>
                  <a:pt x="817377" y="114348"/>
                </a:cubicBezTo>
                <a:cubicBezTo>
                  <a:pt x="817377" y="110490"/>
                  <a:pt x="823749" y="103741"/>
                  <a:pt x="828965" y="102197"/>
                </a:cubicBezTo>
                <a:cubicBezTo>
                  <a:pt x="830704" y="102392"/>
                  <a:pt x="832057" y="102583"/>
                  <a:pt x="832634" y="102583"/>
                </a:cubicBezTo>
                <a:cubicBezTo>
                  <a:pt x="836304" y="102969"/>
                  <a:pt x="838815" y="103164"/>
                  <a:pt x="839976" y="103164"/>
                </a:cubicBezTo>
                <a:cubicBezTo>
                  <a:pt x="847120" y="103164"/>
                  <a:pt x="854847" y="100267"/>
                  <a:pt x="860832" y="95053"/>
                </a:cubicBezTo>
                <a:cubicBezTo>
                  <a:pt x="867207" y="89645"/>
                  <a:pt x="870104" y="82888"/>
                  <a:pt x="870104" y="73236"/>
                </a:cubicBezTo>
                <a:cubicBezTo>
                  <a:pt x="870104" y="67636"/>
                  <a:pt x="869137" y="63195"/>
                  <a:pt x="866435" y="57015"/>
                </a:cubicBezTo>
                <a:lnTo>
                  <a:pt x="882464" y="57015"/>
                </a:lnTo>
                <a:moveTo>
                  <a:pt x="820080" y="132284"/>
                </a:moveTo>
                <a:cubicBezTo>
                  <a:pt x="826454" y="133640"/>
                  <a:pt x="841906" y="134798"/>
                  <a:pt x="851369" y="134798"/>
                </a:cubicBezTo>
                <a:cubicBezTo>
                  <a:pt x="868946" y="134798"/>
                  <a:pt x="875320" y="137312"/>
                  <a:pt x="875320" y="144273"/>
                </a:cubicBezTo>
                <a:cubicBezTo>
                  <a:pt x="875320" y="155490"/>
                  <a:pt x="860641" y="163028"/>
                  <a:pt x="838815" y="163028"/>
                </a:cubicBezTo>
                <a:cubicBezTo>
                  <a:pt x="821819" y="163028"/>
                  <a:pt x="810617" y="157423"/>
                  <a:pt x="810617" y="148915"/>
                </a:cubicBezTo>
                <a:cubicBezTo>
                  <a:pt x="810617" y="144468"/>
                  <a:pt x="811969" y="141954"/>
                  <a:pt x="820080" y="132284"/>
                </a:cubicBezTo>
                <a:moveTo>
                  <a:pt x="821046" y="66670"/>
                </a:moveTo>
                <a:cubicBezTo>
                  <a:pt x="821046" y="55279"/>
                  <a:pt x="826454" y="48480"/>
                  <a:pt x="835340" y="48480"/>
                </a:cubicBezTo>
                <a:cubicBezTo>
                  <a:pt x="841326" y="48480"/>
                  <a:pt x="846347" y="51801"/>
                  <a:pt x="849439" y="57595"/>
                </a:cubicBezTo>
                <a:cubicBezTo>
                  <a:pt x="852914" y="64353"/>
                  <a:pt x="855233" y="73236"/>
                  <a:pt x="855233" y="80766"/>
                </a:cubicBezTo>
                <a:cubicBezTo>
                  <a:pt x="855233" y="91576"/>
                  <a:pt x="849630" y="98333"/>
                  <a:pt x="840748" y="98333"/>
                </a:cubicBezTo>
                <a:cubicBezTo>
                  <a:pt x="829160" y="98333"/>
                  <a:pt x="821046" y="85785"/>
                  <a:pt x="821046" y="67250"/>
                </a:cubicBezTo>
                <a:lnTo>
                  <a:pt x="821046" y="666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0F9F87-B097-42B9-8393-06FB4FCE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548" y="3733541"/>
            <a:ext cx="318850" cy="318850"/>
          </a:xfrm>
          <a:custGeom xmlns:a="http://schemas.openxmlformats.org/drawingml/2006/main">
            <a:pathLst>
              <a:path w="318850" h="318850">
                <a:moveTo>
                  <a:pt x="318850" y="159425"/>
                </a:moveTo>
                <a:cubicBezTo>
                  <a:pt x="318850" y="71376"/>
                  <a:pt x="247474" y="0"/>
                  <a:pt x="159425" y="0"/>
                </a:cubicBezTo>
                <a:cubicBezTo>
                  <a:pt x="71376" y="0"/>
                  <a:pt x="0" y="71376"/>
                  <a:pt x="0" y="159425"/>
                </a:cubicBezTo>
                <a:cubicBezTo>
                  <a:pt x="0" y="247474"/>
                  <a:pt x="71376" y="318850"/>
                  <a:pt x="159425" y="318850"/>
                </a:cubicBezTo>
                <a:cubicBezTo>
                  <a:pt x="247474" y="318850"/>
                  <a:pt x="318850" y="247474"/>
                  <a:pt x="318850" y="159425"/>
                </a:cubicBezTo>
                <a:close/>
                <a:moveTo>
                  <a:pt x="159425" y="159425"/>
                </a:moveTo>
              </a:path>
            </a:pathLst>
          </a:custGeom>
          <a:solidFill xmlns:a="http://schemas.openxmlformats.org/drawingml/2006/main">
            <a:srgbClr val="F6A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267247-CB54-49D4-8B77-D2EF9FED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548" y="3733541"/>
            <a:ext cx="318850" cy="318850"/>
          </a:xfrm>
          <a:custGeom xmlns:a="http://schemas.openxmlformats.org/drawingml/2006/main">
            <a:pathLst>
              <a:path w="318850" h="318850" fill="none">
                <a:moveTo>
                  <a:pt x="318850" y="159425"/>
                </a:moveTo>
                <a:cubicBezTo>
                  <a:pt x="318850" y="71376"/>
                  <a:pt x="247474" y="0"/>
                  <a:pt x="159425" y="0"/>
                </a:cubicBezTo>
                <a:cubicBezTo>
                  <a:pt x="71376" y="0"/>
                  <a:pt x="0" y="71376"/>
                  <a:pt x="0" y="159425"/>
                </a:cubicBezTo>
                <a:cubicBezTo>
                  <a:pt x="0" y="247474"/>
                  <a:pt x="71376" y="318850"/>
                  <a:pt x="159425" y="318850"/>
                </a:cubicBezTo>
                <a:cubicBezTo>
                  <a:pt x="247474" y="318850"/>
                  <a:pt x="318850" y="247474"/>
                  <a:pt x="318850" y="159425"/>
                </a:cubicBezTo>
                <a:close/>
                <a:moveTo>
                  <a:pt x="159425" y="159425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17" name="Text x">
            <a:extLst xmlns:a="http://schemas.openxmlformats.org/drawingml/2006/main">
              <a:ext uri="{FF2B5EF4-FFF2-40B4-BE49-F238E27FC236}">
                <a16:creationId xmlns:a16="http://schemas.microsoft.com/office/drawing/2014/main" id="{260268EF-D8B6-4F24-91E5-4C4EFB25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340" y="3849043"/>
            <a:ext cx="96185" cy="87517"/>
          </a:xfrm>
          <a:custGeom xmlns:a="http://schemas.openxmlformats.org/drawingml/2006/main">
            <a:pathLst>
              <a:path w="96185" h="87517">
                <a:moveTo>
                  <a:pt x="58910" y="27049"/>
                </a:moveTo>
                <a:cubicBezTo>
                  <a:pt x="60068" y="22024"/>
                  <a:pt x="64509" y="4250"/>
                  <a:pt x="78031" y="4250"/>
                </a:cubicBezTo>
                <a:cubicBezTo>
                  <a:pt x="78994" y="4250"/>
                  <a:pt x="83630" y="4250"/>
                  <a:pt x="87685" y="6767"/>
                </a:cubicBezTo>
                <a:cubicBezTo>
                  <a:pt x="82278" y="7730"/>
                  <a:pt x="78417" y="12561"/>
                  <a:pt x="78417" y="17196"/>
                </a:cubicBezTo>
                <a:cubicBezTo>
                  <a:pt x="78417" y="20285"/>
                  <a:pt x="80542" y="23954"/>
                  <a:pt x="85755" y="23954"/>
                </a:cubicBezTo>
                <a:cubicBezTo>
                  <a:pt x="90005" y="23954"/>
                  <a:pt x="96185" y="20479"/>
                  <a:pt x="96185" y="12752"/>
                </a:cubicBezTo>
                <a:cubicBezTo>
                  <a:pt x="96185" y="2705"/>
                  <a:pt x="84788" y="0"/>
                  <a:pt x="78222" y="0"/>
                </a:cubicBezTo>
                <a:cubicBezTo>
                  <a:pt x="67020" y="0"/>
                  <a:pt x="60260" y="10241"/>
                  <a:pt x="57943" y="14685"/>
                </a:cubicBezTo>
                <a:cubicBezTo>
                  <a:pt x="53113" y="1933"/>
                  <a:pt x="42686" y="0"/>
                  <a:pt x="37084" y="0"/>
                </a:cubicBezTo>
                <a:cubicBezTo>
                  <a:pt x="16996" y="0"/>
                  <a:pt x="5989" y="24921"/>
                  <a:pt x="5989" y="29751"/>
                </a:cubicBezTo>
                <a:cubicBezTo>
                  <a:pt x="5989" y="31684"/>
                  <a:pt x="7919" y="31684"/>
                  <a:pt x="8305" y="31684"/>
                </a:cubicBezTo>
                <a:cubicBezTo>
                  <a:pt x="9849" y="31684"/>
                  <a:pt x="10430" y="31298"/>
                  <a:pt x="10816" y="29560"/>
                </a:cubicBezTo>
                <a:cubicBezTo>
                  <a:pt x="17382" y="9083"/>
                  <a:pt x="30131" y="4250"/>
                  <a:pt x="36697" y="4250"/>
                </a:cubicBezTo>
                <a:cubicBezTo>
                  <a:pt x="40367" y="4250"/>
                  <a:pt x="47127" y="5991"/>
                  <a:pt x="47127" y="17196"/>
                </a:cubicBezTo>
                <a:cubicBezTo>
                  <a:pt x="47127" y="23182"/>
                  <a:pt x="43844" y="36129"/>
                  <a:pt x="36697" y="63177"/>
                </a:cubicBezTo>
                <a:cubicBezTo>
                  <a:pt x="33606" y="75154"/>
                  <a:pt x="26848" y="83271"/>
                  <a:pt x="18349" y="83271"/>
                </a:cubicBezTo>
                <a:cubicBezTo>
                  <a:pt x="17191" y="83271"/>
                  <a:pt x="12746" y="83271"/>
                  <a:pt x="8691" y="80754"/>
                </a:cubicBezTo>
                <a:cubicBezTo>
                  <a:pt x="13521" y="79790"/>
                  <a:pt x="17768" y="75732"/>
                  <a:pt x="17768" y="70324"/>
                </a:cubicBezTo>
                <a:cubicBezTo>
                  <a:pt x="17768" y="65111"/>
                  <a:pt x="13521" y="63563"/>
                  <a:pt x="10624" y="63563"/>
                </a:cubicBezTo>
                <a:cubicBezTo>
                  <a:pt x="4827" y="63563"/>
                  <a:pt x="0" y="68585"/>
                  <a:pt x="0" y="74768"/>
                </a:cubicBezTo>
                <a:cubicBezTo>
                  <a:pt x="0" y="83657"/>
                  <a:pt x="9658" y="87517"/>
                  <a:pt x="18154" y="87517"/>
                </a:cubicBezTo>
                <a:cubicBezTo>
                  <a:pt x="30903" y="87517"/>
                  <a:pt x="37856" y="73993"/>
                  <a:pt x="38436" y="72835"/>
                </a:cubicBezTo>
                <a:cubicBezTo>
                  <a:pt x="40753" y="79982"/>
                  <a:pt x="47705" y="87517"/>
                  <a:pt x="59296" y="87517"/>
                </a:cubicBezTo>
                <a:cubicBezTo>
                  <a:pt x="79189" y="87517"/>
                  <a:pt x="90196" y="62600"/>
                  <a:pt x="90196" y="57769"/>
                </a:cubicBezTo>
                <a:cubicBezTo>
                  <a:pt x="90196" y="55836"/>
                  <a:pt x="88461" y="55836"/>
                  <a:pt x="87880" y="55836"/>
                </a:cubicBezTo>
                <a:cubicBezTo>
                  <a:pt x="86141" y="55836"/>
                  <a:pt x="85755" y="56608"/>
                  <a:pt x="85369" y="57961"/>
                </a:cubicBezTo>
                <a:cubicBezTo>
                  <a:pt x="78994" y="78629"/>
                  <a:pt x="65862" y="83271"/>
                  <a:pt x="59682" y="83271"/>
                </a:cubicBezTo>
                <a:cubicBezTo>
                  <a:pt x="52149" y="83271"/>
                  <a:pt x="49058" y="77085"/>
                  <a:pt x="49058" y="70519"/>
                </a:cubicBezTo>
                <a:cubicBezTo>
                  <a:pt x="49058" y="66269"/>
                  <a:pt x="50216" y="62019"/>
                  <a:pt x="52341" y="53517"/>
                </a:cubicBezTo>
                <a:lnTo>
                  <a:pt x="58910" y="270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5E52E1-73A8-4DE3-A6DC-EC5EC06A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964" y="4680743"/>
            <a:ext cx="2747758" cy="262692"/>
          </a:xfrm>
          <a:custGeom xmlns:a="http://schemas.openxmlformats.org/drawingml/2006/main">
            <a:pathLst>
              <a:path w="2747758" h="262692">
                <a:moveTo>
                  <a:pt x="2637849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8"/>
                </a:cubicBezTo>
                <a:lnTo>
                  <a:pt x="0" y="152783"/>
                </a:lnTo>
                <a:cubicBezTo>
                  <a:pt x="0" y="213485"/>
                  <a:pt x="49207" y="262692"/>
                  <a:pt x="109909" y="262692"/>
                </a:cubicBezTo>
                <a:lnTo>
                  <a:pt x="2637849" y="262692"/>
                </a:lnTo>
                <a:cubicBezTo>
                  <a:pt x="2698551" y="262692"/>
                  <a:pt x="2747758" y="213485"/>
                  <a:pt x="2747758" y="152783"/>
                </a:cubicBezTo>
                <a:lnTo>
                  <a:pt x="2747758" y="109908"/>
                </a:lnTo>
                <a:cubicBezTo>
                  <a:pt x="2747758" y="49207"/>
                  <a:pt x="2698551" y="0"/>
                  <a:pt x="2637849" y="0"/>
                </a:cubicBezTo>
                <a:close/>
                <a:moveTo>
                  <a:pt x="0" y="262692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4F272E-7BB8-49B6-853B-12687DCE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964" y="4680743"/>
            <a:ext cx="2747758" cy="262692"/>
          </a:xfrm>
          <a:custGeom xmlns:a="http://schemas.openxmlformats.org/drawingml/2006/main">
            <a:pathLst>
              <a:path w="2747758" h="262692" fill="none">
                <a:moveTo>
                  <a:pt x="2637849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8"/>
                </a:cubicBezTo>
                <a:lnTo>
                  <a:pt x="0" y="152783"/>
                </a:lnTo>
                <a:cubicBezTo>
                  <a:pt x="0" y="213485"/>
                  <a:pt x="49207" y="262692"/>
                  <a:pt x="109909" y="262692"/>
                </a:cubicBezTo>
                <a:lnTo>
                  <a:pt x="2637849" y="262692"/>
                </a:lnTo>
                <a:cubicBezTo>
                  <a:pt x="2698551" y="262692"/>
                  <a:pt x="2747758" y="213485"/>
                  <a:pt x="2747758" y="152783"/>
                </a:cubicBezTo>
                <a:lnTo>
                  <a:pt x="2747758" y="109908"/>
                </a:lnTo>
                <a:cubicBezTo>
                  <a:pt x="2747758" y="49207"/>
                  <a:pt x="2698551" y="0"/>
                  <a:pt x="2637849" y="0"/>
                </a:cubicBezTo>
                <a:close/>
                <a:moveTo>
                  <a:pt x="0" y="262692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20" name="Text M">
            <a:extLst xmlns:a="http://schemas.openxmlformats.org/drawingml/2006/main">
              <a:ext uri="{FF2B5EF4-FFF2-40B4-BE49-F238E27FC236}">
                <a16:creationId xmlns:a16="http://schemas.microsoft.com/office/drawing/2014/main" id="{28054E6A-B239-43BB-B87B-EF2C1537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309" y="4750593"/>
            <a:ext cx="172091" cy="126184"/>
          </a:xfrm>
          <a:custGeom xmlns:a="http://schemas.openxmlformats.org/drawingml/2006/main">
            <a:pathLst>
              <a:path w="172091" h="126184">
                <a:moveTo>
                  <a:pt x="172091" y="0"/>
                </a:moveTo>
                <a:lnTo>
                  <a:pt x="139835" y="0"/>
                </a:lnTo>
                <a:lnTo>
                  <a:pt x="74939" y="95268"/>
                </a:lnTo>
                <a:lnTo>
                  <a:pt x="64315" y="0"/>
                </a:lnTo>
                <a:lnTo>
                  <a:pt x="29356" y="0"/>
                </a:lnTo>
                <a:lnTo>
                  <a:pt x="29356" y="3092"/>
                </a:lnTo>
                <a:cubicBezTo>
                  <a:pt x="39014" y="3672"/>
                  <a:pt x="43650" y="5797"/>
                  <a:pt x="43650" y="10241"/>
                </a:cubicBezTo>
                <a:cubicBezTo>
                  <a:pt x="43650" y="11788"/>
                  <a:pt x="42878" y="14685"/>
                  <a:pt x="41719" y="18163"/>
                </a:cubicBezTo>
                <a:cubicBezTo>
                  <a:pt x="41333" y="18938"/>
                  <a:pt x="40753" y="21063"/>
                  <a:pt x="39981" y="23960"/>
                </a:cubicBezTo>
                <a:cubicBezTo>
                  <a:pt x="39786" y="24541"/>
                  <a:pt x="39594" y="25313"/>
                  <a:pt x="39400" y="26088"/>
                </a:cubicBezTo>
                <a:lnTo>
                  <a:pt x="18926" y="97974"/>
                </a:lnTo>
                <a:cubicBezTo>
                  <a:pt x="12941" y="118070"/>
                  <a:pt x="10044" y="121937"/>
                  <a:pt x="0" y="123095"/>
                </a:cubicBezTo>
                <a:lnTo>
                  <a:pt x="0" y="126184"/>
                </a:lnTo>
                <a:lnTo>
                  <a:pt x="38242" y="126184"/>
                </a:lnTo>
                <a:lnTo>
                  <a:pt x="38242" y="123095"/>
                </a:lnTo>
                <a:cubicBezTo>
                  <a:pt x="28392" y="122323"/>
                  <a:pt x="24529" y="120004"/>
                  <a:pt x="24529" y="114593"/>
                </a:cubicBezTo>
                <a:cubicBezTo>
                  <a:pt x="24529" y="112659"/>
                  <a:pt x="25301" y="107634"/>
                  <a:pt x="26268" y="104351"/>
                </a:cubicBezTo>
                <a:lnTo>
                  <a:pt x="49058" y="20677"/>
                </a:lnTo>
                <a:lnTo>
                  <a:pt x="60840" y="126184"/>
                </a:lnTo>
                <a:lnTo>
                  <a:pt x="64123" y="126184"/>
                </a:lnTo>
                <a:lnTo>
                  <a:pt x="136938" y="17777"/>
                </a:lnTo>
                <a:lnTo>
                  <a:pt x="112023" y="108601"/>
                </a:lnTo>
                <a:cubicBezTo>
                  <a:pt x="108931" y="118845"/>
                  <a:pt x="105070" y="121742"/>
                  <a:pt x="92516" y="123095"/>
                </a:cubicBezTo>
                <a:lnTo>
                  <a:pt x="92516" y="126184"/>
                </a:lnTo>
                <a:lnTo>
                  <a:pt x="145243" y="126184"/>
                </a:lnTo>
                <a:lnTo>
                  <a:pt x="145243" y="123095"/>
                </a:lnTo>
                <a:cubicBezTo>
                  <a:pt x="132110" y="121937"/>
                  <a:pt x="130371" y="120776"/>
                  <a:pt x="130371" y="114787"/>
                </a:cubicBezTo>
                <a:cubicBezTo>
                  <a:pt x="130371" y="111501"/>
                  <a:pt x="130758" y="108987"/>
                  <a:pt x="132496" y="102999"/>
                </a:cubicBezTo>
                <a:lnTo>
                  <a:pt x="156253" y="17391"/>
                </a:lnTo>
                <a:cubicBezTo>
                  <a:pt x="159728" y="5797"/>
                  <a:pt x="160694" y="4830"/>
                  <a:pt x="172091" y="3092"/>
                </a:cubicBezTo>
                <a:lnTo>
                  <a:pt x="17209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M-DiT-Block1">
            <a:extLst xmlns:a="http://schemas.openxmlformats.org/drawingml/2006/main">
              <a:ext uri="{FF2B5EF4-FFF2-40B4-BE49-F238E27FC236}">
                <a16:creationId xmlns:a16="http://schemas.microsoft.com/office/drawing/2014/main" id="{94936553-F26D-4B8A-B87C-C6BBD1C4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197" y="4744825"/>
            <a:ext cx="1194194" cy="134026"/>
          </a:xfrm>
          <a:custGeom xmlns:a="http://schemas.openxmlformats.org/drawingml/2006/main">
            <a:pathLst>
              <a:path w="1194194" h="134026">
                <a:moveTo>
                  <a:pt x="172091" y="5768"/>
                </a:moveTo>
                <a:lnTo>
                  <a:pt x="139835" y="5768"/>
                </a:lnTo>
                <a:lnTo>
                  <a:pt x="74939" y="101036"/>
                </a:lnTo>
                <a:lnTo>
                  <a:pt x="64315" y="5768"/>
                </a:lnTo>
                <a:lnTo>
                  <a:pt x="29356" y="5768"/>
                </a:lnTo>
                <a:lnTo>
                  <a:pt x="29356" y="8859"/>
                </a:lnTo>
                <a:cubicBezTo>
                  <a:pt x="39014" y="9440"/>
                  <a:pt x="43650" y="11564"/>
                  <a:pt x="43650" y="16009"/>
                </a:cubicBezTo>
                <a:cubicBezTo>
                  <a:pt x="43650" y="17556"/>
                  <a:pt x="42878" y="20453"/>
                  <a:pt x="41719" y="23931"/>
                </a:cubicBezTo>
                <a:cubicBezTo>
                  <a:pt x="41333" y="24706"/>
                  <a:pt x="40753" y="26831"/>
                  <a:pt x="39981" y="29728"/>
                </a:cubicBezTo>
                <a:cubicBezTo>
                  <a:pt x="39786" y="30308"/>
                  <a:pt x="39594" y="31080"/>
                  <a:pt x="39400" y="31855"/>
                </a:cubicBezTo>
                <a:lnTo>
                  <a:pt x="18926" y="103741"/>
                </a:lnTo>
                <a:cubicBezTo>
                  <a:pt x="12941" y="123838"/>
                  <a:pt x="10044" y="127704"/>
                  <a:pt x="0" y="128863"/>
                </a:cubicBezTo>
                <a:lnTo>
                  <a:pt x="0" y="131951"/>
                </a:lnTo>
                <a:lnTo>
                  <a:pt x="38242" y="131951"/>
                </a:lnTo>
                <a:lnTo>
                  <a:pt x="38242" y="128863"/>
                </a:lnTo>
                <a:cubicBezTo>
                  <a:pt x="28392" y="128090"/>
                  <a:pt x="24529" y="125771"/>
                  <a:pt x="24529" y="120360"/>
                </a:cubicBezTo>
                <a:cubicBezTo>
                  <a:pt x="24529" y="118427"/>
                  <a:pt x="25301" y="113402"/>
                  <a:pt x="26268" y="110119"/>
                </a:cubicBezTo>
                <a:lnTo>
                  <a:pt x="49058" y="26444"/>
                </a:lnTo>
                <a:lnTo>
                  <a:pt x="60840" y="131951"/>
                </a:lnTo>
                <a:lnTo>
                  <a:pt x="64123" y="131951"/>
                </a:lnTo>
                <a:lnTo>
                  <a:pt x="136938" y="23544"/>
                </a:lnTo>
                <a:lnTo>
                  <a:pt x="112023" y="114369"/>
                </a:lnTo>
                <a:cubicBezTo>
                  <a:pt x="108931" y="124613"/>
                  <a:pt x="105070" y="127510"/>
                  <a:pt x="92516" y="128863"/>
                </a:cubicBezTo>
                <a:lnTo>
                  <a:pt x="92516" y="131951"/>
                </a:lnTo>
                <a:lnTo>
                  <a:pt x="145243" y="131951"/>
                </a:lnTo>
                <a:lnTo>
                  <a:pt x="145243" y="128863"/>
                </a:lnTo>
                <a:cubicBezTo>
                  <a:pt x="132110" y="127704"/>
                  <a:pt x="130371" y="126543"/>
                  <a:pt x="130371" y="120555"/>
                </a:cubicBezTo>
                <a:cubicBezTo>
                  <a:pt x="130371" y="117269"/>
                  <a:pt x="130758" y="114755"/>
                  <a:pt x="132496" y="108766"/>
                </a:cubicBezTo>
                <a:lnTo>
                  <a:pt x="156253" y="23158"/>
                </a:lnTo>
                <a:cubicBezTo>
                  <a:pt x="159728" y="11564"/>
                  <a:pt x="160694" y="10598"/>
                  <a:pt x="172091" y="8859"/>
                </a:cubicBezTo>
                <a:lnTo>
                  <a:pt x="172091" y="5768"/>
                </a:lnTo>
                <a:close/>
                <a:moveTo>
                  <a:pt x="218831" y="82723"/>
                </a:moveTo>
                <a:lnTo>
                  <a:pt x="176531" y="82723"/>
                </a:lnTo>
                <a:lnTo>
                  <a:pt x="173828" y="94891"/>
                </a:lnTo>
                <a:lnTo>
                  <a:pt x="216320" y="94891"/>
                </a:lnTo>
                <a:lnTo>
                  <a:pt x="218831" y="82723"/>
                </a:lnTo>
                <a:close/>
                <a:moveTo>
                  <a:pt x="253787" y="8859"/>
                </a:moveTo>
                <a:cubicBezTo>
                  <a:pt x="265761" y="10017"/>
                  <a:pt x="268658" y="11564"/>
                  <a:pt x="268658" y="16781"/>
                </a:cubicBezTo>
                <a:cubicBezTo>
                  <a:pt x="268658" y="19681"/>
                  <a:pt x="267886" y="24317"/>
                  <a:pt x="266537" y="29150"/>
                </a:cubicBezTo>
                <a:lnTo>
                  <a:pt x="242780" y="114563"/>
                </a:lnTo>
                <a:cubicBezTo>
                  <a:pt x="239302" y="125771"/>
                  <a:pt x="237950" y="126932"/>
                  <a:pt x="227134" y="128863"/>
                </a:cubicBezTo>
                <a:lnTo>
                  <a:pt x="227134" y="131951"/>
                </a:lnTo>
                <a:lnTo>
                  <a:pt x="276000" y="131951"/>
                </a:lnTo>
                <a:cubicBezTo>
                  <a:pt x="298598" y="131951"/>
                  <a:pt x="319263" y="125966"/>
                  <a:pt x="334134" y="115144"/>
                </a:cubicBezTo>
                <a:cubicBezTo>
                  <a:pt x="352869" y="101422"/>
                  <a:pt x="363880" y="80164"/>
                  <a:pt x="363880" y="57749"/>
                </a:cubicBezTo>
                <a:cubicBezTo>
                  <a:pt x="363880" y="26055"/>
                  <a:pt x="341862" y="5768"/>
                  <a:pt x="307481" y="5768"/>
                </a:cubicBezTo>
                <a:lnTo>
                  <a:pt x="253787" y="5768"/>
                </a:lnTo>
                <a:lnTo>
                  <a:pt x="253787" y="8859"/>
                </a:lnTo>
                <a:moveTo>
                  <a:pt x="289132" y="17167"/>
                </a:moveTo>
                <a:cubicBezTo>
                  <a:pt x="290293" y="12917"/>
                  <a:pt x="293190" y="11564"/>
                  <a:pt x="300915" y="11564"/>
                </a:cubicBezTo>
                <a:cubicBezTo>
                  <a:pt x="311925" y="11564"/>
                  <a:pt x="321580" y="14075"/>
                  <a:pt x="327763" y="18714"/>
                </a:cubicBezTo>
                <a:cubicBezTo>
                  <a:pt x="337226" y="25669"/>
                  <a:pt x="342439" y="37844"/>
                  <a:pt x="342439" y="53110"/>
                </a:cubicBezTo>
                <a:cubicBezTo>
                  <a:pt x="342439" y="73981"/>
                  <a:pt x="334329" y="95625"/>
                  <a:pt x="321194" y="108766"/>
                </a:cubicBezTo>
                <a:cubicBezTo>
                  <a:pt x="309800" y="120360"/>
                  <a:pt x="294154" y="126157"/>
                  <a:pt x="274066" y="126157"/>
                </a:cubicBezTo>
                <a:cubicBezTo>
                  <a:pt x="265184" y="126157"/>
                  <a:pt x="261515" y="124032"/>
                  <a:pt x="261515" y="119007"/>
                </a:cubicBezTo>
                <a:cubicBezTo>
                  <a:pt x="261515" y="116496"/>
                  <a:pt x="262478" y="112244"/>
                  <a:pt x="265761" y="100650"/>
                </a:cubicBezTo>
                <a:lnTo>
                  <a:pt x="289132" y="17167"/>
                </a:lnTo>
                <a:close/>
                <a:moveTo>
                  <a:pt x="411007" y="109880"/>
                </a:moveTo>
                <a:cubicBezTo>
                  <a:pt x="406371" y="116060"/>
                  <a:pt x="405019" y="117608"/>
                  <a:pt x="403088" y="119732"/>
                </a:cubicBezTo>
                <a:cubicBezTo>
                  <a:pt x="399802" y="123018"/>
                  <a:pt x="396905" y="124949"/>
                  <a:pt x="395170" y="124949"/>
                </a:cubicBezTo>
                <a:cubicBezTo>
                  <a:pt x="393622" y="124949"/>
                  <a:pt x="392078" y="123404"/>
                  <a:pt x="392078" y="122052"/>
                </a:cubicBezTo>
                <a:cubicBezTo>
                  <a:pt x="392078" y="120118"/>
                  <a:pt x="392659" y="117221"/>
                  <a:pt x="394008" y="113549"/>
                </a:cubicBezTo>
                <a:cubicBezTo>
                  <a:pt x="394008" y="112969"/>
                  <a:pt x="394589" y="111619"/>
                  <a:pt x="394975" y="110072"/>
                </a:cubicBezTo>
                <a:lnTo>
                  <a:pt x="394975" y="109686"/>
                </a:lnTo>
                <a:lnTo>
                  <a:pt x="395170" y="109300"/>
                </a:lnTo>
                <a:lnTo>
                  <a:pt x="412166" y="47086"/>
                </a:lnTo>
                <a:lnTo>
                  <a:pt x="411585" y="46697"/>
                </a:lnTo>
                <a:cubicBezTo>
                  <a:pt x="392078" y="50369"/>
                  <a:pt x="388214" y="50947"/>
                  <a:pt x="380681" y="51527"/>
                </a:cubicBezTo>
                <a:lnTo>
                  <a:pt x="380681" y="54619"/>
                </a:lnTo>
                <a:cubicBezTo>
                  <a:pt x="390920" y="54810"/>
                  <a:pt x="392850" y="55391"/>
                  <a:pt x="392850" y="59255"/>
                </a:cubicBezTo>
                <a:cubicBezTo>
                  <a:pt x="392850" y="60802"/>
                  <a:pt x="392272" y="63893"/>
                  <a:pt x="391111" y="67757"/>
                </a:cubicBezTo>
                <a:lnTo>
                  <a:pt x="381843" y="101955"/>
                </a:lnTo>
                <a:cubicBezTo>
                  <a:pt x="378751" y="113163"/>
                  <a:pt x="377593" y="119152"/>
                  <a:pt x="377593" y="123018"/>
                </a:cubicBezTo>
                <a:cubicBezTo>
                  <a:pt x="377593" y="130165"/>
                  <a:pt x="380681" y="134026"/>
                  <a:pt x="386476" y="134026"/>
                </a:cubicBezTo>
                <a:cubicBezTo>
                  <a:pt x="395361" y="134026"/>
                  <a:pt x="402508" y="128232"/>
                  <a:pt x="413515" y="112005"/>
                </a:cubicBezTo>
                <a:lnTo>
                  <a:pt x="411007" y="109880"/>
                </a:lnTo>
                <a:moveTo>
                  <a:pt x="409460" y="5579"/>
                </a:moveTo>
                <a:cubicBezTo>
                  <a:pt x="404247" y="5579"/>
                  <a:pt x="400383" y="10023"/>
                  <a:pt x="400383" y="15814"/>
                </a:cubicBezTo>
                <a:cubicBezTo>
                  <a:pt x="400383" y="21991"/>
                  <a:pt x="404052" y="26044"/>
                  <a:pt x="409655" y="26044"/>
                </a:cubicBezTo>
                <a:cubicBezTo>
                  <a:pt x="414676" y="26044"/>
                  <a:pt x="419118" y="21605"/>
                  <a:pt x="419118" y="16200"/>
                </a:cubicBezTo>
                <a:cubicBezTo>
                  <a:pt x="419118" y="10601"/>
                  <a:pt x="414676" y="5579"/>
                  <a:pt x="409460" y="5579"/>
                </a:cubicBezTo>
                <a:close/>
                <a:moveTo>
                  <a:pt x="544081" y="5768"/>
                </a:moveTo>
                <a:lnTo>
                  <a:pt x="441330" y="5768"/>
                </a:lnTo>
                <a:lnTo>
                  <a:pt x="433217" y="35525"/>
                </a:lnTo>
                <a:lnTo>
                  <a:pt x="436694" y="36297"/>
                </a:lnTo>
                <a:cubicBezTo>
                  <a:pt x="446929" y="15428"/>
                  <a:pt x="453110" y="12142"/>
                  <a:pt x="482660" y="12528"/>
                </a:cubicBezTo>
                <a:lnTo>
                  <a:pt x="454848" y="114563"/>
                </a:lnTo>
                <a:cubicBezTo>
                  <a:pt x="451760" y="124804"/>
                  <a:pt x="447124" y="127896"/>
                  <a:pt x="434375" y="128863"/>
                </a:cubicBezTo>
                <a:lnTo>
                  <a:pt x="434375" y="131951"/>
                </a:lnTo>
                <a:lnTo>
                  <a:pt x="490388" y="131951"/>
                </a:lnTo>
                <a:lnTo>
                  <a:pt x="490388" y="128863"/>
                </a:lnTo>
                <a:cubicBezTo>
                  <a:pt x="487105" y="128668"/>
                  <a:pt x="484208" y="128282"/>
                  <a:pt x="483046" y="128282"/>
                </a:cubicBezTo>
                <a:cubicBezTo>
                  <a:pt x="475322" y="127704"/>
                  <a:pt x="473006" y="125963"/>
                  <a:pt x="473006" y="120166"/>
                </a:cubicBezTo>
                <a:cubicBezTo>
                  <a:pt x="473006" y="117655"/>
                  <a:pt x="473583" y="115335"/>
                  <a:pt x="475322" y="108766"/>
                </a:cubicBezTo>
                <a:lnTo>
                  <a:pt x="502170" y="12528"/>
                </a:lnTo>
                <a:lnTo>
                  <a:pt x="512792" y="12528"/>
                </a:lnTo>
                <a:cubicBezTo>
                  <a:pt x="526699" y="12528"/>
                  <a:pt x="532879" y="17359"/>
                  <a:pt x="532879" y="28180"/>
                </a:cubicBezTo>
                <a:cubicBezTo>
                  <a:pt x="532879" y="30694"/>
                  <a:pt x="532685" y="33591"/>
                  <a:pt x="532299" y="36877"/>
                </a:cubicBezTo>
                <a:lnTo>
                  <a:pt x="535582" y="37263"/>
                </a:lnTo>
                <a:lnTo>
                  <a:pt x="544081" y="5768"/>
                </a:lnTo>
                <a:close/>
                <a:moveTo>
                  <a:pt x="551609" y="82345"/>
                </a:moveTo>
                <a:lnTo>
                  <a:pt x="551609" y="94514"/>
                </a:lnTo>
                <a:lnTo>
                  <a:pt x="599122" y="94514"/>
                </a:lnTo>
                <a:lnTo>
                  <a:pt x="599122" y="82345"/>
                </a:lnTo>
                <a:lnTo>
                  <a:pt x="551609" y="82345"/>
                </a:lnTo>
                <a:close/>
                <a:moveTo>
                  <a:pt x="611678" y="4070"/>
                </a:moveTo>
                <a:lnTo>
                  <a:pt x="611678" y="7742"/>
                </a:lnTo>
                <a:cubicBezTo>
                  <a:pt x="627902" y="8706"/>
                  <a:pt x="630218" y="10831"/>
                  <a:pt x="630218" y="25127"/>
                </a:cubicBezTo>
                <a:lnTo>
                  <a:pt x="630218" y="110897"/>
                </a:lnTo>
                <a:cubicBezTo>
                  <a:pt x="630218" y="125193"/>
                  <a:pt x="627707" y="127704"/>
                  <a:pt x="611678" y="128282"/>
                </a:cubicBezTo>
                <a:lnTo>
                  <a:pt x="611678" y="131951"/>
                </a:lnTo>
                <a:lnTo>
                  <a:pt x="676187" y="131951"/>
                </a:lnTo>
                <a:cubicBezTo>
                  <a:pt x="691253" y="131951"/>
                  <a:pt x="704966" y="127896"/>
                  <a:pt x="712110" y="121330"/>
                </a:cubicBezTo>
                <a:cubicBezTo>
                  <a:pt x="719065" y="115147"/>
                  <a:pt x="722926" y="106456"/>
                  <a:pt x="722926" y="97181"/>
                </a:cubicBezTo>
                <a:cubicBezTo>
                  <a:pt x="722926" y="88682"/>
                  <a:pt x="719451" y="80954"/>
                  <a:pt x="713462" y="75352"/>
                </a:cubicBezTo>
                <a:cubicBezTo>
                  <a:pt x="707668" y="70138"/>
                  <a:pt x="702455" y="67819"/>
                  <a:pt x="689900" y="64727"/>
                </a:cubicBezTo>
                <a:cubicBezTo>
                  <a:pt x="699944" y="62217"/>
                  <a:pt x="703999" y="60286"/>
                  <a:pt x="708635" y="56228"/>
                </a:cubicBezTo>
                <a:cubicBezTo>
                  <a:pt x="713462" y="51978"/>
                  <a:pt x="716359" y="44831"/>
                  <a:pt x="716359" y="36910"/>
                </a:cubicBezTo>
                <a:cubicBezTo>
                  <a:pt x="716359" y="15275"/>
                  <a:pt x="699169" y="4070"/>
                  <a:pt x="665758" y="4070"/>
                </a:cubicBezTo>
                <a:lnTo>
                  <a:pt x="611678" y="4070"/>
                </a:lnTo>
                <a:moveTo>
                  <a:pt x="649920" y="68977"/>
                </a:moveTo>
                <a:cubicBezTo>
                  <a:pt x="668655" y="68977"/>
                  <a:pt x="677537" y="69944"/>
                  <a:pt x="684492" y="72841"/>
                </a:cubicBezTo>
                <a:cubicBezTo>
                  <a:pt x="695500" y="77477"/>
                  <a:pt x="700716" y="85204"/>
                  <a:pt x="700716" y="97376"/>
                </a:cubicBezTo>
                <a:cubicBezTo>
                  <a:pt x="700716" y="107805"/>
                  <a:pt x="696661" y="115341"/>
                  <a:pt x="688934" y="119782"/>
                </a:cubicBezTo>
                <a:cubicBezTo>
                  <a:pt x="682754" y="123260"/>
                  <a:pt x="674835" y="124807"/>
                  <a:pt x="662088" y="124807"/>
                </a:cubicBezTo>
                <a:cubicBezTo>
                  <a:pt x="652622" y="124807"/>
                  <a:pt x="649920" y="123069"/>
                  <a:pt x="649920" y="116885"/>
                </a:cubicBezTo>
                <a:lnTo>
                  <a:pt x="649920" y="68977"/>
                </a:lnTo>
                <a:moveTo>
                  <a:pt x="649920" y="61250"/>
                </a:moveTo>
                <a:lnTo>
                  <a:pt x="649920" y="17014"/>
                </a:lnTo>
                <a:cubicBezTo>
                  <a:pt x="649920" y="12956"/>
                  <a:pt x="651272" y="11217"/>
                  <a:pt x="654169" y="11217"/>
                </a:cubicBezTo>
                <a:lnTo>
                  <a:pt x="662666" y="11217"/>
                </a:lnTo>
                <a:cubicBezTo>
                  <a:pt x="684878" y="11217"/>
                  <a:pt x="696661" y="20491"/>
                  <a:pt x="696661" y="37685"/>
                </a:cubicBezTo>
                <a:cubicBezTo>
                  <a:pt x="696661" y="52750"/>
                  <a:pt x="686423" y="61250"/>
                  <a:pt x="668268" y="61250"/>
                </a:cubicBezTo>
                <a:lnTo>
                  <a:pt x="649920" y="61250"/>
                </a:lnTo>
                <a:close/>
                <a:moveTo>
                  <a:pt x="740890" y="11623"/>
                </a:moveTo>
                <a:lnTo>
                  <a:pt x="742048" y="11623"/>
                </a:lnTo>
                <a:cubicBezTo>
                  <a:pt x="744173" y="11432"/>
                  <a:pt x="746489" y="11237"/>
                  <a:pt x="748037" y="11237"/>
                </a:cubicBezTo>
                <a:cubicBezTo>
                  <a:pt x="754217" y="11237"/>
                  <a:pt x="756147" y="13943"/>
                  <a:pt x="756147" y="23020"/>
                </a:cubicBezTo>
                <a:lnTo>
                  <a:pt x="756147" y="115150"/>
                </a:lnTo>
                <a:cubicBezTo>
                  <a:pt x="756147" y="125579"/>
                  <a:pt x="753445" y="128090"/>
                  <a:pt x="741276" y="129054"/>
                </a:cubicBezTo>
                <a:lnTo>
                  <a:pt x="741276" y="131951"/>
                </a:lnTo>
                <a:lnTo>
                  <a:pt x="786856" y="131951"/>
                </a:lnTo>
                <a:lnTo>
                  <a:pt x="786856" y="129054"/>
                </a:lnTo>
                <a:cubicBezTo>
                  <a:pt x="774690" y="128282"/>
                  <a:pt x="772371" y="126352"/>
                  <a:pt x="772371" y="115727"/>
                </a:cubicBezTo>
                <a:lnTo>
                  <a:pt x="772371" y="421"/>
                </a:lnTo>
                <a:lnTo>
                  <a:pt x="771599" y="35"/>
                </a:lnTo>
                <a:cubicBezTo>
                  <a:pt x="761555" y="3318"/>
                  <a:pt x="754217" y="5252"/>
                  <a:pt x="740890" y="8535"/>
                </a:cubicBezTo>
                <a:lnTo>
                  <a:pt x="740890" y="11623"/>
                </a:lnTo>
                <a:close/>
                <a:moveTo>
                  <a:pt x="839199" y="43113"/>
                </a:moveTo>
                <a:cubicBezTo>
                  <a:pt x="814090" y="43113"/>
                  <a:pt x="796513" y="61648"/>
                  <a:pt x="796513" y="88284"/>
                </a:cubicBezTo>
                <a:cubicBezTo>
                  <a:pt x="796513" y="114339"/>
                  <a:pt x="814476" y="133837"/>
                  <a:pt x="838810" y="133837"/>
                </a:cubicBezTo>
                <a:cubicBezTo>
                  <a:pt x="863147" y="133837"/>
                  <a:pt x="881688" y="113375"/>
                  <a:pt x="881688" y="86739"/>
                </a:cubicBezTo>
                <a:cubicBezTo>
                  <a:pt x="881688" y="61453"/>
                  <a:pt x="863920" y="43113"/>
                  <a:pt x="839199" y="43113"/>
                </a:cubicBezTo>
                <a:moveTo>
                  <a:pt x="836688" y="48524"/>
                </a:moveTo>
                <a:cubicBezTo>
                  <a:pt x="852912" y="48524"/>
                  <a:pt x="864306" y="67053"/>
                  <a:pt x="864306" y="93494"/>
                </a:cubicBezTo>
                <a:cubicBezTo>
                  <a:pt x="864306" y="115306"/>
                  <a:pt x="855615" y="128429"/>
                  <a:pt x="841130" y="128429"/>
                </a:cubicBezTo>
                <a:cubicBezTo>
                  <a:pt x="833597" y="128429"/>
                  <a:pt x="826450" y="123799"/>
                  <a:pt x="822395" y="116078"/>
                </a:cubicBezTo>
                <a:cubicBezTo>
                  <a:pt x="816987" y="106040"/>
                  <a:pt x="813895" y="92531"/>
                  <a:pt x="813895" y="78826"/>
                </a:cubicBezTo>
                <a:cubicBezTo>
                  <a:pt x="813895" y="60490"/>
                  <a:pt x="822972" y="48524"/>
                  <a:pt x="836688" y="48524"/>
                </a:cubicBezTo>
                <a:close/>
                <a:moveTo>
                  <a:pt x="964354" y="101790"/>
                </a:moveTo>
                <a:cubicBezTo>
                  <a:pt x="955083" y="115300"/>
                  <a:pt x="948131" y="119933"/>
                  <a:pt x="937120" y="119933"/>
                </a:cubicBezTo>
                <a:cubicBezTo>
                  <a:pt x="919544" y="119933"/>
                  <a:pt x="907183" y="104493"/>
                  <a:pt x="907183" y="82298"/>
                </a:cubicBezTo>
                <a:cubicBezTo>
                  <a:pt x="907183" y="62420"/>
                  <a:pt x="917808" y="48716"/>
                  <a:pt x="933451" y="48716"/>
                </a:cubicBezTo>
                <a:cubicBezTo>
                  <a:pt x="940403" y="48716"/>
                  <a:pt x="942914" y="50838"/>
                  <a:pt x="944848" y="57979"/>
                </a:cubicBezTo>
                <a:lnTo>
                  <a:pt x="946006" y="62225"/>
                </a:lnTo>
                <a:cubicBezTo>
                  <a:pt x="947550" y="67630"/>
                  <a:pt x="951028" y="71105"/>
                  <a:pt x="955083" y="71105"/>
                </a:cubicBezTo>
                <a:cubicBezTo>
                  <a:pt x="960105" y="71105"/>
                  <a:pt x="964354" y="67436"/>
                  <a:pt x="964354" y="62997"/>
                </a:cubicBezTo>
                <a:cubicBezTo>
                  <a:pt x="964354" y="52190"/>
                  <a:pt x="950833" y="43113"/>
                  <a:pt x="934609" y="43113"/>
                </a:cubicBezTo>
                <a:cubicBezTo>
                  <a:pt x="925146" y="43113"/>
                  <a:pt x="915297" y="46977"/>
                  <a:pt x="907378" y="53926"/>
                </a:cubicBezTo>
                <a:cubicBezTo>
                  <a:pt x="897720" y="62420"/>
                  <a:pt x="892312" y="75543"/>
                  <a:pt x="892312" y="90789"/>
                </a:cubicBezTo>
                <a:cubicBezTo>
                  <a:pt x="892312" y="115881"/>
                  <a:pt x="907570" y="133837"/>
                  <a:pt x="929010" y="133837"/>
                </a:cubicBezTo>
                <a:cubicBezTo>
                  <a:pt x="937701" y="133837"/>
                  <a:pt x="945425" y="130749"/>
                  <a:pt x="952380" y="124760"/>
                </a:cubicBezTo>
                <a:cubicBezTo>
                  <a:pt x="957594" y="120124"/>
                  <a:pt x="961263" y="114914"/>
                  <a:pt x="967057" y="103526"/>
                </a:cubicBezTo>
                <a:lnTo>
                  <a:pt x="964354" y="101790"/>
                </a:lnTo>
                <a:close/>
                <a:moveTo>
                  <a:pt x="974590" y="11588"/>
                </a:moveTo>
                <a:cubicBezTo>
                  <a:pt x="977101" y="11394"/>
                  <a:pt x="978839" y="11202"/>
                  <a:pt x="980770" y="11202"/>
                </a:cubicBezTo>
                <a:cubicBezTo>
                  <a:pt x="987144" y="11202"/>
                  <a:pt x="989075" y="13713"/>
                  <a:pt x="989075" y="22982"/>
                </a:cubicBezTo>
                <a:lnTo>
                  <a:pt x="989075" y="116110"/>
                </a:lnTo>
                <a:cubicBezTo>
                  <a:pt x="989075" y="126157"/>
                  <a:pt x="988497" y="126738"/>
                  <a:pt x="974590" y="129054"/>
                </a:cubicBezTo>
                <a:lnTo>
                  <a:pt x="974590" y="131951"/>
                </a:lnTo>
                <a:lnTo>
                  <a:pt x="1019787" y="131951"/>
                </a:lnTo>
                <a:lnTo>
                  <a:pt x="1019787" y="129054"/>
                </a:lnTo>
                <a:lnTo>
                  <a:pt x="1015923" y="128863"/>
                </a:lnTo>
                <a:cubicBezTo>
                  <a:pt x="1008199" y="128476"/>
                  <a:pt x="1005299" y="125771"/>
                  <a:pt x="1005299" y="119007"/>
                </a:cubicBezTo>
                <a:lnTo>
                  <a:pt x="1005299" y="83453"/>
                </a:lnTo>
                <a:lnTo>
                  <a:pt x="1032341" y="119588"/>
                </a:lnTo>
                <a:lnTo>
                  <a:pt x="1032919" y="120360"/>
                </a:lnTo>
                <a:cubicBezTo>
                  <a:pt x="1033305" y="120941"/>
                  <a:pt x="1033691" y="121518"/>
                  <a:pt x="1034272" y="122099"/>
                </a:cubicBezTo>
                <a:cubicBezTo>
                  <a:pt x="1035816" y="124032"/>
                  <a:pt x="1036397" y="125190"/>
                  <a:pt x="1036397" y="126157"/>
                </a:cubicBezTo>
                <a:cubicBezTo>
                  <a:pt x="1036397" y="127896"/>
                  <a:pt x="1034658" y="129054"/>
                  <a:pt x="1032341" y="129054"/>
                </a:cubicBezTo>
                <a:lnTo>
                  <a:pt x="1028669" y="129054"/>
                </a:lnTo>
                <a:lnTo>
                  <a:pt x="1028669" y="131951"/>
                </a:lnTo>
                <a:lnTo>
                  <a:pt x="1070775" y="131951"/>
                </a:lnTo>
                <a:lnTo>
                  <a:pt x="1070775" y="129054"/>
                </a:lnTo>
                <a:cubicBezTo>
                  <a:pt x="1062278" y="128476"/>
                  <a:pt x="1056290" y="124804"/>
                  <a:pt x="1048179" y="114949"/>
                </a:cubicBezTo>
                <a:lnTo>
                  <a:pt x="1018625" y="77462"/>
                </a:lnTo>
                <a:lnTo>
                  <a:pt x="1024228" y="72246"/>
                </a:lnTo>
                <a:cubicBezTo>
                  <a:pt x="1037941" y="59493"/>
                  <a:pt x="1049915" y="50602"/>
                  <a:pt x="1055517" y="49058"/>
                </a:cubicBezTo>
                <a:cubicBezTo>
                  <a:pt x="1058414" y="48286"/>
                  <a:pt x="1061117" y="47899"/>
                  <a:pt x="1064403" y="47899"/>
                </a:cubicBezTo>
                <a:lnTo>
                  <a:pt x="1065947" y="47899"/>
                </a:lnTo>
                <a:lnTo>
                  <a:pt x="1065947" y="44999"/>
                </a:lnTo>
                <a:lnTo>
                  <a:pt x="1026544" y="44999"/>
                </a:lnTo>
                <a:lnTo>
                  <a:pt x="1026544" y="47705"/>
                </a:lnTo>
                <a:cubicBezTo>
                  <a:pt x="1034077" y="47899"/>
                  <a:pt x="1036202" y="48672"/>
                  <a:pt x="1036202" y="51377"/>
                </a:cubicBezTo>
                <a:cubicBezTo>
                  <a:pt x="1036202" y="52921"/>
                  <a:pt x="1034463" y="55627"/>
                  <a:pt x="1031761" y="57946"/>
                </a:cubicBezTo>
                <a:lnTo>
                  <a:pt x="1005299" y="81520"/>
                </a:lnTo>
                <a:lnTo>
                  <a:pt x="1005299" y="386"/>
                </a:lnTo>
                <a:lnTo>
                  <a:pt x="1004526" y="0"/>
                </a:lnTo>
                <a:cubicBezTo>
                  <a:pt x="997188" y="2316"/>
                  <a:pt x="991586" y="3861"/>
                  <a:pt x="980384" y="6952"/>
                </a:cubicBezTo>
                <a:lnTo>
                  <a:pt x="974590" y="8497"/>
                </a:lnTo>
                <a:lnTo>
                  <a:pt x="974590" y="11588"/>
                </a:lnTo>
                <a:close/>
                <a:moveTo>
                  <a:pt x="1174301" y="1429"/>
                </a:moveTo>
                <a:lnTo>
                  <a:pt x="1139534" y="18971"/>
                </a:lnTo>
                <a:lnTo>
                  <a:pt x="1139534" y="21676"/>
                </a:lnTo>
                <a:cubicBezTo>
                  <a:pt x="1141850" y="20709"/>
                  <a:pt x="1143975" y="19937"/>
                  <a:pt x="1144747" y="19551"/>
                </a:cubicBezTo>
                <a:cubicBezTo>
                  <a:pt x="1148225" y="18201"/>
                  <a:pt x="1151508" y="17432"/>
                  <a:pt x="1153441" y="17432"/>
                </a:cubicBezTo>
                <a:cubicBezTo>
                  <a:pt x="1157497" y="17432"/>
                  <a:pt x="1159235" y="20323"/>
                  <a:pt x="1159235" y="26503"/>
                </a:cubicBezTo>
                <a:lnTo>
                  <a:pt x="1159235" y="113991"/>
                </a:lnTo>
                <a:cubicBezTo>
                  <a:pt x="1159235" y="120366"/>
                  <a:pt x="1157688" y="124807"/>
                  <a:pt x="1154600" y="126546"/>
                </a:cubicBezTo>
                <a:cubicBezTo>
                  <a:pt x="1151703" y="128282"/>
                  <a:pt x="1148997" y="128863"/>
                  <a:pt x="1140887" y="129054"/>
                </a:cubicBezTo>
                <a:lnTo>
                  <a:pt x="1140887" y="131951"/>
                </a:lnTo>
                <a:lnTo>
                  <a:pt x="1194194" y="131951"/>
                </a:lnTo>
                <a:lnTo>
                  <a:pt x="1194194" y="129054"/>
                </a:lnTo>
                <a:cubicBezTo>
                  <a:pt x="1178934" y="128863"/>
                  <a:pt x="1175845" y="126932"/>
                  <a:pt x="1175845" y="117661"/>
                </a:cubicBezTo>
                <a:lnTo>
                  <a:pt x="1175845" y="1818"/>
                </a:lnTo>
                <a:lnTo>
                  <a:pt x="1174301" y="14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83E2DB-C49A-4A00-BCFE-B5ED9650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964" y="5116027"/>
            <a:ext cx="2747758" cy="262692"/>
          </a:xfrm>
          <a:custGeom xmlns:a="http://schemas.openxmlformats.org/drawingml/2006/main">
            <a:pathLst>
              <a:path w="2747758" h="262692">
                <a:moveTo>
                  <a:pt x="2637849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52784"/>
                </a:lnTo>
                <a:cubicBezTo>
                  <a:pt x="0" y="213485"/>
                  <a:pt x="49207" y="262692"/>
                  <a:pt x="109909" y="262692"/>
                </a:cubicBezTo>
                <a:lnTo>
                  <a:pt x="2637849" y="262692"/>
                </a:lnTo>
                <a:cubicBezTo>
                  <a:pt x="2698551" y="262692"/>
                  <a:pt x="2747758" y="213485"/>
                  <a:pt x="2747758" y="152784"/>
                </a:cubicBezTo>
                <a:lnTo>
                  <a:pt x="2747758" y="109909"/>
                </a:lnTo>
                <a:cubicBezTo>
                  <a:pt x="2747758" y="49207"/>
                  <a:pt x="2698551" y="0"/>
                  <a:pt x="2637849" y="0"/>
                </a:cubicBezTo>
                <a:close/>
                <a:moveTo>
                  <a:pt x="0" y="262692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8D8BC-FF6A-4AC6-8FA1-3D2084CD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964" y="5116027"/>
            <a:ext cx="2747758" cy="262692"/>
          </a:xfrm>
          <a:custGeom xmlns:a="http://schemas.openxmlformats.org/drawingml/2006/main">
            <a:pathLst>
              <a:path w="2747758" h="262692" fill="none">
                <a:moveTo>
                  <a:pt x="2637849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52784"/>
                </a:lnTo>
                <a:cubicBezTo>
                  <a:pt x="0" y="213485"/>
                  <a:pt x="49207" y="262692"/>
                  <a:pt x="109909" y="262692"/>
                </a:cubicBezTo>
                <a:lnTo>
                  <a:pt x="2637849" y="262692"/>
                </a:lnTo>
                <a:cubicBezTo>
                  <a:pt x="2698551" y="262692"/>
                  <a:pt x="2747758" y="213485"/>
                  <a:pt x="2747758" y="152784"/>
                </a:cubicBezTo>
                <a:lnTo>
                  <a:pt x="2747758" y="109909"/>
                </a:lnTo>
                <a:cubicBezTo>
                  <a:pt x="2747758" y="49207"/>
                  <a:pt x="2698551" y="0"/>
                  <a:pt x="2637849" y="0"/>
                </a:cubicBezTo>
                <a:close/>
                <a:moveTo>
                  <a:pt x="0" y="262692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24" name="Text M">
            <a:extLst xmlns:a="http://schemas.openxmlformats.org/drawingml/2006/main">
              <a:ext uri="{FF2B5EF4-FFF2-40B4-BE49-F238E27FC236}">
                <a16:creationId xmlns:a16="http://schemas.microsoft.com/office/drawing/2014/main" id="{C1B61937-3A6D-4248-8B5B-173524EF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309" y="5185863"/>
            <a:ext cx="172091" cy="126184"/>
          </a:xfrm>
          <a:custGeom xmlns:a="http://schemas.openxmlformats.org/drawingml/2006/main">
            <a:pathLst>
              <a:path w="172091" h="126184">
                <a:moveTo>
                  <a:pt x="172091" y="0"/>
                </a:moveTo>
                <a:lnTo>
                  <a:pt x="139835" y="0"/>
                </a:lnTo>
                <a:lnTo>
                  <a:pt x="74939" y="95268"/>
                </a:lnTo>
                <a:lnTo>
                  <a:pt x="64315" y="0"/>
                </a:lnTo>
                <a:lnTo>
                  <a:pt x="29356" y="0"/>
                </a:lnTo>
                <a:lnTo>
                  <a:pt x="29356" y="3092"/>
                </a:lnTo>
                <a:cubicBezTo>
                  <a:pt x="39014" y="3672"/>
                  <a:pt x="43650" y="5797"/>
                  <a:pt x="43650" y="10241"/>
                </a:cubicBezTo>
                <a:cubicBezTo>
                  <a:pt x="43650" y="11788"/>
                  <a:pt x="42878" y="14685"/>
                  <a:pt x="41719" y="18163"/>
                </a:cubicBezTo>
                <a:cubicBezTo>
                  <a:pt x="41333" y="18938"/>
                  <a:pt x="40753" y="21063"/>
                  <a:pt x="39981" y="23960"/>
                </a:cubicBezTo>
                <a:cubicBezTo>
                  <a:pt x="39786" y="24541"/>
                  <a:pt x="39594" y="25313"/>
                  <a:pt x="39400" y="26088"/>
                </a:cubicBezTo>
                <a:lnTo>
                  <a:pt x="18926" y="97974"/>
                </a:lnTo>
                <a:cubicBezTo>
                  <a:pt x="12941" y="118070"/>
                  <a:pt x="10044" y="121937"/>
                  <a:pt x="0" y="123095"/>
                </a:cubicBezTo>
                <a:lnTo>
                  <a:pt x="0" y="126184"/>
                </a:lnTo>
                <a:lnTo>
                  <a:pt x="38242" y="126184"/>
                </a:lnTo>
                <a:lnTo>
                  <a:pt x="38242" y="123095"/>
                </a:lnTo>
                <a:cubicBezTo>
                  <a:pt x="28392" y="122323"/>
                  <a:pt x="24529" y="120004"/>
                  <a:pt x="24529" y="114593"/>
                </a:cubicBezTo>
                <a:cubicBezTo>
                  <a:pt x="24529" y="112659"/>
                  <a:pt x="25301" y="107634"/>
                  <a:pt x="26268" y="104351"/>
                </a:cubicBezTo>
                <a:lnTo>
                  <a:pt x="49058" y="20677"/>
                </a:lnTo>
                <a:lnTo>
                  <a:pt x="60840" y="126184"/>
                </a:lnTo>
                <a:lnTo>
                  <a:pt x="64123" y="126184"/>
                </a:lnTo>
                <a:lnTo>
                  <a:pt x="136938" y="17777"/>
                </a:lnTo>
                <a:lnTo>
                  <a:pt x="112023" y="108601"/>
                </a:lnTo>
                <a:cubicBezTo>
                  <a:pt x="108931" y="118845"/>
                  <a:pt x="105070" y="121742"/>
                  <a:pt x="92516" y="123095"/>
                </a:cubicBezTo>
                <a:lnTo>
                  <a:pt x="92516" y="126184"/>
                </a:lnTo>
                <a:lnTo>
                  <a:pt x="145243" y="126184"/>
                </a:lnTo>
                <a:lnTo>
                  <a:pt x="145243" y="123095"/>
                </a:lnTo>
                <a:cubicBezTo>
                  <a:pt x="132110" y="121937"/>
                  <a:pt x="130371" y="120776"/>
                  <a:pt x="130371" y="114787"/>
                </a:cubicBezTo>
                <a:cubicBezTo>
                  <a:pt x="130371" y="111501"/>
                  <a:pt x="130758" y="108987"/>
                  <a:pt x="132496" y="102999"/>
                </a:cubicBezTo>
                <a:lnTo>
                  <a:pt x="156253" y="17391"/>
                </a:lnTo>
                <a:cubicBezTo>
                  <a:pt x="159728" y="5797"/>
                  <a:pt x="160694" y="4830"/>
                  <a:pt x="172091" y="3092"/>
                </a:cubicBezTo>
                <a:lnTo>
                  <a:pt x="17209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M-DiT-Block2">
            <a:extLst xmlns:a="http://schemas.openxmlformats.org/drawingml/2006/main">
              <a:ext uri="{FF2B5EF4-FFF2-40B4-BE49-F238E27FC236}">
                <a16:creationId xmlns:a16="http://schemas.microsoft.com/office/drawing/2014/main" id="{25F9BF2A-E5CF-4EB1-99A4-9803C96E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197" y="5180095"/>
            <a:ext cx="1209837" cy="134026"/>
          </a:xfrm>
          <a:custGeom xmlns:a="http://schemas.openxmlformats.org/drawingml/2006/main">
            <a:pathLst>
              <a:path w="1209837" h="134026">
                <a:moveTo>
                  <a:pt x="172091" y="5768"/>
                </a:moveTo>
                <a:lnTo>
                  <a:pt x="139835" y="5768"/>
                </a:lnTo>
                <a:lnTo>
                  <a:pt x="74939" y="101036"/>
                </a:lnTo>
                <a:lnTo>
                  <a:pt x="64315" y="5768"/>
                </a:lnTo>
                <a:lnTo>
                  <a:pt x="29356" y="5768"/>
                </a:lnTo>
                <a:lnTo>
                  <a:pt x="29356" y="8859"/>
                </a:lnTo>
                <a:cubicBezTo>
                  <a:pt x="39014" y="9440"/>
                  <a:pt x="43650" y="11564"/>
                  <a:pt x="43650" y="16009"/>
                </a:cubicBezTo>
                <a:cubicBezTo>
                  <a:pt x="43650" y="17556"/>
                  <a:pt x="42878" y="20453"/>
                  <a:pt x="41719" y="23931"/>
                </a:cubicBezTo>
                <a:cubicBezTo>
                  <a:pt x="41333" y="24706"/>
                  <a:pt x="40753" y="26831"/>
                  <a:pt x="39981" y="29728"/>
                </a:cubicBezTo>
                <a:cubicBezTo>
                  <a:pt x="39786" y="30308"/>
                  <a:pt x="39594" y="31080"/>
                  <a:pt x="39400" y="31855"/>
                </a:cubicBezTo>
                <a:lnTo>
                  <a:pt x="18926" y="103741"/>
                </a:lnTo>
                <a:cubicBezTo>
                  <a:pt x="12941" y="123838"/>
                  <a:pt x="10044" y="127704"/>
                  <a:pt x="0" y="128863"/>
                </a:cubicBezTo>
                <a:lnTo>
                  <a:pt x="0" y="131951"/>
                </a:lnTo>
                <a:lnTo>
                  <a:pt x="38242" y="131951"/>
                </a:lnTo>
                <a:lnTo>
                  <a:pt x="38242" y="128863"/>
                </a:lnTo>
                <a:cubicBezTo>
                  <a:pt x="28392" y="128090"/>
                  <a:pt x="24529" y="125771"/>
                  <a:pt x="24529" y="120360"/>
                </a:cubicBezTo>
                <a:cubicBezTo>
                  <a:pt x="24529" y="118427"/>
                  <a:pt x="25301" y="113402"/>
                  <a:pt x="26268" y="110119"/>
                </a:cubicBezTo>
                <a:lnTo>
                  <a:pt x="49058" y="26444"/>
                </a:lnTo>
                <a:lnTo>
                  <a:pt x="60840" y="131951"/>
                </a:lnTo>
                <a:lnTo>
                  <a:pt x="64123" y="131951"/>
                </a:lnTo>
                <a:lnTo>
                  <a:pt x="136938" y="23544"/>
                </a:lnTo>
                <a:lnTo>
                  <a:pt x="112023" y="114369"/>
                </a:lnTo>
                <a:cubicBezTo>
                  <a:pt x="108931" y="124613"/>
                  <a:pt x="105070" y="127510"/>
                  <a:pt x="92516" y="128863"/>
                </a:cubicBezTo>
                <a:lnTo>
                  <a:pt x="92516" y="131951"/>
                </a:lnTo>
                <a:lnTo>
                  <a:pt x="145243" y="131951"/>
                </a:lnTo>
                <a:lnTo>
                  <a:pt x="145243" y="128863"/>
                </a:lnTo>
                <a:cubicBezTo>
                  <a:pt x="132110" y="127704"/>
                  <a:pt x="130371" y="126543"/>
                  <a:pt x="130371" y="120555"/>
                </a:cubicBezTo>
                <a:cubicBezTo>
                  <a:pt x="130371" y="117269"/>
                  <a:pt x="130758" y="114755"/>
                  <a:pt x="132496" y="108766"/>
                </a:cubicBezTo>
                <a:lnTo>
                  <a:pt x="156253" y="23158"/>
                </a:lnTo>
                <a:cubicBezTo>
                  <a:pt x="159728" y="11564"/>
                  <a:pt x="160694" y="10598"/>
                  <a:pt x="172091" y="8859"/>
                </a:cubicBezTo>
                <a:lnTo>
                  <a:pt x="172091" y="5768"/>
                </a:lnTo>
                <a:close/>
                <a:moveTo>
                  <a:pt x="218831" y="82723"/>
                </a:moveTo>
                <a:lnTo>
                  <a:pt x="176531" y="82723"/>
                </a:lnTo>
                <a:lnTo>
                  <a:pt x="173828" y="94891"/>
                </a:lnTo>
                <a:lnTo>
                  <a:pt x="216320" y="94891"/>
                </a:lnTo>
                <a:lnTo>
                  <a:pt x="218831" y="82723"/>
                </a:lnTo>
                <a:close/>
                <a:moveTo>
                  <a:pt x="253787" y="8859"/>
                </a:moveTo>
                <a:cubicBezTo>
                  <a:pt x="265761" y="10017"/>
                  <a:pt x="268658" y="11564"/>
                  <a:pt x="268658" y="16781"/>
                </a:cubicBezTo>
                <a:cubicBezTo>
                  <a:pt x="268658" y="19681"/>
                  <a:pt x="267886" y="24317"/>
                  <a:pt x="266537" y="29150"/>
                </a:cubicBezTo>
                <a:lnTo>
                  <a:pt x="242780" y="114563"/>
                </a:lnTo>
                <a:cubicBezTo>
                  <a:pt x="239302" y="125771"/>
                  <a:pt x="237950" y="126932"/>
                  <a:pt x="227134" y="128863"/>
                </a:cubicBezTo>
                <a:lnTo>
                  <a:pt x="227134" y="131951"/>
                </a:lnTo>
                <a:lnTo>
                  <a:pt x="276000" y="131951"/>
                </a:lnTo>
                <a:cubicBezTo>
                  <a:pt x="298598" y="131951"/>
                  <a:pt x="319263" y="125966"/>
                  <a:pt x="334134" y="115144"/>
                </a:cubicBezTo>
                <a:cubicBezTo>
                  <a:pt x="352869" y="101422"/>
                  <a:pt x="363880" y="80164"/>
                  <a:pt x="363880" y="57749"/>
                </a:cubicBezTo>
                <a:cubicBezTo>
                  <a:pt x="363880" y="26055"/>
                  <a:pt x="341862" y="5768"/>
                  <a:pt x="307481" y="5768"/>
                </a:cubicBezTo>
                <a:lnTo>
                  <a:pt x="253787" y="5768"/>
                </a:lnTo>
                <a:lnTo>
                  <a:pt x="253787" y="8859"/>
                </a:lnTo>
                <a:moveTo>
                  <a:pt x="289132" y="17167"/>
                </a:moveTo>
                <a:cubicBezTo>
                  <a:pt x="290293" y="12917"/>
                  <a:pt x="293190" y="11564"/>
                  <a:pt x="300915" y="11564"/>
                </a:cubicBezTo>
                <a:cubicBezTo>
                  <a:pt x="311925" y="11564"/>
                  <a:pt x="321580" y="14075"/>
                  <a:pt x="327763" y="18714"/>
                </a:cubicBezTo>
                <a:cubicBezTo>
                  <a:pt x="337226" y="25669"/>
                  <a:pt x="342439" y="37844"/>
                  <a:pt x="342439" y="53110"/>
                </a:cubicBezTo>
                <a:cubicBezTo>
                  <a:pt x="342439" y="73981"/>
                  <a:pt x="334329" y="95625"/>
                  <a:pt x="321194" y="108766"/>
                </a:cubicBezTo>
                <a:cubicBezTo>
                  <a:pt x="309800" y="120360"/>
                  <a:pt x="294154" y="126157"/>
                  <a:pt x="274066" y="126157"/>
                </a:cubicBezTo>
                <a:cubicBezTo>
                  <a:pt x="265184" y="126157"/>
                  <a:pt x="261515" y="124032"/>
                  <a:pt x="261515" y="119007"/>
                </a:cubicBezTo>
                <a:cubicBezTo>
                  <a:pt x="261515" y="116496"/>
                  <a:pt x="262478" y="112244"/>
                  <a:pt x="265761" y="100650"/>
                </a:cubicBezTo>
                <a:lnTo>
                  <a:pt x="289132" y="17167"/>
                </a:lnTo>
                <a:close/>
                <a:moveTo>
                  <a:pt x="411007" y="109880"/>
                </a:moveTo>
                <a:cubicBezTo>
                  <a:pt x="406371" y="116060"/>
                  <a:pt x="405019" y="117608"/>
                  <a:pt x="403088" y="119732"/>
                </a:cubicBezTo>
                <a:cubicBezTo>
                  <a:pt x="399802" y="123018"/>
                  <a:pt x="396905" y="124949"/>
                  <a:pt x="395170" y="124949"/>
                </a:cubicBezTo>
                <a:cubicBezTo>
                  <a:pt x="393622" y="124949"/>
                  <a:pt x="392078" y="123404"/>
                  <a:pt x="392078" y="122052"/>
                </a:cubicBezTo>
                <a:cubicBezTo>
                  <a:pt x="392078" y="120118"/>
                  <a:pt x="392659" y="117221"/>
                  <a:pt x="394008" y="113549"/>
                </a:cubicBezTo>
                <a:cubicBezTo>
                  <a:pt x="394008" y="112969"/>
                  <a:pt x="394589" y="111619"/>
                  <a:pt x="394975" y="110072"/>
                </a:cubicBezTo>
                <a:lnTo>
                  <a:pt x="394975" y="109686"/>
                </a:lnTo>
                <a:lnTo>
                  <a:pt x="395170" y="109300"/>
                </a:lnTo>
                <a:lnTo>
                  <a:pt x="412166" y="47086"/>
                </a:lnTo>
                <a:lnTo>
                  <a:pt x="411585" y="46697"/>
                </a:lnTo>
                <a:cubicBezTo>
                  <a:pt x="392078" y="50369"/>
                  <a:pt x="388214" y="50947"/>
                  <a:pt x="380681" y="51527"/>
                </a:cubicBezTo>
                <a:lnTo>
                  <a:pt x="380681" y="54619"/>
                </a:lnTo>
                <a:cubicBezTo>
                  <a:pt x="390920" y="54810"/>
                  <a:pt x="392850" y="55391"/>
                  <a:pt x="392850" y="59255"/>
                </a:cubicBezTo>
                <a:cubicBezTo>
                  <a:pt x="392850" y="60802"/>
                  <a:pt x="392272" y="63893"/>
                  <a:pt x="391111" y="67757"/>
                </a:cubicBezTo>
                <a:lnTo>
                  <a:pt x="381843" y="101955"/>
                </a:lnTo>
                <a:cubicBezTo>
                  <a:pt x="378751" y="113163"/>
                  <a:pt x="377593" y="119152"/>
                  <a:pt x="377593" y="123018"/>
                </a:cubicBezTo>
                <a:cubicBezTo>
                  <a:pt x="377593" y="130165"/>
                  <a:pt x="380681" y="134026"/>
                  <a:pt x="386476" y="134026"/>
                </a:cubicBezTo>
                <a:cubicBezTo>
                  <a:pt x="395361" y="134026"/>
                  <a:pt x="402508" y="128232"/>
                  <a:pt x="413515" y="112005"/>
                </a:cubicBezTo>
                <a:lnTo>
                  <a:pt x="411007" y="109880"/>
                </a:lnTo>
                <a:moveTo>
                  <a:pt x="409460" y="5579"/>
                </a:moveTo>
                <a:cubicBezTo>
                  <a:pt x="404247" y="5579"/>
                  <a:pt x="400383" y="10023"/>
                  <a:pt x="400383" y="15814"/>
                </a:cubicBezTo>
                <a:cubicBezTo>
                  <a:pt x="400383" y="21991"/>
                  <a:pt x="404052" y="26044"/>
                  <a:pt x="409655" y="26044"/>
                </a:cubicBezTo>
                <a:cubicBezTo>
                  <a:pt x="414676" y="26044"/>
                  <a:pt x="419118" y="21605"/>
                  <a:pt x="419118" y="16200"/>
                </a:cubicBezTo>
                <a:cubicBezTo>
                  <a:pt x="419118" y="10601"/>
                  <a:pt x="414676" y="5579"/>
                  <a:pt x="409460" y="5579"/>
                </a:cubicBezTo>
                <a:close/>
                <a:moveTo>
                  <a:pt x="544081" y="5768"/>
                </a:moveTo>
                <a:lnTo>
                  <a:pt x="441330" y="5768"/>
                </a:lnTo>
                <a:lnTo>
                  <a:pt x="433217" y="35525"/>
                </a:lnTo>
                <a:lnTo>
                  <a:pt x="436694" y="36297"/>
                </a:lnTo>
                <a:cubicBezTo>
                  <a:pt x="446929" y="15428"/>
                  <a:pt x="453110" y="12142"/>
                  <a:pt x="482660" y="12528"/>
                </a:cubicBezTo>
                <a:lnTo>
                  <a:pt x="454848" y="114563"/>
                </a:lnTo>
                <a:cubicBezTo>
                  <a:pt x="451760" y="124804"/>
                  <a:pt x="447124" y="127896"/>
                  <a:pt x="434375" y="128863"/>
                </a:cubicBezTo>
                <a:lnTo>
                  <a:pt x="434375" y="131951"/>
                </a:lnTo>
                <a:lnTo>
                  <a:pt x="490388" y="131951"/>
                </a:lnTo>
                <a:lnTo>
                  <a:pt x="490388" y="128863"/>
                </a:lnTo>
                <a:cubicBezTo>
                  <a:pt x="487105" y="128668"/>
                  <a:pt x="484208" y="128282"/>
                  <a:pt x="483046" y="128282"/>
                </a:cubicBezTo>
                <a:cubicBezTo>
                  <a:pt x="475322" y="127704"/>
                  <a:pt x="473006" y="125963"/>
                  <a:pt x="473006" y="120166"/>
                </a:cubicBezTo>
                <a:cubicBezTo>
                  <a:pt x="473006" y="117655"/>
                  <a:pt x="473583" y="115335"/>
                  <a:pt x="475322" y="108766"/>
                </a:cubicBezTo>
                <a:lnTo>
                  <a:pt x="502170" y="12528"/>
                </a:lnTo>
                <a:lnTo>
                  <a:pt x="512792" y="12528"/>
                </a:lnTo>
                <a:cubicBezTo>
                  <a:pt x="526699" y="12528"/>
                  <a:pt x="532879" y="17359"/>
                  <a:pt x="532879" y="28180"/>
                </a:cubicBezTo>
                <a:cubicBezTo>
                  <a:pt x="532879" y="30694"/>
                  <a:pt x="532685" y="33591"/>
                  <a:pt x="532299" y="36877"/>
                </a:cubicBezTo>
                <a:lnTo>
                  <a:pt x="535582" y="37263"/>
                </a:lnTo>
                <a:lnTo>
                  <a:pt x="544081" y="5768"/>
                </a:lnTo>
                <a:close/>
                <a:moveTo>
                  <a:pt x="551609" y="82345"/>
                </a:moveTo>
                <a:lnTo>
                  <a:pt x="551609" y="94514"/>
                </a:lnTo>
                <a:lnTo>
                  <a:pt x="599122" y="94514"/>
                </a:lnTo>
                <a:lnTo>
                  <a:pt x="599122" y="82345"/>
                </a:lnTo>
                <a:lnTo>
                  <a:pt x="551609" y="82345"/>
                </a:lnTo>
                <a:close/>
                <a:moveTo>
                  <a:pt x="611678" y="4070"/>
                </a:moveTo>
                <a:lnTo>
                  <a:pt x="611678" y="7742"/>
                </a:lnTo>
                <a:cubicBezTo>
                  <a:pt x="627902" y="8706"/>
                  <a:pt x="630218" y="10831"/>
                  <a:pt x="630218" y="25127"/>
                </a:cubicBezTo>
                <a:lnTo>
                  <a:pt x="630218" y="110897"/>
                </a:lnTo>
                <a:cubicBezTo>
                  <a:pt x="630218" y="125193"/>
                  <a:pt x="627707" y="127704"/>
                  <a:pt x="611678" y="128282"/>
                </a:cubicBezTo>
                <a:lnTo>
                  <a:pt x="611678" y="131951"/>
                </a:lnTo>
                <a:lnTo>
                  <a:pt x="676187" y="131951"/>
                </a:lnTo>
                <a:cubicBezTo>
                  <a:pt x="691253" y="131951"/>
                  <a:pt x="704966" y="127896"/>
                  <a:pt x="712110" y="121330"/>
                </a:cubicBezTo>
                <a:cubicBezTo>
                  <a:pt x="719065" y="115147"/>
                  <a:pt x="722926" y="106456"/>
                  <a:pt x="722926" y="97181"/>
                </a:cubicBezTo>
                <a:cubicBezTo>
                  <a:pt x="722926" y="88682"/>
                  <a:pt x="719451" y="80954"/>
                  <a:pt x="713462" y="75352"/>
                </a:cubicBezTo>
                <a:cubicBezTo>
                  <a:pt x="707668" y="70138"/>
                  <a:pt x="702455" y="67819"/>
                  <a:pt x="689900" y="64727"/>
                </a:cubicBezTo>
                <a:cubicBezTo>
                  <a:pt x="699944" y="62217"/>
                  <a:pt x="703999" y="60286"/>
                  <a:pt x="708635" y="56228"/>
                </a:cubicBezTo>
                <a:cubicBezTo>
                  <a:pt x="713462" y="51978"/>
                  <a:pt x="716359" y="44831"/>
                  <a:pt x="716359" y="36910"/>
                </a:cubicBezTo>
                <a:cubicBezTo>
                  <a:pt x="716359" y="15275"/>
                  <a:pt x="699169" y="4070"/>
                  <a:pt x="665758" y="4070"/>
                </a:cubicBezTo>
                <a:lnTo>
                  <a:pt x="611678" y="4070"/>
                </a:lnTo>
                <a:moveTo>
                  <a:pt x="649920" y="68977"/>
                </a:moveTo>
                <a:cubicBezTo>
                  <a:pt x="668655" y="68977"/>
                  <a:pt x="677537" y="69944"/>
                  <a:pt x="684492" y="72841"/>
                </a:cubicBezTo>
                <a:cubicBezTo>
                  <a:pt x="695500" y="77477"/>
                  <a:pt x="700716" y="85204"/>
                  <a:pt x="700716" y="97376"/>
                </a:cubicBezTo>
                <a:cubicBezTo>
                  <a:pt x="700716" y="107805"/>
                  <a:pt x="696661" y="115341"/>
                  <a:pt x="688934" y="119782"/>
                </a:cubicBezTo>
                <a:cubicBezTo>
                  <a:pt x="682754" y="123260"/>
                  <a:pt x="674835" y="124807"/>
                  <a:pt x="662088" y="124807"/>
                </a:cubicBezTo>
                <a:cubicBezTo>
                  <a:pt x="652622" y="124807"/>
                  <a:pt x="649920" y="123069"/>
                  <a:pt x="649920" y="116885"/>
                </a:cubicBezTo>
                <a:lnTo>
                  <a:pt x="649920" y="68977"/>
                </a:lnTo>
                <a:moveTo>
                  <a:pt x="649920" y="61250"/>
                </a:moveTo>
                <a:lnTo>
                  <a:pt x="649920" y="17014"/>
                </a:lnTo>
                <a:cubicBezTo>
                  <a:pt x="649920" y="12956"/>
                  <a:pt x="651272" y="11217"/>
                  <a:pt x="654169" y="11217"/>
                </a:cubicBezTo>
                <a:lnTo>
                  <a:pt x="662666" y="11217"/>
                </a:lnTo>
                <a:cubicBezTo>
                  <a:pt x="684878" y="11217"/>
                  <a:pt x="696661" y="20491"/>
                  <a:pt x="696661" y="37685"/>
                </a:cubicBezTo>
                <a:cubicBezTo>
                  <a:pt x="696661" y="52750"/>
                  <a:pt x="686423" y="61250"/>
                  <a:pt x="668268" y="61250"/>
                </a:cubicBezTo>
                <a:lnTo>
                  <a:pt x="649920" y="61250"/>
                </a:lnTo>
                <a:close/>
                <a:moveTo>
                  <a:pt x="740890" y="11623"/>
                </a:moveTo>
                <a:lnTo>
                  <a:pt x="742048" y="11623"/>
                </a:lnTo>
                <a:cubicBezTo>
                  <a:pt x="744173" y="11432"/>
                  <a:pt x="746489" y="11237"/>
                  <a:pt x="748037" y="11237"/>
                </a:cubicBezTo>
                <a:cubicBezTo>
                  <a:pt x="754217" y="11237"/>
                  <a:pt x="756147" y="13943"/>
                  <a:pt x="756147" y="23020"/>
                </a:cubicBezTo>
                <a:lnTo>
                  <a:pt x="756147" y="115150"/>
                </a:lnTo>
                <a:cubicBezTo>
                  <a:pt x="756147" y="125579"/>
                  <a:pt x="753445" y="128090"/>
                  <a:pt x="741276" y="129054"/>
                </a:cubicBezTo>
                <a:lnTo>
                  <a:pt x="741276" y="131951"/>
                </a:lnTo>
                <a:lnTo>
                  <a:pt x="786856" y="131951"/>
                </a:lnTo>
                <a:lnTo>
                  <a:pt x="786856" y="129054"/>
                </a:lnTo>
                <a:cubicBezTo>
                  <a:pt x="774690" y="128282"/>
                  <a:pt x="772371" y="126352"/>
                  <a:pt x="772371" y="115727"/>
                </a:cubicBezTo>
                <a:lnTo>
                  <a:pt x="772371" y="421"/>
                </a:lnTo>
                <a:lnTo>
                  <a:pt x="771599" y="35"/>
                </a:lnTo>
                <a:cubicBezTo>
                  <a:pt x="761555" y="3318"/>
                  <a:pt x="754217" y="5252"/>
                  <a:pt x="740890" y="8535"/>
                </a:cubicBezTo>
                <a:lnTo>
                  <a:pt x="740890" y="11623"/>
                </a:lnTo>
                <a:close/>
                <a:moveTo>
                  <a:pt x="839199" y="43113"/>
                </a:moveTo>
                <a:cubicBezTo>
                  <a:pt x="814090" y="43113"/>
                  <a:pt x="796513" y="61648"/>
                  <a:pt x="796513" y="88284"/>
                </a:cubicBezTo>
                <a:cubicBezTo>
                  <a:pt x="796513" y="114339"/>
                  <a:pt x="814476" y="133837"/>
                  <a:pt x="838810" y="133837"/>
                </a:cubicBezTo>
                <a:cubicBezTo>
                  <a:pt x="863147" y="133837"/>
                  <a:pt x="881688" y="113375"/>
                  <a:pt x="881688" y="86739"/>
                </a:cubicBezTo>
                <a:cubicBezTo>
                  <a:pt x="881688" y="61453"/>
                  <a:pt x="863920" y="43113"/>
                  <a:pt x="839199" y="43113"/>
                </a:cubicBezTo>
                <a:moveTo>
                  <a:pt x="836688" y="48524"/>
                </a:moveTo>
                <a:cubicBezTo>
                  <a:pt x="852912" y="48524"/>
                  <a:pt x="864306" y="67053"/>
                  <a:pt x="864306" y="93494"/>
                </a:cubicBezTo>
                <a:cubicBezTo>
                  <a:pt x="864306" y="115306"/>
                  <a:pt x="855615" y="128429"/>
                  <a:pt x="841130" y="128429"/>
                </a:cubicBezTo>
                <a:cubicBezTo>
                  <a:pt x="833597" y="128429"/>
                  <a:pt x="826450" y="123799"/>
                  <a:pt x="822395" y="116078"/>
                </a:cubicBezTo>
                <a:cubicBezTo>
                  <a:pt x="816987" y="106040"/>
                  <a:pt x="813895" y="92531"/>
                  <a:pt x="813895" y="78826"/>
                </a:cubicBezTo>
                <a:cubicBezTo>
                  <a:pt x="813895" y="60490"/>
                  <a:pt x="822972" y="48524"/>
                  <a:pt x="836688" y="48524"/>
                </a:cubicBezTo>
                <a:close/>
                <a:moveTo>
                  <a:pt x="964354" y="101790"/>
                </a:moveTo>
                <a:cubicBezTo>
                  <a:pt x="955083" y="115300"/>
                  <a:pt x="948131" y="119933"/>
                  <a:pt x="937120" y="119933"/>
                </a:cubicBezTo>
                <a:cubicBezTo>
                  <a:pt x="919544" y="119933"/>
                  <a:pt x="907183" y="104493"/>
                  <a:pt x="907183" y="82298"/>
                </a:cubicBezTo>
                <a:cubicBezTo>
                  <a:pt x="907183" y="62420"/>
                  <a:pt x="917808" y="48716"/>
                  <a:pt x="933451" y="48716"/>
                </a:cubicBezTo>
                <a:cubicBezTo>
                  <a:pt x="940403" y="48716"/>
                  <a:pt x="942914" y="50838"/>
                  <a:pt x="944848" y="57979"/>
                </a:cubicBezTo>
                <a:lnTo>
                  <a:pt x="946006" y="62225"/>
                </a:lnTo>
                <a:cubicBezTo>
                  <a:pt x="947550" y="67630"/>
                  <a:pt x="951028" y="71105"/>
                  <a:pt x="955083" y="71105"/>
                </a:cubicBezTo>
                <a:cubicBezTo>
                  <a:pt x="960105" y="71105"/>
                  <a:pt x="964354" y="67436"/>
                  <a:pt x="964354" y="62997"/>
                </a:cubicBezTo>
                <a:cubicBezTo>
                  <a:pt x="964354" y="52190"/>
                  <a:pt x="950833" y="43113"/>
                  <a:pt x="934609" y="43113"/>
                </a:cubicBezTo>
                <a:cubicBezTo>
                  <a:pt x="925146" y="43113"/>
                  <a:pt x="915297" y="46977"/>
                  <a:pt x="907378" y="53926"/>
                </a:cubicBezTo>
                <a:cubicBezTo>
                  <a:pt x="897720" y="62420"/>
                  <a:pt x="892312" y="75543"/>
                  <a:pt x="892312" y="90789"/>
                </a:cubicBezTo>
                <a:cubicBezTo>
                  <a:pt x="892312" y="115881"/>
                  <a:pt x="907570" y="133837"/>
                  <a:pt x="929010" y="133837"/>
                </a:cubicBezTo>
                <a:cubicBezTo>
                  <a:pt x="937701" y="133837"/>
                  <a:pt x="945425" y="130749"/>
                  <a:pt x="952380" y="124760"/>
                </a:cubicBezTo>
                <a:cubicBezTo>
                  <a:pt x="957594" y="120124"/>
                  <a:pt x="961263" y="114914"/>
                  <a:pt x="967057" y="103526"/>
                </a:cubicBezTo>
                <a:lnTo>
                  <a:pt x="964354" y="101790"/>
                </a:lnTo>
                <a:close/>
                <a:moveTo>
                  <a:pt x="974590" y="11588"/>
                </a:moveTo>
                <a:cubicBezTo>
                  <a:pt x="977101" y="11394"/>
                  <a:pt x="978839" y="11202"/>
                  <a:pt x="980770" y="11202"/>
                </a:cubicBezTo>
                <a:cubicBezTo>
                  <a:pt x="987144" y="11202"/>
                  <a:pt x="989075" y="13713"/>
                  <a:pt x="989075" y="22982"/>
                </a:cubicBezTo>
                <a:lnTo>
                  <a:pt x="989075" y="116110"/>
                </a:lnTo>
                <a:cubicBezTo>
                  <a:pt x="989075" y="126157"/>
                  <a:pt x="988497" y="126738"/>
                  <a:pt x="974590" y="129054"/>
                </a:cubicBezTo>
                <a:lnTo>
                  <a:pt x="974590" y="131951"/>
                </a:lnTo>
                <a:lnTo>
                  <a:pt x="1019787" y="131951"/>
                </a:lnTo>
                <a:lnTo>
                  <a:pt x="1019787" y="129054"/>
                </a:lnTo>
                <a:lnTo>
                  <a:pt x="1015923" y="128863"/>
                </a:lnTo>
                <a:cubicBezTo>
                  <a:pt x="1008199" y="128476"/>
                  <a:pt x="1005299" y="125771"/>
                  <a:pt x="1005299" y="119007"/>
                </a:cubicBezTo>
                <a:lnTo>
                  <a:pt x="1005299" y="83453"/>
                </a:lnTo>
                <a:lnTo>
                  <a:pt x="1032341" y="119588"/>
                </a:lnTo>
                <a:lnTo>
                  <a:pt x="1032919" y="120360"/>
                </a:lnTo>
                <a:cubicBezTo>
                  <a:pt x="1033305" y="120941"/>
                  <a:pt x="1033691" y="121518"/>
                  <a:pt x="1034272" y="122099"/>
                </a:cubicBezTo>
                <a:cubicBezTo>
                  <a:pt x="1035816" y="124032"/>
                  <a:pt x="1036397" y="125190"/>
                  <a:pt x="1036397" y="126157"/>
                </a:cubicBezTo>
                <a:cubicBezTo>
                  <a:pt x="1036397" y="127896"/>
                  <a:pt x="1034658" y="129054"/>
                  <a:pt x="1032341" y="129054"/>
                </a:cubicBezTo>
                <a:lnTo>
                  <a:pt x="1028669" y="129054"/>
                </a:lnTo>
                <a:lnTo>
                  <a:pt x="1028669" y="131951"/>
                </a:lnTo>
                <a:lnTo>
                  <a:pt x="1070775" y="131951"/>
                </a:lnTo>
                <a:lnTo>
                  <a:pt x="1070775" y="129054"/>
                </a:lnTo>
                <a:cubicBezTo>
                  <a:pt x="1062278" y="128476"/>
                  <a:pt x="1056290" y="124804"/>
                  <a:pt x="1048179" y="114949"/>
                </a:cubicBezTo>
                <a:lnTo>
                  <a:pt x="1018625" y="77462"/>
                </a:lnTo>
                <a:lnTo>
                  <a:pt x="1024228" y="72246"/>
                </a:lnTo>
                <a:cubicBezTo>
                  <a:pt x="1037941" y="59493"/>
                  <a:pt x="1049915" y="50602"/>
                  <a:pt x="1055517" y="49058"/>
                </a:cubicBezTo>
                <a:cubicBezTo>
                  <a:pt x="1058414" y="48286"/>
                  <a:pt x="1061117" y="47899"/>
                  <a:pt x="1064403" y="47899"/>
                </a:cubicBezTo>
                <a:lnTo>
                  <a:pt x="1065947" y="47899"/>
                </a:lnTo>
                <a:lnTo>
                  <a:pt x="1065947" y="44999"/>
                </a:lnTo>
                <a:lnTo>
                  <a:pt x="1026544" y="44999"/>
                </a:lnTo>
                <a:lnTo>
                  <a:pt x="1026544" y="47705"/>
                </a:lnTo>
                <a:cubicBezTo>
                  <a:pt x="1034077" y="47899"/>
                  <a:pt x="1036202" y="48672"/>
                  <a:pt x="1036202" y="51377"/>
                </a:cubicBezTo>
                <a:cubicBezTo>
                  <a:pt x="1036202" y="52921"/>
                  <a:pt x="1034463" y="55627"/>
                  <a:pt x="1031761" y="57946"/>
                </a:cubicBezTo>
                <a:lnTo>
                  <a:pt x="1005299" y="81520"/>
                </a:lnTo>
                <a:lnTo>
                  <a:pt x="1005299" y="386"/>
                </a:lnTo>
                <a:lnTo>
                  <a:pt x="1004526" y="0"/>
                </a:lnTo>
                <a:cubicBezTo>
                  <a:pt x="997188" y="2316"/>
                  <a:pt x="991586" y="3861"/>
                  <a:pt x="980384" y="6952"/>
                </a:cubicBezTo>
                <a:lnTo>
                  <a:pt x="974590" y="8497"/>
                </a:lnTo>
                <a:lnTo>
                  <a:pt x="974590" y="11588"/>
                </a:lnTo>
                <a:close/>
                <a:moveTo>
                  <a:pt x="1209837" y="105498"/>
                </a:moveTo>
                <a:lnTo>
                  <a:pt x="1207326" y="104531"/>
                </a:lnTo>
                <a:cubicBezTo>
                  <a:pt x="1200180" y="115536"/>
                  <a:pt x="1197669" y="117274"/>
                  <a:pt x="1188978" y="117274"/>
                </a:cubicBezTo>
                <a:lnTo>
                  <a:pt x="1142817" y="117274"/>
                </a:lnTo>
                <a:lnTo>
                  <a:pt x="1175265" y="83294"/>
                </a:lnTo>
                <a:cubicBezTo>
                  <a:pt x="1192455" y="65340"/>
                  <a:pt x="1199988" y="50667"/>
                  <a:pt x="1199988" y="35610"/>
                </a:cubicBezTo>
                <a:cubicBezTo>
                  <a:pt x="1199988" y="16303"/>
                  <a:pt x="1184342" y="1429"/>
                  <a:pt x="1164257" y="1429"/>
                </a:cubicBezTo>
                <a:cubicBezTo>
                  <a:pt x="1153633" y="1429"/>
                  <a:pt x="1143589" y="5679"/>
                  <a:pt x="1136442" y="13406"/>
                </a:cubicBezTo>
                <a:cubicBezTo>
                  <a:pt x="1130262" y="19970"/>
                  <a:pt x="1127365" y="26150"/>
                  <a:pt x="1124082" y="39857"/>
                </a:cubicBezTo>
                <a:lnTo>
                  <a:pt x="1128137" y="40820"/>
                </a:lnTo>
                <a:cubicBezTo>
                  <a:pt x="1135865" y="21900"/>
                  <a:pt x="1142817" y="15723"/>
                  <a:pt x="1156144" y="15723"/>
                </a:cubicBezTo>
                <a:cubicBezTo>
                  <a:pt x="1172368" y="15723"/>
                  <a:pt x="1183378" y="26727"/>
                  <a:pt x="1183378" y="42945"/>
                </a:cubicBezTo>
                <a:cubicBezTo>
                  <a:pt x="1183378" y="58005"/>
                  <a:pt x="1174493" y="75959"/>
                  <a:pt x="1158269" y="93141"/>
                </a:cubicBezTo>
                <a:lnTo>
                  <a:pt x="1123891" y="129635"/>
                </a:lnTo>
                <a:lnTo>
                  <a:pt x="1123891" y="131951"/>
                </a:lnTo>
                <a:lnTo>
                  <a:pt x="1199216" y="131951"/>
                </a:lnTo>
                <a:lnTo>
                  <a:pt x="1209837" y="105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...">
            <a:extLst xmlns:a="http://schemas.openxmlformats.org/drawingml/2006/main">
              <a:ext uri="{FF2B5EF4-FFF2-40B4-BE49-F238E27FC236}">
                <a16:creationId xmlns:a16="http://schemas.microsoft.com/office/drawing/2014/main" id="{D1DBA756-C44B-417D-BB84-1212A75F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759" y="5670471"/>
            <a:ext cx="192173" cy="20471"/>
          </a:xfrm>
          <a:custGeom xmlns:a="http://schemas.openxmlformats.org/drawingml/2006/main">
            <a:pathLst>
              <a:path w="192173" h="20471">
                <a:moveTo>
                  <a:pt x="20471" y="10235"/>
                </a:moveTo>
                <a:cubicBezTo>
                  <a:pt x="20471" y="4636"/>
                  <a:pt x="15838" y="0"/>
                  <a:pt x="10235" y="0"/>
                </a:cubicBezTo>
                <a:cubicBezTo>
                  <a:pt x="4633" y="0"/>
                  <a:pt x="0" y="4636"/>
                  <a:pt x="0" y="10235"/>
                </a:cubicBezTo>
                <a:cubicBezTo>
                  <a:pt x="0" y="15838"/>
                  <a:pt x="4633" y="20471"/>
                  <a:pt x="10235" y="20471"/>
                </a:cubicBezTo>
                <a:cubicBezTo>
                  <a:pt x="15838" y="20471"/>
                  <a:pt x="20471" y="15838"/>
                  <a:pt x="20471" y="10235"/>
                </a:cubicBezTo>
                <a:close/>
                <a:moveTo>
                  <a:pt x="106419" y="10235"/>
                </a:moveTo>
                <a:cubicBezTo>
                  <a:pt x="106419" y="4636"/>
                  <a:pt x="101786" y="0"/>
                  <a:pt x="96183" y="0"/>
                </a:cubicBezTo>
                <a:cubicBezTo>
                  <a:pt x="90581" y="0"/>
                  <a:pt x="85948" y="4636"/>
                  <a:pt x="85948" y="10235"/>
                </a:cubicBezTo>
                <a:cubicBezTo>
                  <a:pt x="85948" y="15838"/>
                  <a:pt x="90581" y="20471"/>
                  <a:pt x="96183" y="20471"/>
                </a:cubicBezTo>
                <a:cubicBezTo>
                  <a:pt x="101786" y="20471"/>
                  <a:pt x="106419" y="15838"/>
                  <a:pt x="106419" y="10235"/>
                </a:cubicBezTo>
                <a:close/>
                <a:moveTo>
                  <a:pt x="192173" y="10235"/>
                </a:moveTo>
                <a:cubicBezTo>
                  <a:pt x="192173" y="4636"/>
                  <a:pt x="187540" y="0"/>
                  <a:pt x="181938" y="0"/>
                </a:cubicBezTo>
                <a:cubicBezTo>
                  <a:pt x="176335" y="0"/>
                  <a:pt x="171703" y="4636"/>
                  <a:pt x="171703" y="10235"/>
                </a:cubicBezTo>
                <a:cubicBezTo>
                  <a:pt x="171703" y="15838"/>
                  <a:pt x="176335" y="20471"/>
                  <a:pt x="181938" y="20471"/>
                </a:cubicBezTo>
                <a:cubicBezTo>
                  <a:pt x="187540" y="20471"/>
                  <a:pt x="192173" y="15838"/>
                  <a:pt x="192173" y="10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453867-29A4-49F3-8A06-EC16313A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964" y="6100863"/>
            <a:ext cx="2747758" cy="265098"/>
          </a:xfrm>
          <a:custGeom xmlns:a="http://schemas.openxmlformats.org/drawingml/2006/main">
            <a:pathLst>
              <a:path w="2747758" h="265098">
                <a:moveTo>
                  <a:pt x="2637849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55190"/>
                </a:lnTo>
                <a:cubicBezTo>
                  <a:pt x="0" y="215891"/>
                  <a:pt x="49207" y="265098"/>
                  <a:pt x="109909" y="265098"/>
                </a:cubicBezTo>
                <a:lnTo>
                  <a:pt x="2637849" y="265098"/>
                </a:lnTo>
                <a:cubicBezTo>
                  <a:pt x="2698551" y="265098"/>
                  <a:pt x="2747758" y="215891"/>
                  <a:pt x="2747758" y="155190"/>
                </a:cubicBezTo>
                <a:lnTo>
                  <a:pt x="2747758" y="109909"/>
                </a:lnTo>
                <a:cubicBezTo>
                  <a:pt x="2747758" y="49207"/>
                  <a:pt x="2698551" y="0"/>
                  <a:pt x="2637849" y="0"/>
                </a:cubicBezTo>
                <a:close/>
                <a:moveTo>
                  <a:pt x="0" y="265098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74B753-8259-4EEE-A4E5-7FE58C3D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964" y="6100863"/>
            <a:ext cx="2747758" cy="265098"/>
          </a:xfrm>
          <a:custGeom xmlns:a="http://schemas.openxmlformats.org/drawingml/2006/main">
            <a:pathLst>
              <a:path w="2747758" h="265098" fill="none">
                <a:moveTo>
                  <a:pt x="2637849" y="0"/>
                </a:moveTo>
                <a:lnTo>
                  <a:pt x="109909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55190"/>
                </a:lnTo>
                <a:cubicBezTo>
                  <a:pt x="0" y="215891"/>
                  <a:pt x="49207" y="265098"/>
                  <a:pt x="109909" y="265098"/>
                </a:cubicBezTo>
                <a:lnTo>
                  <a:pt x="2637849" y="265098"/>
                </a:lnTo>
                <a:cubicBezTo>
                  <a:pt x="2698551" y="265098"/>
                  <a:pt x="2747758" y="215891"/>
                  <a:pt x="2747758" y="155190"/>
                </a:cubicBezTo>
                <a:lnTo>
                  <a:pt x="2747758" y="109909"/>
                </a:lnTo>
                <a:cubicBezTo>
                  <a:pt x="2747758" y="49207"/>
                  <a:pt x="2698551" y="0"/>
                  <a:pt x="2637849" y="0"/>
                </a:cubicBezTo>
                <a:close/>
                <a:moveTo>
                  <a:pt x="0" y="265098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29" name="Text M">
            <a:extLst xmlns:a="http://schemas.openxmlformats.org/drawingml/2006/main">
              <a:ext uri="{FF2B5EF4-FFF2-40B4-BE49-F238E27FC236}">
                <a16:creationId xmlns:a16="http://schemas.microsoft.com/office/drawing/2014/main" id="{A57481DF-4C56-4F5D-BED6-B520F71C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332" y="6173094"/>
            <a:ext cx="172091" cy="126184"/>
          </a:xfrm>
          <a:custGeom xmlns:a="http://schemas.openxmlformats.org/drawingml/2006/main">
            <a:pathLst>
              <a:path w="172091" h="126184">
                <a:moveTo>
                  <a:pt x="172091" y="0"/>
                </a:moveTo>
                <a:lnTo>
                  <a:pt x="139835" y="0"/>
                </a:lnTo>
                <a:lnTo>
                  <a:pt x="74939" y="95268"/>
                </a:lnTo>
                <a:lnTo>
                  <a:pt x="64315" y="0"/>
                </a:lnTo>
                <a:lnTo>
                  <a:pt x="29356" y="0"/>
                </a:lnTo>
                <a:lnTo>
                  <a:pt x="29356" y="3092"/>
                </a:lnTo>
                <a:cubicBezTo>
                  <a:pt x="39014" y="3672"/>
                  <a:pt x="43650" y="5797"/>
                  <a:pt x="43650" y="10241"/>
                </a:cubicBezTo>
                <a:cubicBezTo>
                  <a:pt x="43650" y="11788"/>
                  <a:pt x="42878" y="14685"/>
                  <a:pt x="41719" y="18163"/>
                </a:cubicBezTo>
                <a:cubicBezTo>
                  <a:pt x="41333" y="18938"/>
                  <a:pt x="40753" y="21063"/>
                  <a:pt x="39981" y="23960"/>
                </a:cubicBezTo>
                <a:cubicBezTo>
                  <a:pt x="39786" y="24541"/>
                  <a:pt x="39594" y="25313"/>
                  <a:pt x="39400" y="26088"/>
                </a:cubicBezTo>
                <a:lnTo>
                  <a:pt x="18926" y="97974"/>
                </a:lnTo>
                <a:cubicBezTo>
                  <a:pt x="12941" y="118070"/>
                  <a:pt x="10044" y="121937"/>
                  <a:pt x="0" y="123095"/>
                </a:cubicBezTo>
                <a:lnTo>
                  <a:pt x="0" y="126184"/>
                </a:lnTo>
                <a:lnTo>
                  <a:pt x="38242" y="126184"/>
                </a:lnTo>
                <a:lnTo>
                  <a:pt x="38242" y="123095"/>
                </a:lnTo>
                <a:cubicBezTo>
                  <a:pt x="28392" y="122323"/>
                  <a:pt x="24529" y="120004"/>
                  <a:pt x="24529" y="114593"/>
                </a:cubicBezTo>
                <a:cubicBezTo>
                  <a:pt x="24529" y="112659"/>
                  <a:pt x="25301" y="107634"/>
                  <a:pt x="26268" y="104351"/>
                </a:cubicBezTo>
                <a:lnTo>
                  <a:pt x="49058" y="20677"/>
                </a:lnTo>
                <a:lnTo>
                  <a:pt x="60840" y="126184"/>
                </a:lnTo>
                <a:lnTo>
                  <a:pt x="64123" y="126184"/>
                </a:lnTo>
                <a:lnTo>
                  <a:pt x="136938" y="17777"/>
                </a:lnTo>
                <a:lnTo>
                  <a:pt x="112023" y="108601"/>
                </a:lnTo>
                <a:cubicBezTo>
                  <a:pt x="108931" y="118845"/>
                  <a:pt x="105070" y="121742"/>
                  <a:pt x="92516" y="123095"/>
                </a:cubicBezTo>
                <a:lnTo>
                  <a:pt x="92516" y="126184"/>
                </a:lnTo>
                <a:lnTo>
                  <a:pt x="145243" y="126184"/>
                </a:lnTo>
                <a:lnTo>
                  <a:pt x="145243" y="123095"/>
                </a:lnTo>
                <a:cubicBezTo>
                  <a:pt x="132110" y="121937"/>
                  <a:pt x="130371" y="120776"/>
                  <a:pt x="130371" y="114787"/>
                </a:cubicBezTo>
                <a:cubicBezTo>
                  <a:pt x="130371" y="111501"/>
                  <a:pt x="130758" y="108987"/>
                  <a:pt x="132496" y="102999"/>
                </a:cubicBezTo>
                <a:lnTo>
                  <a:pt x="156253" y="17391"/>
                </a:lnTo>
                <a:cubicBezTo>
                  <a:pt x="159728" y="5797"/>
                  <a:pt x="160694" y="4830"/>
                  <a:pt x="172091" y="3092"/>
                </a:cubicBezTo>
                <a:lnTo>
                  <a:pt x="17209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M-DiT-Blockd">
            <a:extLst xmlns:a="http://schemas.openxmlformats.org/drawingml/2006/main">
              <a:ext uri="{FF2B5EF4-FFF2-40B4-BE49-F238E27FC236}">
                <a16:creationId xmlns:a16="http://schemas.microsoft.com/office/drawing/2014/main" id="{815CB4E8-5DB6-40BA-A9C4-D5D9D9F8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218" y="6165172"/>
            <a:ext cx="1217760" cy="136180"/>
          </a:xfrm>
          <a:custGeom xmlns:a="http://schemas.openxmlformats.org/drawingml/2006/main">
            <a:pathLst>
              <a:path w="1217760" h="136180">
                <a:moveTo>
                  <a:pt x="172091" y="7922"/>
                </a:moveTo>
                <a:lnTo>
                  <a:pt x="139835" y="7922"/>
                </a:lnTo>
                <a:lnTo>
                  <a:pt x="74939" y="103190"/>
                </a:lnTo>
                <a:lnTo>
                  <a:pt x="64315" y="7922"/>
                </a:lnTo>
                <a:lnTo>
                  <a:pt x="29356" y="7922"/>
                </a:lnTo>
                <a:lnTo>
                  <a:pt x="29356" y="11013"/>
                </a:lnTo>
                <a:cubicBezTo>
                  <a:pt x="39014" y="11594"/>
                  <a:pt x="43650" y="13719"/>
                  <a:pt x="43650" y="18163"/>
                </a:cubicBezTo>
                <a:cubicBezTo>
                  <a:pt x="43650" y="19710"/>
                  <a:pt x="42878" y="22607"/>
                  <a:pt x="41719" y="26085"/>
                </a:cubicBezTo>
                <a:cubicBezTo>
                  <a:pt x="41333" y="26860"/>
                  <a:pt x="40753" y="28985"/>
                  <a:pt x="39981" y="31882"/>
                </a:cubicBezTo>
                <a:cubicBezTo>
                  <a:pt x="39786" y="32462"/>
                  <a:pt x="39594" y="33235"/>
                  <a:pt x="39400" y="34010"/>
                </a:cubicBezTo>
                <a:lnTo>
                  <a:pt x="18926" y="105896"/>
                </a:lnTo>
                <a:cubicBezTo>
                  <a:pt x="12941" y="125992"/>
                  <a:pt x="10044" y="129859"/>
                  <a:pt x="0" y="131017"/>
                </a:cubicBezTo>
                <a:lnTo>
                  <a:pt x="0" y="134105"/>
                </a:lnTo>
                <a:lnTo>
                  <a:pt x="38242" y="134105"/>
                </a:lnTo>
                <a:lnTo>
                  <a:pt x="38242" y="131017"/>
                </a:lnTo>
                <a:cubicBezTo>
                  <a:pt x="28392" y="130245"/>
                  <a:pt x="24529" y="127925"/>
                  <a:pt x="24529" y="122514"/>
                </a:cubicBezTo>
                <a:cubicBezTo>
                  <a:pt x="24529" y="120581"/>
                  <a:pt x="25301" y="115556"/>
                  <a:pt x="26268" y="112273"/>
                </a:cubicBezTo>
                <a:lnTo>
                  <a:pt x="49058" y="28599"/>
                </a:lnTo>
                <a:lnTo>
                  <a:pt x="60840" y="134105"/>
                </a:lnTo>
                <a:lnTo>
                  <a:pt x="64123" y="134105"/>
                </a:lnTo>
                <a:lnTo>
                  <a:pt x="136938" y="25699"/>
                </a:lnTo>
                <a:lnTo>
                  <a:pt x="112023" y="116523"/>
                </a:lnTo>
                <a:cubicBezTo>
                  <a:pt x="108931" y="126767"/>
                  <a:pt x="105070" y="129664"/>
                  <a:pt x="92516" y="131017"/>
                </a:cubicBezTo>
                <a:lnTo>
                  <a:pt x="92516" y="134105"/>
                </a:lnTo>
                <a:lnTo>
                  <a:pt x="145243" y="134105"/>
                </a:lnTo>
                <a:lnTo>
                  <a:pt x="145243" y="131017"/>
                </a:lnTo>
                <a:cubicBezTo>
                  <a:pt x="132110" y="129859"/>
                  <a:pt x="130371" y="128697"/>
                  <a:pt x="130371" y="122709"/>
                </a:cubicBezTo>
                <a:cubicBezTo>
                  <a:pt x="130371" y="119423"/>
                  <a:pt x="130758" y="116909"/>
                  <a:pt x="132496" y="110921"/>
                </a:cubicBezTo>
                <a:lnTo>
                  <a:pt x="156253" y="25313"/>
                </a:lnTo>
                <a:cubicBezTo>
                  <a:pt x="159728" y="13719"/>
                  <a:pt x="160694" y="12752"/>
                  <a:pt x="172091" y="11013"/>
                </a:cubicBezTo>
                <a:lnTo>
                  <a:pt x="172091" y="7922"/>
                </a:lnTo>
                <a:close/>
                <a:moveTo>
                  <a:pt x="218831" y="84877"/>
                </a:moveTo>
                <a:lnTo>
                  <a:pt x="176531" y="84877"/>
                </a:lnTo>
                <a:lnTo>
                  <a:pt x="173828" y="97046"/>
                </a:lnTo>
                <a:lnTo>
                  <a:pt x="216320" y="97046"/>
                </a:lnTo>
                <a:lnTo>
                  <a:pt x="218831" y="84877"/>
                </a:lnTo>
                <a:close/>
                <a:moveTo>
                  <a:pt x="253787" y="11013"/>
                </a:moveTo>
                <a:cubicBezTo>
                  <a:pt x="265761" y="12172"/>
                  <a:pt x="268658" y="13719"/>
                  <a:pt x="268658" y="18935"/>
                </a:cubicBezTo>
                <a:cubicBezTo>
                  <a:pt x="268658" y="21835"/>
                  <a:pt x="267886" y="26471"/>
                  <a:pt x="266537" y="31304"/>
                </a:cubicBezTo>
                <a:lnTo>
                  <a:pt x="242780" y="116717"/>
                </a:lnTo>
                <a:cubicBezTo>
                  <a:pt x="239302" y="127925"/>
                  <a:pt x="237950" y="129087"/>
                  <a:pt x="227134" y="131017"/>
                </a:cubicBezTo>
                <a:lnTo>
                  <a:pt x="227134" y="134105"/>
                </a:lnTo>
                <a:lnTo>
                  <a:pt x="276000" y="134105"/>
                </a:lnTo>
                <a:cubicBezTo>
                  <a:pt x="298598" y="134105"/>
                  <a:pt x="319263" y="128120"/>
                  <a:pt x="334134" y="117298"/>
                </a:cubicBezTo>
                <a:cubicBezTo>
                  <a:pt x="352869" y="103576"/>
                  <a:pt x="363880" y="82319"/>
                  <a:pt x="363880" y="59903"/>
                </a:cubicBezTo>
                <a:cubicBezTo>
                  <a:pt x="363880" y="28210"/>
                  <a:pt x="341862" y="7922"/>
                  <a:pt x="307481" y="7922"/>
                </a:cubicBezTo>
                <a:lnTo>
                  <a:pt x="253787" y="7922"/>
                </a:lnTo>
                <a:lnTo>
                  <a:pt x="253787" y="11013"/>
                </a:lnTo>
                <a:moveTo>
                  <a:pt x="289132" y="19321"/>
                </a:moveTo>
                <a:cubicBezTo>
                  <a:pt x="290293" y="15072"/>
                  <a:pt x="293190" y="13719"/>
                  <a:pt x="300915" y="13719"/>
                </a:cubicBezTo>
                <a:cubicBezTo>
                  <a:pt x="311925" y="13719"/>
                  <a:pt x="321580" y="16230"/>
                  <a:pt x="327763" y="20869"/>
                </a:cubicBezTo>
                <a:cubicBezTo>
                  <a:pt x="337226" y="27824"/>
                  <a:pt x="342439" y="39998"/>
                  <a:pt x="342439" y="55264"/>
                </a:cubicBezTo>
                <a:cubicBezTo>
                  <a:pt x="342439" y="76136"/>
                  <a:pt x="334329" y="97779"/>
                  <a:pt x="321194" y="110921"/>
                </a:cubicBezTo>
                <a:cubicBezTo>
                  <a:pt x="309800" y="122514"/>
                  <a:pt x="294154" y="128311"/>
                  <a:pt x="274066" y="128311"/>
                </a:cubicBezTo>
                <a:cubicBezTo>
                  <a:pt x="265184" y="128311"/>
                  <a:pt x="261515" y="126187"/>
                  <a:pt x="261515" y="121162"/>
                </a:cubicBezTo>
                <a:cubicBezTo>
                  <a:pt x="261515" y="118651"/>
                  <a:pt x="262478" y="114398"/>
                  <a:pt x="265761" y="102804"/>
                </a:cubicBezTo>
                <a:lnTo>
                  <a:pt x="289132" y="19321"/>
                </a:lnTo>
                <a:close/>
                <a:moveTo>
                  <a:pt x="411007" y="112035"/>
                </a:moveTo>
                <a:cubicBezTo>
                  <a:pt x="406371" y="118215"/>
                  <a:pt x="405019" y="119762"/>
                  <a:pt x="403088" y="121887"/>
                </a:cubicBezTo>
                <a:cubicBezTo>
                  <a:pt x="399802" y="125173"/>
                  <a:pt x="396905" y="127103"/>
                  <a:pt x="395170" y="127103"/>
                </a:cubicBezTo>
                <a:cubicBezTo>
                  <a:pt x="393622" y="127103"/>
                  <a:pt x="392078" y="125559"/>
                  <a:pt x="392078" y="124206"/>
                </a:cubicBezTo>
                <a:cubicBezTo>
                  <a:pt x="392078" y="122273"/>
                  <a:pt x="392659" y="119376"/>
                  <a:pt x="394008" y="115704"/>
                </a:cubicBezTo>
                <a:cubicBezTo>
                  <a:pt x="394008" y="115123"/>
                  <a:pt x="394589" y="113773"/>
                  <a:pt x="394975" y="112226"/>
                </a:cubicBezTo>
                <a:lnTo>
                  <a:pt x="394975" y="111840"/>
                </a:lnTo>
                <a:lnTo>
                  <a:pt x="395170" y="111454"/>
                </a:lnTo>
                <a:lnTo>
                  <a:pt x="412166" y="49240"/>
                </a:lnTo>
                <a:lnTo>
                  <a:pt x="411585" y="48851"/>
                </a:lnTo>
                <a:cubicBezTo>
                  <a:pt x="392078" y="52523"/>
                  <a:pt x="388214" y="53101"/>
                  <a:pt x="380681" y="53682"/>
                </a:cubicBezTo>
                <a:lnTo>
                  <a:pt x="380681" y="56773"/>
                </a:lnTo>
                <a:cubicBezTo>
                  <a:pt x="390920" y="56965"/>
                  <a:pt x="392850" y="57545"/>
                  <a:pt x="392850" y="61409"/>
                </a:cubicBezTo>
                <a:cubicBezTo>
                  <a:pt x="392850" y="62956"/>
                  <a:pt x="392272" y="66048"/>
                  <a:pt x="391111" y="69911"/>
                </a:cubicBezTo>
                <a:lnTo>
                  <a:pt x="381843" y="104110"/>
                </a:lnTo>
                <a:cubicBezTo>
                  <a:pt x="378751" y="115318"/>
                  <a:pt x="377593" y="121306"/>
                  <a:pt x="377593" y="125173"/>
                </a:cubicBezTo>
                <a:cubicBezTo>
                  <a:pt x="377593" y="132320"/>
                  <a:pt x="380681" y="136180"/>
                  <a:pt x="386476" y="136180"/>
                </a:cubicBezTo>
                <a:cubicBezTo>
                  <a:pt x="395361" y="136180"/>
                  <a:pt x="402508" y="130386"/>
                  <a:pt x="413515" y="114159"/>
                </a:cubicBezTo>
                <a:lnTo>
                  <a:pt x="411007" y="112035"/>
                </a:lnTo>
                <a:moveTo>
                  <a:pt x="409460" y="7733"/>
                </a:moveTo>
                <a:cubicBezTo>
                  <a:pt x="404247" y="7733"/>
                  <a:pt x="400383" y="12177"/>
                  <a:pt x="400383" y="17969"/>
                </a:cubicBezTo>
                <a:cubicBezTo>
                  <a:pt x="400383" y="24146"/>
                  <a:pt x="404052" y="28198"/>
                  <a:pt x="409655" y="28198"/>
                </a:cubicBezTo>
                <a:cubicBezTo>
                  <a:pt x="414676" y="28198"/>
                  <a:pt x="419118" y="23760"/>
                  <a:pt x="419118" y="18355"/>
                </a:cubicBezTo>
                <a:cubicBezTo>
                  <a:pt x="419118" y="12755"/>
                  <a:pt x="414676" y="7733"/>
                  <a:pt x="409460" y="7733"/>
                </a:cubicBezTo>
                <a:close/>
                <a:moveTo>
                  <a:pt x="544081" y="7922"/>
                </a:moveTo>
                <a:lnTo>
                  <a:pt x="441330" y="7922"/>
                </a:lnTo>
                <a:lnTo>
                  <a:pt x="433217" y="37679"/>
                </a:lnTo>
                <a:lnTo>
                  <a:pt x="436694" y="38451"/>
                </a:lnTo>
                <a:cubicBezTo>
                  <a:pt x="446929" y="17582"/>
                  <a:pt x="453110" y="14296"/>
                  <a:pt x="482660" y="14683"/>
                </a:cubicBezTo>
                <a:lnTo>
                  <a:pt x="454848" y="116717"/>
                </a:lnTo>
                <a:cubicBezTo>
                  <a:pt x="451760" y="126959"/>
                  <a:pt x="447124" y="130050"/>
                  <a:pt x="434375" y="131017"/>
                </a:cubicBezTo>
                <a:lnTo>
                  <a:pt x="434375" y="134105"/>
                </a:lnTo>
                <a:lnTo>
                  <a:pt x="490388" y="134105"/>
                </a:lnTo>
                <a:lnTo>
                  <a:pt x="490388" y="131017"/>
                </a:lnTo>
                <a:cubicBezTo>
                  <a:pt x="487105" y="130822"/>
                  <a:pt x="484208" y="130436"/>
                  <a:pt x="483046" y="130436"/>
                </a:cubicBezTo>
                <a:cubicBezTo>
                  <a:pt x="475322" y="129859"/>
                  <a:pt x="473006" y="128117"/>
                  <a:pt x="473006" y="122320"/>
                </a:cubicBezTo>
                <a:cubicBezTo>
                  <a:pt x="473006" y="119809"/>
                  <a:pt x="473583" y="117490"/>
                  <a:pt x="475322" y="110921"/>
                </a:cubicBezTo>
                <a:lnTo>
                  <a:pt x="502170" y="14683"/>
                </a:lnTo>
                <a:lnTo>
                  <a:pt x="512792" y="14683"/>
                </a:lnTo>
                <a:cubicBezTo>
                  <a:pt x="526699" y="14683"/>
                  <a:pt x="532879" y="19513"/>
                  <a:pt x="532879" y="30335"/>
                </a:cubicBezTo>
                <a:cubicBezTo>
                  <a:pt x="532879" y="32849"/>
                  <a:pt x="532685" y="35746"/>
                  <a:pt x="532299" y="39032"/>
                </a:cubicBezTo>
                <a:lnTo>
                  <a:pt x="535582" y="39418"/>
                </a:lnTo>
                <a:lnTo>
                  <a:pt x="544081" y="7922"/>
                </a:lnTo>
                <a:close/>
                <a:moveTo>
                  <a:pt x="551609" y="84500"/>
                </a:moveTo>
                <a:lnTo>
                  <a:pt x="551609" y="96668"/>
                </a:lnTo>
                <a:lnTo>
                  <a:pt x="599122" y="96668"/>
                </a:lnTo>
                <a:lnTo>
                  <a:pt x="599122" y="84500"/>
                </a:lnTo>
                <a:lnTo>
                  <a:pt x="551609" y="84500"/>
                </a:lnTo>
                <a:close/>
                <a:moveTo>
                  <a:pt x="611678" y="6224"/>
                </a:moveTo>
                <a:lnTo>
                  <a:pt x="611678" y="9896"/>
                </a:lnTo>
                <a:cubicBezTo>
                  <a:pt x="627902" y="10860"/>
                  <a:pt x="630218" y="12985"/>
                  <a:pt x="630218" y="27281"/>
                </a:cubicBezTo>
                <a:lnTo>
                  <a:pt x="630218" y="113051"/>
                </a:lnTo>
                <a:cubicBezTo>
                  <a:pt x="630218" y="127348"/>
                  <a:pt x="627707" y="129859"/>
                  <a:pt x="611678" y="130436"/>
                </a:cubicBezTo>
                <a:lnTo>
                  <a:pt x="611678" y="134105"/>
                </a:lnTo>
                <a:lnTo>
                  <a:pt x="676187" y="134105"/>
                </a:lnTo>
                <a:cubicBezTo>
                  <a:pt x="691253" y="134105"/>
                  <a:pt x="704966" y="130050"/>
                  <a:pt x="712110" y="123484"/>
                </a:cubicBezTo>
                <a:cubicBezTo>
                  <a:pt x="719065" y="117301"/>
                  <a:pt x="722926" y="108610"/>
                  <a:pt x="722926" y="99335"/>
                </a:cubicBezTo>
                <a:cubicBezTo>
                  <a:pt x="722926" y="90836"/>
                  <a:pt x="719451" y="83109"/>
                  <a:pt x="713462" y="77506"/>
                </a:cubicBezTo>
                <a:cubicBezTo>
                  <a:pt x="707668" y="72293"/>
                  <a:pt x="702455" y="69973"/>
                  <a:pt x="689900" y="66882"/>
                </a:cubicBezTo>
                <a:cubicBezTo>
                  <a:pt x="699944" y="64371"/>
                  <a:pt x="703999" y="62440"/>
                  <a:pt x="708635" y="58382"/>
                </a:cubicBezTo>
                <a:cubicBezTo>
                  <a:pt x="713462" y="54133"/>
                  <a:pt x="716359" y="46986"/>
                  <a:pt x="716359" y="39064"/>
                </a:cubicBezTo>
                <a:cubicBezTo>
                  <a:pt x="716359" y="17429"/>
                  <a:pt x="699169" y="6224"/>
                  <a:pt x="665758" y="6224"/>
                </a:cubicBezTo>
                <a:lnTo>
                  <a:pt x="611678" y="6224"/>
                </a:lnTo>
                <a:moveTo>
                  <a:pt x="649920" y="71132"/>
                </a:moveTo>
                <a:cubicBezTo>
                  <a:pt x="668655" y="71132"/>
                  <a:pt x="677537" y="72098"/>
                  <a:pt x="684492" y="74995"/>
                </a:cubicBezTo>
                <a:cubicBezTo>
                  <a:pt x="695500" y="79631"/>
                  <a:pt x="700716" y="87358"/>
                  <a:pt x="700716" y="99530"/>
                </a:cubicBezTo>
                <a:cubicBezTo>
                  <a:pt x="700716" y="109960"/>
                  <a:pt x="696661" y="117496"/>
                  <a:pt x="688934" y="121937"/>
                </a:cubicBezTo>
                <a:cubicBezTo>
                  <a:pt x="682754" y="125414"/>
                  <a:pt x="674835" y="126962"/>
                  <a:pt x="662088" y="126962"/>
                </a:cubicBezTo>
                <a:cubicBezTo>
                  <a:pt x="652622" y="126962"/>
                  <a:pt x="649920" y="125223"/>
                  <a:pt x="649920" y="119040"/>
                </a:cubicBezTo>
                <a:lnTo>
                  <a:pt x="649920" y="71132"/>
                </a:lnTo>
                <a:moveTo>
                  <a:pt x="649920" y="63404"/>
                </a:moveTo>
                <a:lnTo>
                  <a:pt x="649920" y="19168"/>
                </a:lnTo>
                <a:cubicBezTo>
                  <a:pt x="649920" y="15110"/>
                  <a:pt x="651272" y="13371"/>
                  <a:pt x="654169" y="13371"/>
                </a:cubicBezTo>
                <a:lnTo>
                  <a:pt x="662666" y="13371"/>
                </a:lnTo>
                <a:cubicBezTo>
                  <a:pt x="684878" y="13371"/>
                  <a:pt x="696661" y="22646"/>
                  <a:pt x="696661" y="39839"/>
                </a:cubicBezTo>
                <a:cubicBezTo>
                  <a:pt x="696661" y="54905"/>
                  <a:pt x="686423" y="63404"/>
                  <a:pt x="668268" y="63404"/>
                </a:cubicBezTo>
                <a:lnTo>
                  <a:pt x="649920" y="63404"/>
                </a:lnTo>
                <a:close/>
                <a:moveTo>
                  <a:pt x="740890" y="13778"/>
                </a:moveTo>
                <a:lnTo>
                  <a:pt x="742048" y="13778"/>
                </a:lnTo>
                <a:cubicBezTo>
                  <a:pt x="744173" y="13586"/>
                  <a:pt x="746489" y="13392"/>
                  <a:pt x="748037" y="13392"/>
                </a:cubicBezTo>
                <a:cubicBezTo>
                  <a:pt x="754217" y="13392"/>
                  <a:pt x="756147" y="16097"/>
                  <a:pt x="756147" y="25174"/>
                </a:cubicBezTo>
                <a:lnTo>
                  <a:pt x="756147" y="117304"/>
                </a:lnTo>
                <a:cubicBezTo>
                  <a:pt x="756147" y="127734"/>
                  <a:pt x="753445" y="130245"/>
                  <a:pt x="741276" y="131208"/>
                </a:cubicBezTo>
                <a:lnTo>
                  <a:pt x="741276" y="134105"/>
                </a:lnTo>
                <a:lnTo>
                  <a:pt x="786856" y="134105"/>
                </a:lnTo>
                <a:lnTo>
                  <a:pt x="786856" y="131208"/>
                </a:lnTo>
                <a:cubicBezTo>
                  <a:pt x="774690" y="130436"/>
                  <a:pt x="772371" y="128506"/>
                  <a:pt x="772371" y="117882"/>
                </a:cubicBezTo>
                <a:lnTo>
                  <a:pt x="772371" y="2576"/>
                </a:lnTo>
                <a:lnTo>
                  <a:pt x="771599" y="2190"/>
                </a:lnTo>
                <a:cubicBezTo>
                  <a:pt x="761555" y="5473"/>
                  <a:pt x="754217" y="7406"/>
                  <a:pt x="740890" y="10689"/>
                </a:cubicBezTo>
                <a:lnTo>
                  <a:pt x="740890" y="13778"/>
                </a:lnTo>
                <a:close/>
                <a:moveTo>
                  <a:pt x="839199" y="45268"/>
                </a:moveTo>
                <a:cubicBezTo>
                  <a:pt x="814090" y="45268"/>
                  <a:pt x="796513" y="63802"/>
                  <a:pt x="796513" y="90438"/>
                </a:cubicBezTo>
                <a:cubicBezTo>
                  <a:pt x="796513" y="116494"/>
                  <a:pt x="814476" y="135992"/>
                  <a:pt x="838810" y="135992"/>
                </a:cubicBezTo>
                <a:cubicBezTo>
                  <a:pt x="863147" y="135992"/>
                  <a:pt x="881688" y="115530"/>
                  <a:pt x="881688" y="88894"/>
                </a:cubicBezTo>
                <a:cubicBezTo>
                  <a:pt x="881688" y="63608"/>
                  <a:pt x="863920" y="45268"/>
                  <a:pt x="839199" y="45268"/>
                </a:cubicBezTo>
                <a:moveTo>
                  <a:pt x="836688" y="50679"/>
                </a:moveTo>
                <a:cubicBezTo>
                  <a:pt x="852912" y="50679"/>
                  <a:pt x="864306" y="69207"/>
                  <a:pt x="864306" y="95649"/>
                </a:cubicBezTo>
                <a:cubicBezTo>
                  <a:pt x="864306" y="117460"/>
                  <a:pt x="855615" y="130584"/>
                  <a:pt x="841130" y="130584"/>
                </a:cubicBezTo>
                <a:cubicBezTo>
                  <a:pt x="833597" y="130584"/>
                  <a:pt x="826450" y="125954"/>
                  <a:pt x="822395" y="118232"/>
                </a:cubicBezTo>
                <a:cubicBezTo>
                  <a:pt x="816987" y="108194"/>
                  <a:pt x="813895" y="94685"/>
                  <a:pt x="813895" y="80981"/>
                </a:cubicBezTo>
                <a:cubicBezTo>
                  <a:pt x="813895" y="62644"/>
                  <a:pt x="822972" y="50679"/>
                  <a:pt x="836688" y="50679"/>
                </a:cubicBezTo>
                <a:close/>
                <a:moveTo>
                  <a:pt x="964354" y="103945"/>
                </a:moveTo>
                <a:cubicBezTo>
                  <a:pt x="955083" y="117454"/>
                  <a:pt x="948131" y="122087"/>
                  <a:pt x="937120" y="122087"/>
                </a:cubicBezTo>
                <a:cubicBezTo>
                  <a:pt x="919544" y="122087"/>
                  <a:pt x="907183" y="106647"/>
                  <a:pt x="907183" y="84452"/>
                </a:cubicBezTo>
                <a:cubicBezTo>
                  <a:pt x="907183" y="64574"/>
                  <a:pt x="917808" y="50870"/>
                  <a:pt x="933451" y="50870"/>
                </a:cubicBezTo>
                <a:cubicBezTo>
                  <a:pt x="940403" y="50870"/>
                  <a:pt x="942914" y="52992"/>
                  <a:pt x="944848" y="60133"/>
                </a:cubicBezTo>
                <a:lnTo>
                  <a:pt x="946006" y="64380"/>
                </a:lnTo>
                <a:cubicBezTo>
                  <a:pt x="947550" y="69785"/>
                  <a:pt x="951028" y="73259"/>
                  <a:pt x="955083" y="73259"/>
                </a:cubicBezTo>
                <a:cubicBezTo>
                  <a:pt x="960105" y="73259"/>
                  <a:pt x="964354" y="69590"/>
                  <a:pt x="964354" y="65152"/>
                </a:cubicBezTo>
                <a:cubicBezTo>
                  <a:pt x="964354" y="54345"/>
                  <a:pt x="950833" y="45268"/>
                  <a:pt x="934609" y="45268"/>
                </a:cubicBezTo>
                <a:cubicBezTo>
                  <a:pt x="925146" y="45268"/>
                  <a:pt x="915297" y="49131"/>
                  <a:pt x="907378" y="56081"/>
                </a:cubicBezTo>
                <a:cubicBezTo>
                  <a:pt x="897720" y="64574"/>
                  <a:pt x="892312" y="77698"/>
                  <a:pt x="892312" y="92943"/>
                </a:cubicBezTo>
                <a:cubicBezTo>
                  <a:pt x="892312" y="118035"/>
                  <a:pt x="907570" y="135992"/>
                  <a:pt x="929010" y="135992"/>
                </a:cubicBezTo>
                <a:cubicBezTo>
                  <a:pt x="937701" y="135992"/>
                  <a:pt x="945425" y="132903"/>
                  <a:pt x="952380" y="126914"/>
                </a:cubicBezTo>
                <a:cubicBezTo>
                  <a:pt x="957594" y="122279"/>
                  <a:pt x="961263" y="117068"/>
                  <a:pt x="967057" y="105681"/>
                </a:cubicBezTo>
                <a:lnTo>
                  <a:pt x="964354" y="103945"/>
                </a:lnTo>
                <a:close/>
                <a:moveTo>
                  <a:pt x="974590" y="13742"/>
                </a:moveTo>
                <a:cubicBezTo>
                  <a:pt x="977101" y="13548"/>
                  <a:pt x="978839" y="13356"/>
                  <a:pt x="980770" y="13356"/>
                </a:cubicBezTo>
                <a:cubicBezTo>
                  <a:pt x="987144" y="13356"/>
                  <a:pt x="989075" y="15867"/>
                  <a:pt x="989075" y="25136"/>
                </a:cubicBezTo>
                <a:lnTo>
                  <a:pt x="989075" y="118265"/>
                </a:lnTo>
                <a:cubicBezTo>
                  <a:pt x="989075" y="128311"/>
                  <a:pt x="988497" y="128892"/>
                  <a:pt x="974590" y="131208"/>
                </a:cubicBezTo>
                <a:lnTo>
                  <a:pt x="974590" y="134105"/>
                </a:lnTo>
                <a:lnTo>
                  <a:pt x="1019787" y="134105"/>
                </a:lnTo>
                <a:lnTo>
                  <a:pt x="1019787" y="131208"/>
                </a:lnTo>
                <a:lnTo>
                  <a:pt x="1015923" y="131017"/>
                </a:lnTo>
                <a:cubicBezTo>
                  <a:pt x="1008199" y="130631"/>
                  <a:pt x="1005299" y="127925"/>
                  <a:pt x="1005299" y="121162"/>
                </a:cubicBezTo>
                <a:lnTo>
                  <a:pt x="1005299" y="85608"/>
                </a:lnTo>
                <a:lnTo>
                  <a:pt x="1032341" y="121742"/>
                </a:lnTo>
                <a:lnTo>
                  <a:pt x="1032919" y="122514"/>
                </a:lnTo>
                <a:cubicBezTo>
                  <a:pt x="1033305" y="123095"/>
                  <a:pt x="1033691" y="123673"/>
                  <a:pt x="1034272" y="124253"/>
                </a:cubicBezTo>
                <a:cubicBezTo>
                  <a:pt x="1035816" y="126187"/>
                  <a:pt x="1036397" y="127345"/>
                  <a:pt x="1036397" y="128311"/>
                </a:cubicBezTo>
                <a:cubicBezTo>
                  <a:pt x="1036397" y="130050"/>
                  <a:pt x="1034658" y="131208"/>
                  <a:pt x="1032341" y="131208"/>
                </a:cubicBezTo>
                <a:lnTo>
                  <a:pt x="1028669" y="131208"/>
                </a:lnTo>
                <a:lnTo>
                  <a:pt x="1028669" y="134105"/>
                </a:lnTo>
                <a:lnTo>
                  <a:pt x="1070775" y="134105"/>
                </a:lnTo>
                <a:lnTo>
                  <a:pt x="1070775" y="131208"/>
                </a:lnTo>
                <a:cubicBezTo>
                  <a:pt x="1062278" y="130631"/>
                  <a:pt x="1056290" y="126959"/>
                  <a:pt x="1048179" y="117104"/>
                </a:cubicBezTo>
                <a:lnTo>
                  <a:pt x="1018625" y="79616"/>
                </a:lnTo>
                <a:lnTo>
                  <a:pt x="1024228" y="74400"/>
                </a:lnTo>
                <a:cubicBezTo>
                  <a:pt x="1037941" y="61648"/>
                  <a:pt x="1049915" y="52756"/>
                  <a:pt x="1055517" y="51212"/>
                </a:cubicBezTo>
                <a:cubicBezTo>
                  <a:pt x="1058414" y="50440"/>
                  <a:pt x="1061117" y="50054"/>
                  <a:pt x="1064403" y="50054"/>
                </a:cubicBezTo>
                <a:lnTo>
                  <a:pt x="1065947" y="50054"/>
                </a:lnTo>
                <a:lnTo>
                  <a:pt x="1065947" y="47154"/>
                </a:lnTo>
                <a:lnTo>
                  <a:pt x="1026544" y="47154"/>
                </a:lnTo>
                <a:lnTo>
                  <a:pt x="1026544" y="49859"/>
                </a:lnTo>
                <a:cubicBezTo>
                  <a:pt x="1034077" y="50054"/>
                  <a:pt x="1036202" y="50826"/>
                  <a:pt x="1036202" y="53531"/>
                </a:cubicBezTo>
                <a:cubicBezTo>
                  <a:pt x="1036202" y="55076"/>
                  <a:pt x="1034463" y="57781"/>
                  <a:pt x="1031761" y="60100"/>
                </a:cubicBezTo>
                <a:lnTo>
                  <a:pt x="1005299" y="83674"/>
                </a:lnTo>
                <a:lnTo>
                  <a:pt x="1005299" y="2540"/>
                </a:lnTo>
                <a:lnTo>
                  <a:pt x="1004526" y="2154"/>
                </a:lnTo>
                <a:cubicBezTo>
                  <a:pt x="997188" y="4471"/>
                  <a:pt x="991586" y="6015"/>
                  <a:pt x="980384" y="9107"/>
                </a:cubicBezTo>
                <a:lnTo>
                  <a:pt x="974590" y="10651"/>
                </a:lnTo>
                <a:lnTo>
                  <a:pt x="974590" y="13742"/>
                </a:lnTo>
                <a:close/>
                <a:moveTo>
                  <a:pt x="1217760" y="2125"/>
                </a:moveTo>
                <a:cubicBezTo>
                  <a:pt x="1217760" y="1933"/>
                  <a:pt x="1217760" y="0"/>
                  <a:pt x="1215249" y="0"/>
                </a:cubicBezTo>
                <a:cubicBezTo>
                  <a:pt x="1212352" y="0"/>
                  <a:pt x="1194003" y="1739"/>
                  <a:pt x="1190720" y="2125"/>
                </a:cubicBezTo>
                <a:cubicBezTo>
                  <a:pt x="1189176" y="2319"/>
                  <a:pt x="1188017" y="3286"/>
                  <a:pt x="1188017" y="5797"/>
                </a:cubicBezTo>
                <a:cubicBezTo>
                  <a:pt x="1188017" y="8113"/>
                  <a:pt x="1189753" y="8113"/>
                  <a:pt x="1192650" y="8113"/>
                </a:cubicBezTo>
                <a:cubicBezTo>
                  <a:pt x="1201922" y="8113"/>
                  <a:pt x="1202308" y="9466"/>
                  <a:pt x="1202308" y="11396"/>
                </a:cubicBezTo>
                <a:lnTo>
                  <a:pt x="1201730" y="15257"/>
                </a:lnTo>
                <a:lnTo>
                  <a:pt x="1190139" y="61029"/>
                </a:lnTo>
                <a:cubicBezTo>
                  <a:pt x="1186665" y="53879"/>
                  <a:pt x="1181062" y="48663"/>
                  <a:pt x="1172371" y="48663"/>
                </a:cubicBezTo>
                <a:cubicBezTo>
                  <a:pt x="1149773" y="48663"/>
                  <a:pt x="1125824" y="77064"/>
                  <a:pt x="1125824" y="105271"/>
                </a:cubicBezTo>
                <a:cubicBezTo>
                  <a:pt x="1125824" y="123431"/>
                  <a:pt x="1136446" y="136180"/>
                  <a:pt x="1151511" y="136180"/>
                </a:cubicBezTo>
                <a:cubicBezTo>
                  <a:pt x="1155375" y="136180"/>
                  <a:pt x="1165033" y="135408"/>
                  <a:pt x="1176621" y="121692"/>
                </a:cubicBezTo>
                <a:cubicBezTo>
                  <a:pt x="1178165" y="129809"/>
                  <a:pt x="1184926" y="136180"/>
                  <a:pt x="1194197" y="136180"/>
                </a:cubicBezTo>
                <a:cubicBezTo>
                  <a:pt x="1200958" y="136180"/>
                  <a:pt x="1205399" y="131739"/>
                  <a:pt x="1208488" y="125556"/>
                </a:cubicBezTo>
                <a:cubicBezTo>
                  <a:pt x="1211774" y="118601"/>
                  <a:pt x="1214282" y="106815"/>
                  <a:pt x="1214282" y="106429"/>
                </a:cubicBezTo>
                <a:cubicBezTo>
                  <a:pt x="1214282" y="104499"/>
                  <a:pt x="1212546" y="104499"/>
                  <a:pt x="1211966" y="104499"/>
                </a:cubicBezTo>
                <a:cubicBezTo>
                  <a:pt x="1210035" y="104499"/>
                  <a:pt x="1209841" y="105271"/>
                  <a:pt x="1209263" y="107976"/>
                </a:cubicBezTo>
                <a:cubicBezTo>
                  <a:pt x="1205977" y="120534"/>
                  <a:pt x="1202502" y="131933"/>
                  <a:pt x="1194584" y="131933"/>
                </a:cubicBezTo>
                <a:cubicBezTo>
                  <a:pt x="1189367" y="131933"/>
                  <a:pt x="1188790" y="126909"/>
                  <a:pt x="1188790" y="123045"/>
                </a:cubicBezTo>
                <a:cubicBezTo>
                  <a:pt x="1188790" y="118409"/>
                  <a:pt x="1189176" y="117056"/>
                  <a:pt x="1189948" y="113770"/>
                </a:cubicBezTo>
                <a:lnTo>
                  <a:pt x="1217760" y="2125"/>
                </a:lnTo>
                <a:moveTo>
                  <a:pt x="1177588" y="111068"/>
                </a:moveTo>
                <a:cubicBezTo>
                  <a:pt x="1176621" y="114545"/>
                  <a:pt x="1176621" y="114932"/>
                  <a:pt x="1173724" y="118215"/>
                </a:cubicBezTo>
                <a:cubicBezTo>
                  <a:pt x="1165224" y="128842"/>
                  <a:pt x="1157305" y="131933"/>
                  <a:pt x="1151898" y="131933"/>
                </a:cubicBezTo>
                <a:cubicBezTo>
                  <a:pt x="1142243" y="131933"/>
                  <a:pt x="1139537" y="121306"/>
                  <a:pt x="1139537" y="113770"/>
                </a:cubicBezTo>
                <a:cubicBezTo>
                  <a:pt x="1139537" y="104113"/>
                  <a:pt x="1145717" y="80347"/>
                  <a:pt x="1150159" y="71462"/>
                </a:cubicBezTo>
                <a:cubicBezTo>
                  <a:pt x="1156147" y="60062"/>
                  <a:pt x="1164838" y="52912"/>
                  <a:pt x="1172566" y="52912"/>
                </a:cubicBezTo>
                <a:cubicBezTo>
                  <a:pt x="1185120" y="52912"/>
                  <a:pt x="1187823" y="68756"/>
                  <a:pt x="1187823" y="69914"/>
                </a:cubicBezTo>
                <a:cubicBezTo>
                  <a:pt x="1187823" y="71076"/>
                  <a:pt x="1187437" y="72234"/>
                  <a:pt x="1187242" y="73200"/>
                </a:cubicBezTo>
                <a:lnTo>
                  <a:pt x="1177588" y="1110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FFD732-E005-468E-B3FE-229198B1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387" y="6925191"/>
            <a:ext cx="1648654" cy="262691"/>
          </a:xfrm>
          <a:custGeom xmlns:a="http://schemas.openxmlformats.org/drawingml/2006/main">
            <a:pathLst>
              <a:path w="1648654" h="262691">
                <a:moveTo>
                  <a:pt x="1538746" y="0"/>
                </a:moveTo>
                <a:lnTo>
                  <a:pt x="109908" y="0"/>
                </a:lnTo>
                <a:cubicBezTo>
                  <a:pt x="49207" y="0"/>
                  <a:pt x="0" y="49207"/>
                  <a:pt x="0" y="109908"/>
                </a:cubicBezTo>
                <a:lnTo>
                  <a:pt x="0" y="152783"/>
                </a:lnTo>
                <a:cubicBezTo>
                  <a:pt x="0" y="213485"/>
                  <a:pt x="49207" y="262691"/>
                  <a:pt x="109908" y="262691"/>
                </a:cubicBezTo>
                <a:lnTo>
                  <a:pt x="1538746" y="262691"/>
                </a:lnTo>
                <a:cubicBezTo>
                  <a:pt x="1599447" y="262691"/>
                  <a:pt x="1648654" y="213485"/>
                  <a:pt x="1648654" y="152783"/>
                </a:cubicBezTo>
                <a:lnTo>
                  <a:pt x="1648654" y="109908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262691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8C24F2-6DF0-4509-9636-FE31C0A5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387" y="6925191"/>
            <a:ext cx="1648654" cy="262691"/>
          </a:xfrm>
          <a:custGeom xmlns:a="http://schemas.openxmlformats.org/drawingml/2006/main">
            <a:pathLst>
              <a:path w="1648654" h="262691" fill="none">
                <a:moveTo>
                  <a:pt x="1538746" y="0"/>
                </a:moveTo>
                <a:lnTo>
                  <a:pt x="109908" y="0"/>
                </a:lnTo>
                <a:cubicBezTo>
                  <a:pt x="49207" y="0"/>
                  <a:pt x="0" y="49207"/>
                  <a:pt x="0" y="109908"/>
                </a:cubicBezTo>
                <a:lnTo>
                  <a:pt x="0" y="152783"/>
                </a:lnTo>
                <a:cubicBezTo>
                  <a:pt x="0" y="213485"/>
                  <a:pt x="49207" y="262691"/>
                  <a:pt x="109908" y="262691"/>
                </a:cubicBezTo>
                <a:lnTo>
                  <a:pt x="1538746" y="262691"/>
                </a:lnTo>
                <a:cubicBezTo>
                  <a:pt x="1599447" y="262691"/>
                  <a:pt x="1648654" y="213485"/>
                  <a:pt x="1648654" y="152783"/>
                </a:cubicBezTo>
                <a:lnTo>
                  <a:pt x="1648654" y="109908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262691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33" name="Text Modulation">
            <a:extLst xmlns:a="http://schemas.openxmlformats.org/drawingml/2006/main">
              <a:ext uri="{FF2B5EF4-FFF2-40B4-BE49-F238E27FC236}">
                <a16:creationId xmlns:a16="http://schemas.microsoft.com/office/drawing/2014/main" id="{B74DC471-3CC0-4CEA-BA96-58F472B5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306" y="6989279"/>
            <a:ext cx="896179" cy="133802"/>
          </a:xfrm>
          <a:custGeom xmlns:a="http://schemas.openxmlformats.org/drawingml/2006/main">
            <a:pathLst>
              <a:path w="896179" h="133802">
                <a:moveTo>
                  <a:pt x="127861" y="21228"/>
                </a:moveTo>
                <a:lnTo>
                  <a:pt x="127861" y="108737"/>
                </a:lnTo>
                <a:cubicBezTo>
                  <a:pt x="127861" y="124769"/>
                  <a:pt x="125541" y="127283"/>
                  <a:pt x="110284" y="128247"/>
                </a:cubicBezTo>
                <a:lnTo>
                  <a:pt x="110284" y="131916"/>
                </a:lnTo>
                <a:lnTo>
                  <a:pt x="164363" y="131916"/>
                </a:lnTo>
                <a:lnTo>
                  <a:pt x="164363" y="128247"/>
                </a:lnTo>
                <a:cubicBezTo>
                  <a:pt x="150264" y="127283"/>
                  <a:pt x="147562" y="124577"/>
                  <a:pt x="147562" y="110862"/>
                </a:cubicBezTo>
                <a:lnTo>
                  <a:pt x="147562" y="25092"/>
                </a:lnTo>
                <a:cubicBezTo>
                  <a:pt x="147562" y="11376"/>
                  <a:pt x="150073" y="8865"/>
                  <a:pt x="164363" y="7707"/>
                </a:cubicBezTo>
                <a:lnTo>
                  <a:pt x="164363" y="4035"/>
                </a:lnTo>
                <a:lnTo>
                  <a:pt x="125927" y="4035"/>
                </a:lnTo>
                <a:lnTo>
                  <a:pt x="83244" y="101590"/>
                </a:lnTo>
                <a:lnTo>
                  <a:pt x="38628" y="4035"/>
                </a:lnTo>
                <a:lnTo>
                  <a:pt x="386" y="4035"/>
                </a:lnTo>
                <a:lnTo>
                  <a:pt x="386" y="7707"/>
                </a:lnTo>
                <a:cubicBezTo>
                  <a:pt x="16224" y="8670"/>
                  <a:pt x="18735" y="10990"/>
                  <a:pt x="18735" y="25092"/>
                </a:cubicBezTo>
                <a:lnTo>
                  <a:pt x="18735" y="103520"/>
                </a:lnTo>
                <a:cubicBezTo>
                  <a:pt x="18735" y="123419"/>
                  <a:pt x="16029" y="127088"/>
                  <a:pt x="0" y="128247"/>
                </a:cubicBezTo>
                <a:lnTo>
                  <a:pt x="0" y="131916"/>
                </a:lnTo>
                <a:lnTo>
                  <a:pt x="45388" y="131916"/>
                </a:lnTo>
                <a:lnTo>
                  <a:pt x="45388" y="128247"/>
                </a:lnTo>
                <a:cubicBezTo>
                  <a:pt x="30517" y="127474"/>
                  <a:pt x="27234" y="123033"/>
                  <a:pt x="27234" y="103520"/>
                </a:cubicBezTo>
                <a:lnTo>
                  <a:pt x="27234" y="25669"/>
                </a:lnTo>
                <a:lnTo>
                  <a:pt x="75711" y="131916"/>
                </a:lnTo>
                <a:lnTo>
                  <a:pt x="78417" y="131916"/>
                </a:lnTo>
                <a:lnTo>
                  <a:pt x="127861" y="21228"/>
                </a:lnTo>
                <a:close/>
                <a:moveTo>
                  <a:pt x="217672" y="43078"/>
                </a:moveTo>
                <a:cubicBezTo>
                  <a:pt x="192563" y="43078"/>
                  <a:pt x="174986" y="61612"/>
                  <a:pt x="174986" y="88248"/>
                </a:cubicBezTo>
                <a:cubicBezTo>
                  <a:pt x="174986" y="114304"/>
                  <a:pt x="192949" y="133802"/>
                  <a:pt x="217283" y="133802"/>
                </a:cubicBezTo>
                <a:cubicBezTo>
                  <a:pt x="241620" y="133802"/>
                  <a:pt x="260161" y="113340"/>
                  <a:pt x="260161" y="86704"/>
                </a:cubicBezTo>
                <a:cubicBezTo>
                  <a:pt x="260161" y="61418"/>
                  <a:pt x="242393" y="43078"/>
                  <a:pt x="217672" y="43078"/>
                </a:cubicBezTo>
                <a:moveTo>
                  <a:pt x="215161" y="48489"/>
                </a:moveTo>
                <a:cubicBezTo>
                  <a:pt x="231385" y="48489"/>
                  <a:pt x="242779" y="67017"/>
                  <a:pt x="242779" y="93459"/>
                </a:cubicBezTo>
                <a:cubicBezTo>
                  <a:pt x="242779" y="115270"/>
                  <a:pt x="234088" y="128394"/>
                  <a:pt x="219603" y="128394"/>
                </a:cubicBezTo>
                <a:cubicBezTo>
                  <a:pt x="212070" y="128394"/>
                  <a:pt x="204923" y="123764"/>
                  <a:pt x="200868" y="116043"/>
                </a:cubicBezTo>
                <a:cubicBezTo>
                  <a:pt x="195460" y="106005"/>
                  <a:pt x="192368" y="92495"/>
                  <a:pt x="192368" y="78791"/>
                </a:cubicBezTo>
                <a:cubicBezTo>
                  <a:pt x="192368" y="60454"/>
                  <a:pt x="201445" y="48489"/>
                  <a:pt x="215161" y="48489"/>
                </a:cubicBezTo>
                <a:close/>
                <a:moveTo>
                  <a:pt x="332397" y="133802"/>
                </a:moveTo>
                <a:lnTo>
                  <a:pt x="360790" y="123761"/>
                </a:lnTo>
                <a:lnTo>
                  <a:pt x="360790" y="120673"/>
                </a:lnTo>
                <a:cubicBezTo>
                  <a:pt x="357312" y="120864"/>
                  <a:pt x="356926" y="120864"/>
                  <a:pt x="356346" y="120864"/>
                </a:cubicBezTo>
                <a:cubicBezTo>
                  <a:pt x="349393" y="120864"/>
                  <a:pt x="347849" y="118742"/>
                  <a:pt x="347849" y="109862"/>
                </a:cubicBezTo>
                <a:lnTo>
                  <a:pt x="347849" y="395"/>
                </a:lnTo>
                <a:lnTo>
                  <a:pt x="346882" y="9"/>
                </a:lnTo>
                <a:cubicBezTo>
                  <a:pt x="337611" y="3292"/>
                  <a:pt x="330853" y="5222"/>
                  <a:pt x="318490" y="8508"/>
                </a:cubicBezTo>
                <a:lnTo>
                  <a:pt x="318490" y="11597"/>
                </a:lnTo>
                <a:cubicBezTo>
                  <a:pt x="320037" y="11405"/>
                  <a:pt x="321195" y="11405"/>
                  <a:pt x="322740" y="11405"/>
                </a:cubicBezTo>
                <a:cubicBezTo>
                  <a:pt x="329886" y="11405"/>
                  <a:pt x="331625" y="13336"/>
                  <a:pt x="331625" y="21255"/>
                </a:cubicBezTo>
                <a:lnTo>
                  <a:pt x="331625" y="51383"/>
                </a:lnTo>
                <a:cubicBezTo>
                  <a:pt x="324284" y="45203"/>
                  <a:pt x="319071" y="43078"/>
                  <a:pt x="311343" y="43078"/>
                </a:cubicBezTo>
                <a:cubicBezTo>
                  <a:pt x="289134" y="43078"/>
                  <a:pt x="271171" y="64892"/>
                  <a:pt x="271171" y="92301"/>
                </a:cubicBezTo>
                <a:cubicBezTo>
                  <a:pt x="271171" y="117003"/>
                  <a:pt x="285656" y="133802"/>
                  <a:pt x="306902" y="133802"/>
                </a:cubicBezTo>
                <a:cubicBezTo>
                  <a:pt x="317718" y="133802"/>
                  <a:pt x="325059" y="129941"/>
                  <a:pt x="331625" y="120864"/>
                </a:cubicBezTo>
                <a:lnTo>
                  <a:pt x="331625" y="133224"/>
                </a:lnTo>
                <a:lnTo>
                  <a:pt x="332397" y="133802"/>
                </a:lnTo>
                <a:moveTo>
                  <a:pt x="331625" y="112179"/>
                </a:moveTo>
                <a:cubicBezTo>
                  <a:pt x="331625" y="113532"/>
                  <a:pt x="330273" y="115848"/>
                  <a:pt x="328342" y="117970"/>
                </a:cubicBezTo>
                <a:cubicBezTo>
                  <a:pt x="324865" y="121831"/>
                  <a:pt x="320037" y="123761"/>
                  <a:pt x="314435" y="123761"/>
                </a:cubicBezTo>
                <a:cubicBezTo>
                  <a:pt x="298405" y="123761"/>
                  <a:pt x="287781" y="108318"/>
                  <a:pt x="287781" y="84579"/>
                </a:cubicBezTo>
                <a:cubicBezTo>
                  <a:pt x="287781" y="62771"/>
                  <a:pt x="297244" y="48489"/>
                  <a:pt x="311924" y="48489"/>
                </a:cubicBezTo>
                <a:cubicBezTo>
                  <a:pt x="322162" y="48489"/>
                  <a:pt x="331625" y="57557"/>
                  <a:pt x="331625" y="67787"/>
                </a:cubicBezTo>
                <a:lnTo>
                  <a:pt x="331625" y="112179"/>
                </a:lnTo>
                <a:close/>
                <a:moveTo>
                  <a:pt x="455041" y="122223"/>
                </a:moveTo>
                <a:lnTo>
                  <a:pt x="454077" y="122223"/>
                </a:lnTo>
                <a:cubicBezTo>
                  <a:pt x="445192" y="122223"/>
                  <a:pt x="443067" y="120098"/>
                  <a:pt x="443067" y="111212"/>
                </a:cubicBezTo>
                <a:lnTo>
                  <a:pt x="443067" y="44964"/>
                </a:lnTo>
                <a:lnTo>
                  <a:pt x="412550" y="44964"/>
                </a:lnTo>
                <a:lnTo>
                  <a:pt x="412550" y="48250"/>
                </a:lnTo>
                <a:cubicBezTo>
                  <a:pt x="424527" y="48828"/>
                  <a:pt x="426843" y="50761"/>
                  <a:pt x="426843" y="60416"/>
                </a:cubicBezTo>
                <a:lnTo>
                  <a:pt x="426843" y="105798"/>
                </a:lnTo>
                <a:cubicBezTo>
                  <a:pt x="426843" y="111206"/>
                  <a:pt x="425877" y="113912"/>
                  <a:pt x="423174" y="116034"/>
                </a:cubicBezTo>
                <a:cubicBezTo>
                  <a:pt x="417958" y="120283"/>
                  <a:pt x="411972" y="122600"/>
                  <a:pt x="406178" y="122600"/>
                </a:cubicBezTo>
                <a:cubicBezTo>
                  <a:pt x="398645" y="122600"/>
                  <a:pt x="392465" y="116034"/>
                  <a:pt x="392465" y="107923"/>
                </a:cubicBezTo>
                <a:lnTo>
                  <a:pt x="392465" y="44964"/>
                </a:lnTo>
                <a:lnTo>
                  <a:pt x="364264" y="44964"/>
                </a:lnTo>
                <a:lnTo>
                  <a:pt x="364264" y="47670"/>
                </a:lnTo>
                <a:cubicBezTo>
                  <a:pt x="373536" y="48250"/>
                  <a:pt x="376241" y="51147"/>
                  <a:pt x="376241" y="60030"/>
                </a:cubicBezTo>
                <a:lnTo>
                  <a:pt x="376241" y="108695"/>
                </a:lnTo>
                <a:cubicBezTo>
                  <a:pt x="376241" y="123953"/>
                  <a:pt x="385510" y="133802"/>
                  <a:pt x="399609" y="133802"/>
                </a:cubicBezTo>
                <a:cubicBezTo>
                  <a:pt x="406756" y="133802"/>
                  <a:pt x="414288" y="130713"/>
                  <a:pt x="419505" y="125497"/>
                </a:cubicBezTo>
                <a:lnTo>
                  <a:pt x="427810" y="117195"/>
                </a:lnTo>
                <a:lnTo>
                  <a:pt x="427810" y="133224"/>
                </a:lnTo>
                <a:lnTo>
                  <a:pt x="428582" y="133613"/>
                </a:lnTo>
                <a:cubicBezTo>
                  <a:pt x="438240" y="129753"/>
                  <a:pt x="445192" y="127628"/>
                  <a:pt x="455041" y="124922"/>
                </a:cubicBezTo>
                <a:lnTo>
                  <a:pt x="455041" y="122223"/>
                </a:lnTo>
                <a:close/>
                <a:moveTo>
                  <a:pt x="462768" y="11588"/>
                </a:moveTo>
                <a:lnTo>
                  <a:pt x="463927" y="11588"/>
                </a:lnTo>
                <a:cubicBezTo>
                  <a:pt x="466051" y="11396"/>
                  <a:pt x="468368" y="11202"/>
                  <a:pt x="469915" y="11202"/>
                </a:cubicBezTo>
                <a:cubicBezTo>
                  <a:pt x="476095" y="11202"/>
                  <a:pt x="478026" y="13907"/>
                  <a:pt x="478026" y="22985"/>
                </a:cubicBezTo>
                <a:lnTo>
                  <a:pt x="478026" y="115114"/>
                </a:lnTo>
                <a:cubicBezTo>
                  <a:pt x="478026" y="125544"/>
                  <a:pt x="475323" y="128055"/>
                  <a:pt x="463154" y="129019"/>
                </a:cubicBezTo>
                <a:lnTo>
                  <a:pt x="463154" y="131916"/>
                </a:lnTo>
                <a:lnTo>
                  <a:pt x="508735" y="131916"/>
                </a:lnTo>
                <a:lnTo>
                  <a:pt x="508735" y="129019"/>
                </a:lnTo>
                <a:cubicBezTo>
                  <a:pt x="496569" y="128247"/>
                  <a:pt x="494249" y="126316"/>
                  <a:pt x="494249" y="115692"/>
                </a:cubicBezTo>
                <a:lnTo>
                  <a:pt x="494249" y="386"/>
                </a:lnTo>
                <a:lnTo>
                  <a:pt x="493477" y="0"/>
                </a:lnTo>
                <a:cubicBezTo>
                  <a:pt x="483434" y="3283"/>
                  <a:pt x="476095" y="5216"/>
                  <a:pt x="462768" y="8499"/>
                </a:cubicBezTo>
                <a:lnTo>
                  <a:pt x="462768" y="11588"/>
                </a:lnTo>
                <a:close/>
                <a:moveTo>
                  <a:pt x="598159" y="119128"/>
                </a:moveTo>
                <a:cubicBezTo>
                  <a:pt x="594876" y="121828"/>
                  <a:pt x="592559" y="122794"/>
                  <a:pt x="589662" y="122794"/>
                </a:cubicBezTo>
                <a:cubicBezTo>
                  <a:pt x="585221" y="122794"/>
                  <a:pt x="583868" y="120092"/>
                  <a:pt x="583868" y="111601"/>
                </a:cubicBezTo>
                <a:lnTo>
                  <a:pt x="583868" y="73964"/>
                </a:lnTo>
                <a:cubicBezTo>
                  <a:pt x="583868" y="63926"/>
                  <a:pt x="582901" y="58329"/>
                  <a:pt x="580004" y="53696"/>
                </a:cubicBezTo>
                <a:cubicBezTo>
                  <a:pt x="575755" y="46750"/>
                  <a:pt x="567450" y="43078"/>
                  <a:pt x="556056" y="43078"/>
                </a:cubicBezTo>
                <a:cubicBezTo>
                  <a:pt x="537899" y="43078"/>
                  <a:pt x="523608" y="52538"/>
                  <a:pt x="523608" y="64698"/>
                </a:cubicBezTo>
                <a:cubicBezTo>
                  <a:pt x="523608" y="69139"/>
                  <a:pt x="527469" y="72997"/>
                  <a:pt x="531913" y="72997"/>
                </a:cubicBezTo>
                <a:cubicBezTo>
                  <a:pt x="536546" y="72997"/>
                  <a:pt x="540604" y="69139"/>
                  <a:pt x="540604" y="64892"/>
                </a:cubicBezTo>
                <a:cubicBezTo>
                  <a:pt x="540604" y="64120"/>
                  <a:pt x="540410" y="63154"/>
                  <a:pt x="540218" y="61804"/>
                </a:cubicBezTo>
                <a:cubicBezTo>
                  <a:pt x="539832" y="60068"/>
                  <a:pt x="539638" y="58524"/>
                  <a:pt x="539638" y="57171"/>
                </a:cubicBezTo>
                <a:cubicBezTo>
                  <a:pt x="539638" y="51961"/>
                  <a:pt x="545818" y="47714"/>
                  <a:pt x="553545" y="47714"/>
                </a:cubicBezTo>
                <a:cubicBezTo>
                  <a:pt x="563008" y="47714"/>
                  <a:pt x="568222" y="53310"/>
                  <a:pt x="568222" y="63734"/>
                </a:cubicBezTo>
                <a:lnTo>
                  <a:pt x="568222" y="75508"/>
                </a:lnTo>
                <a:cubicBezTo>
                  <a:pt x="538480" y="87473"/>
                  <a:pt x="535196" y="89018"/>
                  <a:pt x="526892" y="96353"/>
                </a:cubicBezTo>
                <a:cubicBezTo>
                  <a:pt x="522642" y="100214"/>
                  <a:pt x="519936" y="106774"/>
                  <a:pt x="519936" y="113143"/>
                </a:cubicBezTo>
                <a:cubicBezTo>
                  <a:pt x="519936" y="125305"/>
                  <a:pt x="528436" y="133802"/>
                  <a:pt x="540218" y="133802"/>
                </a:cubicBezTo>
                <a:cubicBezTo>
                  <a:pt x="548715" y="133802"/>
                  <a:pt x="556634" y="129747"/>
                  <a:pt x="568416" y="119703"/>
                </a:cubicBezTo>
                <a:cubicBezTo>
                  <a:pt x="569383" y="129747"/>
                  <a:pt x="572858" y="133802"/>
                  <a:pt x="580777" y="133802"/>
                </a:cubicBezTo>
                <a:cubicBezTo>
                  <a:pt x="587343" y="133802"/>
                  <a:pt x="591401" y="131485"/>
                  <a:pt x="598159" y="124147"/>
                </a:cubicBezTo>
                <a:lnTo>
                  <a:pt x="598159" y="119128"/>
                </a:lnTo>
                <a:moveTo>
                  <a:pt x="568222" y="108115"/>
                </a:moveTo>
                <a:cubicBezTo>
                  <a:pt x="568222" y="114103"/>
                  <a:pt x="567258" y="115842"/>
                  <a:pt x="563200" y="118159"/>
                </a:cubicBezTo>
                <a:cubicBezTo>
                  <a:pt x="558567" y="120864"/>
                  <a:pt x="553159" y="122600"/>
                  <a:pt x="549101" y="122600"/>
                </a:cubicBezTo>
                <a:cubicBezTo>
                  <a:pt x="542343" y="122600"/>
                  <a:pt x="536935" y="116034"/>
                  <a:pt x="536935" y="107729"/>
                </a:cubicBezTo>
                <a:lnTo>
                  <a:pt x="536935" y="106957"/>
                </a:lnTo>
                <a:cubicBezTo>
                  <a:pt x="536935" y="95560"/>
                  <a:pt x="544851" y="88608"/>
                  <a:pt x="568222" y="80108"/>
                </a:cubicBezTo>
                <a:lnTo>
                  <a:pt x="568222" y="108115"/>
                </a:lnTo>
                <a:close/>
                <a:moveTo>
                  <a:pt x="647797" y="44964"/>
                </a:moveTo>
                <a:lnTo>
                  <a:pt x="628290" y="44964"/>
                </a:lnTo>
                <a:lnTo>
                  <a:pt x="628290" y="22560"/>
                </a:lnTo>
                <a:cubicBezTo>
                  <a:pt x="628290" y="20630"/>
                  <a:pt x="628099" y="20049"/>
                  <a:pt x="626937" y="20049"/>
                </a:cubicBezTo>
                <a:cubicBezTo>
                  <a:pt x="625588" y="21788"/>
                  <a:pt x="624426" y="23527"/>
                  <a:pt x="623077" y="25457"/>
                </a:cubicBezTo>
                <a:cubicBezTo>
                  <a:pt x="615735" y="36082"/>
                  <a:pt x="607430" y="45353"/>
                  <a:pt x="604342" y="46125"/>
                </a:cubicBezTo>
                <a:cubicBezTo>
                  <a:pt x="602217" y="47475"/>
                  <a:pt x="601056" y="48828"/>
                  <a:pt x="601056" y="49794"/>
                </a:cubicBezTo>
                <a:cubicBezTo>
                  <a:pt x="601056" y="50375"/>
                  <a:pt x="601250" y="50761"/>
                  <a:pt x="601831" y="51147"/>
                </a:cubicBezTo>
                <a:lnTo>
                  <a:pt x="612066" y="51147"/>
                </a:lnTo>
                <a:lnTo>
                  <a:pt x="612066" y="109276"/>
                </a:lnTo>
                <a:cubicBezTo>
                  <a:pt x="612066" y="125497"/>
                  <a:pt x="617860" y="133802"/>
                  <a:pt x="629257" y="133802"/>
                </a:cubicBezTo>
                <a:cubicBezTo>
                  <a:pt x="638720" y="133802"/>
                  <a:pt x="646058" y="129169"/>
                  <a:pt x="652433" y="119125"/>
                </a:cubicBezTo>
                <a:lnTo>
                  <a:pt x="649922" y="117000"/>
                </a:lnTo>
                <a:cubicBezTo>
                  <a:pt x="645867" y="121828"/>
                  <a:pt x="642584" y="123761"/>
                  <a:pt x="638334" y="123761"/>
                </a:cubicBezTo>
                <a:cubicBezTo>
                  <a:pt x="631187" y="123761"/>
                  <a:pt x="628290" y="118545"/>
                  <a:pt x="628290" y="106379"/>
                </a:cubicBezTo>
                <a:lnTo>
                  <a:pt x="628290" y="51147"/>
                </a:lnTo>
                <a:lnTo>
                  <a:pt x="647797" y="51147"/>
                </a:lnTo>
                <a:lnTo>
                  <a:pt x="647797" y="44964"/>
                </a:lnTo>
                <a:close/>
                <a:moveTo>
                  <a:pt x="686038" y="43078"/>
                </a:moveTo>
                <a:lnTo>
                  <a:pt x="656102" y="53640"/>
                </a:lnTo>
                <a:lnTo>
                  <a:pt x="656102" y="56540"/>
                </a:lnTo>
                <a:lnTo>
                  <a:pt x="657649" y="56346"/>
                </a:lnTo>
                <a:cubicBezTo>
                  <a:pt x="659965" y="55960"/>
                  <a:pt x="662476" y="55765"/>
                  <a:pt x="664215" y="55765"/>
                </a:cubicBezTo>
                <a:cubicBezTo>
                  <a:pt x="668851" y="55765"/>
                  <a:pt x="670587" y="58857"/>
                  <a:pt x="670587" y="67362"/>
                </a:cubicBezTo>
                <a:lnTo>
                  <a:pt x="670587" y="112205"/>
                </a:lnTo>
                <a:cubicBezTo>
                  <a:pt x="670587" y="126122"/>
                  <a:pt x="668656" y="128247"/>
                  <a:pt x="655329" y="129019"/>
                </a:cubicBezTo>
                <a:lnTo>
                  <a:pt x="655329" y="131916"/>
                </a:lnTo>
                <a:lnTo>
                  <a:pt x="701104" y="131916"/>
                </a:lnTo>
                <a:lnTo>
                  <a:pt x="701104" y="129019"/>
                </a:lnTo>
                <a:cubicBezTo>
                  <a:pt x="688358" y="128055"/>
                  <a:pt x="686810" y="126122"/>
                  <a:pt x="686810" y="112205"/>
                </a:cubicBezTo>
                <a:lnTo>
                  <a:pt x="686810" y="43659"/>
                </a:lnTo>
                <a:lnTo>
                  <a:pt x="686038" y="43078"/>
                </a:lnTo>
                <a:moveTo>
                  <a:pt x="676961" y="74"/>
                </a:moveTo>
                <a:cubicBezTo>
                  <a:pt x="671748" y="74"/>
                  <a:pt x="667304" y="4518"/>
                  <a:pt x="667304" y="9926"/>
                </a:cubicBezTo>
                <a:cubicBezTo>
                  <a:pt x="667304" y="15334"/>
                  <a:pt x="671553" y="19775"/>
                  <a:pt x="676961" y="19775"/>
                </a:cubicBezTo>
                <a:cubicBezTo>
                  <a:pt x="682564" y="19775"/>
                  <a:pt x="687005" y="15525"/>
                  <a:pt x="687005" y="9926"/>
                </a:cubicBezTo>
                <a:cubicBezTo>
                  <a:pt x="687005" y="4518"/>
                  <a:pt x="682564" y="74"/>
                  <a:pt x="676961" y="74"/>
                </a:cubicBezTo>
                <a:close/>
                <a:moveTo>
                  <a:pt x="754220" y="43078"/>
                </a:moveTo>
                <a:cubicBezTo>
                  <a:pt x="729111" y="43078"/>
                  <a:pt x="711534" y="61612"/>
                  <a:pt x="711534" y="88248"/>
                </a:cubicBezTo>
                <a:cubicBezTo>
                  <a:pt x="711534" y="114304"/>
                  <a:pt x="729497" y="133802"/>
                  <a:pt x="753831" y="133802"/>
                </a:cubicBezTo>
                <a:cubicBezTo>
                  <a:pt x="778168" y="133802"/>
                  <a:pt x="796709" y="113340"/>
                  <a:pt x="796709" y="86704"/>
                </a:cubicBezTo>
                <a:cubicBezTo>
                  <a:pt x="796709" y="61418"/>
                  <a:pt x="778941" y="43078"/>
                  <a:pt x="754220" y="43078"/>
                </a:cubicBezTo>
                <a:moveTo>
                  <a:pt x="751709" y="48489"/>
                </a:moveTo>
                <a:cubicBezTo>
                  <a:pt x="767933" y="48489"/>
                  <a:pt x="779327" y="67017"/>
                  <a:pt x="779327" y="93459"/>
                </a:cubicBezTo>
                <a:cubicBezTo>
                  <a:pt x="779327" y="115270"/>
                  <a:pt x="770636" y="128394"/>
                  <a:pt x="756151" y="128394"/>
                </a:cubicBezTo>
                <a:cubicBezTo>
                  <a:pt x="748618" y="128394"/>
                  <a:pt x="741471" y="123764"/>
                  <a:pt x="737416" y="116043"/>
                </a:cubicBezTo>
                <a:cubicBezTo>
                  <a:pt x="732008" y="106005"/>
                  <a:pt x="728916" y="92495"/>
                  <a:pt x="728916" y="78791"/>
                </a:cubicBezTo>
                <a:cubicBezTo>
                  <a:pt x="728916" y="60454"/>
                  <a:pt x="737993" y="48489"/>
                  <a:pt x="751709" y="48489"/>
                </a:cubicBezTo>
                <a:close/>
                <a:moveTo>
                  <a:pt x="805594" y="55055"/>
                </a:moveTo>
                <a:cubicBezTo>
                  <a:pt x="806752" y="54474"/>
                  <a:pt x="808685" y="54283"/>
                  <a:pt x="810810" y="54283"/>
                </a:cubicBezTo>
                <a:cubicBezTo>
                  <a:pt x="816218" y="54283"/>
                  <a:pt x="817954" y="57180"/>
                  <a:pt x="817954" y="66640"/>
                </a:cubicBezTo>
                <a:lnTo>
                  <a:pt x="817954" y="114537"/>
                </a:lnTo>
                <a:cubicBezTo>
                  <a:pt x="817954" y="125544"/>
                  <a:pt x="815829" y="128247"/>
                  <a:pt x="805980" y="129019"/>
                </a:cubicBezTo>
                <a:lnTo>
                  <a:pt x="805980" y="131916"/>
                </a:lnTo>
                <a:lnTo>
                  <a:pt x="846927" y="131916"/>
                </a:lnTo>
                <a:lnTo>
                  <a:pt x="846927" y="129019"/>
                </a:lnTo>
                <a:cubicBezTo>
                  <a:pt x="837075" y="128247"/>
                  <a:pt x="834178" y="125930"/>
                  <a:pt x="834178" y="118978"/>
                </a:cubicBezTo>
                <a:lnTo>
                  <a:pt x="834178" y="64710"/>
                </a:lnTo>
                <a:cubicBezTo>
                  <a:pt x="843449" y="56019"/>
                  <a:pt x="847699" y="53702"/>
                  <a:pt x="854074" y="53702"/>
                </a:cubicBezTo>
                <a:cubicBezTo>
                  <a:pt x="863537" y="53702"/>
                  <a:pt x="868173" y="59688"/>
                  <a:pt x="868173" y="72434"/>
                </a:cubicBezTo>
                <a:lnTo>
                  <a:pt x="868173" y="112798"/>
                </a:lnTo>
                <a:cubicBezTo>
                  <a:pt x="868173" y="124964"/>
                  <a:pt x="865662" y="128247"/>
                  <a:pt x="856004" y="129019"/>
                </a:cubicBezTo>
                <a:lnTo>
                  <a:pt x="856004" y="131916"/>
                </a:lnTo>
                <a:lnTo>
                  <a:pt x="896179" y="131916"/>
                </a:lnTo>
                <a:lnTo>
                  <a:pt x="896179" y="129019"/>
                </a:lnTo>
                <a:cubicBezTo>
                  <a:pt x="886713" y="128055"/>
                  <a:pt x="884396" y="125736"/>
                  <a:pt x="884396" y="116275"/>
                </a:cubicBezTo>
                <a:lnTo>
                  <a:pt x="884396" y="72048"/>
                </a:lnTo>
                <a:cubicBezTo>
                  <a:pt x="884396" y="53897"/>
                  <a:pt x="875897" y="43078"/>
                  <a:pt x="861606" y="43078"/>
                </a:cubicBezTo>
                <a:cubicBezTo>
                  <a:pt x="852721" y="43078"/>
                  <a:pt x="846732" y="46364"/>
                  <a:pt x="833600" y="58724"/>
                </a:cubicBezTo>
                <a:lnTo>
                  <a:pt x="833600" y="43467"/>
                </a:lnTo>
                <a:lnTo>
                  <a:pt x="832247" y="43078"/>
                </a:lnTo>
                <a:cubicBezTo>
                  <a:pt x="822784" y="46556"/>
                  <a:pt x="816218" y="48680"/>
                  <a:pt x="805594" y="51772"/>
                </a:cubicBezTo>
                <a:lnTo>
                  <a:pt x="805594" y="550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54F11-8545-4934-9510-CB551D0B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387" y="7305516"/>
            <a:ext cx="1648654" cy="262692"/>
          </a:xfrm>
          <a:custGeom xmlns:a="http://schemas.openxmlformats.org/drawingml/2006/main">
            <a:pathLst>
              <a:path w="1648654" h="262692">
                <a:moveTo>
                  <a:pt x="1538746" y="0"/>
                </a:moveTo>
                <a:lnTo>
                  <a:pt x="109908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52783"/>
                </a:lnTo>
                <a:cubicBezTo>
                  <a:pt x="0" y="213485"/>
                  <a:pt x="49207" y="262692"/>
                  <a:pt x="109908" y="262692"/>
                </a:cubicBezTo>
                <a:lnTo>
                  <a:pt x="1538746" y="262692"/>
                </a:lnTo>
                <a:cubicBezTo>
                  <a:pt x="1599447" y="262692"/>
                  <a:pt x="1648654" y="213485"/>
                  <a:pt x="1648654" y="152783"/>
                </a:cubicBezTo>
                <a:lnTo>
                  <a:pt x="1648654" y="109909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262692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5244C-D19D-4C71-A977-446FF0BF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387" y="7305516"/>
            <a:ext cx="1648654" cy="262692"/>
          </a:xfrm>
          <a:custGeom xmlns:a="http://schemas.openxmlformats.org/drawingml/2006/main">
            <a:pathLst>
              <a:path w="1648654" h="262692" fill="none">
                <a:moveTo>
                  <a:pt x="1538746" y="0"/>
                </a:moveTo>
                <a:lnTo>
                  <a:pt x="109908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52783"/>
                </a:lnTo>
                <a:cubicBezTo>
                  <a:pt x="0" y="213485"/>
                  <a:pt x="49207" y="262692"/>
                  <a:pt x="109908" y="262692"/>
                </a:cubicBezTo>
                <a:lnTo>
                  <a:pt x="1538746" y="262692"/>
                </a:lnTo>
                <a:cubicBezTo>
                  <a:pt x="1599447" y="262692"/>
                  <a:pt x="1648654" y="213485"/>
                  <a:pt x="1648654" y="152783"/>
                </a:cubicBezTo>
                <a:lnTo>
                  <a:pt x="1648654" y="109909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262692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36" name="Text Linear">
            <a:extLst xmlns:a="http://schemas.openxmlformats.org/drawingml/2006/main">
              <a:ext uri="{FF2B5EF4-FFF2-40B4-BE49-F238E27FC236}">
                <a16:creationId xmlns:a16="http://schemas.microsoft.com/office/drawing/2014/main" id="{CAAE8BD3-64AD-481D-8C32-EB27015C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962" y="7369683"/>
            <a:ext cx="502169" cy="133728"/>
          </a:xfrm>
          <a:custGeom xmlns:a="http://schemas.openxmlformats.org/drawingml/2006/main">
            <a:pathLst>
              <a:path w="502169" h="133728">
                <a:moveTo>
                  <a:pt x="108354" y="98233"/>
                </a:moveTo>
                <a:cubicBezTo>
                  <a:pt x="105070" y="105571"/>
                  <a:pt x="102365" y="110016"/>
                  <a:pt x="99468" y="113299"/>
                </a:cubicBezTo>
                <a:cubicBezTo>
                  <a:pt x="92707" y="120835"/>
                  <a:pt x="82086" y="124312"/>
                  <a:pt x="66054" y="124312"/>
                </a:cubicBezTo>
                <a:lnTo>
                  <a:pt x="53113" y="124312"/>
                </a:lnTo>
                <a:cubicBezTo>
                  <a:pt x="39014" y="124312"/>
                  <a:pt x="36503" y="123151"/>
                  <a:pt x="36503" y="116390"/>
                </a:cubicBezTo>
                <a:lnTo>
                  <a:pt x="36503" y="25018"/>
                </a:lnTo>
                <a:cubicBezTo>
                  <a:pt x="36503" y="11302"/>
                  <a:pt x="39208" y="8597"/>
                  <a:pt x="54466" y="7633"/>
                </a:cubicBezTo>
                <a:lnTo>
                  <a:pt x="54466" y="3961"/>
                </a:lnTo>
                <a:lnTo>
                  <a:pt x="0" y="3961"/>
                </a:lnTo>
                <a:lnTo>
                  <a:pt x="0" y="7633"/>
                </a:lnTo>
                <a:cubicBezTo>
                  <a:pt x="14294" y="8791"/>
                  <a:pt x="16804" y="11497"/>
                  <a:pt x="16804" y="25018"/>
                </a:cubicBezTo>
                <a:lnTo>
                  <a:pt x="16804" y="110788"/>
                </a:lnTo>
                <a:cubicBezTo>
                  <a:pt x="16804" y="124312"/>
                  <a:pt x="14099" y="127209"/>
                  <a:pt x="0" y="128173"/>
                </a:cubicBezTo>
                <a:lnTo>
                  <a:pt x="0" y="131842"/>
                </a:lnTo>
                <a:lnTo>
                  <a:pt x="103909" y="131842"/>
                </a:lnTo>
                <a:lnTo>
                  <a:pt x="113181" y="98236"/>
                </a:lnTo>
                <a:lnTo>
                  <a:pt x="108354" y="98233"/>
                </a:lnTo>
                <a:close/>
                <a:moveTo>
                  <a:pt x="149491" y="43004"/>
                </a:moveTo>
                <a:lnTo>
                  <a:pt x="119554" y="53567"/>
                </a:lnTo>
                <a:lnTo>
                  <a:pt x="119554" y="56467"/>
                </a:lnTo>
                <a:lnTo>
                  <a:pt x="121102" y="56272"/>
                </a:lnTo>
                <a:cubicBezTo>
                  <a:pt x="123418" y="55886"/>
                  <a:pt x="125929" y="55692"/>
                  <a:pt x="127668" y="55692"/>
                </a:cubicBezTo>
                <a:cubicBezTo>
                  <a:pt x="132304" y="55692"/>
                  <a:pt x="134040" y="58783"/>
                  <a:pt x="134040" y="67288"/>
                </a:cubicBezTo>
                <a:lnTo>
                  <a:pt x="134040" y="112132"/>
                </a:lnTo>
                <a:cubicBezTo>
                  <a:pt x="134040" y="126048"/>
                  <a:pt x="132109" y="128173"/>
                  <a:pt x="118782" y="128945"/>
                </a:cubicBezTo>
                <a:lnTo>
                  <a:pt x="118782" y="131842"/>
                </a:lnTo>
                <a:lnTo>
                  <a:pt x="164557" y="131842"/>
                </a:lnTo>
                <a:lnTo>
                  <a:pt x="164557" y="128945"/>
                </a:lnTo>
                <a:cubicBezTo>
                  <a:pt x="151811" y="127981"/>
                  <a:pt x="150263" y="126048"/>
                  <a:pt x="150263" y="112132"/>
                </a:cubicBezTo>
                <a:lnTo>
                  <a:pt x="150263" y="43585"/>
                </a:lnTo>
                <a:lnTo>
                  <a:pt x="149491" y="43004"/>
                </a:lnTo>
                <a:moveTo>
                  <a:pt x="140414" y="0"/>
                </a:moveTo>
                <a:cubicBezTo>
                  <a:pt x="135201" y="0"/>
                  <a:pt x="130756" y="4444"/>
                  <a:pt x="130756" y="9852"/>
                </a:cubicBezTo>
                <a:cubicBezTo>
                  <a:pt x="130756" y="15260"/>
                  <a:pt x="135006" y="19701"/>
                  <a:pt x="140414" y="19701"/>
                </a:cubicBezTo>
                <a:cubicBezTo>
                  <a:pt x="146017" y="19701"/>
                  <a:pt x="150458" y="15452"/>
                  <a:pt x="150458" y="9852"/>
                </a:cubicBezTo>
                <a:cubicBezTo>
                  <a:pt x="150458" y="4444"/>
                  <a:pt x="146017" y="0"/>
                  <a:pt x="140414" y="0"/>
                </a:cubicBezTo>
                <a:close/>
                <a:moveTo>
                  <a:pt x="172475" y="54981"/>
                </a:moveTo>
                <a:cubicBezTo>
                  <a:pt x="173634" y="54401"/>
                  <a:pt x="175567" y="54209"/>
                  <a:pt x="177692" y="54209"/>
                </a:cubicBezTo>
                <a:cubicBezTo>
                  <a:pt x="183100" y="54209"/>
                  <a:pt x="184836" y="57106"/>
                  <a:pt x="184836" y="66566"/>
                </a:cubicBezTo>
                <a:lnTo>
                  <a:pt x="184836" y="114463"/>
                </a:lnTo>
                <a:cubicBezTo>
                  <a:pt x="184836" y="125470"/>
                  <a:pt x="182711" y="128173"/>
                  <a:pt x="172861" y="128945"/>
                </a:cubicBezTo>
                <a:lnTo>
                  <a:pt x="172861" y="131842"/>
                </a:lnTo>
                <a:lnTo>
                  <a:pt x="213809" y="131842"/>
                </a:lnTo>
                <a:lnTo>
                  <a:pt x="213809" y="128945"/>
                </a:lnTo>
                <a:cubicBezTo>
                  <a:pt x="203956" y="128173"/>
                  <a:pt x="201059" y="125856"/>
                  <a:pt x="201059" y="118904"/>
                </a:cubicBezTo>
                <a:lnTo>
                  <a:pt x="201059" y="64636"/>
                </a:lnTo>
                <a:cubicBezTo>
                  <a:pt x="210331" y="55945"/>
                  <a:pt x="214581" y="53629"/>
                  <a:pt x="220955" y="53629"/>
                </a:cubicBezTo>
                <a:cubicBezTo>
                  <a:pt x="230419" y="53629"/>
                  <a:pt x="235054" y="59614"/>
                  <a:pt x="235054" y="72360"/>
                </a:cubicBezTo>
                <a:lnTo>
                  <a:pt x="235054" y="112724"/>
                </a:lnTo>
                <a:cubicBezTo>
                  <a:pt x="235054" y="124890"/>
                  <a:pt x="232543" y="128173"/>
                  <a:pt x="222886" y="128945"/>
                </a:cubicBezTo>
                <a:lnTo>
                  <a:pt x="222886" y="131842"/>
                </a:lnTo>
                <a:lnTo>
                  <a:pt x="263061" y="131842"/>
                </a:lnTo>
                <a:lnTo>
                  <a:pt x="263061" y="128945"/>
                </a:lnTo>
                <a:cubicBezTo>
                  <a:pt x="253595" y="127981"/>
                  <a:pt x="251278" y="125662"/>
                  <a:pt x="251278" y="116202"/>
                </a:cubicBezTo>
                <a:lnTo>
                  <a:pt x="251278" y="71974"/>
                </a:lnTo>
                <a:cubicBezTo>
                  <a:pt x="251278" y="53823"/>
                  <a:pt x="242779" y="43004"/>
                  <a:pt x="228488" y="43004"/>
                </a:cubicBezTo>
                <a:cubicBezTo>
                  <a:pt x="219603" y="43004"/>
                  <a:pt x="213614" y="46290"/>
                  <a:pt x="200482" y="58651"/>
                </a:cubicBezTo>
                <a:lnTo>
                  <a:pt x="200482" y="43393"/>
                </a:lnTo>
                <a:lnTo>
                  <a:pt x="199129" y="43004"/>
                </a:lnTo>
                <a:cubicBezTo>
                  <a:pt x="189666" y="46482"/>
                  <a:pt x="183100" y="48607"/>
                  <a:pt x="172475" y="51698"/>
                </a:cubicBezTo>
                <a:lnTo>
                  <a:pt x="172475" y="54981"/>
                </a:lnTo>
                <a:close/>
                <a:moveTo>
                  <a:pt x="344758" y="100113"/>
                </a:moveTo>
                <a:cubicBezTo>
                  <a:pt x="335489" y="114799"/>
                  <a:pt x="327181" y="120404"/>
                  <a:pt x="314821" y="120404"/>
                </a:cubicBezTo>
                <a:cubicBezTo>
                  <a:pt x="303814" y="120404"/>
                  <a:pt x="295509" y="114799"/>
                  <a:pt x="289906" y="103786"/>
                </a:cubicBezTo>
                <a:cubicBezTo>
                  <a:pt x="286429" y="96441"/>
                  <a:pt x="285079" y="90064"/>
                  <a:pt x="284693" y="78275"/>
                </a:cubicBezTo>
                <a:lnTo>
                  <a:pt x="344180" y="78275"/>
                </a:lnTo>
                <a:cubicBezTo>
                  <a:pt x="342633" y="65744"/>
                  <a:pt x="340703" y="60162"/>
                  <a:pt x="335875" y="54003"/>
                </a:cubicBezTo>
                <a:cubicBezTo>
                  <a:pt x="330078" y="47062"/>
                  <a:pt x="321196" y="43004"/>
                  <a:pt x="311152" y="43004"/>
                </a:cubicBezTo>
                <a:cubicBezTo>
                  <a:pt x="301494" y="43004"/>
                  <a:pt x="292417" y="46482"/>
                  <a:pt x="285079" y="53039"/>
                </a:cubicBezTo>
                <a:cubicBezTo>
                  <a:pt x="275999" y="60932"/>
                  <a:pt x="270785" y="74606"/>
                  <a:pt x="270785" y="90450"/>
                </a:cubicBezTo>
                <a:cubicBezTo>
                  <a:pt x="270785" y="117118"/>
                  <a:pt x="284693" y="133728"/>
                  <a:pt x="306902" y="133728"/>
                </a:cubicBezTo>
                <a:cubicBezTo>
                  <a:pt x="325251" y="133728"/>
                  <a:pt x="339736" y="122335"/>
                  <a:pt x="347849" y="101466"/>
                </a:cubicBezTo>
                <a:lnTo>
                  <a:pt x="344758" y="100113"/>
                </a:lnTo>
                <a:moveTo>
                  <a:pt x="285079" y="72095"/>
                </a:moveTo>
                <a:cubicBezTo>
                  <a:pt x="287201" y="57083"/>
                  <a:pt x="293770" y="49959"/>
                  <a:pt x="305549" y="49959"/>
                </a:cubicBezTo>
                <a:cubicBezTo>
                  <a:pt x="317332" y="49959"/>
                  <a:pt x="321968" y="55350"/>
                  <a:pt x="324479" y="72095"/>
                </a:cubicBezTo>
                <a:lnTo>
                  <a:pt x="285079" y="72095"/>
                </a:lnTo>
                <a:close/>
                <a:moveTo>
                  <a:pt x="437079" y="119055"/>
                </a:moveTo>
                <a:cubicBezTo>
                  <a:pt x="433796" y="121754"/>
                  <a:pt x="431480" y="122721"/>
                  <a:pt x="428583" y="122721"/>
                </a:cubicBezTo>
                <a:cubicBezTo>
                  <a:pt x="424141" y="122721"/>
                  <a:pt x="422788" y="120018"/>
                  <a:pt x="422788" y="111528"/>
                </a:cubicBezTo>
                <a:lnTo>
                  <a:pt x="422788" y="73890"/>
                </a:lnTo>
                <a:cubicBezTo>
                  <a:pt x="422788" y="63852"/>
                  <a:pt x="421822" y="58256"/>
                  <a:pt x="418925" y="53623"/>
                </a:cubicBezTo>
                <a:cubicBezTo>
                  <a:pt x="414675" y="46676"/>
                  <a:pt x="406370" y="43004"/>
                  <a:pt x="394977" y="43004"/>
                </a:cubicBezTo>
                <a:cubicBezTo>
                  <a:pt x="376819" y="43004"/>
                  <a:pt x="362529" y="52465"/>
                  <a:pt x="362529" y="64624"/>
                </a:cubicBezTo>
                <a:cubicBezTo>
                  <a:pt x="362529" y="69066"/>
                  <a:pt x="366390" y="72923"/>
                  <a:pt x="370834" y="72923"/>
                </a:cubicBezTo>
                <a:cubicBezTo>
                  <a:pt x="375467" y="72923"/>
                  <a:pt x="379525" y="69066"/>
                  <a:pt x="379525" y="64819"/>
                </a:cubicBezTo>
                <a:cubicBezTo>
                  <a:pt x="379525" y="64047"/>
                  <a:pt x="379330" y="63080"/>
                  <a:pt x="379139" y="61730"/>
                </a:cubicBezTo>
                <a:cubicBezTo>
                  <a:pt x="378753" y="59994"/>
                  <a:pt x="378558" y="58450"/>
                  <a:pt x="378558" y="57097"/>
                </a:cubicBezTo>
                <a:cubicBezTo>
                  <a:pt x="378558" y="51887"/>
                  <a:pt x="384738" y="47640"/>
                  <a:pt x="392466" y="47640"/>
                </a:cubicBezTo>
                <a:cubicBezTo>
                  <a:pt x="401929" y="47640"/>
                  <a:pt x="407142" y="53237"/>
                  <a:pt x="407142" y="63661"/>
                </a:cubicBezTo>
                <a:lnTo>
                  <a:pt x="407142" y="75434"/>
                </a:lnTo>
                <a:cubicBezTo>
                  <a:pt x="377400" y="87400"/>
                  <a:pt x="374117" y="88944"/>
                  <a:pt x="365812" y="96279"/>
                </a:cubicBezTo>
                <a:cubicBezTo>
                  <a:pt x="361562" y="100140"/>
                  <a:pt x="358857" y="106700"/>
                  <a:pt x="358857" y="113069"/>
                </a:cubicBezTo>
                <a:cubicBezTo>
                  <a:pt x="358857" y="125232"/>
                  <a:pt x="367356" y="133728"/>
                  <a:pt x="379139" y="133728"/>
                </a:cubicBezTo>
                <a:cubicBezTo>
                  <a:pt x="387635" y="133728"/>
                  <a:pt x="395554" y="129673"/>
                  <a:pt x="407337" y="119629"/>
                </a:cubicBezTo>
                <a:cubicBezTo>
                  <a:pt x="408303" y="129673"/>
                  <a:pt x="411778" y="133728"/>
                  <a:pt x="419697" y="133728"/>
                </a:cubicBezTo>
                <a:cubicBezTo>
                  <a:pt x="426263" y="133728"/>
                  <a:pt x="430321" y="131412"/>
                  <a:pt x="437079" y="124073"/>
                </a:cubicBezTo>
                <a:lnTo>
                  <a:pt x="437079" y="119055"/>
                </a:lnTo>
                <a:moveTo>
                  <a:pt x="407142" y="108041"/>
                </a:moveTo>
                <a:cubicBezTo>
                  <a:pt x="407142" y="114030"/>
                  <a:pt x="406179" y="115769"/>
                  <a:pt x="402120" y="118085"/>
                </a:cubicBezTo>
                <a:cubicBezTo>
                  <a:pt x="397488" y="120790"/>
                  <a:pt x="392080" y="122526"/>
                  <a:pt x="388021" y="122526"/>
                </a:cubicBezTo>
                <a:cubicBezTo>
                  <a:pt x="381264" y="122526"/>
                  <a:pt x="375856" y="115960"/>
                  <a:pt x="375856" y="107655"/>
                </a:cubicBezTo>
                <a:lnTo>
                  <a:pt x="375856" y="106883"/>
                </a:lnTo>
                <a:cubicBezTo>
                  <a:pt x="375856" y="95486"/>
                  <a:pt x="383772" y="88534"/>
                  <a:pt x="407142" y="80035"/>
                </a:cubicBezTo>
                <a:lnTo>
                  <a:pt x="407142" y="108041"/>
                </a:lnTo>
                <a:close/>
                <a:moveTo>
                  <a:pt x="438818" y="56526"/>
                </a:moveTo>
                <a:cubicBezTo>
                  <a:pt x="441523" y="55945"/>
                  <a:pt x="443262" y="55751"/>
                  <a:pt x="445578" y="55751"/>
                </a:cubicBezTo>
                <a:cubicBezTo>
                  <a:pt x="450406" y="55751"/>
                  <a:pt x="452145" y="58842"/>
                  <a:pt x="452145" y="67339"/>
                </a:cubicBezTo>
                <a:lnTo>
                  <a:pt x="452145" y="115621"/>
                </a:lnTo>
                <a:cubicBezTo>
                  <a:pt x="452145" y="125276"/>
                  <a:pt x="450792" y="126629"/>
                  <a:pt x="438432" y="128945"/>
                </a:cubicBezTo>
                <a:lnTo>
                  <a:pt x="438432" y="131842"/>
                </a:lnTo>
                <a:lnTo>
                  <a:pt x="484787" y="131842"/>
                </a:lnTo>
                <a:lnTo>
                  <a:pt x="484787" y="128945"/>
                </a:lnTo>
                <a:cubicBezTo>
                  <a:pt x="471652" y="128367"/>
                  <a:pt x="468368" y="125470"/>
                  <a:pt x="468368" y="114463"/>
                </a:cubicBezTo>
                <a:lnTo>
                  <a:pt x="468368" y="71008"/>
                </a:lnTo>
                <a:cubicBezTo>
                  <a:pt x="468368" y="64828"/>
                  <a:pt x="476673" y="55173"/>
                  <a:pt x="481890" y="55173"/>
                </a:cubicBezTo>
                <a:cubicBezTo>
                  <a:pt x="483048" y="55173"/>
                  <a:pt x="484787" y="56140"/>
                  <a:pt x="486912" y="58070"/>
                </a:cubicBezTo>
                <a:cubicBezTo>
                  <a:pt x="490000" y="60772"/>
                  <a:pt x="492125" y="61931"/>
                  <a:pt x="494636" y="61931"/>
                </a:cubicBezTo>
                <a:cubicBezTo>
                  <a:pt x="499272" y="61931"/>
                  <a:pt x="502169" y="58648"/>
                  <a:pt x="502169" y="53243"/>
                </a:cubicBezTo>
                <a:cubicBezTo>
                  <a:pt x="502169" y="46868"/>
                  <a:pt x="498114" y="43004"/>
                  <a:pt x="491547" y="43004"/>
                </a:cubicBezTo>
                <a:cubicBezTo>
                  <a:pt x="483434" y="43004"/>
                  <a:pt x="477835" y="47449"/>
                  <a:pt x="468368" y="61158"/>
                </a:cubicBezTo>
                <a:lnTo>
                  <a:pt x="468368" y="43393"/>
                </a:lnTo>
                <a:lnTo>
                  <a:pt x="467405" y="43004"/>
                </a:lnTo>
                <a:cubicBezTo>
                  <a:pt x="457166" y="47254"/>
                  <a:pt x="450214" y="49765"/>
                  <a:pt x="438818" y="53434"/>
                </a:cubicBezTo>
                <a:lnTo>
                  <a:pt x="438818" y="565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F8BAAF-E143-4548-AF88-413655A0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387" y="7685843"/>
            <a:ext cx="1648654" cy="302287"/>
          </a:xfrm>
          <a:custGeom xmlns:a="http://schemas.openxmlformats.org/drawingml/2006/main">
            <a:pathLst>
              <a:path w="1648654" h="302287">
                <a:moveTo>
                  <a:pt x="1538746" y="0"/>
                </a:moveTo>
                <a:lnTo>
                  <a:pt x="109908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92378"/>
                </a:lnTo>
                <a:cubicBezTo>
                  <a:pt x="0" y="253080"/>
                  <a:pt x="49207" y="302287"/>
                  <a:pt x="109908" y="302287"/>
                </a:cubicBezTo>
                <a:lnTo>
                  <a:pt x="1538746" y="302287"/>
                </a:lnTo>
                <a:cubicBezTo>
                  <a:pt x="1599447" y="302287"/>
                  <a:pt x="1648654" y="253080"/>
                  <a:pt x="1648654" y="192378"/>
                </a:cubicBezTo>
                <a:lnTo>
                  <a:pt x="1648654" y="109909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302287"/>
                </a:moveTo>
              </a:path>
            </a:pathLst>
          </a:custGeom>
          <a:solidFill xmlns:a="http://schemas.openxmlformats.org/drawingml/2006/main">
            <a:srgbClr val="E6FF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09B14A-5FD7-4DBC-82A3-774B6DE4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387" y="7685843"/>
            <a:ext cx="1648654" cy="302287"/>
          </a:xfrm>
          <a:custGeom xmlns:a="http://schemas.openxmlformats.org/drawingml/2006/main">
            <a:pathLst>
              <a:path w="1648654" h="302287" fill="none">
                <a:moveTo>
                  <a:pt x="1538746" y="0"/>
                </a:moveTo>
                <a:lnTo>
                  <a:pt x="109908" y="0"/>
                </a:lnTo>
                <a:cubicBezTo>
                  <a:pt x="49207" y="0"/>
                  <a:pt x="0" y="49207"/>
                  <a:pt x="0" y="109909"/>
                </a:cubicBezTo>
                <a:lnTo>
                  <a:pt x="0" y="192378"/>
                </a:lnTo>
                <a:cubicBezTo>
                  <a:pt x="0" y="253080"/>
                  <a:pt x="49207" y="302287"/>
                  <a:pt x="109908" y="302287"/>
                </a:cubicBezTo>
                <a:lnTo>
                  <a:pt x="1538746" y="302287"/>
                </a:lnTo>
                <a:cubicBezTo>
                  <a:pt x="1599447" y="302287"/>
                  <a:pt x="1648654" y="253080"/>
                  <a:pt x="1648654" y="192378"/>
                </a:cubicBezTo>
                <a:lnTo>
                  <a:pt x="1648654" y="109909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302287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39" name="Text Unpatching">
            <a:extLst xmlns:a="http://schemas.openxmlformats.org/drawingml/2006/main">
              <a:ext uri="{FF2B5EF4-FFF2-40B4-BE49-F238E27FC236}">
                <a16:creationId xmlns:a16="http://schemas.microsoft.com/office/drawing/2014/main" id="{E4A20955-F941-4118-8F22-03E9DA0E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790" y="7749926"/>
            <a:ext cx="892700" cy="174039"/>
          </a:xfrm>
          <a:custGeom xmlns:a="http://schemas.openxmlformats.org/drawingml/2006/main">
            <a:pathLst>
              <a:path w="892700" h="174039">
                <a:moveTo>
                  <a:pt x="115306" y="32409"/>
                </a:moveTo>
                <a:cubicBezTo>
                  <a:pt x="115306" y="12717"/>
                  <a:pt x="117625" y="9628"/>
                  <a:pt x="133460" y="7698"/>
                </a:cubicBezTo>
                <a:lnTo>
                  <a:pt x="133460" y="4026"/>
                </a:lnTo>
                <a:lnTo>
                  <a:pt x="88652" y="4026"/>
                </a:lnTo>
                <a:lnTo>
                  <a:pt x="88652" y="7698"/>
                </a:lnTo>
                <a:cubicBezTo>
                  <a:pt x="103718" y="8856"/>
                  <a:pt x="106806" y="13103"/>
                  <a:pt x="106806" y="32409"/>
                </a:cubicBezTo>
                <a:lnTo>
                  <a:pt x="106806" y="84541"/>
                </a:lnTo>
                <a:cubicBezTo>
                  <a:pt x="106806" y="97670"/>
                  <a:pt x="105457" y="105006"/>
                  <a:pt x="102365" y="110797"/>
                </a:cubicBezTo>
                <a:cubicBezTo>
                  <a:pt x="97152" y="120065"/>
                  <a:pt x="84788" y="126051"/>
                  <a:pt x="70303" y="126051"/>
                </a:cubicBezTo>
                <a:cubicBezTo>
                  <a:pt x="56590" y="126051"/>
                  <a:pt x="47127" y="121418"/>
                  <a:pt x="41911" y="112344"/>
                </a:cubicBezTo>
                <a:cubicBezTo>
                  <a:pt x="38436" y="106164"/>
                  <a:pt x="37084" y="99020"/>
                  <a:pt x="37084" y="86857"/>
                </a:cubicBezTo>
                <a:lnTo>
                  <a:pt x="37084" y="25074"/>
                </a:lnTo>
                <a:cubicBezTo>
                  <a:pt x="37084" y="11173"/>
                  <a:pt x="39208" y="9048"/>
                  <a:pt x="54660" y="7698"/>
                </a:cubicBezTo>
                <a:lnTo>
                  <a:pt x="54660" y="4026"/>
                </a:lnTo>
                <a:lnTo>
                  <a:pt x="0" y="4026"/>
                </a:lnTo>
                <a:lnTo>
                  <a:pt x="0" y="7698"/>
                </a:lnTo>
                <a:cubicBezTo>
                  <a:pt x="15257" y="8856"/>
                  <a:pt x="17382" y="10978"/>
                  <a:pt x="17382" y="25074"/>
                </a:cubicBezTo>
                <a:lnTo>
                  <a:pt x="17382" y="85313"/>
                </a:lnTo>
                <a:cubicBezTo>
                  <a:pt x="17382" y="118713"/>
                  <a:pt x="33028" y="134548"/>
                  <a:pt x="65862" y="134548"/>
                </a:cubicBezTo>
                <a:cubicBezTo>
                  <a:pt x="86913" y="134548"/>
                  <a:pt x="101398" y="127790"/>
                  <a:pt x="108931" y="114660"/>
                </a:cubicBezTo>
                <a:cubicBezTo>
                  <a:pt x="113567" y="106550"/>
                  <a:pt x="115306" y="97670"/>
                  <a:pt x="115306" y="82802"/>
                </a:cubicBezTo>
                <a:lnTo>
                  <a:pt x="115306" y="32409"/>
                </a:lnTo>
                <a:close/>
                <a:moveTo>
                  <a:pt x="139835" y="55046"/>
                </a:moveTo>
                <a:cubicBezTo>
                  <a:pt x="140993" y="54466"/>
                  <a:pt x="142926" y="54274"/>
                  <a:pt x="145051" y="54274"/>
                </a:cubicBezTo>
                <a:cubicBezTo>
                  <a:pt x="150459" y="54274"/>
                  <a:pt x="152195" y="57171"/>
                  <a:pt x="152195" y="66631"/>
                </a:cubicBezTo>
                <a:lnTo>
                  <a:pt x="152195" y="114528"/>
                </a:lnTo>
                <a:cubicBezTo>
                  <a:pt x="152195" y="125535"/>
                  <a:pt x="150070" y="128238"/>
                  <a:pt x="140221" y="129010"/>
                </a:cubicBezTo>
                <a:lnTo>
                  <a:pt x="140221" y="131907"/>
                </a:lnTo>
                <a:lnTo>
                  <a:pt x="181168" y="131907"/>
                </a:lnTo>
                <a:lnTo>
                  <a:pt x="181168" y="129010"/>
                </a:lnTo>
                <a:cubicBezTo>
                  <a:pt x="171316" y="128238"/>
                  <a:pt x="168419" y="125921"/>
                  <a:pt x="168419" y="118969"/>
                </a:cubicBezTo>
                <a:lnTo>
                  <a:pt x="168419" y="64701"/>
                </a:lnTo>
                <a:cubicBezTo>
                  <a:pt x="177691" y="56010"/>
                  <a:pt x="181940" y="53693"/>
                  <a:pt x="188315" y="53693"/>
                </a:cubicBezTo>
                <a:cubicBezTo>
                  <a:pt x="197778" y="53693"/>
                  <a:pt x="202414" y="59679"/>
                  <a:pt x="202414" y="72425"/>
                </a:cubicBezTo>
                <a:lnTo>
                  <a:pt x="202414" y="112789"/>
                </a:lnTo>
                <a:cubicBezTo>
                  <a:pt x="202414" y="124955"/>
                  <a:pt x="199903" y="128238"/>
                  <a:pt x="190245" y="129010"/>
                </a:cubicBezTo>
                <a:lnTo>
                  <a:pt x="190245" y="131907"/>
                </a:lnTo>
                <a:lnTo>
                  <a:pt x="230420" y="131907"/>
                </a:lnTo>
                <a:lnTo>
                  <a:pt x="230420" y="129010"/>
                </a:lnTo>
                <a:cubicBezTo>
                  <a:pt x="220954" y="128046"/>
                  <a:pt x="218638" y="125727"/>
                  <a:pt x="218638" y="116267"/>
                </a:cubicBezTo>
                <a:lnTo>
                  <a:pt x="218638" y="72039"/>
                </a:lnTo>
                <a:cubicBezTo>
                  <a:pt x="218638" y="53888"/>
                  <a:pt x="210138" y="43069"/>
                  <a:pt x="195848" y="43069"/>
                </a:cubicBezTo>
                <a:cubicBezTo>
                  <a:pt x="186962" y="43069"/>
                  <a:pt x="180974" y="46355"/>
                  <a:pt x="167841" y="58715"/>
                </a:cubicBezTo>
                <a:lnTo>
                  <a:pt x="167841" y="43458"/>
                </a:lnTo>
                <a:lnTo>
                  <a:pt x="166489" y="43069"/>
                </a:lnTo>
                <a:cubicBezTo>
                  <a:pt x="157025" y="46547"/>
                  <a:pt x="150459" y="48672"/>
                  <a:pt x="139835" y="51763"/>
                </a:cubicBezTo>
                <a:lnTo>
                  <a:pt x="139835" y="55046"/>
                </a:lnTo>
                <a:close/>
                <a:moveTo>
                  <a:pt x="235053" y="55963"/>
                </a:moveTo>
                <a:cubicBezTo>
                  <a:pt x="236791" y="55771"/>
                  <a:pt x="238144" y="55771"/>
                  <a:pt x="239883" y="55771"/>
                </a:cubicBezTo>
                <a:cubicBezTo>
                  <a:pt x="246449" y="55771"/>
                  <a:pt x="247802" y="57702"/>
                  <a:pt x="247802" y="66779"/>
                </a:cubicBezTo>
                <a:lnTo>
                  <a:pt x="247802" y="157170"/>
                </a:lnTo>
                <a:cubicBezTo>
                  <a:pt x="247802" y="167213"/>
                  <a:pt x="245677" y="169338"/>
                  <a:pt x="234280" y="170496"/>
                </a:cubicBezTo>
                <a:lnTo>
                  <a:pt x="234280" y="173779"/>
                </a:lnTo>
                <a:lnTo>
                  <a:pt x="281022" y="173779"/>
                </a:lnTo>
                <a:lnTo>
                  <a:pt x="281022" y="170305"/>
                </a:lnTo>
                <a:cubicBezTo>
                  <a:pt x="266537" y="170110"/>
                  <a:pt x="264026" y="167985"/>
                  <a:pt x="264026" y="155817"/>
                </a:cubicBezTo>
                <a:lnTo>
                  <a:pt x="264026" y="125491"/>
                </a:lnTo>
                <a:cubicBezTo>
                  <a:pt x="270786" y="131863"/>
                  <a:pt x="275419" y="133793"/>
                  <a:pt x="283533" y="133793"/>
                </a:cubicBezTo>
                <a:cubicBezTo>
                  <a:pt x="306323" y="133793"/>
                  <a:pt x="324091" y="112173"/>
                  <a:pt x="324091" y="84187"/>
                </a:cubicBezTo>
                <a:cubicBezTo>
                  <a:pt x="324091" y="60257"/>
                  <a:pt x="310572" y="43069"/>
                  <a:pt x="291838" y="43069"/>
                </a:cubicBezTo>
                <a:cubicBezTo>
                  <a:pt x="281022" y="43069"/>
                  <a:pt x="272522" y="47899"/>
                  <a:pt x="264026" y="58326"/>
                </a:cubicBezTo>
                <a:lnTo>
                  <a:pt x="264026" y="43458"/>
                </a:lnTo>
                <a:lnTo>
                  <a:pt x="262867" y="43069"/>
                </a:lnTo>
                <a:cubicBezTo>
                  <a:pt x="252438" y="47127"/>
                  <a:pt x="245677" y="49638"/>
                  <a:pt x="235053" y="52921"/>
                </a:cubicBezTo>
                <a:lnTo>
                  <a:pt x="235053" y="55963"/>
                </a:lnTo>
                <a:moveTo>
                  <a:pt x="264026" y="67398"/>
                </a:moveTo>
                <a:cubicBezTo>
                  <a:pt x="264026" y="61606"/>
                  <a:pt x="274842" y="54660"/>
                  <a:pt x="283724" y="54660"/>
                </a:cubicBezTo>
                <a:cubicBezTo>
                  <a:pt x="298018" y="54660"/>
                  <a:pt x="307481" y="69328"/>
                  <a:pt x="307481" y="91717"/>
                </a:cubicBezTo>
                <a:cubicBezTo>
                  <a:pt x="307481" y="113140"/>
                  <a:pt x="298018" y="127613"/>
                  <a:pt x="284113" y="127613"/>
                </a:cubicBezTo>
                <a:cubicBezTo>
                  <a:pt x="275033" y="127613"/>
                  <a:pt x="264026" y="120667"/>
                  <a:pt x="264026" y="114876"/>
                </a:cubicBezTo>
                <a:lnTo>
                  <a:pt x="264026" y="67398"/>
                </a:lnTo>
                <a:close/>
                <a:moveTo>
                  <a:pt x="415254" y="119119"/>
                </a:moveTo>
                <a:cubicBezTo>
                  <a:pt x="411971" y="121819"/>
                  <a:pt x="409654" y="122786"/>
                  <a:pt x="406757" y="122786"/>
                </a:cubicBezTo>
                <a:cubicBezTo>
                  <a:pt x="402316" y="122786"/>
                  <a:pt x="400963" y="120083"/>
                  <a:pt x="400963" y="111592"/>
                </a:cubicBezTo>
                <a:lnTo>
                  <a:pt x="400963" y="73955"/>
                </a:lnTo>
                <a:cubicBezTo>
                  <a:pt x="400963" y="63917"/>
                  <a:pt x="399997" y="58320"/>
                  <a:pt x="397100" y="53688"/>
                </a:cubicBezTo>
                <a:cubicBezTo>
                  <a:pt x="392850" y="46741"/>
                  <a:pt x="384545" y="43069"/>
                  <a:pt x="373152" y="43069"/>
                </a:cubicBezTo>
                <a:cubicBezTo>
                  <a:pt x="354994" y="43069"/>
                  <a:pt x="340704" y="52529"/>
                  <a:pt x="340704" y="64689"/>
                </a:cubicBezTo>
                <a:cubicBezTo>
                  <a:pt x="340704" y="69130"/>
                  <a:pt x="344565" y="72988"/>
                  <a:pt x="349009" y="72988"/>
                </a:cubicBezTo>
                <a:cubicBezTo>
                  <a:pt x="353642" y="72988"/>
                  <a:pt x="357700" y="69130"/>
                  <a:pt x="357700" y="64884"/>
                </a:cubicBezTo>
                <a:cubicBezTo>
                  <a:pt x="357700" y="64112"/>
                  <a:pt x="357505" y="63145"/>
                  <a:pt x="357314" y="61795"/>
                </a:cubicBezTo>
                <a:cubicBezTo>
                  <a:pt x="356928" y="60059"/>
                  <a:pt x="356733" y="58515"/>
                  <a:pt x="356733" y="57162"/>
                </a:cubicBezTo>
                <a:cubicBezTo>
                  <a:pt x="356733" y="51952"/>
                  <a:pt x="362913" y="47705"/>
                  <a:pt x="370641" y="47705"/>
                </a:cubicBezTo>
                <a:cubicBezTo>
                  <a:pt x="380104" y="47705"/>
                  <a:pt x="385317" y="53301"/>
                  <a:pt x="385317" y="63725"/>
                </a:cubicBezTo>
                <a:lnTo>
                  <a:pt x="385317" y="75499"/>
                </a:lnTo>
                <a:cubicBezTo>
                  <a:pt x="355575" y="87464"/>
                  <a:pt x="352292" y="89009"/>
                  <a:pt x="343987" y="96344"/>
                </a:cubicBezTo>
                <a:cubicBezTo>
                  <a:pt x="339737" y="100205"/>
                  <a:pt x="337032" y="106765"/>
                  <a:pt x="337032" y="113134"/>
                </a:cubicBezTo>
                <a:cubicBezTo>
                  <a:pt x="337032" y="125297"/>
                  <a:pt x="345531" y="133793"/>
                  <a:pt x="357314" y="133793"/>
                </a:cubicBezTo>
                <a:cubicBezTo>
                  <a:pt x="365810" y="133793"/>
                  <a:pt x="373729" y="129738"/>
                  <a:pt x="385512" y="119694"/>
                </a:cubicBezTo>
                <a:cubicBezTo>
                  <a:pt x="386478" y="129738"/>
                  <a:pt x="389953" y="133793"/>
                  <a:pt x="397872" y="133793"/>
                </a:cubicBezTo>
                <a:cubicBezTo>
                  <a:pt x="404438" y="133793"/>
                  <a:pt x="408496" y="131477"/>
                  <a:pt x="415254" y="124138"/>
                </a:cubicBezTo>
                <a:lnTo>
                  <a:pt x="415254" y="119119"/>
                </a:lnTo>
                <a:moveTo>
                  <a:pt x="385317" y="108106"/>
                </a:moveTo>
                <a:cubicBezTo>
                  <a:pt x="385317" y="114095"/>
                  <a:pt x="384354" y="115833"/>
                  <a:pt x="380295" y="118150"/>
                </a:cubicBezTo>
                <a:cubicBezTo>
                  <a:pt x="375662" y="120855"/>
                  <a:pt x="370255" y="122591"/>
                  <a:pt x="366196" y="122591"/>
                </a:cubicBezTo>
                <a:cubicBezTo>
                  <a:pt x="359439" y="122591"/>
                  <a:pt x="354031" y="116025"/>
                  <a:pt x="354031" y="107720"/>
                </a:cubicBezTo>
                <a:lnTo>
                  <a:pt x="354031" y="106948"/>
                </a:lnTo>
                <a:cubicBezTo>
                  <a:pt x="354031" y="95551"/>
                  <a:pt x="361947" y="88599"/>
                  <a:pt x="385317" y="80100"/>
                </a:cubicBezTo>
                <a:lnTo>
                  <a:pt x="385317" y="108106"/>
                </a:lnTo>
                <a:close/>
                <a:moveTo>
                  <a:pt x="464892" y="44955"/>
                </a:moveTo>
                <a:lnTo>
                  <a:pt x="445385" y="44955"/>
                </a:lnTo>
                <a:lnTo>
                  <a:pt x="445385" y="22551"/>
                </a:lnTo>
                <a:cubicBezTo>
                  <a:pt x="445385" y="20621"/>
                  <a:pt x="445194" y="20040"/>
                  <a:pt x="444032" y="20040"/>
                </a:cubicBezTo>
                <a:cubicBezTo>
                  <a:pt x="442683" y="21779"/>
                  <a:pt x="441522" y="23518"/>
                  <a:pt x="440172" y="25448"/>
                </a:cubicBezTo>
                <a:cubicBezTo>
                  <a:pt x="432830" y="36073"/>
                  <a:pt x="424526" y="45344"/>
                  <a:pt x="421437" y="46116"/>
                </a:cubicBezTo>
                <a:cubicBezTo>
                  <a:pt x="419312" y="47466"/>
                  <a:pt x="418151" y="48819"/>
                  <a:pt x="418151" y="49786"/>
                </a:cubicBezTo>
                <a:cubicBezTo>
                  <a:pt x="418151" y="50366"/>
                  <a:pt x="418345" y="50752"/>
                  <a:pt x="418926" y="51138"/>
                </a:cubicBezTo>
                <a:lnTo>
                  <a:pt x="429161" y="51138"/>
                </a:lnTo>
                <a:lnTo>
                  <a:pt x="429161" y="109267"/>
                </a:lnTo>
                <a:cubicBezTo>
                  <a:pt x="429161" y="125488"/>
                  <a:pt x="434955" y="133793"/>
                  <a:pt x="446352" y="133793"/>
                </a:cubicBezTo>
                <a:cubicBezTo>
                  <a:pt x="455815" y="133793"/>
                  <a:pt x="463153" y="129160"/>
                  <a:pt x="469528" y="119116"/>
                </a:cubicBezTo>
                <a:lnTo>
                  <a:pt x="467017" y="116992"/>
                </a:lnTo>
                <a:cubicBezTo>
                  <a:pt x="462962" y="121819"/>
                  <a:pt x="459679" y="123752"/>
                  <a:pt x="455429" y="123752"/>
                </a:cubicBezTo>
                <a:cubicBezTo>
                  <a:pt x="448282" y="123752"/>
                  <a:pt x="445385" y="118536"/>
                  <a:pt x="445385" y="106370"/>
                </a:cubicBezTo>
                <a:lnTo>
                  <a:pt x="445385" y="51138"/>
                </a:lnTo>
                <a:lnTo>
                  <a:pt x="464892" y="51138"/>
                </a:lnTo>
                <a:lnTo>
                  <a:pt x="464892" y="44955"/>
                </a:lnTo>
                <a:close/>
                <a:moveTo>
                  <a:pt x="546206" y="101746"/>
                </a:moveTo>
                <a:cubicBezTo>
                  <a:pt x="536934" y="115256"/>
                  <a:pt x="529982" y="119889"/>
                  <a:pt x="518971" y="119889"/>
                </a:cubicBezTo>
                <a:cubicBezTo>
                  <a:pt x="501395" y="119889"/>
                  <a:pt x="489035" y="104449"/>
                  <a:pt x="489035" y="82254"/>
                </a:cubicBezTo>
                <a:cubicBezTo>
                  <a:pt x="489035" y="62376"/>
                  <a:pt x="499659" y="48672"/>
                  <a:pt x="515302" y="48672"/>
                </a:cubicBezTo>
                <a:cubicBezTo>
                  <a:pt x="522255" y="48672"/>
                  <a:pt x="524766" y="50794"/>
                  <a:pt x="526699" y="57934"/>
                </a:cubicBezTo>
                <a:lnTo>
                  <a:pt x="527857" y="62181"/>
                </a:lnTo>
                <a:cubicBezTo>
                  <a:pt x="529401" y="67586"/>
                  <a:pt x="532879" y="71061"/>
                  <a:pt x="536934" y="71061"/>
                </a:cubicBezTo>
                <a:cubicBezTo>
                  <a:pt x="541956" y="71061"/>
                  <a:pt x="546206" y="67392"/>
                  <a:pt x="546206" y="62953"/>
                </a:cubicBezTo>
                <a:cubicBezTo>
                  <a:pt x="546206" y="52146"/>
                  <a:pt x="532684" y="43069"/>
                  <a:pt x="516461" y="43069"/>
                </a:cubicBezTo>
                <a:cubicBezTo>
                  <a:pt x="506997" y="43069"/>
                  <a:pt x="497148" y="46933"/>
                  <a:pt x="489229" y="53882"/>
                </a:cubicBezTo>
                <a:cubicBezTo>
                  <a:pt x="479572" y="62376"/>
                  <a:pt x="474164" y="75499"/>
                  <a:pt x="474164" y="90745"/>
                </a:cubicBezTo>
                <a:cubicBezTo>
                  <a:pt x="474164" y="115836"/>
                  <a:pt x="489421" y="133793"/>
                  <a:pt x="510861" y="133793"/>
                </a:cubicBezTo>
                <a:cubicBezTo>
                  <a:pt x="519552" y="133793"/>
                  <a:pt x="527276" y="130704"/>
                  <a:pt x="534232" y="124716"/>
                </a:cubicBezTo>
                <a:cubicBezTo>
                  <a:pt x="539445" y="120080"/>
                  <a:pt x="543114" y="114870"/>
                  <a:pt x="548908" y="103482"/>
                </a:cubicBezTo>
                <a:lnTo>
                  <a:pt x="546206" y="101746"/>
                </a:lnTo>
                <a:close/>
                <a:moveTo>
                  <a:pt x="585415" y="65668"/>
                </a:moveTo>
                <a:cubicBezTo>
                  <a:pt x="593525" y="56785"/>
                  <a:pt x="599319" y="53499"/>
                  <a:pt x="606852" y="53499"/>
                </a:cubicBezTo>
                <a:cubicBezTo>
                  <a:pt x="616510" y="53499"/>
                  <a:pt x="621337" y="60454"/>
                  <a:pt x="621337" y="73973"/>
                </a:cubicBezTo>
                <a:lnTo>
                  <a:pt x="621337" y="112208"/>
                </a:lnTo>
                <a:cubicBezTo>
                  <a:pt x="621337" y="125341"/>
                  <a:pt x="619407" y="127852"/>
                  <a:pt x="608205" y="129010"/>
                </a:cubicBezTo>
                <a:lnTo>
                  <a:pt x="608205" y="131907"/>
                </a:lnTo>
                <a:lnTo>
                  <a:pt x="649152" y="131907"/>
                </a:lnTo>
                <a:lnTo>
                  <a:pt x="649152" y="129010"/>
                </a:lnTo>
                <a:cubicBezTo>
                  <a:pt x="638722" y="127080"/>
                  <a:pt x="637561" y="125535"/>
                  <a:pt x="637561" y="112208"/>
                </a:cubicBezTo>
                <a:lnTo>
                  <a:pt x="637561" y="73778"/>
                </a:lnTo>
                <a:cubicBezTo>
                  <a:pt x="637561" y="53499"/>
                  <a:pt x="629450" y="43069"/>
                  <a:pt x="613804" y="43069"/>
                </a:cubicBezTo>
                <a:cubicBezTo>
                  <a:pt x="602411" y="43069"/>
                  <a:pt x="594297" y="47705"/>
                  <a:pt x="585415" y="59293"/>
                </a:cubicBezTo>
                <a:lnTo>
                  <a:pt x="585415" y="581"/>
                </a:lnTo>
                <a:lnTo>
                  <a:pt x="584448" y="0"/>
                </a:lnTo>
                <a:cubicBezTo>
                  <a:pt x="577882" y="2316"/>
                  <a:pt x="573051" y="3864"/>
                  <a:pt x="562236" y="6952"/>
                </a:cubicBezTo>
                <a:lnTo>
                  <a:pt x="557022" y="8499"/>
                </a:lnTo>
                <a:lnTo>
                  <a:pt x="557022" y="11588"/>
                </a:lnTo>
                <a:cubicBezTo>
                  <a:pt x="557794" y="11396"/>
                  <a:pt x="558375" y="11396"/>
                  <a:pt x="559339" y="11396"/>
                </a:cubicBezTo>
                <a:cubicBezTo>
                  <a:pt x="567644" y="11396"/>
                  <a:pt x="569191" y="12941"/>
                  <a:pt x="569191" y="21246"/>
                </a:cubicBezTo>
                <a:lnTo>
                  <a:pt x="569191" y="112208"/>
                </a:lnTo>
                <a:cubicBezTo>
                  <a:pt x="569191" y="125727"/>
                  <a:pt x="568030" y="127466"/>
                  <a:pt x="556828" y="129010"/>
                </a:cubicBezTo>
                <a:lnTo>
                  <a:pt x="556828" y="131907"/>
                </a:lnTo>
                <a:lnTo>
                  <a:pt x="598547" y="131907"/>
                </a:lnTo>
                <a:lnTo>
                  <a:pt x="598547" y="129010"/>
                </a:lnTo>
                <a:cubicBezTo>
                  <a:pt x="587345" y="127852"/>
                  <a:pt x="585415" y="125535"/>
                  <a:pt x="585415" y="112208"/>
                </a:cubicBezTo>
                <a:lnTo>
                  <a:pt x="585415" y="65668"/>
                </a:lnTo>
                <a:close/>
                <a:moveTo>
                  <a:pt x="685460" y="43069"/>
                </a:moveTo>
                <a:lnTo>
                  <a:pt x="655523" y="53632"/>
                </a:lnTo>
                <a:lnTo>
                  <a:pt x="655523" y="56532"/>
                </a:lnTo>
                <a:lnTo>
                  <a:pt x="657070" y="56337"/>
                </a:lnTo>
                <a:cubicBezTo>
                  <a:pt x="659387" y="55951"/>
                  <a:pt x="661897" y="55756"/>
                  <a:pt x="663636" y="55756"/>
                </a:cubicBezTo>
                <a:cubicBezTo>
                  <a:pt x="668272" y="55756"/>
                  <a:pt x="670008" y="58848"/>
                  <a:pt x="670008" y="67353"/>
                </a:cubicBezTo>
                <a:lnTo>
                  <a:pt x="670008" y="112197"/>
                </a:lnTo>
                <a:cubicBezTo>
                  <a:pt x="670008" y="126113"/>
                  <a:pt x="668078" y="128238"/>
                  <a:pt x="654751" y="129010"/>
                </a:cubicBezTo>
                <a:lnTo>
                  <a:pt x="654751" y="131907"/>
                </a:lnTo>
                <a:lnTo>
                  <a:pt x="700525" y="131907"/>
                </a:lnTo>
                <a:lnTo>
                  <a:pt x="700525" y="129010"/>
                </a:lnTo>
                <a:cubicBezTo>
                  <a:pt x="687779" y="128046"/>
                  <a:pt x="686232" y="126113"/>
                  <a:pt x="686232" y="112197"/>
                </a:cubicBezTo>
                <a:lnTo>
                  <a:pt x="686232" y="43650"/>
                </a:lnTo>
                <a:lnTo>
                  <a:pt x="685460" y="43069"/>
                </a:lnTo>
                <a:moveTo>
                  <a:pt x="676383" y="65"/>
                </a:moveTo>
                <a:cubicBezTo>
                  <a:pt x="671169" y="65"/>
                  <a:pt x="666725" y="4509"/>
                  <a:pt x="666725" y="9917"/>
                </a:cubicBezTo>
                <a:cubicBezTo>
                  <a:pt x="666725" y="15325"/>
                  <a:pt x="670975" y="19766"/>
                  <a:pt x="676383" y="19766"/>
                </a:cubicBezTo>
                <a:cubicBezTo>
                  <a:pt x="681985" y="19766"/>
                  <a:pt x="686426" y="15517"/>
                  <a:pt x="686426" y="9917"/>
                </a:cubicBezTo>
                <a:cubicBezTo>
                  <a:pt x="686426" y="4509"/>
                  <a:pt x="681985" y="65"/>
                  <a:pt x="676383" y="65"/>
                </a:cubicBezTo>
                <a:close/>
                <a:moveTo>
                  <a:pt x="708444" y="55046"/>
                </a:moveTo>
                <a:cubicBezTo>
                  <a:pt x="709602" y="54466"/>
                  <a:pt x="711536" y="54274"/>
                  <a:pt x="713660" y="54274"/>
                </a:cubicBezTo>
                <a:cubicBezTo>
                  <a:pt x="719068" y="54274"/>
                  <a:pt x="720804" y="57171"/>
                  <a:pt x="720804" y="66631"/>
                </a:cubicBezTo>
                <a:lnTo>
                  <a:pt x="720804" y="114528"/>
                </a:lnTo>
                <a:cubicBezTo>
                  <a:pt x="720804" y="125535"/>
                  <a:pt x="718679" y="128238"/>
                  <a:pt x="708830" y="129010"/>
                </a:cubicBezTo>
                <a:lnTo>
                  <a:pt x="708830" y="131907"/>
                </a:lnTo>
                <a:lnTo>
                  <a:pt x="749777" y="131907"/>
                </a:lnTo>
                <a:lnTo>
                  <a:pt x="749777" y="129010"/>
                </a:lnTo>
                <a:cubicBezTo>
                  <a:pt x="739925" y="128238"/>
                  <a:pt x="737028" y="125921"/>
                  <a:pt x="737028" y="118969"/>
                </a:cubicBezTo>
                <a:lnTo>
                  <a:pt x="737028" y="64701"/>
                </a:lnTo>
                <a:cubicBezTo>
                  <a:pt x="746300" y="56010"/>
                  <a:pt x="750549" y="53693"/>
                  <a:pt x="756924" y="53693"/>
                </a:cubicBezTo>
                <a:cubicBezTo>
                  <a:pt x="766387" y="53693"/>
                  <a:pt x="771023" y="59679"/>
                  <a:pt x="771023" y="72425"/>
                </a:cubicBezTo>
                <a:lnTo>
                  <a:pt x="771023" y="112789"/>
                </a:lnTo>
                <a:cubicBezTo>
                  <a:pt x="771023" y="124955"/>
                  <a:pt x="768512" y="128238"/>
                  <a:pt x="758854" y="129010"/>
                </a:cubicBezTo>
                <a:lnTo>
                  <a:pt x="758854" y="131907"/>
                </a:lnTo>
                <a:lnTo>
                  <a:pt x="799029" y="131907"/>
                </a:lnTo>
                <a:lnTo>
                  <a:pt x="799029" y="129010"/>
                </a:lnTo>
                <a:cubicBezTo>
                  <a:pt x="789563" y="128046"/>
                  <a:pt x="787247" y="125727"/>
                  <a:pt x="787247" y="116267"/>
                </a:cubicBezTo>
                <a:lnTo>
                  <a:pt x="787247" y="72039"/>
                </a:lnTo>
                <a:cubicBezTo>
                  <a:pt x="787247" y="53888"/>
                  <a:pt x="778747" y="43069"/>
                  <a:pt x="764457" y="43069"/>
                </a:cubicBezTo>
                <a:cubicBezTo>
                  <a:pt x="755571" y="43069"/>
                  <a:pt x="749583" y="46355"/>
                  <a:pt x="736450" y="58715"/>
                </a:cubicBezTo>
                <a:lnTo>
                  <a:pt x="736450" y="43458"/>
                </a:lnTo>
                <a:lnTo>
                  <a:pt x="735098" y="43069"/>
                </a:lnTo>
                <a:cubicBezTo>
                  <a:pt x="725635" y="46547"/>
                  <a:pt x="719068" y="48672"/>
                  <a:pt x="708444" y="51763"/>
                </a:cubicBezTo>
                <a:lnTo>
                  <a:pt x="708444" y="55046"/>
                </a:lnTo>
                <a:close/>
                <a:moveTo>
                  <a:pt x="892700" y="57015"/>
                </a:moveTo>
                <a:lnTo>
                  <a:pt x="892700" y="49482"/>
                </a:lnTo>
                <a:lnTo>
                  <a:pt x="877829" y="49482"/>
                </a:lnTo>
                <a:cubicBezTo>
                  <a:pt x="873966" y="49482"/>
                  <a:pt x="871069" y="48881"/>
                  <a:pt x="867208" y="47513"/>
                </a:cubicBezTo>
                <a:lnTo>
                  <a:pt x="862958" y="45969"/>
                </a:lnTo>
                <a:cubicBezTo>
                  <a:pt x="857742" y="44036"/>
                  <a:pt x="852528" y="43069"/>
                  <a:pt x="847506" y="43069"/>
                </a:cubicBezTo>
                <a:cubicBezTo>
                  <a:pt x="829544" y="43069"/>
                  <a:pt x="815250" y="57015"/>
                  <a:pt x="815250" y="74586"/>
                </a:cubicBezTo>
                <a:cubicBezTo>
                  <a:pt x="815250" y="86751"/>
                  <a:pt x="820467" y="94087"/>
                  <a:pt x="833213" y="100458"/>
                </a:cubicBezTo>
                <a:cubicBezTo>
                  <a:pt x="829544" y="103936"/>
                  <a:pt x="826069" y="107213"/>
                  <a:pt x="824908" y="108177"/>
                </a:cubicBezTo>
                <a:cubicBezTo>
                  <a:pt x="818536" y="113767"/>
                  <a:pt x="816025" y="117625"/>
                  <a:pt x="816025" y="121480"/>
                </a:cubicBezTo>
                <a:cubicBezTo>
                  <a:pt x="816025" y="125529"/>
                  <a:pt x="818342" y="127843"/>
                  <a:pt x="826261" y="131707"/>
                </a:cubicBezTo>
                <a:cubicBezTo>
                  <a:pt x="812548" y="141759"/>
                  <a:pt x="807334" y="148143"/>
                  <a:pt x="807334" y="155295"/>
                </a:cubicBezTo>
                <a:cubicBezTo>
                  <a:pt x="807334" y="165539"/>
                  <a:pt x="822397" y="174039"/>
                  <a:pt x="840746" y="174039"/>
                </a:cubicBezTo>
                <a:cubicBezTo>
                  <a:pt x="855231" y="174039"/>
                  <a:pt x="870296" y="169017"/>
                  <a:pt x="880340" y="160904"/>
                </a:cubicBezTo>
                <a:cubicBezTo>
                  <a:pt x="887681" y="154909"/>
                  <a:pt x="890965" y="148720"/>
                  <a:pt x="890965" y="141373"/>
                </a:cubicBezTo>
                <a:cubicBezTo>
                  <a:pt x="890965" y="129387"/>
                  <a:pt x="881884" y="121288"/>
                  <a:pt x="867594" y="120711"/>
                </a:cubicBezTo>
                <a:lnTo>
                  <a:pt x="842679" y="119553"/>
                </a:lnTo>
                <a:cubicBezTo>
                  <a:pt x="832441" y="119167"/>
                  <a:pt x="827613" y="117431"/>
                  <a:pt x="827613" y="114348"/>
                </a:cubicBezTo>
                <a:cubicBezTo>
                  <a:pt x="827613" y="110490"/>
                  <a:pt x="833985" y="103741"/>
                  <a:pt x="839201" y="102197"/>
                </a:cubicBezTo>
                <a:cubicBezTo>
                  <a:pt x="840940" y="102392"/>
                  <a:pt x="842293" y="102583"/>
                  <a:pt x="842871" y="102583"/>
                </a:cubicBezTo>
                <a:cubicBezTo>
                  <a:pt x="846540" y="102969"/>
                  <a:pt x="849051" y="103164"/>
                  <a:pt x="850212" y="103164"/>
                </a:cubicBezTo>
                <a:cubicBezTo>
                  <a:pt x="857356" y="103164"/>
                  <a:pt x="865083" y="100267"/>
                  <a:pt x="871069" y="95053"/>
                </a:cubicBezTo>
                <a:cubicBezTo>
                  <a:pt x="877443" y="89645"/>
                  <a:pt x="880340" y="82888"/>
                  <a:pt x="880340" y="73236"/>
                </a:cubicBezTo>
                <a:cubicBezTo>
                  <a:pt x="880340" y="67636"/>
                  <a:pt x="879374" y="63195"/>
                  <a:pt x="876671" y="57015"/>
                </a:cubicBezTo>
                <a:lnTo>
                  <a:pt x="892700" y="57015"/>
                </a:lnTo>
                <a:moveTo>
                  <a:pt x="830316" y="132284"/>
                </a:moveTo>
                <a:cubicBezTo>
                  <a:pt x="836690" y="133640"/>
                  <a:pt x="852142" y="134798"/>
                  <a:pt x="861605" y="134798"/>
                </a:cubicBezTo>
                <a:cubicBezTo>
                  <a:pt x="879182" y="134798"/>
                  <a:pt x="885557" y="137312"/>
                  <a:pt x="885557" y="144273"/>
                </a:cubicBezTo>
                <a:cubicBezTo>
                  <a:pt x="885557" y="155490"/>
                  <a:pt x="870877" y="163028"/>
                  <a:pt x="849051" y="163028"/>
                </a:cubicBezTo>
                <a:cubicBezTo>
                  <a:pt x="832055" y="163028"/>
                  <a:pt x="820853" y="157423"/>
                  <a:pt x="820853" y="148915"/>
                </a:cubicBezTo>
                <a:cubicBezTo>
                  <a:pt x="820853" y="144468"/>
                  <a:pt x="822205" y="141954"/>
                  <a:pt x="830316" y="132284"/>
                </a:cubicBezTo>
                <a:moveTo>
                  <a:pt x="831283" y="66670"/>
                </a:moveTo>
                <a:cubicBezTo>
                  <a:pt x="831283" y="55279"/>
                  <a:pt x="836690" y="48480"/>
                  <a:pt x="845576" y="48480"/>
                </a:cubicBezTo>
                <a:cubicBezTo>
                  <a:pt x="851562" y="48480"/>
                  <a:pt x="856584" y="51801"/>
                  <a:pt x="859675" y="57595"/>
                </a:cubicBezTo>
                <a:cubicBezTo>
                  <a:pt x="863150" y="64353"/>
                  <a:pt x="865469" y="73236"/>
                  <a:pt x="865469" y="80766"/>
                </a:cubicBezTo>
                <a:cubicBezTo>
                  <a:pt x="865469" y="91576"/>
                  <a:pt x="859867" y="98333"/>
                  <a:pt x="850984" y="98333"/>
                </a:cubicBezTo>
                <a:cubicBezTo>
                  <a:pt x="839396" y="98333"/>
                  <a:pt x="831283" y="85785"/>
                  <a:pt x="831283" y="67250"/>
                </a:cubicBezTo>
                <a:lnTo>
                  <a:pt x="831283" y="666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C9E54-C879-43EA-96AD-514565B7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387" y="8270631"/>
            <a:ext cx="1648654" cy="302287"/>
          </a:xfrm>
          <a:custGeom xmlns:a="http://schemas.openxmlformats.org/drawingml/2006/main">
            <a:pathLst>
              <a:path w="1648654" h="302287">
                <a:moveTo>
                  <a:pt x="1538746" y="0"/>
                </a:moveTo>
                <a:lnTo>
                  <a:pt x="109908" y="0"/>
                </a:lnTo>
                <a:cubicBezTo>
                  <a:pt x="49207" y="0"/>
                  <a:pt x="0" y="49207"/>
                  <a:pt x="0" y="109908"/>
                </a:cubicBezTo>
                <a:lnTo>
                  <a:pt x="0" y="192378"/>
                </a:lnTo>
                <a:cubicBezTo>
                  <a:pt x="0" y="253080"/>
                  <a:pt x="49207" y="302287"/>
                  <a:pt x="109908" y="302287"/>
                </a:cubicBezTo>
                <a:lnTo>
                  <a:pt x="1538746" y="302287"/>
                </a:lnTo>
                <a:cubicBezTo>
                  <a:pt x="1599447" y="302287"/>
                  <a:pt x="1648654" y="253080"/>
                  <a:pt x="1648654" y="192378"/>
                </a:cubicBezTo>
                <a:lnTo>
                  <a:pt x="1648654" y="109908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302287"/>
                </a:moveTo>
              </a:path>
            </a:pathLst>
          </a:custGeom>
          <a:solidFill xmlns:a="http://schemas.openxmlformats.org/drawingml/2006/main">
            <a:srgbClr val="F8AF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E7BA3-7282-405A-A89C-652140AC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387" y="8270631"/>
            <a:ext cx="1648654" cy="302287"/>
          </a:xfrm>
          <a:custGeom xmlns:a="http://schemas.openxmlformats.org/drawingml/2006/main">
            <a:pathLst>
              <a:path w="1648654" h="302287" fill="none">
                <a:moveTo>
                  <a:pt x="1538746" y="0"/>
                </a:moveTo>
                <a:lnTo>
                  <a:pt x="109908" y="0"/>
                </a:lnTo>
                <a:cubicBezTo>
                  <a:pt x="49207" y="0"/>
                  <a:pt x="0" y="49207"/>
                  <a:pt x="0" y="109908"/>
                </a:cubicBezTo>
                <a:lnTo>
                  <a:pt x="0" y="192378"/>
                </a:lnTo>
                <a:cubicBezTo>
                  <a:pt x="0" y="253080"/>
                  <a:pt x="49207" y="302287"/>
                  <a:pt x="109908" y="302287"/>
                </a:cubicBezTo>
                <a:lnTo>
                  <a:pt x="1538746" y="302287"/>
                </a:lnTo>
                <a:cubicBezTo>
                  <a:pt x="1599447" y="302287"/>
                  <a:pt x="1648654" y="253080"/>
                  <a:pt x="1648654" y="192378"/>
                </a:cubicBezTo>
                <a:lnTo>
                  <a:pt x="1648654" y="109908"/>
                </a:lnTo>
                <a:cubicBezTo>
                  <a:pt x="1648654" y="49207"/>
                  <a:pt x="1599447" y="0"/>
                  <a:pt x="1538746" y="0"/>
                </a:cubicBezTo>
                <a:close/>
                <a:moveTo>
                  <a:pt x="0" y="302287"/>
                </a:move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42" name="Text Output">
            <a:extLst xmlns:a="http://schemas.openxmlformats.org/drawingml/2006/main">
              <a:ext uri="{FF2B5EF4-FFF2-40B4-BE49-F238E27FC236}">
                <a16:creationId xmlns:a16="http://schemas.microsoft.com/office/drawing/2014/main" id="{FFEEFB77-068B-447C-96C2-01D9150C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985" y="8336093"/>
            <a:ext cx="530173" cy="172394"/>
          </a:xfrm>
          <a:custGeom xmlns:a="http://schemas.openxmlformats.org/drawingml/2006/main">
            <a:pathLst>
              <a:path w="530173" h="172394">
                <a:moveTo>
                  <a:pt x="63157" y="0"/>
                </a:moveTo>
                <a:cubicBezTo>
                  <a:pt x="26268" y="0"/>
                  <a:pt x="0" y="27797"/>
                  <a:pt x="0" y="66584"/>
                </a:cubicBezTo>
                <a:cubicBezTo>
                  <a:pt x="0" y="84724"/>
                  <a:pt x="6180" y="102283"/>
                  <a:pt x="16610" y="113476"/>
                </a:cubicBezTo>
                <a:cubicBezTo>
                  <a:pt x="27812" y="125633"/>
                  <a:pt x="45002" y="133162"/>
                  <a:pt x="61998" y="133162"/>
                </a:cubicBezTo>
                <a:cubicBezTo>
                  <a:pt x="100046" y="133162"/>
                  <a:pt x="126313" y="106143"/>
                  <a:pt x="126313" y="67356"/>
                </a:cubicBezTo>
                <a:cubicBezTo>
                  <a:pt x="126313" y="48250"/>
                  <a:pt x="120714" y="31849"/>
                  <a:pt x="110089" y="20270"/>
                </a:cubicBezTo>
                <a:cubicBezTo>
                  <a:pt x="97924" y="6955"/>
                  <a:pt x="81700" y="0"/>
                  <a:pt x="63157" y="0"/>
                </a:cubicBezTo>
                <a:moveTo>
                  <a:pt x="63157" y="6955"/>
                </a:moveTo>
                <a:cubicBezTo>
                  <a:pt x="72042" y="6955"/>
                  <a:pt x="80925" y="10430"/>
                  <a:pt x="87880" y="16604"/>
                </a:cubicBezTo>
                <a:cubicBezTo>
                  <a:pt x="98310" y="26058"/>
                  <a:pt x="104295" y="44198"/>
                  <a:pt x="104295" y="67162"/>
                </a:cubicBezTo>
                <a:cubicBezTo>
                  <a:pt x="104295" y="78546"/>
                  <a:pt x="101784" y="91862"/>
                  <a:pt x="97924" y="101896"/>
                </a:cubicBezTo>
                <a:cubicBezTo>
                  <a:pt x="96185" y="106721"/>
                  <a:pt x="92902" y="111545"/>
                  <a:pt x="88458" y="115984"/>
                </a:cubicBezTo>
                <a:cubicBezTo>
                  <a:pt x="81700" y="122738"/>
                  <a:pt x="73006" y="126210"/>
                  <a:pt x="62771" y="126210"/>
                </a:cubicBezTo>
                <a:cubicBezTo>
                  <a:pt x="53885" y="126210"/>
                  <a:pt x="45194" y="122738"/>
                  <a:pt x="38433" y="116756"/>
                </a:cubicBezTo>
                <a:cubicBezTo>
                  <a:pt x="28392" y="107879"/>
                  <a:pt x="22018" y="88390"/>
                  <a:pt x="22018" y="66970"/>
                </a:cubicBezTo>
                <a:cubicBezTo>
                  <a:pt x="22018" y="47286"/>
                  <a:pt x="27426" y="28569"/>
                  <a:pt x="35536" y="19498"/>
                </a:cubicBezTo>
                <a:cubicBezTo>
                  <a:pt x="43069" y="11202"/>
                  <a:pt x="52535" y="6955"/>
                  <a:pt x="63157" y="6955"/>
                </a:cubicBezTo>
                <a:close/>
                <a:moveTo>
                  <a:pt x="225395" y="120829"/>
                </a:moveTo>
                <a:lnTo>
                  <a:pt x="224431" y="120829"/>
                </a:lnTo>
                <a:cubicBezTo>
                  <a:pt x="215546" y="120829"/>
                  <a:pt x="213421" y="118704"/>
                  <a:pt x="213421" y="109818"/>
                </a:cubicBezTo>
                <a:lnTo>
                  <a:pt x="213421" y="43570"/>
                </a:lnTo>
                <a:lnTo>
                  <a:pt x="182903" y="43570"/>
                </a:lnTo>
                <a:lnTo>
                  <a:pt x="182903" y="46856"/>
                </a:lnTo>
                <a:cubicBezTo>
                  <a:pt x="194881" y="47434"/>
                  <a:pt x="197197" y="49367"/>
                  <a:pt x="197197" y="59022"/>
                </a:cubicBezTo>
                <a:lnTo>
                  <a:pt x="197197" y="104404"/>
                </a:lnTo>
                <a:cubicBezTo>
                  <a:pt x="197197" y="109812"/>
                  <a:pt x="196230" y="112518"/>
                  <a:pt x="193528" y="114640"/>
                </a:cubicBezTo>
                <a:cubicBezTo>
                  <a:pt x="188311" y="118890"/>
                  <a:pt x="182326" y="121206"/>
                  <a:pt x="176532" y="121206"/>
                </a:cubicBezTo>
                <a:cubicBezTo>
                  <a:pt x="168999" y="121206"/>
                  <a:pt x="162819" y="114640"/>
                  <a:pt x="162819" y="106529"/>
                </a:cubicBezTo>
                <a:lnTo>
                  <a:pt x="162819" y="43570"/>
                </a:lnTo>
                <a:lnTo>
                  <a:pt x="134618" y="43570"/>
                </a:lnTo>
                <a:lnTo>
                  <a:pt x="134618" y="46276"/>
                </a:lnTo>
                <a:cubicBezTo>
                  <a:pt x="143890" y="46856"/>
                  <a:pt x="146595" y="49753"/>
                  <a:pt x="146595" y="58636"/>
                </a:cubicBezTo>
                <a:lnTo>
                  <a:pt x="146595" y="107301"/>
                </a:lnTo>
                <a:cubicBezTo>
                  <a:pt x="146595" y="122559"/>
                  <a:pt x="155864" y="132408"/>
                  <a:pt x="169963" y="132408"/>
                </a:cubicBezTo>
                <a:cubicBezTo>
                  <a:pt x="177109" y="132408"/>
                  <a:pt x="184642" y="129319"/>
                  <a:pt x="189859" y="124103"/>
                </a:cubicBezTo>
                <a:lnTo>
                  <a:pt x="198164" y="115801"/>
                </a:lnTo>
                <a:lnTo>
                  <a:pt x="198164" y="131830"/>
                </a:lnTo>
                <a:lnTo>
                  <a:pt x="198936" y="132219"/>
                </a:lnTo>
                <a:cubicBezTo>
                  <a:pt x="208593" y="128359"/>
                  <a:pt x="215546" y="126234"/>
                  <a:pt x="225395" y="123528"/>
                </a:cubicBezTo>
                <a:lnTo>
                  <a:pt x="225395" y="120829"/>
                </a:lnTo>
                <a:close/>
                <a:moveTo>
                  <a:pt x="278703" y="43570"/>
                </a:moveTo>
                <a:lnTo>
                  <a:pt x="259196" y="43570"/>
                </a:lnTo>
                <a:lnTo>
                  <a:pt x="259196" y="21166"/>
                </a:lnTo>
                <a:cubicBezTo>
                  <a:pt x="259196" y="19236"/>
                  <a:pt x="259004" y="18655"/>
                  <a:pt x="257843" y="18655"/>
                </a:cubicBezTo>
                <a:cubicBezTo>
                  <a:pt x="256493" y="20394"/>
                  <a:pt x="255332" y="22133"/>
                  <a:pt x="253982" y="24063"/>
                </a:cubicBezTo>
                <a:cubicBezTo>
                  <a:pt x="246641" y="34688"/>
                  <a:pt x="238336" y="43959"/>
                  <a:pt x="235247" y="44731"/>
                </a:cubicBezTo>
                <a:cubicBezTo>
                  <a:pt x="233122" y="46081"/>
                  <a:pt x="231961" y="47434"/>
                  <a:pt x="231961" y="48400"/>
                </a:cubicBezTo>
                <a:cubicBezTo>
                  <a:pt x="231961" y="48981"/>
                  <a:pt x="232156" y="49367"/>
                  <a:pt x="232736" y="49753"/>
                </a:cubicBezTo>
                <a:lnTo>
                  <a:pt x="242972" y="49753"/>
                </a:lnTo>
                <a:lnTo>
                  <a:pt x="242972" y="107882"/>
                </a:lnTo>
                <a:cubicBezTo>
                  <a:pt x="242972" y="124103"/>
                  <a:pt x="248766" y="132408"/>
                  <a:pt x="260162" y="132408"/>
                </a:cubicBezTo>
                <a:cubicBezTo>
                  <a:pt x="269625" y="132408"/>
                  <a:pt x="276964" y="127775"/>
                  <a:pt x="283338" y="117731"/>
                </a:cubicBezTo>
                <a:lnTo>
                  <a:pt x="280827" y="115606"/>
                </a:lnTo>
                <a:cubicBezTo>
                  <a:pt x="276772" y="120434"/>
                  <a:pt x="273489" y="122367"/>
                  <a:pt x="269239" y="122367"/>
                </a:cubicBezTo>
                <a:cubicBezTo>
                  <a:pt x="262093" y="122367"/>
                  <a:pt x="259196" y="117151"/>
                  <a:pt x="259196" y="104985"/>
                </a:cubicBezTo>
                <a:lnTo>
                  <a:pt x="259196" y="49753"/>
                </a:lnTo>
                <a:lnTo>
                  <a:pt x="278703" y="49753"/>
                </a:lnTo>
                <a:lnTo>
                  <a:pt x="278703" y="43570"/>
                </a:lnTo>
                <a:close/>
                <a:moveTo>
                  <a:pt x="284882" y="54578"/>
                </a:moveTo>
                <a:cubicBezTo>
                  <a:pt x="286621" y="54386"/>
                  <a:pt x="287974" y="54386"/>
                  <a:pt x="289713" y="54386"/>
                </a:cubicBezTo>
                <a:cubicBezTo>
                  <a:pt x="296279" y="54386"/>
                  <a:pt x="297632" y="56316"/>
                  <a:pt x="297632" y="65394"/>
                </a:cubicBezTo>
                <a:lnTo>
                  <a:pt x="297632" y="155784"/>
                </a:lnTo>
                <a:cubicBezTo>
                  <a:pt x="297632" y="165828"/>
                  <a:pt x="295507" y="167953"/>
                  <a:pt x="284110" y="169111"/>
                </a:cubicBezTo>
                <a:lnTo>
                  <a:pt x="284110" y="172394"/>
                </a:lnTo>
                <a:lnTo>
                  <a:pt x="330852" y="172394"/>
                </a:lnTo>
                <a:lnTo>
                  <a:pt x="330852" y="168920"/>
                </a:lnTo>
                <a:cubicBezTo>
                  <a:pt x="316366" y="168725"/>
                  <a:pt x="313856" y="166600"/>
                  <a:pt x="313856" y="154432"/>
                </a:cubicBezTo>
                <a:lnTo>
                  <a:pt x="313856" y="124106"/>
                </a:lnTo>
                <a:cubicBezTo>
                  <a:pt x="320616" y="130478"/>
                  <a:pt x="325249" y="132408"/>
                  <a:pt x="333362" y="132408"/>
                </a:cubicBezTo>
                <a:cubicBezTo>
                  <a:pt x="356153" y="132408"/>
                  <a:pt x="373921" y="110788"/>
                  <a:pt x="373921" y="82802"/>
                </a:cubicBezTo>
                <a:cubicBezTo>
                  <a:pt x="373921" y="58872"/>
                  <a:pt x="360402" y="41684"/>
                  <a:pt x="341667" y="41684"/>
                </a:cubicBezTo>
                <a:cubicBezTo>
                  <a:pt x="330852" y="41684"/>
                  <a:pt x="322352" y="46514"/>
                  <a:pt x="313856" y="56941"/>
                </a:cubicBezTo>
                <a:lnTo>
                  <a:pt x="313856" y="42073"/>
                </a:lnTo>
                <a:lnTo>
                  <a:pt x="312697" y="41684"/>
                </a:lnTo>
                <a:cubicBezTo>
                  <a:pt x="302267" y="45742"/>
                  <a:pt x="295507" y="48253"/>
                  <a:pt x="284882" y="51536"/>
                </a:cubicBezTo>
                <a:lnTo>
                  <a:pt x="284882" y="54578"/>
                </a:lnTo>
                <a:moveTo>
                  <a:pt x="313856" y="66012"/>
                </a:moveTo>
                <a:cubicBezTo>
                  <a:pt x="313856" y="60221"/>
                  <a:pt x="324671" y="53275"/>
                  <a:pt x="333554" y="53275"/>
                </a:cubicBezTo>
                <a:cubicBezTo>
                  <a:pt x="347848" y="53275"/>
                  <a:pt x="357311" y="67943"/>
                  <a:pt x="357311" y="90332"/>
                </a:cubicBezTo>
                <a:cubicBezTo>
                  <a:pt x="357311" y="111755"/>
                  <a:pt x="347848" y="126228"/>
                  <a:pt x="333943" y="126228"/>
                </a:cubicBezTo>
                <a:cubicBezTo>
                  <a:pt x="324863" y="126228"/>
                  <a:pt x="313856" y="119281"/>
                  <a:pt x="313856" y="113490"/>
                </a:cubicBezTo>
                <a:lnTo>
                  <a:pt x="313856" y="66012"/>
                </a:lnTo>
                <a:close/>
                <a:moveTo>
                  <a:pt x="472230" y="120829"/>
                </a:moveTo>
                <a:lnTo>
                  <a:pt x="471267" y="120829"/>
                </a:lnTo>
                <a:cubicBezTo>
                  <a:pt x="462381" y="120829"/>
                  <a:pt x="460256" y="118704"/>
                  <a:pt x="460256" y="109818"/>
                </a:cubicBezTo>
                <a:lnTo>
                  <a:pt x="460256" y="43570"/>
                </a:lnTo>
                <a:lnTo>
                  <a:pt x="429739" y="43570"/>
                </a:lnTo>
                <a:lnTo>
                  <a:pt x="429739" y="46856"/>
                </a:lnTo>
                <a:cubicBezTo>
                  <a:pt x="441716" y="47434"/>
                  <a:pt x="444032" y="49367"/>
                  <a:pt x="444032" y="59022"/>
                </a:cubicBezTo>
                <a:lnTo>
                  <a:pt x="444032" y="104404"/>
                </a:lnTo>
                <a:cubicBezTo>
                  <a:pt x="444032" y="109812"/>
                  <a:pt x="443066" y="112518"/>
                  <a:pt x="440363" y="114640"/>
                </a:cubicBezTo>
                <a:cubicBezTo>
                  <a:pt x="435147" y="118890"/>
                  <a:pt x="429161" y="121206"/>
                  <a:pt x="423367" y="121206"/>
                </a:cubicBezTo>
                <a:cubicBezTo>
                  <a:pt x="415834" y="121206"/>
                  <a:pt x="409654" y="114640"/>
                  <a:pt x="409654" y="106529"/>
                </a:cubicBezTo>
                <a:lnTo>
                  <a:pt x="409654" y="43570"/>
                </a:lnTo>
                <a:lnTo>
                  <a:pt x="381453" y="43570"/>
                </a:lnTo>
                <a:lnTo>
                  <a:pt x="381453" y="46276"/>
                </a:lnTo>
                <a:cubicBezTo>
                  <a:pt x="390725" y="46856"/>
                  <a:pt x="393430" y="49753"/>
                  <a:pt x="393430" y="58636"/>
                </a:cubicBezTo>
                <a:lnTo>
                  <a:pt x="393430" y="107301"/>
                </a:lnTo>
                <a:cubicBezTo>
                  <a:pt x="393430" y="122559"/>
                  <a:pt x="402699" y="132408"/>
                  <a:pt x="416798" y="132408"/>
                </a:cubicBezTo>
                <a:cubicBezTo>
                  <a:pt x="423945" y="132408"/>
                  <a:pt x="431478" y="129319"/>
                  <a:pt x="436694" y="124103"/>
                </a:cubicBezTo>
                <a:lnTo>
                  <a:pt x="444999" y="115801"/>
                </a:lnTo>
                <a:lnTo>
                  <a:pt x="444999" y="131830"/>
                </a:lnTo>
                <a:lnTo>
                  <a:pt x="445771" y="132219"/>
                </a:lnTo>
                <a:cubicBezTo>
                  <a:pt x="455429" y="128359"/>
                  <a:pt x="462381" y="126234"/>
                  <a:pt x="472230" y="123528"/>
                </a:cubicBezTo>
                <a:lnTo>
                  <a:pt x="472230" y="120829"/>
                </a:lnTo>
                <a:close/>
                <a:moveTo>
                  <a:pt x="525537" y="43570"/>
                </a:moveTo>
                <a:lnTo>
                  <a:pt x="506030" y="43570"/>
                </a:lnTo>
                <a:lnTo>
                  <a:pt x="506030" y="21166"/>
                </a:lnTo>
                <a:cubicBezTo>
                  <a:pt x="506030" y="19236"/>
                  <a:pt x="505839" y="18655"/>
                  <a:pt x="504677" y="18655"/>
                </a:cubicBezTo>
                <a:cubicBezTo>
                  <a:pt x="503328" y="20394"/>
                  <a:pt x="502166" y="22133"/>
                  <a:pt x="500817" y="24063"/>
                </a:cubicBezTo>
                <a:cubicBezTo>
                  <a:pt x="493475" y="34688"/>
                  <a:pt x="485170" y="43959"/>
                  <a:pt x="482082" y="44731"/>
                </a:cubicBezTo>
                <a:cubicBezTo>
                  <a:pt x="479957" y="46081"/>
                  <a:pt x="478796" y="47434"/>
                  <a:pt x="478796" y="48400"/>
                </a:cubicBezTo>
                <a:cubicBezTo>
                  <a:pt x="478796" y="48981"/>
                  <a:pt x="478990" y="49367"/>
                  <a:pt x="479571" y="49753"/>
                </a:cubicBezTo>
                <a:lnTo>
                  <a:pt x="489806" y="49753"/>
                </a:lnTo>
                <a:lnTo>
                  <a:pt x="489806" y="107882"/>
                </a:lnTo>
                <a:cubicBezTo>
                  <a:pt x="489806" y="124103"/>
                  <a:pt x="495600" y="132408"/>
                  <a:pt x="506997" y="132408"/>
                </a:cubicBezTo>
                <a:cubicBezTo>
                  <a:pt x="516460" y="132408"/>
                  <a:pt x="523798" y="127775"/>
                  <a:pt x="530173" y="117731"/>
                </a:cubicBezTo>
                <a:lnTo>
                  <a:pt x="527662" y="115606"/>
                </a:lnTo>
                <a:cubicBezTo>
                  <a:pt x="523607" y="120434"/>
                  <a:pt x="520324" y="122367"/>
                  <a:pt x="516074" y="122367"/>
                </a:cubicBezTo>
                <a:cubicBezTo>
                  <a:pt x="508927" y="122367"/>
                  <a:pt x="506030" y="117151"/>
                  <a:pt x="506030" y="104985"/>
                </a:cubicBezTo>
                <a:lnTo>
                  <a:pt x="506030" y="49753"/>
                </a:lnTo>
                <a:lnTo>
                  <a:pt x="525537" y="49753"/>
                </a:lnTo>
                <a:lnTo>
                  <a:pt x="525537" y="435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F16003-3F15-4574-85DD-1A32A362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388" y="1782052"/>
            <a:ext cx="1648678" cy="154516"/>
          </a:xfrm>
          <a:custGeom xmlns:a="http://schemas.openxmlformats.org/drawingml/2006/main">
            <a:pathLst>
              <a:path w="1648678" h="154516" fill="none">
                <a:moveTo>
                  <a:pt x="0" y="154516"/>
                </a:moveTo>
                <a:cubicBezTo>
                  <a:pt x="23176" y="108161"/>
                  <a:pt x="77258" y="77258"/>
                  <a:pt x="154516" y="77258"/>
                </a:cubicBezTo>
                <a:lnTo>
                  <a:pt x="669823" y="77258"/>
                </a:lnTo>
                <a:cubicBezTo>
                  <a:pt x="747081" y="77258"/>
                  <a:pt x="801163" y="46355"/>
                  <a:pt x="824339" y="0"/>
                </a:cubicBezTo>
                <a:cubicBezTo>
                  <a:pt x="847516" y="46355"/>
                  <a:pt x="901597" y="77258"/>
                  <a:pt x="978855" y="77258"/>
                </a:cubicBezTo>
                <a:lnTo>
                  <a:pt x="1494162" y="77258"/>
                </a:lnTo>
                <a:cubicBezTo>
                  <a:pt x="1571420" y="77258"/>
                  <a:pt x="1625502" y="108161"/>
                  <a:pt x="1648678" y="154516"/>
                </a:cubicBez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7EF94E-4923-4047-B406-5A090A6A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835" y="1490858"/>
            <a:ext cx="1301758" cy="276568"/>
          </a:xfrm>
          <a:custGeom xmlns:a="http://schemas.openxmlformats.org/drawingml/2006/main">
            <a:pathLst>
              <a:path w="1301758" h="276568">
                <a:moveTo>
                  <a:pt x="0" y="276568"/>
                </a:moveTo>
                <a:lnTo>
                  <a:pt x="1301758" y="276568"/>
                </a:lnTo>
                <a:lnTo>
                  <a:pt x="1301758" y="0"/>
                </a:lnTo>
                <a:lnTo>
                  <a:pt x="0" y="0"/>
                </a:lnTo>
                <a:lnTo>
                  <a:pt x="0" y="27656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77+77tokens">
            <a:extLst xmlns:a="http://schemas.openxmlformats.org/drawingml/2006/main">
              <a:ext uri="{FF2B5EF4-FFF2-40B4-BE49-F238E27FC236}">
                <a16:creationId xmlns:a16="http://schemas.microsoft.com/office/drawing/2014/main" id="{95D59DF9-49BE-4E24-9856-599C9621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024" y="1554975"/>
            <a:ext cx="1154271" cy="147983"/>
          </a:xfrm>
          <a:custGeom xmlns:a="http://schemas.openxmlformats.org/drawingml/2006/main">
            <a:pathLst>
              <a:path w="1154271" h="147983">
                <a:moveTo>
                  <a:pt x="81119" y="14255"/>
                </a:moveTo>
                <a:cubicBezTo>
                  <a:pt x="82858" y="11939"/>
                  <a:pt x="82858" y="11550"/>
                  <a:pt x="82858" y="7495"/>
                </a:cubicBezTo>
                <a:lnTo>
                  <a:pt x="35922" y="7495"/>
                </a:lnTo>
                <a:cubicBezTo>
                  <a:pt x="12360" y="7495"/>
                  <a:pt x="11974" y="4984"/>
                  <a:pt x="11202" y="1314"/>
                </a:cubicBezTo>
                <a:lnTo>
                  <a:pt x="6372" y="1314"/>
                </a:lnTo>
                <a:lnTo>
                  <a:pt x="0" y="41130"/>
                </a:lnTo>
                <a:lnTo>
                  <a:pt x="4827" y="41130"/>
                </a:lnTo>
                <a:cubicBezTo>
                  <a:pt x="5408" y="38035"/>
                  <a:pt x="7144" y="25849"/>
                  <a:pt x="9655" y="23527"/>
                </a:cubicBezTo>
                <a:cubicBezTo>
                  <a:pt x="11007" y="22366"/>
                  <a:pt x="26073" y="22366"/>
                  <a:pt x="28584" y="22366"/>
                </a:cubicBezTo>
                <a:lnTo>
                  <a:pt x="68565" y="22366"/>
                </a:lnTo>
                <a:cubicBezTo>
                  <a:pt x="66440" y="25460"/>
                  <a:pt x="51183" y="46544"/>
                  <a:pt x="46933" y="52927"/>
                </a:cubicBezTo>
                <a:cubicBezTo>
                  <a:pt x="29551" y="79042"/>
                  <a:pt x="23176" y="105928"/>
                  <a:pt x="23176" y="125659"/>
                </a:cubicBezTo>
                <a:cubicBezTo>
                  <a:pt x="23176" y="127592"/>
                  <a:pt x="23176" y="136289"/>
                  <a:pt x="32062" y="136289"/>
                </a:cubicBezTo>
                <a:cubicBezTo>
                  <a:pt x="40944" y="136289"/>
                  <a:pt x="40944" y="127592"/>
                  <a:pt x="40944" y="125659"/>
                </a:cubicBezTo>
                <a:lnTo>
                  <a:pt x="40944" y="115792"/>
                </a:lnTo>
                <a:cubicBezTo>
                  <a:pt x="40944" y="105156"/>
                  <a:pt x="41525" y="94517"/>
                  <a:pt x="43069" y="84069"/>
                </a:cubicBezTo>
                <a:cubicBezTo>
                  <a:pt x="43841" y="79622"/>
                  <a:pt x="46547" y="62986"/>
                  <a:pt x="55043" y="50994"/>
                </a:cubicBezTo>
                <a:lnTo>
                  <a:pt x="81119" y="14255"/>
                </a:lnTo>
                <a:close/>
                <a:moveTo>
                  <a:pt x="177690" y="14255"/>
                </a:moveTo>
                <a:cubicBezTo>
                  <a:pt x="179429" y="11939"/>
                  <a:pt x="179429" y="11550"/>
                  <a:pt x="179429" y="7495"/>
                </a:cubicBezTo>
                <a:lnTo>
                  <a:pt x="132493" y="7495"/>
                </a:lnTo>
                <a:cubicBezTo>
                  <a:pt x="108931" y="7495"/>
                  <a:pt x="108545" y="4984"/>
                  <a:pt x="107773" y="1314"/>
                </a:cubicBezTo>
                <a:lnTo>
                  <a:pt x="102943" y="1314"/>
                </a:lnTo>
                <a:lnTo>
                  <a:pt x="96571" y="41130"/>
                </a:lnTo>
                <a:lnTo>
                  <a:pt x="101398" y="41130"/>
                </a:lnTo>
                <a:cubicBezTo>
                  <a:pt x="101979" y="38035"/>
                  <a:pt x="103715" y="25849"/>
                  <a:pt x="106226" y="23527"/>
                </a:cubicBezTo>
                <a:cubicBezTo>
                  <a:pt x="107578" y="22366"/>
                  <a:pt x="122644" y="22366"/>
                  <a:pt x="125155" y="22366"/>
                </a:cubicBezTo>
                <a:lnTo>
                  <a:pt x="165136" y="22366"/>
                </a:lnTo>
                <a:cubicBezTo>
                  <a:pt x="163011" y="25460"/>
                  <a:pt x="147753" y="46544"/>
                  <a:pt x="143504" y="52927"/>
                </a:cubicBezTo>
                <a:cubicBezTo>
                  <a:pt x="126122" y="79042"/>
                  <a:pt x="119747" y="105928"/>
                  <a:pt x="119747" y="125659"/>
                </a:cubicBezTo>
                <a:cubicBezTo>
                  <a:pt x="119747" y="127592"/>
                  <a:pt x="119747" y="136289"/>
                  <a:pt x="128633" y="136289"/>
                </a:cubicBezTo>
                <a:cubicBezTo>
                  <a:pt x="137515" y="136289"/>
                  <a:pt x="137515" y="127592"/>
                  <a:pt x="137515" y="125659"/>
                </a:cubicBezTo>
                <a:lnTo>
                  <a:pt x="137515" y="115792"/>
                </a:lnTo>
                <a:cubicBezTo>
                  <a:pt x="137515" y="105156"/>
                  <a:pt x="138096" y="94517"/>
                  <a:pt x="139640" y="84069"/>
                </a:cubicBezTo>
                <a:cubicBezTo>
                  <a:pt x="140412" y="79622"/>
                  <a:pt x="143118" y="62986"/>
                  <a:pt x="151614" y="50994"/>
                </a:cubicBezTo>
                <a:lnTo>
                  <a:pt x="177690" y="14255"/>
                </a:lnTo>
                <a:close/>
                <a:moveTo>
                  <a:pt x="304198" y="87438"/>
                </a:moveTo>
                <a:lnTo>
                  <a:pt x="358083" y="87438"/>
                </a:lnTo>
                <a:cubicBezTo>
                  <a:pt x="360788" y="87438"/>
                  <a:pt x="364457" y="87438"/>
                  <a:pt x="364457" y="83577"/>
                </a:cubicBezTo>
                <a:cubicBezTo>
                  <a:pt x="364457" y="79714"/>
                  <a:pt x="360788" y="79714"/>
                  <a:pt x="358083" y="79714"/>
                </a:cubicBezTo>
                <a:lnTo>
                  <a:pt x="304198" y="79714"/>
                </a:lnTo>
                <a:lnTo>
                  <a:pt x="304198" y="25719"/>
                </a:lnTo>
                <a:cubicBezTo>
                  <a:pt x="304198" y="23020"/>
                  <a:pt x="304198" y="19348"/>
                  <a:pt x="300334" y="19348"/>
                </a:cubicBezTo>
                <a:cubicBezTo>
                  <a:pt x="296470" y="19348"/>
                  <a:pt x="296470" y="23020"/>
                  <a:pt x="296470" y="25719"/>
                </a:cubicBezTo>
                <a:lnTo>
                  <a:pt x="296470" y="79714"/>
                </a:lnTo>
                <a:lnTo>
                  <a:pt x="242391" y="79714"/>
                </a:lnTo>
                <a:cubicBezTo>
                  <a:pt x="239688" y="79714"/>
                  <a:pt x="236019" y="79714"/>
                  <a:pt x="236019" y="83577"/>
                </a:cubicBezTo>
                <a:cubicBezTo>
                  <a:pt x="236019" y="87438"/>
                  <a:pt x="239688" y="87438"/>
                  <a:pt x="242391" y="87438"/>
                </a:cubicBezTo>
                <a:lnTo>
                  <a:pt x="296470" y="87438"/>
                </a:lnTo>
                <a:lnTo>
                  <a:pt x="296470" y="141609"/>
                </a:lnTo>
                <a:cubicBezTo>
                  <a:pt x="296470" y="144314"/>
                  <a:pt x="296470" y="147983"/>
                  <a:pt x="300334" y="147983"/>
                </a:cubicBezTo>
                <a:cubicBezTo>
                  <a:pt x="304198" y="147983"/>
                  <a:pt x="304198" y="144314"/>
                  <a:pt x="304198" y="141609"/>
                </a:cubicBezTo>
                <a:lnTo>
                  <a:pt x="304198" y="87438"/>
                </a:lnTo>
                <a:close/>
                <a:moveTo>
                  <a:pt x="510281" y="14255"/>
                </a:moveTo>
                <a:cubicBezTo>
                  <a:pt x="512019" y="11939"/>
                  <a:pt x="512019" y="11550"/>
                  <a:pt x="512019" y="7495"/>
                </a:cubicBezTo>
                <a:lnTo>
                  <a:pt x="465084" y="7495"/>
                </a:lnTo>
                <a:cubicBezTo>
                  <a:pt x="441522" y="7495"/>
                  <a:pt x="441135" y="4984"/>
                  <a:pt x="440363" y="1314"/>
                </a:cubicBezTo>
                <a:lnTo>
                  <a:pt x="435533" y="1314"/>
                </a:lnTo>
                <a:lnTo>
                  <a:pt x="429161" y="41130"/>
                </a:lnTo>
                <a:lnTo>
                  <a:pt x="433989" y="41130"/>
                </a:lnTo>
                <a:cubicBezTo>
                  <a:pt x="434569" y="38035"/>
                  <a:pt x="436305" y="25849"/>
                  <a:pt x="438816" y="23527"/>
                </a:cubicBezTo>
                <a:cubicBezTo>
                  <a:pt x="440169" y="22366"/>
                  <a:pt x="455234" y="22366"/>
                  <a:pt x="457745" y="22366"/>
                </a:cubicBezTo>
                <a:lnTo>
                  <a:pt x="497726" y="22366"/>
                </a:lnTo>
                <a:cubicBezTo>
                  <a:pt x="495601" y="25460"/>
                  <a:pt x="480344" y="46544"/>
                  <a:pt x="476094" y="52927"/>
                </a:cubicBezTo>
                <a:cubicBezTo>
                  <a:pt x="458712" y="79042"/>
                  <a:pt x="452337" y="105928"/>
                  <a:pt x="452337" y="125659"/>
                </a:cubicBezTo>
                <a:cubicBezTo>
                  <a:pt x="452337" y="127592"/>
                  <a:pt x="452337" y="136289"/>
                  <a:pt x="461223" y="136289"/>
                </a:cubicBezTo>
                <a:cubicBezTo>
                  <a:pt x="470106" y="136289"/>
                  <a:pt x="470106" y="127592"/>
                  <a:pt x="470106" y="125659"/>
                </a:cubicBezTo>
                <a:lnTo>
                  <a:pt x="470106" y="115792"/>
                </a:lnTo>
                <a:cubicBezTo>
                  <a:pt x="470106" y="105156"/>
                  <a:pt x="470686" y="94517"/>
                  <a:pt x="472230" y="84069"/>
                </a:cubicBezTo>
                <a:cubicBezTo>
                  <a:pt x="473003" y="79622"/>
                  <a:pt x="475708" y="62986"/>
                  <a:pt x="484205" y="50994"/>
                </a:cubicBezTo>
                <a:lnTo>
                  <a:pt x="510281" y="14255"/>
                </a:lnTo>
                <a:close/>
                <a:moveTo>
                  <a:pt x="606852" y="14255"/>
                </a:moveTo>
                <a:cubicBezTo>
                  <a:pt x="608590" y="11939"/>
                  <a:pt x="608590" y="11550"/>
                  <a:pt x="608590" y="7495"/>
                </a:cubicBezTo>
                <a:lnTo>
                  <a:pt x="561655" y="7495"/>
                </a:lnTo>
                <a:cubicBezTo>
                  <a:pt x="538092" y="7495"/>
                  <a:pt x="537706" y="4984"/>
                  <a:pt x="536934" y="1314"/>
                </a:cubicBezTo>
                <a:lnTo>
                  <a:pt x="532104" y="1314"/>
                </a:lnTo>
                <a:lnTo>
                  <a:pt x="525732" y="41130"/>
                </a:lnTo>
                <a:lnTo>
                  <a:pt x="530560" y="41130"/>
                </a:lnTo>
                <a:cubicBezTo>
                  <a:pt x="531140" y="38035"/>
                  <a:pt x="532876" y="25849"/>
                  <a:pt x="535387" y="23527"/>
                </a:cubicBezTo>
                <a:cubicBezTo>
                  <a:pt x="536740" y="22366"/>
                  <a:pt x="551805" y="22366"/>
                  <a:pt x="554316" y="22366"/>
                </a:cubicBezTo>
                <a:lnTo>
                  <a:pt x="594297" y="22366"/>
                </a:lnTo>
                <a:cubicBezTo>
                  <a:pt x="592172" y="25460"/>
                  <a:pt x="576915" y="46544"/>
                  <a:pt x="572665" y="52927"/>
                </a:cubicBezTo>
                <a:cubicBezTo>
                  <a:pt x="555283" y="79042"/>
                  <a:pt x="548908" y="105928"/>
                  <a:pt x="548908" y="125659"/>
                </a:cubicBezTo>
                <a:cubicBezTo>
                  <a:pt x="548908" y="127592"/>
                  <a:pt x="548908" y="136289"/>
                  <a:pt x="557794" y="136289"/>
                </a:cubicBezTo>
                <a:cubicBezTo>
                  <a:pt x="566677" y="136289"/>
                  <a:pt x="566677" y="127592"/>
                  <a:pt x="566677" y="125659"/>
                </a:cubicBezTo>
                <a:lnTo>
                  <a:pt x="566677" y="115792"/>
                </a:lnTo>
                <a:cubicBezTo>
                  <a:pt x="566677" y="105156"/>
                  <a:pt x="567257" y="94517"/>
                  <a:pt x="568801" y="84069"/>
                </a:cubicBezTo>
                <a:cubicBezTo>
                  <a:pt x="569574" y="79622"/>
                  <a:pt x="572279" y="62986"/>
                  <a:pt x="580776" y="50994"/>
                </a:cubicBezTo>
                <a:lnTo>
                  <a:pt x="606852" y="14255"/>
                </a:lnTo>
                <a:close/>
                <a:moveTo>
                  <a:pt x="709078" y="44999"/>
                </a:moveTo>
                <a:lnTo>
                  <a:pt x="689571" y="44999"/>
                </a:lnTo>
                <a:lnTo>
                  <a:pt x="689571" y="22596"/>
                </a:lnTo>
                <a:cubicBezTo>
                  <a:pt x="689571" y="20665"/>
                  <a:pt x="689379" y="20085"/>
                  <a:pt x="688218" y="20085"/>
                </a:cubicBezTo>
                <a:cubicBezTo>
                  <a:pt x="686868" y="21823"/>
                  <a:pt x="685707" y="23562"/>
                  <a:pt x="684357" y="25493"/>
                </a:cubicBezTo>
                <a:cubicBezTo>
                  <a:pt x="677016" y="36117"/>
                  <a:pt x="668711" y="45388"/>
                  <a:pt x="665623" y="46161"/>
                </a:cubicBezTo>
                <a:cubicBezTo>
                  <a:pt x="663498" y="47510"/>
                  <a:pt x="662336" y="48863"/>
                  <a:pt x="662336" y="49830"/>
                </a:cubicBezTo>
                <a:cubicBezTo>
                  <a:pt x="662336" y="50410"/>
                  <a:pt x="662531" y="50796"/>
                  <a:pt x="663112" y="51183"/>
                </a:cubicBezTo>
                <a:lnTo>
                  <a:pt x="673347" y="51183"/>
                </a:lnTo>
                <a:lnTo>
                  <a:pt x="673347" y="109311"/>
                </a:lnTo>
                <a:cubicBezTo>
                  <a:pt x="673347" y="125532"/>
                  <a:pt x="679141" y="133837"/>
                  <a:pt x="690537" y="133837"/>
                </a:cubicBezTo>
                <a:cubicBezTo>
                  <a:pt x="700001" y="133837"/>
                  <a:pt x="707339" y="129204"/>
                  <a:pt x="713714" y="119161"/>
                </a:cubicBezTo>
                <a:lnTo>
                  <a:pt x="711203" y="117036"/>
                </a:lnTo>
                <a:cubicBezTo>
                  <a:pt x="707147" y="121863"/>
                  <a:pt x="703864" y="123796"/>
                  <a:pt x="699615" y="123796"/>
                </a:cubicBezTo>
                <a:cubicBezTo>
                  <a:pt x="692468" y="123796"/>
                  <a:pt x="689571" y="118580"/>
                  <a:pt x="689571" y="106414"/>
                </a:cubicBezTo>
                <a:lnTo>
                  <a:pt x="689571" y="51183"/>
                </a:lnTo>
                <a:lnTo>
                  <a:pt x="709078" y="51183"/>
                </a:lnTo>
                <a:lnTo>
                  <a:pt x="709078" y="44999"/>
                </a:lnTo>
                <a:close/>
                <a:moveTo>
                  <a:pt x="761808" y="43113"/>
                </a:moveTo>
                <a:cubicBezTo>
                  <a:pt x="736698" y="43113"/>
                  <a:pt x="719122" y="61648"/>
                  <a:pt x="719122" y="88284"/>
                </a:cubicBezTo>
                <a:cubicBezTo>
                  <a:pt x="719122" y="114339"/>
                  <a:pt x="737084" y="133837"/>
                  <a:pt x="761419" y="133837"/>
                </a:cubicBezTo>
                <a:cubicBezTo>
                  <a:pt x="785756" y="133837"/>
                  <a:pt x="804296" y="113375"/>
                  <a:pt x="804296" y="86739"/>
                </a:cubicBezTo>
                <a:cubicBezTo>
                  <a:pt x="804296" y="61453"/>
                  <a:pt x="786528" y="43113"/>
                  <a:pt x="761808" y="43113"/>
                </a:cubicBezTo>
                <a:moveTo>
                  <a:pt x="759297" y="48524"/>
                </a:moveTo>
                <a:cubicBezTo>
                  <a:pt x="775520" y="48524"/>
                  <a:pt x="786914" y="67053"/>
                  <a:pt x="786914" y="93494"/>
                </a:cubicBezTo>
                <a:cubicBezTo>
                  <a:pt x="786914" y="115306"/>
                  <a:pt x="778223" y="128429"/>
                  <a:pt x="763738" y="128429"/>
                </a:cubicBezTo>
                <a:cubicBezTo>
                  <a:pt x="756205" y="128429"/>
                  <a:pt x="749058" y="123799"/>
                  <a:pt x="745003" y="116078"/>
                </a:cubicBezTo>
                <a:cubicBezTo>
                  <a:pt x="739595" y="106040"/>
                  <a:pt x="736504" y="92531"/>
                  <a:pt x="736504" y="78826"/>
                </a:cubicBezTo>
                <a:cubicBezTo>
                  <a:pt x="736504" y="60490"/>
                  <a:pt x="745581" y="48524"/>
                  <a:pt x="759297" y="48524"/>
                </a:cubicBezTo>
                <a:close/>
                <a:moveTo>
                  <a:pt x="811443" y="11588"/>
                </a:moveTo>
                <a:cubicBezTo>
                  <a:pt x="813954" y="11394"/>
                  <a:pt x="815693" y="11202"/>
                  <a:pt x="817623" y="11202"/>
                </a:cubicBezTo>
                <a:cubicBezTo>
                  <a:pt x="823998" y="11202"/>
                  <a:pt x="825928" y="13713"/>
                  <a:pt x="825928" y="22982"/>
                </a:cubicBezTo>
                <a:lnTo>
                  <a:pt x="825928" y="116110"/>
                </a:lnTo>
                <a:cubicBezTo>
                  <a:pt x="825928" y="126157"/>
                  <a:pt x="825350" y="126738"/>
                  <a:pt x="811443" y="129054"/>
                </a:cubicBezTo>
                <a:lnTo>
                  <a:pt x="811443" y="131951"/>
                </a:lnTo>
                <a:lnTo>
                  <a:pt x="856640" y="131951"/>
                </a:lnTo>
                <a:lnTo>
                  <a:pt x="856640" y="129054"/>
                </a:lnTo>
                <a:lnTo>
                  <a:pt x="852776" y="128863"/>
                </a:lnTo>
                <a:cubicBezTo>
                  <a:pt x="845052" y="128476"/>
                  <a:pt x="842152" y="125771"/>
                  <a:pt x="842152" y="119007"/>
                </a:cubicBezTo>
                <a:lnTo>
                  <a:pt x="842152" y="83453"/>
                </a:lnTo>
                <a:lnTo>
                  <a:pt x="869195" y="119588"/>
                </a:lnTo>
                <a:lnTo>
                  <a:pt x="869772" y="120360"/>
                </a:lnTo>
                <a:cubicBezTo>
                  <a:pt x="870158" y="120941"/>
                  <a:pt x="870544" y="121518"/>
                  <a:pt x="871125" y="122099"/>
                </a:cubicBezTo>
                <a:cubicBezTo>
                  <a:pt x="872669" y="124032"/>
                  <a:pt x="873250" y="125190"/>
                  <a:pt x="873250" y="126157"/>
                </a:cubicBezTo>
                <a:cubicBezTo>
                  <a:pt x="873250" y="127896"/>
                  <a:pt x="871511" y="129054"/>
                  <a:pt x="869195" y="129054"/>
                </a:cubicBezTo>
                <a:lnTo>
                  <a:pt x="865523" y="129054"/>
                </a:lnTo>
                <a:lnTo>
                  <a:pt x="865523" y="131951"/>
                </a:lnTo>
                <a:lnTo>
                  <a:pt x="907628" y="131951"/>
                </a:lnTo>
                <a:lnTo>
                  <a:pt x="907628" y="129054"/>
                </a:lnTo>
                <a:cubicBezTo>
                  <a:pt x="899131" y="128476"/>
                  <a:pt x="893143" y="124804"/>
                  <a:pt x="885032" y="114949"/>
                </a:cubicBezTo>
                <a:lnTo>
                  <a:pt x="855479" y="77462"/>
                </a:lnTo>
                <a:lnTo>
                  <a:pt x="861081" y="72246"/>
                </a:lnTo>
                <a:cubicBezTo>
                  <a:pt x="874794" y="59493"/>
                  <a:pt x="886768" y="50602"/>
                  <a:pt x="892371" y="49058"/>
                </a:cubicBezTo>
                <a:cubicBezTo>
                  <a:pt x="895268" y="48286"/>
                  <a:pt x="897970" y="47899"/>
                  <a:pt x="901256" y="47899"/>
                </a:cubicBezTo>
                <a:lnTo>
                  <a:pt x="902801" y="47899"/>
                </a:lnTo>
                <a:lnTo>
                  <a:pt x="902801" y="44999"/>
                </a:lnTo>
                <a:lnTo>
                  <a:pt x="863398" y="44999"/>
                </a:lnTo>
                <a:lnTo>
                  <a:pt x="863398" y="47705"/>
                </a:lnTo>
                <a:cubicBezTo>
                  <a:pt x="870930" y="47899"/>
                  <a:pt x="873055" y="48672"/>
                  <a:pt x="873055" y="51377"/>
                </a:cubicBezTo>
                <a:cubicBezTo>
                  <a:pt x="873055" y="52921"/>
                  <a:pt x="871317" y="55627"/>
                  <a:pt x="868614" y="57946"/>
                </a:cubicBezTo>
                <a:lnTo>
                  <a:pt x="842152" y="81520"/>
                </a:lnTo>
                <a:lnTo>
                  <a:pt x="842152" y="386"/>
                </a:lnTo>
                <a:lnTo>
                  <a:pt x="841380" y="0"/>
                </a:lnTo>
                <a:cubicBezTo>
                  <a:pt x="834041" y="2316"/>
                  <a:pt x="828439" y="3861"/>
                  <a:pt x="817237" y="6952"/>
                </a:cubicBezTo>
                <a:lnTo>
                  <a:pt x="811443" y="8497"/>
                </a:lnTo>
                <a:lnTo>
                  <a:pt x="811443" y="11588"/>
                </a:lnTo>
                <a:close/>
                <a:moveTo>
                  <a:pt x="983532" y="100222"/>
                </a:moveTo>
                <a:cubicBezTo>
                  <a:pt x="974264" y="114908"/>
                  <a:pt x="965956" y="120513"/>
                  <a:pt x="953596" y="120513"/>
                </a:cubicBezTo>
                <a:cubicBezTo>
                  <a:pt x="942588" y="120513"/>
                  <a:pt x="934283" y="114908"/>
                  <a:pt x="928681" y="103895"/>
                </a:cubicBezTo>
                <a:cubicBezTo>
                  <a:pt x="925203" y="96550"/>
                  <a:pt x="923853" y="90173"/>
                  <a:pt x="923467" y="78384"/>
                </a:cubicBezTo>
                <a:lnTo>
                  <a:pt x="982955" y="78384"/>
                </a:lnTo>
                <a:cubicBezTo>
                  <a:pt x="981408" y="65853"/>
                  <a:pt x="979477" y="60271"/>
                  <a:pt x="974650" y="54112"/>
                </a:cubicBezTo>
                <a:cubicBezTo>
                  <a:pt x="968853" y="47172"/>
                  <a:pt x="959970" y="43113"/>
                  <a:pt x="949927" y="43113"/>
                </a:cubicBezTo>
                <a:cubicBezTo>
                  <a:pt x="940269" y="43113"/>
                  <a:pt x="931192" y="46591"/>
                  <a:pt x="923853" y="53148"/>
                </a:cubicBezTo>
                <a:cubicBezTo>
                  <a:pt x="914773" y="61041"/>
                  <a:pt x="909560" y="74715"/>
                  <a:pt x="909560" y="90559"/>
                </a:cubicBezTo>
                <a:cubicBezTo>
                  <a:pt x="909560" y="117227"/>
                  <a:pt x="923467" y="133837"/>
                  <a:pt x="945677" y="133837"/>
                </a:cubicBezTo>
                <a:cubicBezTo>
                  <a:pt x="964025" y="133837"/>
                  <a:pt x="978511" y="122444"/>
                  <a:pt x="986624" y="101575"/>
                </a:cubicBezTo>
                <a:lnTo>
                  <a:pt x="983532" y="100222"/>
                </a:lnTo>
                <a:moveTo>
                  <a:pt x="923853" y="72204"/>
                </a:moveTo>
                <a:cubicBezTo>
                  <a:pt x="925975" y="57192"/>
                  <a:pt x="932544" y="50069"/>
                  <a:pt x="944324" y="50069"/>
                </a:cubicBezTo>
                <a:cubicBezTo>
                  <a:pt x="956107" y="50069"/>
                  <a:pt x="960742" y="55459"/>
                  <a:pt x="963253" y="72204"/>
                </a:cubicBezTo>
                <a:lnTo>
                  <a:pt x="923853" y="72204"/>
                </a:lnTo>
                <a:close/>
                <a:moveTo>
                  <a:pt x="993576" y="55090"/>
                </a:moveTo>
                <a:cubicBezTo>
                  <a:pt x="994734" y="54510"/>
                  <a:pt x="996668" y="54318"/>
                  <a:pt x="998792" y="54318"/>
                </a:cubicBezTo>
                <a:cubicBezTo>
                  <a:pt x="1004200" y="54318"/>
                  <a:pt x="1005936" y="57215"/>
                  <a:pt x="1005936" y="66675"/>
                </a:cubicBezTo>
                <a:lnTo>
                  <a:pt x="1005936" y="114572"/>
                </a:lnTo>
                <a:cubicBezTo>
                  <a:pt x="1005936" y="125579"/>
                  <a:pt x="1003811" y="128282"/>
                  <a:pt x="993962" y="129054"/>
                </a:cubicBezTo>
                <a:lnTo>
                  <a:pt x="993962" y="131951"/>
                </a:lnTo>
                <a:lnTo>
                  <a:pt x="1034909" y="131951"/>
                </a:lnTo>
                <a:lnTo>
                  <a:pt x="1034909" y="129054"/>
                </a:lnTo>
                <a:cubicBezTo>
                  <a:pt x="1025057" y="128282"/>
                  <a:pt x="1022160" y="125966"/>
                  <a:pt x="1022160" y="119013"/>
                </a:cubicBezTo>
                <a:lnTo>
                  <a:pt x="1022160" y="64745"/>
                </a:lnTo>
                <a:cubicBezTo>
                  <a:pt x="1031432" y="56054"/>
                  <a:pt x="1035682" y="53738"/>
                  <a:pt x="1042056" y="53738"/>
                </a:cubicBezTo>
                <a:cubicBezTo>
                  <a:pt x="1051519" y="53738"/>
                  <a:pt x="1056155" y="59723"/>
                  <a:pt x="1056155" y="72470"/>
                </a:cubicBezTo>
                <a:lnTo>
                  <a:pt x="1056155" y="112833"/>
                </a:lnTo>
                <a:cubicBezTo>
                  <a:pt x="1056155" y="124999"/>
                  <a:pt x="1053644" y="128282"/>
                  <a:pt x="1043986" y="129054"/>
                </a:cubicBezTo>
                <a:lnTo>
                  <a:pt x="1043986" y="131951"/>
                </a:lnTo>
                <a:lnTo>
                  <a:pt x="1084162" y="131951"/>
                </a:lnTo>
                <a:lnTo>
                  <a:pt x="1084162" y="129054"/>
                </a:lnTo>
                <a:cubicBezTo>
                  <a:pt x="1074695" y="128090"/>
                  <a:pt x="1072379" y="125771"/>
                  <a:pt x="1072379" y="116311"/>
                </a:cubicBezTo>
                <a:lnTo>
                  <a:pt x="1072379" y="72083"/>
                </a:lnTo>
                <a:cubicBezTo>
                  <a:pt x="1072379" y="53932"/>
                  <a:pt x="1063879" y="43113"/>
                  <a:pt x="1049589" y="43113"/>
                </a:cubicBezTo>
                <a:cubicBezTo>
                  <a:pt x="1040703" y="43113"/>
                  <a:pt x="1034715" y="46399"/>
                  <a:pt x="1021583" y="58760"/>
                </a:cubicBezTo>
                <a:lnTo>
                  <a:pt x="1021583" y="43502"/>
                </a:lnTo>
                <a:lnTo>
                  <a:pt x="1020230" y="43113"/>
                </a:lnTo>
                <a:cubicBezTo>
                  <a:pt x="1010767" y="46591"/>
                  <a:pt x="1004200" y="48716"/>
                  <a:pt x="993576" y="51807"/>
                </a:cubicBezTo>
                <a:lnTo>
                  <a:pt x="993576" y="55090"/>
                </a:lnTo>
                <a:close/>
                <a:moveTo>
                  <a:pt x="1147896" y="71267"/>
                </a:moveTo>
                <a:lnTo>
                  <a:pt x="1147124" y="44999"/>
                </a:lnTo>
                <a:lnTo>
                  <a:pt x="1144999" y="44999"/>
                </a:lnTo>
                <a:lnTo>
                  <a:pt x="1144613" y="45388"/>
                </a:lnTo>
                <a:cubicBezTo>
                  <a:pt x="1142874" y="46738"/>
                  <a:pt x="1142683" y="46933"/>
                  <a:pt x="1141910" y="46933"/>
                </a:cubicBezTo>
                <a:cubicBezTo>
                  <a:pt x="1140752" y="46933"/>
                  <a:pt x="1138819" y="46547"/>
                  <a:pt x="1136694" y="45580"/>
                </a:cubicBezTo>
                <a:cubicBezTo>
                  <a:pt x="1132444" y="44077"/>
                  <a:pt x="1128197" y="43302"/>
                  <a:pt x="1123176" y="43302"/>
                </a:cubicBezTo>
                <a:cubicBezTo>
                  <a:pt x="1107915" y="43302"/>
                  <a:pt x="1096908" y="53151"/>
                  <a:pt x="1096908" y="67050"/>
                </a:cubicBezTo>
                <a:cubicBezTo>
                  <a:pt x="1096908" y="77857"/>
                  <a:pt x="1103088" y="85578"/>
                  <a:pt x="1119506" y="94844"/>
                </a:cubicBezTo>
                <a:lnTo>
                  <a:pt x="1130708" y="101216"/>
                </a:lnTo>
                <a:cubicBezTo>
                  <a:pt x="1137466" y="105076"/>
                  <a:pt x="1140752" y="109709"/>
                  <a:pt x="1140752" y="115692"/>
                </a:cubicBezTo>
                <a:cubicBezTo>
                  <a:pt x="1140752" y="124185"/>
                  <a:pt x="1134569" y="129590"/>
                  <a:pt x="1124720" y="129590"/>
                </a:cubicBezTo>
                <a:cubicBezTo>
                  <a:pt x="1118154" y="129590"/>
                  <a:pt x="1112165" y="127080"/>
                  <a:pt x="1108496" y="122833"/>
                </a:cubicBezTo>
                <a:cubicBezTo>
                  <a:pt x="1104441" y="118008"/>
                  <a:pt x="1102702" y="113567"/>
                  <a:pt x="1100191" y="102565"/>
                </a:cubicBezTo>
                <a:lnTo>
                  <a:pt x="1097100" y="102565"/>
                </a:lnTo>
                <a:lnTo>
                  <a:pt x="1097100" y="132679"/>
                </a:lnTo>
                <a:lnTo>
                  <a:pt x="1099610" y="132679"/>
                </a:lnTo>
                <a:cubicBezTo>
                  <a:pt x="1100963" y="130749"/>
                  <a:pt x="1101735" y="130363"/>
                  <a:pt x="1104055" y="130363"/>
                </a:cubicBezTo>
                <a:cubicBezTo>
                  <a:pt x="1105794" y="130407"/>
                  <a:pt x="1108496" y="130793"/>
                  <a:pt x="1112937" y="131951"/>
                </a:cubicBezTo>
                <a:cubicBezTo>
                  <a:pt x="1118345" y="133065"/>
                  <a:pt x="1123562" y="133837"/>
                  <a:pt x="1127036" y="133837"/>
                </a:cubicBezTo>
                <a:cubicBezTo>
                  <a:pt x="1141910" y="133837"/>
                  <a:pt x="1154271" y="122641"/>
                  <a:pt x="1154271" y="109129"/>
                </a:cubicBezTo>
                <a:cubicBezTo>
                  <a:pt x="1154271" y="99477"/>
                  <a:pt x="1149635" y="93108"/>
                  <a:pt x="1138047" y="86159"/>
                </a:cubicBezTo>
                <a:lnTo>
                  <a:pt x="1117187" y="73805"/>
                </a:lnTo>
                <a:cubicBezTo>
                  <a:pt x="1111779" y="70716"/>
                  <a:pt x="1108882" y="65892"/>
                  <a:pt x="1108882" y="60678"/>
                </a:cubicBezTo>
                <a:cubicBezTo>
                  <a:pt x="1108882" y="52957"/>
                  <a:pt x="1114871" y="47552"/>
                  <a:pt x="1123753" y="47552"/>
                </a:cubicBezTo>
                <a:cubicBezTo>
                  <a:pt x="1134764" y="47552"/>
                  <a:pt x="1140558" y="54115"/>
                  <a:pt x="1144999" y="71297"/>
                </a:cubicBezTo>
                <a:lnTo>
                  <a:pt x="1147896" y="712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82396D-C1EC-411E-8EB8-74D9D990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299" y="2013826"/>
            <a:ext cx="154516" cy="824327"/>
          </a:xfrm>
          <a:custGeom xmlns:a="http://schemas.openxmlformats.org/drawingml/2006/main">
            <a:pathLst>
              <a:path w="154516" h="824327" fill="none">
                <a:moveTo>
                  <a:pt x="0" y="0"/>
                </a:moveTo>
                <a:cubicBezTo>
                  <a:pt x="46355" y="23176"/>
                  <a:pt x="77258" y="77258"/>
                  <a:pt x="77258" y="154516"/>
                </a:cubicBezTo>
                <a:lnTo>
                  <a:pt x="77258" y="257647"/>
                </a:lnTo>
                <a:cubicBezTo>
                  <a:pt x="77258" y="334905"/>
                  <a:pt x="108161" y="388987"/>
                  <a:pt x="154516" y="412164"/>
                </a:cubicBezTo>
                <a:cubicBezTo>
                  <a:pt x="108161" y="435340"/>
                  <a:pt x="77258" y="489422"/>
                  <a:pt x="77258" y="566680"/>
                </a:cubicBezTo>
                <a:lnTo>
                  <a:pt x="77258" y="669811"/>
                </a:lnTo>
                <a:cubicBezTo>
                  <a:pt x="77258" y="747069"/>
                  <a:pt x="46355" y="801151"/>
                  <a:pt x="0" y="824327"/>
                </a:cubicBezTo>
              </a:path>
            </a:pathLst>
          </a:custGeom>
          <a:noFill xmlns:a="http://schemas.openxmlformats.org/drawingml/2006/main"/>
          <a:ln xmlns:a="http://schemas.openxmlformats.org/drawingml/2006/main" w="7726" cap="flat">
            <a:solidFill>
              <a:srgbClr val="000000"/>
            </a:solidFill>
            <a:miter/>
          </a:ln>
        </p:spPr>
      </p:sp>
      <p:sp>
        <p:nvSpPr>
          <p:cNvPr id="147" name="Text 4096">
            <a:extLst xmlns:a="http://schemas.openxmlformats.org/drawingml/2006/main">
              <a:ext uri="{FF2B5EF4-FFF2-40B4-BE49-F238E27FC236}">
                <a16:creationId xmlns:a16="http://schemas.microsoft.com/office/drawing/2014/main" id="{C74C3F09-971C-4627-A02A-1D0977F9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830" y="2240489"/>
            <a:ext cx="372571" cy="135049"/>
          </a:xfrm>
          <a:custGeom xmlns:a="http://schemas.openxmlformats.org/drawingml/2006/main">
            <a:pathLst>
              <a:path w="372571" h="135049">
                <a:moveTo>
                  <a:pt x="51374" y="98834"/>
                </a:moveTo>
                <a:lnTo>
                  <a:pt x="51374" y="115645"/>
                </a:lnTo>
                <a:cubicBezTo>
                  <a:pt x="51374" y="122600"/>
                  <a:pt x="50988" y="124725"/>
                  <a:pt x="36695" y="124725"/>
                </a:cubicBezTo>
                <a:lnTo>
                  <a:pt x="32639" y="124725"/>
                </a:lnTo>
                <a:lnTo>
                  <a:pt x="32639" y="130710"/>
                </a:lnTo>
                <a:cubicBezTo>
                  <a:pt x="40558" y="130133"/>
                  <a:pt x="50602" y="130133"/>
                  <a:pt x="58712" y="130133"/>
                </a:cubicBezTo>
                <a:cubicBezTo>
                  <a:pt x="66826" y="130133"/>
                  <a:pt x="77061" y="130133"/>
                  <a:pt x="84980" y="130710"/>
                </a:cubicBezTo>
                <a:lnTo>
                  <a:pt x="84980" y="124725"/>
                </a:lnTo>
                <a:lnTo>
                  <a:pt x="80925" y="124725"/>
                </a:lnTo>
                <a:cubicBezTo>
                  <a:pt x="66631" y="124725"/>
                  <a:pt x="66245" y="122600"/>
                  <a:pt x="66245" y="115645"/>
                </a:cubicBezTo>
                <a:lnTo>
                  <a:pt x="66245" y="98834"/>
                </a:lnTo>
                <a:lnTo>
                  <a:pt x="85561" y="98834"/>
                </a:lnTo>
                <a:lnTo>
                  <a:pt x="85561" y="92849"/>
                </a:lnTo>
                <a:lnTo>
                  <a:pt x="66245" y="92849"/>
                </a:lnTo>
                <a:lnTo>
                  <a:pt x="66245" y="5022"/>
                </a:lnTo>
                <a:cubicBezTo>
                  <a:pt x="66245" y="1161"/>
                  <a:pt x="66245" y="0"/>
                  <a:pt x="63157" y="0"/>
                </a:cubicBezTo>
                <a:cubicBezTo>
                  <a:pt x="61418" y="0"/>
                  <a:pt x="60837" y="0"/>
                  <a:pt x="59293" y="2319"/>
                </a:cubicBezTo>
                <a:lnTo>
                  <a:pt x="0" y="92849"/>
                </a:lnTo>
                <a:lnTo>
                  <a:pt x="0" y="98834"/>
                </a:lnTo>
                <a:lnTo>
                  <a:pt x="51374" y="98834"/>
                </a:lnTo>
                <a:moveTo>
                  <a:pt x="52532" y="92849"/>
                </a:moveTo>
                <a:lnTo>
                  <a:pt x="5408" y="92849"/>
                </a:lnTo>
                <a:lnTo>
                  <a:pt x="52532" y="20851"/>
                </a:lnTo>
                <a:lnTo>
                  <a:pt x="52532" y="92849"/>
                </a:lnTo>
                <a:close/>
                <a:moveTo>
                  <a:pt x="180006" y="68951"/>
                </a:moveTo>
                <a:cubicBezTo>
                  <a:pt x="180006" y="53487"/>
                  <a:pt x="179040" y="38024"/>
                  <a:pt x="172282" y="23721"/>
                </a:cubicBezTo>
                <a:cubicBezTo>
                  <a:pt x="163396" y="5166"/>
                  <a:pt x="147559" y="2075"/>
                  <a:pt x="139448" y="2075"/>
                </a:cubicBezTo>
                <a:cubicBezTo>
                  <a:pt x="127857" y="2075"/>
                  <a:pt x="113758" y="7097"/>
                  <a:pt x="105839" y="25074"/>
                </a:cubicBezTo>
                <a:cubicBezTo>
                  <a:pt x="99659" y="38410"/>
                  <a:pt x="98693" y="53487"/>
                  <a:pt x="98693" y="68951"/>
                </a:cubicBezTo>
                <a:cubicBezTo>
                  <a:pt x="98693" y="83445"/>
                  <a:pt x="99468" y="100841"/>
                  <a:pt x="107387" y="115530"/>
                </a:cubicBezTo>
                <a:cubicBezTo>
                  <a:pt x="115692" y="131188"/>
                  <a:pt x="129791" y="135049"/>
                  <a:pt x="139254" y="135049"/>
                </a:cubicBezTo>
                <a:cubicBezTo>
                  <a:pt x="149684" y="135049"/>
                  <a:pt x="164363" y="130993"/>
                  <a:pt x="172860" y="112633"/>
                </a:cubicBezTo>
                <a:cubicBezTo>
                  <a:pt x="179040" y="99294"/>
                  <a:pt x="180006" y="84220"/>
                  <a:pt x="180006" y="68951"/>
                </a:cubicBezTo>
                <a:moveTo>
                  <a:pt x="139254" y="130802"/>
                </a:moveTo>
                <a:cubicBezTo>
                  <a:pt x="131721" y="130802"/>
                  <a:pt x="120324" y="125968"/>
                  <a:pt x="116850" y="107413"/>
                </a:cubicBezTo>
                <a:cubicBezTo>
                  <a:pt x="114725" y="95817"/>
                  <a:pt x="114725" y="78034"/>
                  <a:pt x="114725" y="66628"/>
                </a:cubicBezTo>
                <a:cubicBezTo>
                  <a:pt x="114725" y="54259"/>
                  <a:pt x="114725" y="41501"/>
                  <a:pt x="116269" y="31066"/>
                </a:cubicBezTo>
                <a:cubicBezTo>
                  <a:pt x="119938" y="8063"/>
                  <a:pt x="134426" y="6324"/>
                  <a:pt x="139254" y="6324"/>
                </a:cubicBezTo>
                <a:cubicBezTo>
                  <a:pt x="145628" y="6324"/>
                  <a:pt x="158375" y="9805"/>
                  <a:pt x="162044" y="28938"/>
                </a:cubicBezTo>
                <a:cubicBezTo>
                  <a:pt x="163977" y="39762"/>
                  <a:pt x="163977" y="54454"/>
                  <a:pt x="163977" y="66628"/>
                </a:cubicBezTo>
                <a:cubicBezTo>
                  <a:pt x="163977" y="81125"/>
                  <a:pt x="163977" y="94269"/>
                  <a:pt x="161852" y="106641"/>
                </a:cubicBezTo>
                <a:cubicBezTo>
                  <a:pt x="158955" y="125002"/>
                  <a:pt x="147945" y="130802"/>
                  <a:pt x="139254" y="130802"/>
                </a:cubicBezTo>
                <a:close/>
                <a:moveTo>
                  <a:pt x="258615" y="69328"/>
                </a:moveTo>
                <a:lnTo>
                  <a:pt x="258615" y="75511"/>
                </a:lnTo>
                <a:cubicBezTo>
                  <a:pt x="258615" y="120708"/>
                  <a:pt x="238530" y="129641"/>
                  <a:pt x="227325" y="129641"/>
                </a:cubicBezTo>
                <a:cubicBezTo>
                  <a:pt x="224042" y="129641"/>
                  <a:pt x="213612" y="129254"/>
                  <a:pt x="208399" y="122641"/>
                </a:cubicBezTo>
                <a:cubicBezTo>
                  <a:pt x="216895" y="122641"/>
                  <a:pt x="218443" y="117039"/>
                  <a:pt x="218443" y="113756"/>
                </a:cubicBezTo>
                <a:cubicBezTo>
                  <a:pt x="218443" y="107770"/>
                  <a:pt x="213807" y="104870"/>
                  <a:pt x="209557" y="104870"/>
                </a:cubicBezTo>
                <a:cubicBezTo>
                  <a:pt x="206468" y="104870"/>
                  <a:pt x="200671" y="106609"/>
                  <a:pt x="200671" y="114142"/>
                </a:cubicBezTo>
                <a:cubicBezTo>
                  <a:pt x="200671" y="127115"/>
                  <a:pt x="211101" y="135049"/>
                  <a:pt x="227520" y="135049"/>
                </a:cubicBezTo>
                <a:cubicBezTo>
                  <a:pt x="252435" y="135049"/>
                  <a:pt x="276000" y="108734"/>
                  <a:pt x="276000" y="67203"/>
                </a:cubicBezTo>
                <a:cubicBezTo>
                  <a:pt x="276000" y="15216"/>
                  <a:pt x="253787" y="2075"/>
                  <a:pt x="236597" y="2075"/>
                </a:cubicBezTo>
                <a:cubicBezTo>
                  <a:pt x="225975" y="2075"/>
                  <a:pt x="216509" y="5552"/>
                  <a:pt x="208204" y="14249"/>
                </a:cubicBezTo>
                <a:cubicBezTo>
                  <a:pt x="200285" y="22946"/>
                  <a:pt x="195844" y="31063"/>
                  <a:pt x="195844" y="45556"/>
                </a:cubicBezTo>
                <a:cubicBezTo>
                  <a:pt x="195844" y="69714"/>
                  <a:pt x="212840" y="88649"/>
                  <a:pt x="234472" y="88649"/>
                </a:cubicBezTo>
                <a:cubicBezTo>
                  <a:pt x="246254" y="88649"/>
                  <a:pt x="254173" y="80536"/>
                  <a:pt x="258615" y="69328"/>
                </a:cubicBezTo>
                <a:moveTo>
                  <a:pt x="234666" y="84208"/>
                </a:moveTo>
                <a:cubicBezTo>
                  <a:pt x="231575" y="84208"/>
                  <a:pt x="222692" y="84208"/>
                  <a:pt x="216704" y="72033"/>
                </a:cubicBezTo>
                <a:cubicBezTo>
                  <a:pt x="213226" y="64884"/>
                  <a:pt x="213226" y="55220"/>
                  <a:pt x="213226" y="45751"/>
                </a:cubicBezTo>
                <a:cubicBezTo>
                  <a:pt x="213226" y="35315"/>
                  <a:pt x="213226" y="26232"/>
                  <a:pt x="217284" y="19080"/>
                </a:cubicBezTo>
                <a:cubicBezTo>
                  <a:pt x="222498" y="9419"/>
                  <a:pt x="229836" y="6905"/>
                  <a:pt x="236597" y="6905"/>
                </a:cubicBezTo>
                <a:cubicBezTo>
                  <a:pt x="245482" y="6905"/>
                  <a:pt x="251854" y="13477"/>
                  <a:pt x="255140" y="22174"/>
                </a:cubicBezTo>
                <a:cubicBezTo>
                  <a:pt x="257456" y="28357"/>
                  <a:pt x="258229" y="40532"/>
                  <a:pt x="258229" y="49423"/>
                </a:cubicBezTo>
                <a:cubicBezTo>
                  <a:pt x="258229" y="65461"/>
                  <a:pt x="251662" y="84208"/>
                  <a:pt x="234666" y="84208"/>
                </a:cubicBezTo>
                <a:close/>
                <a:moveTo>
                  <a:pt x="309797" y="67415"/>
                </a:moveTo>
                <a:lnTo>
                  <a:pt x="309797" y="62776"/>
                </a:lnTo>
                <a:cubicBezTo>
                  <a:pt x="309797" y="13902"/>
                  <a:pt x="333749" y="6905"/>
                  <a:pt x="343598" y="6905"/>
                </a:cubicBezTo>
                <a:cubicBezTo>
                  <a:pt x="348234" y="6905"/>
                  <a:pt x="356344" y="8072"/>
                  <a:pt x="360594" y="14680"/>
                </a:cubicBezTo>
                <a:cubicBezTo>
                  <a:pt x="357697" y="14680"/>
                  <a:pt x="349972" y="14680"/>
                  <a:pt x="349972" y="23371"/>
                </a:cubicBezTo>
                <a:cubicBezTo>
                  <a:pt x="349972" y="29356"/>
                  <a:pt x="354608" y="32253"/>
                  <a:pt x="358855" y="32253"/>
                </a:cubicBezTo>
                <a:cubicBezTo>
                  <a:pt x="361947" y="32253"/>
                  <a:pt x="367741" y="30517"/>
                  <a:pt x="367741" y="22985"/>
                </a:cubicBezTo>
                <a:cubicBezTo>
                  <a:pt x="367741" y="11376"/>
                  <a:pt x="359244" y="2075"/>
                  <a:pt x="343212" y="2075"/>
                </a:cubicBezTo>
                <a:cubicBezTo>
                  <a:pt x="318488" y="2075"/>
                  <a:pt x="292415" y="27040"/>
                  <a:pt x="292415" y="69735"/>
                </a:cubicBezTo>
                <a:cubicBezTo>
                  <a:pt x="292415" y="121333"/>
                  <a:pt x="314819" y="135049"/>
                  <a:pt x="332782" y="135049"/>
                </a:cubicBezTo>
                <a:cubicBezTo>
                  <a:pt x="354222" y="135049"/>
                  <a:pt x="372571" y="116888"/>
                  <a:pt x="372571" y="91378"/>
                </a:cubicBezTo>
                <a:cubicBezTo>
                  <a:pt x="372571" y="66838"/>
                  <a:pt x="355380" y="48286"/>
                  <a:pt x="333940" y="48286"/>
                </a:cubicBezTo>
                <a:cubicBezTo>
                  <a:pt x="320808" y="48286"/>
                  <a:pt x="313661" y="58141"/>
                  <a:pt x="309797" y="67415"/>
                </a:cubicBezTo>
                <a:moveTo>
                  <a:pt x="332782" y="129641"/>
                </a:moveTo>
                <a:cubicBezTo>
                  <a:pt x="320613" y="129641"/>
                  <a:pt x="314819" y="118047"/>
                  <a:pt x="313661" y="115150"/>
                </a:cubicBezTo>
                <a:cubicBezTo>
                  <a:pt x="310183" y="106067"/>
                  <a:pt x="310183" y="90606"/>
                  <a:pt x="310183" y="87128"/>
                </a:cubicBezTo>
                <a:cubicBezTo>
                  <a:pt x="310183" y="72054"/>
                  <a:pt x="316364" y="52730"/>
                  <a:pt x="333749" y="52730"/>
                </a:cubicBezTo>
                <a:cubicBezTo>
                  <a:pt x="336837" y="52730"/>
                  <a:pt x="345723" y="52730"/>
                  <a:pt x="351711" y="64710"/>
                </a:cubicBezTo>
                <a:cubicBezTo>
                  <a:pt x="355186" y="71859"/>
                  <a:pt x="355186" y="81718"/>
                  <a:pt x="355186" y="91187"/>
                </a:cubicBezTo>
                <a:cubicBezTo>
                  <a:pt x="355186" y="100461"/>
                  <a:pt x="355186" y="110125"/>
                  <a:pt x="351903" y="117080"/>
                </a:cubicBezTo>
                <a:cubicBezTo>
                  <a:pt x="346109" y="128677"/>
                  <a:pt x="337223" y="129641"/>
                  <a:pt x="332782" y="1296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channel">
            <a:extLst xmlns:a="http://schemas.openxmlformats.org/drawingml/2006/main">
              <a:ext uri="{FF2B5EF4-FFF2-40B4-BE49-F238E27FC236}">
                <a16:creationId xmlns:a16="http://schemas.microsoft.com/office/drawing/2014/main" id="{8A55928A-A4DF-4ED5-907F-EFEFE55A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061" y="2471052"/>
            <a:ext cx="591786" cy="133802"/>
          </a:xfrm>
          <a:custGeom xmlns:a="http://schemas.openxmlformats.org/drawingml/2006/main">
            <a:pathLst>
              <a:path w="591786" h="133802">
                <a:moveTo>
                  <a:pt x="72042" y="101755"/>
                </a:moveTo>
                <a:cubicBezTo>
                  <a:pt x="62771" y="115265"/>
                  <a:pt x="55818" y="119897"/>
                  <a:pt x="44808" y="119897"/>
                </a:cubicBezTo>
                <a:cubicBezTo>
                  <a:pt x="27231" y="119897"/>
                  <a:pt x="14871" y="104457"/>
                  <a:pt x="14871" y="82263"/>
                </a:cubicBezTo>
                <a:cubicBezTo>
                  <a:pt x="14871" y="62385"/>
                  <a:pt x="25495" y="48680"/>
                  <a:pt x="41139" y="48680"/>
                </a:cubicBezTo>
                <a:cubicBezTo>
                  <a:pt x="48091" y="48680"/>
                  <a:pt x="50602" y="50802"/>
                  <a:pt x="52535" y="57943"/>
                </a:cubicBezTo>
                <a:lnTo>
                  <a:pt x="53693" y="62190"/>
                </a:lnTo>
                <a:cubicBezTo>
                  <a:pt x="55238" y="67595"/>
                  <a:pt x="58715" y="71070"/>
                  <a:pt x="62771" y="71070"/>
                </a:cubicBezTo>
                <a:cubicBezTo>
                  <a:pt x="67792" y="71070"/>
                  <a:pt x="72042" y="67400"/>
                  <a:pt x="72042" y="62962"/>
                </a:cubicBezTo>
                <a:cubicBezTo>
                  <a:pt x="72042" y="52155"/>
                  <a:pt x="58521" y="43078"/>
                  <a:pt x="42297" y="43078"/>
                </a:cubicBezTo>
                <a:cubicBezTo>
                  <a:pt x="32834" y="43078"/>
                  <a:pt x="22985" y="46942"/>
                  <a:pt x="15066" y="53891"/>
                </a:cubicBezTo>
                <a:cubicBezTo>
                  <a:pt x="5408" y="62385"/>
                  <a:pt x="0" y="75508"/>
                  <a:pt x="0" y="90753"/>
                </a:cubicBezTo>
                <a:cubicBezTo>
                  <a:pt x="0" y="115845"/>
                  <a:pt x="15257" y="133802"/>
                  <a:pt x="36697" y="133802"/>
                </a:cubicBezTo>
                <a:cubicBezTo>
                  <a:pt x="45388" y="133802"/>
                  <a:pt x="53113" y="130713"/>
                  <a:pt x="60068" y="124725"/>
                </a:cubicBezTo>
                <a:cubicBezTo>
                  <a:pt x="65282" y="120089"/>
                  <a:pt x="68951" y="114878"/>
                  <a:pt x="74745" y="103491"/>
                </a:cubicBezTo>
                <a:lnTo>
                  <a:pt x="72042" y="101755"/>
                </a:lnTo>
                <a:close/>
                <a:moveTo>
                  <a:pt x="111250" y="65676"/>
                </a:moveTo>
                <a:cubicBezTo>
                  <a:pt x="119361" y="56794"/>
                  <a:pt x="125155" y="53508"/>
                  <a:pt x="132688" y="53508"/>
                </a:cubicBezTo>
                <a:cubicBezTo>
                  <a:pt x="142345" y="53508"/>
                  <a:pt x="147173" y="60463"/>
                  <a:pt x="147173" y="73981"/>
                </a:cubicBezTo>
                <a:lnTo>
                  <a:pt x="147173" y="112217"/>
                </a:lnTo>
                <a:cubicBezTo>
                  <a:pt x="147173" y="125350"/>
                  <a:pt x="145242" y="127861"/>
                  <a:pt x="134041" y="129019"/>
                </a:cubicBezTo>
                <a:lnTo>
                  <a:pt x="134041" y="131916"/>
                </a:lnTo>
                <a:lnTo>
                  <a:pt x="174988" y="131916"/>
                </a:lnTo>
                <a:lnTo>
                  <a:pt x="174988" y="129019"/>
                </a:lnTo>
                <a:cubicBezTo>
                  <a:pt x="164558" y="127088"/>
                  <a:pt x="163397" y="125544"/>
                  <a:pt x="163397" y="112217"/>
                </a:cubicBezTo>
                <a:lnTo>
                  <a:pt x="163397" y="73787"/>
                </a:lnTo>
                <a:cubicBezTo>
                  <a:pt x="163397" y="53508"/>
                  <a:pt x="155286" y="43078"/>
                  <a:pt x="139640" y="43078"/>
                </a:cubicBezTo>
                <a:cubicBezTo>
                  <a:pt x="128246" y="43078"/>
                  <a:pt x="120133" y="47714"/>
                  <a:pt x="111250" y="59302"/>
                </a:cubicBezTo>
                <a:lnTo>
                  <a:pt x="111250" y="589"/>
                </a:lnTo>
                <a:lnTo>
                  <a:pt x="110284" y="9"/>
                </a:lnTo>
                <a:cubicBezTo>
                  <a:pt x="103718" y="2325"/>
                  <a:pt x="98887" y="3873"/>
                  <a:pt x="88071" y="6961"/>
                </a:cubicBezTo>
                <a:lnTo>
                  <a:pt x="82858" y="8508"/>
                </a:lnTo>
                <a:lnTo>
                  <a:pt x="82858" y="11597"/>
                </a:lnTo>
                <a:cubicBezTo>
                  <a:pt x="83630" y="11405"/>
                  <a:pt x="84211" y="11405"/>
                  <a:pt x="85174" y="11405"/>
                </a:cubicBezTo>
                <a:cubicBezTo>
                  <a:pt x="93479" y="11405"/>
                  <a:pt x="95027" y="12950"/>
                  <a:pt x="95027" y="21255"/>
                </a:cubicBezTo>
                <a:lnTo>
                  <a:pt x="95027" y="112217"/>
                </a:lnTo>
                <a:cubicBezTo>
                  <a:pt x="95027" y="125736"/>
                  <a:pt x="93865" y="127474"/>
                  <a:pt x="82663" y="129019"/>
                </a:cubicBezTo>
                <a:lnTo>
                  <a:pt x="82663" y="131916"/>
                </a:lnTo>
                <a:lnTo>
                  <a:pt x="124383" y="131916"/>
                </a:lnTo>
                <a:lnTo>
                  <a:pt x="124383" y="129019"/>
                </a:lnTo>
                <a:cubicBezTo>
                  <a:pt x="113181" y="127861"/>
                  <a:pt x="111250" y="125544"/>
                  <a:pt x="111250" y="112217"/>
                </a:cubicBezTo>
                <a:lnTo>
                  <a:pt x="111250" y="65676"/>
                </a:lnTo>
                <a:close/>
                <a:moveTo>
                  <a:pt x="262865" y="119128"/>
                </a:moveTo>
                <a:cubicBezTo>
                  <a:pt x="259582" y="121828"/>
                  <a:pt x="257265" y="122794"/>
                  <a:pt x="254368" y="122794"/>
                </a:cubicBezTo>
                <a:cubicBezTo>
                  <a:pt x="249927" y="122794"/>
                  <a:pt x="248574" y="120092"/>
                  <a:pt x="248574" y="111601"/>
                </a:cubicBezTo>
                <a:lnTo>
                  <a:pt x="248574" y="73964"/>
                </a:lnTo>
                <a:cubicBezTo>
                  <a:pt x="248574" y="63926"/>
                  <a:pt x="247607" y="58329"/>
                  <a:pt x="244710" y="53696"/>
                </a:cubicBezTo>
                <a:cubicBezTo>
                  <a:pt x="240461" y="46750"/>
                  <a:pt x="232156" y="43078"/>
                  <a:pt x="220762" y="43078"/>
                </a:cubicBezTo>
                <a:cubicBezTo>
                  <a:pt x="202605" y="43078"/>
                  <a:pt x="188314" y="52538"/>
                  <a:pt x="188314" y="64698"/>
                </a:cubicBezTo>
                <a:cubicBezTo>
                  <a:pt x="188314" y="69139"/>
                  <a:pt x="192175" y="72997"/>
                  <a:pt x="196619" y="72997"/>
                </a:cubicBezTo>
                <a:cubicBezTo>
                  <a:pt x="201252" y="72997"/>
                  <a:pt x="205310" y="69139"/>
                  <a:pt x="205310" y="64892"/>
                </a:cubicBezTo>
                <a:cubicBezTo>
                  <a:pt x="205310" y="64120"/>
                  <a:pt x="205116" y="63154"/>
                  <a:pt x="204924" y="61804"/>
                </a:cubicBezTo>
                <a:cubicBezTo>
                  <a:pt x="204538" y="60068"/>
                  <a:pt x="204344" y="58524"/>
                  <a:pt x="204344" y="57171"/>
                </a:cubicBezTo>
                <a:cubicBezTo>
                  <a:pt x="204344" y="51961"/>
                  <a:pt x="210524" y="47714"/>
                  <a:pt x="218251" y="47714"/>
                </a:cubicBezTo>
                <a:cubicBezTo>
                  <a:pt x="227714" y="47714"/>
                  <a:pt x="232928" y="53310"/>
                  <a:pt x="232928" y="63734"/>
                </a:cubicBezTo>
                <a:lnTo>
                  <a:pt x="232928" y="75508"/>
                </a:lnTo>
                <a:cubicBezTo>
                  <a:pt x="203186" y="87473"/>
                  <a:pt x="199903" y="89018"/>
                  <a:pt x="191598" y="96353"/>
                </a:cubicBezTo>
                <a:cubicBezTo>
                  <a:pt x="187348" y="100214"/>
                  <a:pt x="184642" y="106774"/>
                  <a:pt x="184642" y="113143"/>
                </a:cubicBezTo>
                <a:cubicBezTo>
                  <a:pt x="184642" y="125305"/>
                  <a:pt x="193142" y="133802"/>
                  <a:pt x="204924" y="133802"/>
                </a:cubicBezTo>
                <a:cubicBezTo>
                  <a:pt x="213421" y="133802"/>
                  <a:pt x="221340" y="129747"/>
                  <a:pt x="233122" y="119703"/>
                </a:cubicBezTo>
                <a:cubicBezTo>
                  <a:pt x="234089" y="129747"/>
                  <a:pt x="237564" y="133802"/>
                  <a:pt x="245483" y="133802"/>
                </a:cubicBezTo>
                <a:cubicBezTo>
                  <a:pt x="252049" y="133802"/>
                  <a:pt x="256107" y="131485"/>
                  <a:pt x="262865" y="124147"/>
                </a:cubicBezTo>
                <a:lnTo>
                  <a:pt x="262865" y="119128"/>
                </a:lnTo>
                <a:moveTo>
                  <a:pt x="232928" y="108115"/>
                </a:moveTo>
                <a:cubicBezTo>
                  <a:pt x="232928" y="114103"/>
                  <a:pt x="231964" y="115842"/>
                  <a:pt x="227906" y="118159"/>
                </a:cubicBezTo>
                <a:cubicBezTo>
                  <a:pt x="223273" y="120864"/>
                  <a:pt x="217865" y="122600"/>
                  <a:pt x="213807" y="122600"/>
                </a:cubicBezTo>
                <a:cubicBezTo>
                  <a:pt x="207049" y="122600"/>
                  <a:pt x="201641" y="116034"/>
                  <a:pt x="201641" y="107729"/>
                </a:cubicBezTo>
                <a:lnTo>
                  <a:pt x="201641" y="106957"/>
                </a:lnTo>
                <a:cubicBezTo>
                  <a:pt x="201641" y="95560"/>
                  <a:pt x="209557" y="88608"/>
                  <a:pt x="232928" y="80108"/>
                </a:cubicBezTo>
                <a:lnTo>
                  <a:pt x="232928" y="108115"/>
                </a:lnTo>
                <a:close/>
                <a:moveTo>
                  <a:pt x="266342" y="55055"/>
                </a:moveTo>
                <a:cubicBezTo>
                  <a:pt x="267501" y="54474"/>
                  <a:pt x="269434" y="54283"/>
                  <a:pt x="271559" y="54283"/>
                </a:cubicBezTo>
                <a:cubicBezTo>
                  <a:pt x="276967" y="54283"/>
                  <a:pt x="278703" y="57180"/>
                  <a:pt x="278703" y="66640"/>
                </a:cubicBezTo>
                <a:lnTo>
                  <a:pt x="278703" y="114537"/>
                </a:lnTo>
                <a:cubicBezTo>
                  <a:pt x="278703" y="125544"/>
                  <a:pt x="276578" y="128247"/>
                  <a:pt x="266728" y="129019"/>
                </a:cubicBezTo>
                <a:lnTo>
                  <a:pt x="266728" y="131916"/>
                </a:lnTo>
                <a:lnTo>
                  <a:pt x="307676" y="131916"/>
                </a:lnTo>
                <a:lnTo>
                  <a:pt x="307676" y="129019"/>
                </a:lnTo>
                <a:cubicBezTo>
                  <a:pt x="297823" y="128247"/>
                  <a:pt x="294926" y="125930"/>
                  <a:pt x="294926" y="118978"/>
                </a:cubicBezTo>
                <a:lnTo>
                  <a:pt x="294926" y="64710"/>
                </a:lnTo>
                <a:cubicBezTo>
                  <a:pt x="304198" y="56019"/>
                  <a:pt x="308448" y="53702"/>
                  <a:pt x="314822" y="53702"/>
                </a:cubicBezTo>
                <a:cubicBezTo>
                  <a:pt x="324286" y="53702"/>
                  <a:pt x="328921" y="59688"/>
                  <a:pt x="328921" y="72434"/>
                </a:cubicBezTo>
                <a:lnTo>
                  <a:pt x="328921" y="112798"/>
                </a:lnTo>
                <a:cubicBezTo>
                  <a:pt x="328921" y="124964"/>
                  <a:pt x="326410" y="128247"/>
                  <a:pt x="316753" y="129019"/>
                </a:cubicBezTo>
                <a:lnTo>
                  <a:pt x="316753" y="131916"/>
                </a:lnTo>
                <a:lnTo>
                  <a:pt x="356928" y="131916"/>
                </a:lnTo>
                <a:lnTo>
                  <a:pt x="356928" y="129019"/>
                </a:lnTo>
                <a:cubicBezTo>
                  <a:pt x="347462" y="128055"/>
                  <a:pt x="345145" y="125736"/>
                  <a:pt x="345145" y="116275"/>
                </a:cubicBezTo>
                <a:lnTo>
                  <a:pt x="345145" y="72048"/>
                </a:lnTo>
                <a:cubicBezTo>
                  <a:pt x="345145" y="53897"/>
                  <a:pt x="336646" y="43078"/>
                  <a:pt x="322355" y="43078"/>
                </a:cubicBezTo>
                <a:cubicBezTo>
                  <a:pt x="313470" y="43078"/>
                  <a:pt x="307481" y="46364"/>
                  <a:pt x="294349" y="58724"/>
                </a:cubicBezTo>
                <a:lnTo>
                  <a:pt x="294349" y="43467"/>
                </a:lnTo>
                <a:lnTo>
                  <a:pt x="292996" y="43078"/>
                </a:lnTo>
                <a:cubicBezTo>
                  <a:pt x="283533" y="46556"/>
                  <a:pt x="276967" y="48680"/>
                  <a:pt x="266342" y="51772"/>
                </a:cubicBezTo>
                <a:lnTo>
                  <a:pt x="266342" y="55055"/>
                </a:lnTo>
                <a:close/>
                <a:moveTo>
                  <a:pt x="362913" y="55055"/>
                </a:moveTo>
                <a:cubicBezTo>
                  <a:pt x="364071" y="54474"/>
                  <a:pt x="366004" y="54283"/>
                  <a:pt x="368129" y="54283"/>
                </a:cubicBezTo>
                <a:cubicBezTo>
                  <a:pt x="373537" y="54283"/>
                  <a:pt x="375273" y="57180"/>
                  <a:pt x="375273" y="66640"/>
                </a:cubicBezTo>
                <a:lnTo>
                  <a:pt x="375273" y="114537"/>
                </a:lnTo>
                <a:cubicBezTo>
                  <a:pt x="375273" y="125544"/>
                  <a:pt x="373148" y="128247"/>
                  <a:pt x="363299" y="129019"/>
                </a:cubicBezTo>
                <a:lnTo>
                  <a:pt x="363299" y="131916"/>
                </a:lnTo>
                <a:lnTo>
                  <a:pt x="404246" y="131916"/>
                </a:lnTo>
                <a:lnTo>
                  <a:pt x="404246" y="129019"/>
                </a:lnTo>
                <a:cubicBezTo>
                  <a:pt x="394394" y="128247"/>
                  <a:pt x="391497" y="125930"/>
                  <a:pt x="391497" y="118978"/>
                </a:cubicBezTo>
                <a:lnTo>
                  <a:pt x="391497" y="64710"/>
                </a:lnTo>
                <a:cubicBezTo>
                  <a:pt x="400768" y="56019"/>
                  <a:pt x="405018" y="53702"/>
                  <a:pt x="411393" y="53702"/>
                </a:cubicBezTo>
                <a:cubicBezTo>
                  <a:pt x="420856" y="53702"/>
                  <a:pt x="425492" y="59688"/>
                  <a:pt x="425492" y="72434"/>
                </a:cubicBezTo>
                <a:lnTo>
                  <a:pt x="425492" y="112798"/>
                </a:lnTo>
                <a:cubicBezTo>
                  <a:pt x="425492" y="124964"/>
                  <a:pt x="422981" y="128247"/>
                  <a:pt x="413323" y="129019"/>
                </a:cubicBezTo>
                <a:lnTo>
                  <a:pt x="413323" y="131916"/>
                </a:lnTo>
                <a:lnTo>
                  <a:pt x="453498" y="131916"/>
                </a:lnTo>
                <a:lnTo>
                  <a:pt x="453498" y="129019"/>
                </a:lnTo>
                <a:cubicBezTo>
                  <a:pt x="444032" y="128055"/>
                  <a:pt x="441716" y="125736"/>
                  <a:pt x="441716" y="116275"/>
                </a:cubicBezTo>
                <a:lnTo>
                  <a:pt x="441716" y="72048"/>
                </a:lnTo>
                <a:cubicBezTo>
                  <a:pt x="441716" y="53897"/>
                  <a:pt x="433216" y="43078"/>
                  <a:pt x="418926" y="43078"/>
                </a:cubicBezTo>
                <a:cubicBezTo>
                  <a:pt x="410040" y="43078"/>
                  <a:pt x="404052" y="46364"/>
                  <a:pt x="390919" y="58724"/>
                </a:cubicBezTo>
                <a:lnTo>
                  <a:pt x="390919" y="43467"/>
                </a:lnTo>
                <a:lnTo>
                  <a:pt x="389566" y="43078"/>
                </a:lnTo>
                <a:cubicBezTo>
                  <a:pt x="380103" y="46556"/>
                  <a:pt x="373537" y="48680"/>
                  <a:pt x="362913" y="51772"/>
                </a:cubicBezTo>
                <a:lnTo>
                  <a:pt x="362913" y="55055"/>
                </a:lnTo>
                <a:close/>
                <a:moveTo>
                  <a:pt x="535195" y="100187"/>
                </a:moveTo>
                <a:cubicBezTo>
                  <a:pt x="525927" y="114873"/>
                  <a:pt x="517619" y="120478"/>
                  <a:pt x="505259" y="120478"/>
                </a:cubicBezTo>
                <a:cubicBezTo>
                  <a:pt x="494251" y="120478"/>
                  <a:pt x="485946" y="114873"/>
                  <a:pt x="480344" y="103859"/>
                </a:cubicBezTo>
                <a:cubicBezTo>
                  <a:pt x="476866" y="96515"/>
                  <a:pt x="475516" y="90137"/>
                  <a:pt x="475130" y="78349"/>
                </a:cubicBezTo>
                <a:lnTo>
                  <a:pt x="534618" y="78349"/>
                </a:lnTo>
                <a:cubicBezTo>
                  <a:pt x="533070" y="65818"/>
                  <a:pt x="531140" y="60236"/>
                  <a:pt x="526313" y="54077"/>
                </a:cubicBezTo>
                <a:cubicBezTo>
                  <a:pt x="520516" y="47136"/>
                  <a:pt x="511633" y="43078"/>
                  <a:pt x="501589" y="43078"/>
                </a:cubicBezTo>
                <a:cubicBezTo>
                  <a:pt x="491932" y="43078"/>
                  <a:pt x="482855" y="46556"/>
                  <a:pt x="475516" y="53113"/>
                </a:cubicBezTo>
                <a:cubicBezTo>
                  <a:pt x="466436" y="61005"/>
                  <a:pt x="461223" y="74680"/>
                  <a:pt x="461223" y="90524"/>
                </a:cubicBezTo>
                <a:cubicBezTo>
                  <a:pt x="461223" y="117192"/>
                  <a:pt x="475130" y="133802"/>
                  <a:pt x="497340" y="133802"/>
                </a:cubicBezTo>
                <a:cubicBezTo>
                  <a:pt x="515688" y="133802"/>
                  <a:pt x="530173" y="122408"/>
                  <a:pt x="538287" y="101540"/>
                </a:cubicBezTo>
                <a:lnTo>
                  <a:pt x="535195" y="100187"/>
                </a:lnTo>
                <a:moveTo>
                  <a:pt x="475516" y="72169"/>
                </a:moveTo>
                <a:cubicBezTo>
                  <a:pt x="477638" y="57156"/>
                  <a:pt x="484207" y="50033"/>
                  <a:pt x="495987" y="50033"/>
                </a:cubicBezTo>
                <a:cubicBezTo>
                  <a:pt x="507769" y="50033"/>
                  <a:pt x="512405" y="55423"/>
                  <a:pt x="514916" y="72169"/>
                </a:cubicBezTo>
                <a:lnTo>
                  <a:pt x="475516" y="72169"/>
                </a:lnTo>
                <a:close/>
                <a:moveTo>
                  <a:pt x="545820" y="11588"/>
                </a:moveTo>
                <a:lnTo>
                  <a:pt x="546978" y="11588"/>
                </a:lnTo>
                <a:cubicBezTo>
                  <a:pt x="549103" y="11396"/>
                  <a:pt x="551419" y="11202"/>
                  <a:pt x="552966" y="11202"/>
                </a:cubicBezTo>
                <a:cubicBezTo>
                  <a:pt x="559146" y="11202"/>
                  <a:pt x="561077" y="13907"/>
                  <a:pt x="561077" y="22985"/>
                </a:cubicBezTo>
                <a:lnTo>
                  <a:pt x="561077" y="115114"/>
                </a:lnTo>
                <a:cubicBezTo>
                  <a:pt x="561077" y="125544"/>
                  <a:pt x="558374" y="128055"/>
                  <a:pt x="546206" y="129019"/>
                </a:cubicBezTo>
                <a:lnTo>
                  <a:pt x="546206" y="131916"/>
                </a:lnTo>
                <a:lnTo>
                  <a:pt x="591786" y="131916"/>
                </a:lnTo>
                <a:lnTo>
                  <a:pt x="591786" y="129019"/>
                </a:lnTo>
                <a:cubicBezTo>
                  <a:pt x="579620" y="128247"/>
                  <a:pt x="577301" y="126316"/>
                  <a:pt x="577301" y="115692"/>
                </a:cubicBezTo>
                <a:lnTo>
                  <a:pt x="577301" y="386"/>
                </a:lnTo>
                <a:lnTo>
                  <a:pt x="576528" y="0"/>
                </a:lnTo>
                <a:cubicBezTo>
                  <a:pt x="566485" y="3283"/>
                  <a:pt x="559146" y="5216"/>
                  <a:pt x="545820" y="8499"/>
                </a:cubicBezTo>
                <a:lnTo>
                  <a:pt x="545820" y="115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(a)Overviewofallcomponents.">
            <a:extLst xmlns:a="http://schemas.openxmlformats.org/drawingml/2006/main">
              <a:ext uri="{FF2B5EF4-FFF2-40B4-BE49-F238E27FC236}">
                <a16:creationId xmlns:a16="http://schemas.microsoft.com/office/drawing/2014/main" id="{32D8015B-1DA2-4A43-98A8-9822417C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29" y="8771752"/>
            <a:ext cx="3282628" cy="230541"/>
          </a:xfrm>
          <a:custGeom xmlns:a="http://schemas.openxmlformats.org/drawingml/2006/main">
            <a:pathLst>
              <a:path w="3282628" h="230541">
                <a:moveTo>
                  <a:pt x="63287" y="1849"/>
                </a:moveTo>
                <a:cubicBezTo>
                  <a:pt x="44326" y="14149"/>
                  <a:pt x="36640" y="20810"/>
                  <a:pt x="27159" y="32598"/>
                </a:cubicBezTo>
                <a:cubicBezTo>
                  <a:pt x="8968" y="54886"/>
                  <a:pt x="0" y="80509"/>
                  <a:pt x="0" y="110487"/>
                </a:cubicBezTo>
                <a:cubicBezTo>
                  <a:pt x="0" y="143026"/>
                  <a:pt x="9481" y="168133"/>
                  <a:pt x="32027" y="194268"/>
                </a:cubicBezTo>
                <a:cubicBezTo>
                  <a:pt x="42532" y="206568"/>
                  <a:pt x="49194" y="212205"/>
                  <a:pt x="62517" y="220404"/>
                </a:cubicBezTo>
                <a:lnTo>
                  <a:pt x="65590" y="216303"/>
                </a:lnTo>
                <a:cubicBezTo>
                  <a:pt x="45096" y="200160"/>
                  <a:pt x="37922" y="191196"/>
                  <a:pt x="31003" y="171976"/>
                </a:cubicBezTo>
                <a:cubicBezTo>
                  <a:pt x="24853" y="154813"/>
                  <a:pt x="22034" y="135340"/>
                  <a:pt x="22034" y="109717"/>
                </a:cubicBezTo>
                <a:cubicBezTo>
                  <a:pt x="22034" y="82816"/>
                  <a:pt x="25365" y="61806"/>
                  <a:pt x="32285" y="45921"/>
                </a:cubicBezTo>
                <a:cubicBezTo>
                  <a:pt x="39459" y="30033"/>
                  <a:pt x="47145" y="20810"/>
                  <a:pt x="65590" y="5950"/>
                </a:cubicBezTo>
                <a:lnTo>
                  <a:pt x="63287" y="1849"/>
                </a:lnTo>
                <a:close/>
                <a:moveTo>
                  <a:pt x="186267" y="158031"/>
                </a:moveTo>
                <a:cubicBezTo>
                  <a:pt x="181912" y="161612"/>
                  <a:pt x="178839" y="162894"/>
                  <a:pt x="174996" y="162894"/>
                </a:cubicBezTo>
                <a:cubicBezTo>
                  <a:pt x="169105" y="162894"/>
                  <a:pt x="167310" y="159309"/>
                  <a:pt x="167310" y="148046"/>
                </a:cubicBezTo>
                <a:lnTo>
                  <a:pt x="167310" y="98117"/>
                </a:lnTo>
                <a:cubicBezTo>
                  <a:pt x="167310" y="84802"/>
                  <a:pt x="166028" y="77377"/>
                  <a:pt x="162185" y="71232"/>
                </a:cubicBezTo>
                <a:cubicBezTo>
                  <a:pt x="156547" y="62017"/>
                  <a:pt x="145530" y="57146"/>
                  <a:pt x="130416" y="57146"/>
                </a:cubicBezTo>
                <a:cubicBezTo>
                  <a:pt x="106329" y="57146"/>
                  <a:pt x="87372" y="69695"/>
                  <a:pt x="87372" y="85826"/>
                </a:cubicBezTo>
                <a:cubicBezTo>
                  <a:pt x="87372" y="91718"/>
                  <a:pt x="92494" y="96835"/>
                  <a:pt x="98389" y="96835"/>
                </a:cubicBezTo>
                <a:cubicBezTo>
                  <a:pt x="104535" y="96835"/>
                  <a:pt x="109918" y="91718"/>
                  <a:pt x="109918" y="86084"/>
                </a:cubicBezTo>
                <a:cubicBezTo>
                  <a:pt x="109918" y="85060"/>
                  <a:pt x="109660" y="83777"/>
                  <a:pt x="109406" y="81987"/>
                </a:cubicBezTo>
                <a:cubicBezTo>
                  <a:pt x="108894" y="79684"/>
                  <a:pt x="108636" y="77635"/>
                  <a:pt x="108636" y="75841"/>
                </a:cubicBezTo>
                <a:cubicBezTo>
                  <a:pt x="108636" y="68929"/>
                  <a:pt x="116834" y="63295"/>
                  <a:pt x="127085" y="63295"/>
                </a:cubicBezTo>
                <a:cubicBezTo>
                  <a:pt x="139639" y="63295"/>
                  <a:pt x="146554" y="70719"/>
                  <a:pt x="146554" y="84547"/>
                </a:cubicBezTo>
                <a:lnTo>
                  <a:pt x="146554" y="100166"/>
                </a:lnTo>
                <a:cubicBezTo>
                  <a:pt x="107100" y="116039"/>
                  <a:pt x="102744" y="118087"/>
                  <a:pt x="91727" y="127818"/>
                </a:cubicBezTo>
                <a:cubicBezTo>
                  <a:pt x="86090" y="132940"/>
                  <a:pt x="82501" y="141642"/>
                  <a:pt x="82501" y="150091"/>
                </a:cubicBezTo>
                <a:cubicBezTo>
                  <a:pt x="82501" y="166225"/>
                  <a:pt x="93776" y="177497"/>
                  <a:pt x="109406" y="177497"/>
                </a:cubicBezTo>
                <a:cubicBezTo>
                  <a:pt x="120677" y="177497"/>
                  <a:pt x="131182" y="172117"/>
                  <a:pt x="146813" y="158793"/>
                </a:cubicBezTo>
                <a:cubicBezTo>
                  <a:pt x="148095" y="172117"/>
                  <a:pt x="152704" y="177497"/>
                  <a:pt x="163209" y="177497"/>
                </a:cubicBezTo>
                <a:cubicBezTo>
                  <a:pt x="171919" y="177497"/>
                  <a:pt x="177303" y="174424"/>
                  <a:pt x="186267" y="164689"/>
                </a:cubicBezTo>
                <a:lnTo>
                  <a:pt x="186267" y="158031"/>
                </a:lnTo>
                <a:moveTo>
                  <a:pt x="146554" y="143421"/>
                </a:moveTo>
                <a:cubicBezTo>
                  <a:pt x="146554" y="151365"/>
                  <a:pt x="145276" y="153672"/>
                  <a:pt x="139893" y="156745"/>
                </a:cubicBezTo>
                <a:cubicBezTo>
                  <a:pt x="133747" y="160334"/>
                  <a:pt x="126573" y="162636"/>
                  <a:pt x="121189" y="162636"/>
                </a:cubicBezTo>
                <a:cubicBezTo>
                  <a:pt x="112225" y="162636"/>
                  <a:pt x="105051" y="153926"/>
                  <a:pt x="105051" y="142909"/>
                </a:cubicBezTo>
                <a:lnTo>
                  <a:pt x="105051" y="141885"/>
                </a:lnTo>
                <a:cubicBezTo>
                  <a:pt x="105051" y="126766"/>
                  <a:pt x="115552" y="117544"/>
                  <a:pt x="146554" y="106269"/>
                </a:cubicBezTo>
                <a:lnTo>
                  <a:pt x="146554" y="143421"/>
                </a:lnTo>
                <a:close/>
                <a:moveTo>
                  <a:pt x="196518" y="220404"/>
                </a:moveTo>
                <a:cubicBezTo>
                  <a:pt x="215479" y="208104"/>
                  <a:pt x="223165" y="201442"/>
                  <a:pt x="232642" y="189655"/>
                </a:cubicBezTo>
                <a:cubicBezTo>
                  <a:pt x="250837" y="167367"/>
                  <a:pt x="259802" y="141744"/>
                  <a:pt x="259802" y="111770"/>
                </a:cubicBezTo>
                <a:cubicBezTo>
                  <a:pt x="259802" y="78972"/>
                  <a:pt x="250321" y="54120"/>
                  <a:pt x="227775" y="27984"/>
                </a:cubicBezTo>
                <a:cubicBezTo>
                  <a:pt x="217270" y="15685"/>
                  <a:pt x="210608" y="10051"/>
                  <a:pt x="197284" y="1849"/>
                </a:cubicBezTo>
                <a:lnTo>
                  <a:pt x="194212" y="5950"/>
                </a:lnTo>
                <a:cubicBezTo>
                  <a:pt x="214709" y="22093"/>
                  <a:pt x="221625" y="31061"/>
                  <a:pt x="228799" y="50277"/>
                </a:cubicBezTo>
                <a:cubicBezTo>
                  <a:pt x="234949" y="67443"/>
                  <a:pt x="237768" y="86913"/>
                  <a:pt x="237768" y="112536"/>
                </a:cubicBezTo>
                <a:cubicBezTo>
                  <a:pt x="237768" y="139183"/>
                  <a:pt x="234437" y="160447"/>
                  <a:pt x="227521" y="176077"/>
                </a:cubicBezTo>
                <a:cubicBezTo>
                  <a:pt x="220347" y="192220"/>
                  <a:pt x="212661" y="201442"/>
                  <a:pt x="194212" y="216303"/>
                </a:cubicBezTo>
                <a:lnTo>
                  <a:pt x="196518" y="220404"/>
                </a:lnTo>
                <a:close/>
                <a:moveTo>
                  <a:pt x="428649" y="1849"/>
                </a:moveTo>
                <a:cubicBezTo>
                  <a:pt x="379713" y="1849"/>
                  <a:pt x="344867" y="38724"/>
                  <a:pt x="344867" y="90177"/>
                </a:cubicBezTo>
                <a:cubicBezTo>
                  <a:pt x="344867" y="114240"/>
                  <a:pt x="353066" y="137533"/>
                  <a:pt x="366901" y="152382"/>
                </a:cubicBezTo>
                <a:cubicBezTo>
                  <a:pt x="381762" y="168509"/>
                  <a:pt x="404566" y="178497"/>
                  <a:pt x="427112" y="178497"/>
                </a:cubicBezTo>
                <a:cubicBezTo>
                  <a:pt x="477584" y="178497"/>
                  <a:pt x="512430" y="142655"/>
                  <a:pt x="512430" y="91201"/>
                </a:cubicBezTo>
                <a:cubicBezTo>
                  <a:pt x="512430" y="65856"/>
                  <a:pt x="505002" y="44099"/>
                  <a:pt x="490908" y="28739"/>
                </a:cubicBezTo>
                <a:cubicBezTo>
                  <a:pt x="474769" y="11076"/>
                  <a:pt x="453247" y="1849"/>
                  <a:pt x="428649" y="1849"/>
                </a:cubicBezTo>
                <a:moveTo>
                  <a:pt x="428649" y="11076"/>
                </a:moveTo>
                <a:cubicBezTo>
                  <a:pt x="440436" y="11076"/>
                  <a:pt x="452219" y="15685"/>
                  <a:pt x="461446" y="23875"/>
                </a:cubicBezTo>
                <a:cubicBezTo>
                  <a:pt x="475281" y="36417"/>
                  <a:pt x="483222" y="60480"/>
                  <a:pt x="483222" y="90943"/>
                </a:cubicBezTo>
                <a:cubicBezTo>
                  <a:pt x="483222" y="106046"/>
                  <a:pt x="479891" y="123709"/>
                  <a:pt x="474769" y="137021"/>
                </a:cubicBezTo>
                <a:cubicBezTo>
                  <a:pt x="472463" y="143421"/>
                  <a:pt x="468107" y="149821"/>
                  <a:pt x="462212" y="155709"/>
                </a:cubicBezTo>
                <a:cubicBezTo>
                  <a:pt x="453247" y="164669"/>
                  <a:pt x="441714" y="169275"/>
                  <a:pt x="428136" y="169275"/>
                </a:cubicBezTo>
                <a:cubicBezTo>
                  <a:pt x="416349" y="169275"/>
                  <a:pt x="404820" y="164669"/>
                  <a:pt x="395852" y="156733"/>
                </a:cubicBezTo>
                <a:cubicBezTo>
                  <a:pt x="382532" y="144958"/>
                  <a:pt x="374075" y="119104"/>
                  <a:pt x="374075" y="90689"/>
                </a:cubicBezTo>
                <a:cubicBezTo>
                  <a:pt x="374075" y="64578"/>
                  <a:pt x="381249" y="39748"/>
                  <a:pt x="392008" y="27715"/>
                </a:cubicBezTo>
                <a:cubicBezTo>
                  <a:pt x="402001" y="16709"/>
                  <a:pt x="414559" y="11076"/>
                  <a:pt x="428649" y="11076"/>
                </a:cubicBezTo>
                <a:close/>
                <a:moveTo>
                  <a:pt x="643356" y="59648"/>
                </a:moveTo>
                <a:lnTo>
                  <a:pt x="607744" y="59648"/>
                </a:lnTo>
                <a:lnTo>
                  <a:pt x="607744" y="63495"/>
                </a:lnTo>
                <a:cubicBezTo>
                  <a:pt x="615942" y="64261"/>
                  <a:pt x="619785" y="66822"/>
                  <a:pt x="619785" y="71689"/>
                </a:cubicBezTo>
                <a:cubicBezTo>
                  <a:pt x="619785" y="74250"/>
                  <a:pt x="619273" y="76811"/>
                  <a:pt x="618249" y="79375"/>
                </a:cubicBezTo>
                <a:lnTo>
                  <a:pt x="592884" y="145712"/>
                </a:lnTo>
                <a:lnTo>
                  <a:pt x="566749" y="80141"/>
                </a:lnTo>
                <a:cubicBezTo>
                  <a:pt x="565212" y="76556"/>
                  <a:pt x="564442" y="72971"/>
                  <a:pt x="564442" y="70665"/>
                </a:cubicBezTo>
                <a:cubicBezTo>
                  <a:pt x="564442" y="66055"/>
                  <a:pt x="567261" y="64261"/>
                  <a:pt x="576229" y="63495"/>
                </a:cubicBezTo>
                <a:lnTo>
                  <a:pt x="576229" y="59648"/>
                </a:lnTo>
                <a:lnTo>
                  <a:pt x="526011" y="59648"/>
                </a:lnTo>
                <a:lnTo>
                  <a:pt x="526011" y="63495"/>
                </a:lnTo>
                <a:cubicBezTo>
                  <a:pt x="535746" y="64007"/>
                  <a:pt x="537541" y="66568"/>
                  <a:pt x="549324" y="92949"/>
                </a:cubicBezTo>
                <a:lnTo>
                  <a:pt x="580072" y="166460"/>
                </a:lnTo>
                <a:cubicBezTo>
                  <a:pt x="580585" y="167996"/>
                  <a:pt x="581351" y="169791"/>
                  <a:pt x="582121" y="171839"/>
                </a:cubicBezTo>
                <a:cubicBezTo>
                  <a:pt x="583657" y="176449"/>
                  <a:pt x="585198" y="178497"/>
                  <a:pt x="586734" y="178497"/>
                </a:cubicBezTo>
                <a:cubicBezTo>
                  <a:pt x="588271" y="178497"/>
                  <a:pt x="590065" y="175170"/>
                  <a:pt x="593908" y="165690"/>
                </a:cubicBezTo>
                <a:lnTo>
                  <a:pt x="626701" y="83472"/>
                </a:lnTo>
                <a:cubicBezTo>
                  <a:pt x="634133" y="66055"/>
                  <a:pt x="635670" y="64261"/>
                  <a:pt x="643356" y="63495"/>
                </a:cubicBezTo>
                <a:lnTo>
                  <a:pt x="643356" y="59648"/>
                </a:lnTo>
                <a:close/>
                <a:moveTo>
                  <a:pt x="749941" y="132904"/>
                </a:moveTo>
                <a:cubicBezTo>
                  <a:pt x="737646" y="152386"/>
                  <a:pt x="726625" y="159822"/>
                  <a:pt x="710228" y="159822"/>
                </a:cubicBezTo>
                <a:cubicBezTo>
                  <a:pt x="695626" y="159822"/>
                  <a:pt x="684609" y="152386"/>
                  <a:pt x="677177" y="137776"/>
                </a:cubicBezTo>
                <a:cubicBezTo>
                  <a:pt x="672564" y="128033"/>
                  <a:pt x="670773" y="119573"/>
                  <a:pt x="670261" y="103935"/>
                </a:cubicBezTo>
                <a:lnTo>
                  <a:pt x="749175" y="103935"/>
                </a:lnTo>
                <a:cubicBezTo>
                  <a:pt x="747123" y="87312"/>
                  <a:pt x="744562" y="79907"/>
                  <a:pt x="738158" y="71736"/>
                </a:cubicBezTo>
                <a:cubicBezTo>
                  <a:pt x="730468" y="62529"/>
                  <a:pt x="718685" y="57146"/>
                  <a:pt x="705361" y="57146"/>
                </a:cubicBezTo>
                <a:cubicBezTo>
                  <a:pt x="692549" y="57146"/>
                  <a:pt x="680508" y="61759"/>
                  <a:pt x="670773" y="70458"/>
                </a:cubicBezTo>
                <a:cubicBezTo>
                  <a:pt x="658728" y="80927"/>
                  <a:pt x="651812" y="99067"/>
                  <a:pt x="651812" y="120085"/>
                </a:cubicBezTo>
                <a:cubicBezTo>
                  <a:pt x="651812" y="155462"/>
                  <a:pt x="670261" y="177497"/>
                  <a:pt x="699723" y="177497"/>
                </a:cubicBezTo>
                <a:cubicBezTo>
                  <a:pt x="724064" y="177497"/>
                  <a:pt x="743280" y="162382"/>
                  <a:pt x="754042" y="134699"/>
                </a:cubicBezTo>
                <a:lnTo>
                  <a:pt x="749941" y="132904"/>
                </a:lnTo>
                <a:moveTo>
                  <a:pt x="670773" y="95737"/>
                </a:moveTo>
                <a:cubicBezTo>
                  <a:pt x="673588" y="75821"/>
                  <a:pt x="682303" y="66372"/>
                  <a:pt x="697929" y="66372"/>
                </a:cubicBezTo>
                <a:cubicBezTo>
                  <a:pt x="713559" y="66372"/>
                  <a:pt x="719709" y="73523"/>
                  <a:pt x="723040" y="95737"/>
                </a:cubicBezTo>
                <a:lnTo>
                  <a:pt x="670773" y="95737"/>
                </a:lnTo>
                <a:close/>
                <a:moveTo>
                  <a:pt x="760958" y="75083"/>
                </a:moveTo>
                <a:cubicBezTo>
                  <a:pt x="764547" y="74312"/>
                  <a:pt x="766854" y="74054"/>
                  <a:pt x="769927" y="74054"/>
                </a:cubicBezTo>
                <a:cubicBezTo>
                  <a:pt x="776331" y="74054"/>
                  <a:pt x="778637" y="78155"/>
                  <a:pt x="778637" y="89427"/>
                </a:cubicBezTo>
                <a:lnTo>
                  <a:pt x="778637" y="153476"/>
                </a:lnTo>
                <a:cubicBezTo>
                  <a:pt x="778637" y="166284"/>
                  <a:pt x="776843" y="168078"/>
                  <a:pt x="760446" y="171151"/>
                </a:cubicBezTo>
                <a:lnTo>
                  <a:pt x="760446" y="174994"/>
                </a:lnTo>
                <a:lnTo>
                  <a:pt x="821939" y="174994"/>
                </a:lnTo>
                <a:lnTo>
                  <a:pt x="821939" y="171151"/>
                </a:lnTo>
                <a:cubicBezTo>
                  <a:pt x="804514" y="170385"/>
                  <a:pt x="800159" y="166542"/>
                  <a:pt x="800159" y="151940"/>
                </a:cubicBezTo>
                <a:lnTo>
                  <a:pt x="800159" y="94294"/>
                </a:lnTo>
                <a:cubicBezTo>
                  <a:pt x="800159" y="86096"/>
                  <a:pt x="811176" y="73288"/>
                  <a:pt x="818096" y="73288"/>
                </a:cubicBezTo>
                <a:cubicBezTo>
                  <a:pt x="819633" y="73288"/>
                  <a:pt x="821939" y="74570"/>
                  <a:pt x="824758" y="77131"/>
                </a:cubicBezTo>
                <a:cubicBezTo>
                  <a:pt x="828855" y="80716"/>
                  <a:pt x="831674" y="82253"/>
                  <a:pt x="835005" y="82253"/>
                </a:cubicBezTo>
                <a:cubicBezTo>
                  <a:pt x="841154" y="82253"/>
                  <a:pt x="844998" y="77897"/>
                  <a:pt x="844998" y="70727"/>
                </a:cubicBezTo>
                <a:cubicBezTo>
                  <a:pt x="844998" y="62271"/>
                  <a:pt x="839618" y="57146"/>
                  <a:pt x="830908" y="57146"/>
                </a:cubicBezTo>
                <a:cubicBezTo>
                  <a:pt x="820145" y="57146"/>
                  <a:pt x="812717" y="63041"/>
                  <a:pt x="800159" y="81228"/>
                </a:cubicBezTo>
                <a:lnTo>
                  <a:pt x="800159" y="57662"/>
                </a:lnTo>
                <a:lnTo>
                  <a:pt x="798881" y="57146"/>
                </a:lnTo>
                <a:cubicBezTo>
                  <a:pt x="785299" y="62783"/>
                  <a:pt x="776076" y="66114"/>
                  <a:pt x="760958" y="70981"/>
                </a:cubicBezTo>
                <a:lnTo>
                  <a:pt x="760958" y="75083"/>
                </a:lnTo>
                <a:close/>
                <a:moveTo>
                  <a:pt x="966699" y="59648"/>
                </a:moveTo>
                <a:lnTo>
                  <a:pt x="931087" y="59648"/>
                </a:lnTo>
                <a:lnTo>
                  <a:pt x="931087" y="63495"/>
                </a:lnTo>
                <a:cubicBezTo>
                  <a:pt x="939285" y="64261"/>
                  <a:pt x="943128" y="66822"/>
                  <a:pt x="943128" y="71689"/>
                </a:cubicBezTo>
                <a:cubicBezTo>
                  <a:pt x="943128" y="74250"/>
                  <a:pt x="942616" y="76811"/>
                  <a:pt x="941592" y="79375"/>
                </a:cubicBezTo>
                <a:lnTo>
                  <a:pt x="916227" y="145712"/>
                </a:lnTo>
                <a:lnTo>
                  <a:pt x="890092" y="80141"/>
                </a:lnTo>
                <a:cubicBezTo>
                  <a:pt x="888555" y="76556"/>
                  <a:pt x="887785" y="72971"/>
                  <a:pt x="887785" y="70665"/>
                </a:cubicBezTo>
                <a:cubicBezTo>
                  <a:pt x="887785" y="66055"/>
                  <a:pt x="890604" y="64261"/>
                  <a:pt x="899572" y="63495"/>
                </a:cubicBezTo>
                <a:lnTo>
                  <a:pt x="899572" y="59648"/>
                </a:lnTo>
                <a:lnTo>
                  <a:pt x="849354" y="59648"/>
                </a:lnTo>
                <a:lnTo>
                  <a:pt x="849354" y="63495"/>
                </a:lnTo>
                <a:cubicBezTo>
                  <a:pt x="859089" y="64007"/>
                  <a:pt x="860884" y="66568"/>
                  <a:pt x="872667" y="92949"/>
                </a:cubicBezTo>
                <a:lnTo>
                  <a:pt x="903415" y="166460"/>
                </a:lnTo>
                <a:cubicBezTo>
                  <a:pt x="903928" y="167996"/>
                  <a:pt x="904694" y="169791"/>
                  <a:pt x="905464" y="171839"/>
                </a:cubicBezTo>
                <a:cubicBezTo>
                  <a:pt x="907000" y="176449"/>
                  <a:pt x="908541" y="178497"/>
                  <a:pt x="910077" y="178497"/>
                </a:cubicBezTo>
                <a:cubicBezTo>
                  <a:pt x="911614" y="178497"/>
                  <a:pt x="913408" y="175170"/>
                  <a:pt x="917251" y="165690"/>
                </a:cubicBezTo>
                <a:lnTo>
                  <a:pt x="950044" y="83472"/>
                </a:lnTo>
                <a:cubicBezTo>
                  <a:pt x="957476" y="66055"/>
                  <a:pt x="959013" y="64261"/>
                  <a:pt x="966699" y="63495"/>
                </a:cubicBezTo>
                <a:lnTo>
                  <a:pt x="966699" y="59648"/>
                </a:lnTo>
                <a:close/>
                <a:moveTo>
                  <a:pt x="1017429" y="57146"/>
                </a:moveTo>
                <a:lnTo>
                  <a:pt x="977716" y="71157"/>
                </a:lnTo>
                <a:lnTo>
                  <a:pt x="977716" y="75004"/>
                </a:lnTo>
                <a:lnTo>
                  <a:pt x="979768" y="74746"/>
                </a:lnTo>
                <a:cubicBezTo>
                  <a:pt x="982841" y="74234"/>
                  <a:pt x="986172" y="73976"/>
                  <a:pt x="988479" y="73976"/>
                </a:cubicBezTo>
                <a:cubicBezTo>
                  <a:pt x="994629" y="73976"/>
                  <a:pt x="996931" y="78077"/>
                  <a:pt x="996931" y="89360"/>
                </a:cubicBezTo>
                <a:lnTo>
                  <a:pt x="996931" y="148847"/>
                </a:lnTo>
                <a:cubicBezTo>
                  <a:pt x="996931" y="167308"/>
                  <a:pt x="994371" y="170127"/>
                  <a:pt x="976692" y="171151"/>
                </a:cubicBezTo>
                <a:lnTo>
                  <a:pt x="976692" y="174994"/>
                </a:lnTo>
                <a:lnTo>
                  <a:pt x="1037414" y="174994"/>
                </a:lnTo>
                <a:lnTo>
                  <a:pt x="1037414" y="171151"/>
                </a:lnTo>
                <a:cubicBezTo>
                  <a:pt x="1020506" y="169873"/>
                  <a:pt x="1018453" y="167308"/>
                  <a:pt x="1018453" y="148847"/>
                </a:cubicBezTo>
                <a:lnTo>
                  <a:pt x="1018453" y="57916"/>
                </a:lnTo>
                <a:lnTo>
                  <a:pt x="1017429" y="57146"/>
                </a:lnTo>
                <a:moveTo>
                  <a:pt x="1005388" y="98"/>
                </a:moveTo>
                <a:cubicBezTo>
                  <a:pt x="998472" y="98"/>
                  <a:pt x="992576" y="5993"/>
                  <a:pt x="992576" y="13167"/>
                </a:cubicBezTo>
                <a:cubicBezTo>
                  <a:pt x="992576" y="20341"/>
                  <a:pt x="998214" y="26233"/>
                  <a:pt x="1005388" y="26233"/>
                </a:cubicBezTo>
                <a:cubicBezTo>
                  <a:pt x="1012820" y="26233"/>
                  <a:pt x="1018711" y="20595"/>
                  <a:pt x="1018711" y="13167"/>
                </a:cubicBezTo>
                <a:cubicBezTo>
                  <a:pt x="1018711" y="5993"/>
                  <a:pt x="1012820" y="98"/>
                  <a:pt x="1005388" y="98"/>
                </a:cubicBezTo>
                <a:close/>
                <a:moveTo>
                  <a:pt x="1148355" y="132904"/>
                </a:moveTo>
                <a:cubicBezTo>
                  <a:pt x="1136060" y="152386"/>
                  <a:pt x="1125039" y="159822"/>
                  <a:pt x="1108642" y="159822"/>
                </a:cubicBezTo>
                <a:cubicBezTo>
                  <a:pt x="1094040" y="159822"/>
                  <a:pt x="1083023" y="152386"/>
                  <a:pt x="1075591" y="137776"/>
                </a:cubicBezTo>
                <a:cubicBezTo>
                  <a:pt x="1070978" y="128033"/>
                  <a:pt x="1069187" y="119573"/>
                  <a:pt x="1068675" y="103935"/>
                </a:cubicBezTo>
                <a:lnTo>
                  <a:pt x="1147589" y="103935"/>
                </a:lnTo>
                <a:cubicBezTo>
                  <a:pt x="1145537" y="87312"/>
                  <a:pt x="1142976" y="79907"/>
                  <a:pt x="1136572" y="71736"/>
                </a:cubicBezTo>
                <a:cubicBezTo>
                  <a:pt x="1128882" y="62529"/>
                  <a:pt x="1117099" y="57146"/>
                  <a:pt x="1103775" y="57146"/>
                </a:cubicBezTo>
                <a:cubicBezTo>
                  <a:pt x="1090964" y="57146"/>
                  <a:pt x="1078922" y="61759"/>
                  <a:pt x="1069187" y="70458"/>
                </a:cubicBezTo>
                <a:cubicBezTo>
                  <a:pt x="1057142" y="80927"/>
                  <a:pt x="1050226" y="99067"/>
                  <a:pt x="1050226" y="120085"/>
                </a:cubicBezTo>
                <a:cubicBezTo>
                  <a:pt x="1050226" y="155462"/>
                  <a:pt x="1068675" y="177497"/>
                  <a:pt x="1098138" y="177497"/>
                </a:cubicBezTo>
                <a:cubicBezTo>
                  <a:pt x="1122478" y="177497"/>
                  <a:pt x="1141694" y="162382"/>
                  <a:pt x="1152457" y="134699"/>
                </a:cubicBezTo>
                <a:lnTo>
                  <a:pt x="1148355" y="132904"/>
                </a:lnTo>
                <a:moveTo>
                  <a:pt x="1069187" y="95737"/>
                </a:moveTo>
                <a:cubicBezTo>
                  <a:pt x="1072002" y="75821"/>
                  <a:pt x="1080717" y="66372"/>
                  <a:pt x="1096343" y="66372"/>
                </a:cubicBezTo>
                <a:cubicBezTo>
                  <a:pt x="1111973" y="66372"/>
                  <a:pt x="1118123" y="73523"/>
                  <a:pt x="1121454" y="95737"/>
                </a:cubicBezTo>
                <a:lnTo>
                  <a:pt x="1069187" y="95737"/>
                </a:lnTo>
                <a:close/>
                <a:moveTo>
                  <a:pt x="1297475" y="59648"/>
                </a:moveTo>
                <a:lnTo>
                  <a:pt x="1297475" y="63495"/>
                </a:lnTo>
                <a:cubicBezTo>
                  <a:pt x="1306185" y="65285"/>
                  <a:pt x="1308746" y="67080"/>
                  <a:pt x="1308746" y="71435"/>
                </a:cubicBezTo>
                <a:cubicBezTo>
                  <a:pt x="1308746" y="75274"/>
                  <a:pt x="1307209" y="81424"/>
                  <a:pt x="1304391" y="88340"/>
                </a:cubicBezTo>
                <a:lnTo>
                  <a:pt x="1281332" y="145200"/>
                </a:lnTo>
                <a:lnTo>
                  <a:pt x="1259810" y="87828"/>
                </a:lnTo>
                <a:cubicBezTo>
                  <a:pt x="1255455" y="76044"/>
                  <a:pt x="1255455" y="76044"/>
                  <a:pt x="1255455" y="72713"/>
                </a:cubicBezTo>
                <a:cubicBezTo>
                  <a:pt x="1255455" y="67080"/>
                  <a:pt x="1258274" y="65285"/>
                  <a:pt x="1270315" y="63495"/>
                </a:cubicBezTo>
                <a:lnTo>
                  <a:pt x="1270315" y="59648"/>
                </a:lnTo>
                <a:lnTo>
                  <a:pt x="1218303" y="59648"/>
                </a:lnTo>
                <a:lnTo>
                  <a:pt x="1218303" y="63495"/>
                </a:lnTo>
                <a:cubicBezTo>
                  <a:pt x="1227783" y="64519"/>
                  <a:pt x="1230856" y="67334"/>
                  <a:pt x="1235982" y="81166"/>
                </a:cubicBezTo>
                <a:cubicBezTo>
                  <a:pt x="1237776" y="86033"/>
                  <a:pt x="1239567" y="90900"/>
                  <a:pt x="1241107" y="95510"/>
                </a:cubicBezTo>
                <a:lnTo>
                  <a:pt x="1217791" y="146482"/>
                </a:lnTo>
                <a:lnTo>
                  <a:pt x="1192426" y="79629"/>
                </a:lnTo>
                <a:cubicBezTo>
                  <a:pt x="1191401" y="77069"/>
                  <a:pt x="1190889" y="74508"/>
                  <a:pt x="1190889" y="71947"/>
                </a:cubicBezTo>
                <a:cubicBezTo>
                  <a:pt x="1190889" y="66568"/>
                  <a:pt x="1193962" y="64519"/>
                  <a:pt x="1202673" y="63495"/>
                </a:cubicBezTo>
                <a:lnTo>
                  <a:pt x="1202673" y="59648"/>
                </a:lnTo>
                <a:lnTo>
                  <a:pt x="1156556" y="59648"/>
                </a:lnTo>
                <a:lnTo>
                  <a:pt x="1156556" y="63495"/>
                </a:lnTo>
                <a:cubicBezTo>
                  <a:pt x="1162447" y="64007"/>
                  <a:pt x="1164496" y="66568"/>
                  <a:pt x="1170134" y="79629"/>
                </a:cubicBezTo>
                <a:lnTo>
                  <a:pt x="1204725" y="167226"/>
                </a:lnTo>
                <a:cubicBezTo>
                  <a:pt x="1207798" y="174912"/>
                  <a:pt x="1209847" y="178497"/>
                  <a:pt x="1211383" y="178497"/>
                </a:cubicBezTo>
                <a:cubicBezTo>
                  <a:pt x="1212665" y="178497"/>
                  <a:pt x="1214714" y="175170"/>
                  <a:pt x="1217791" y="168509"/>
                </a:cubicBezTo>
                <a:lnTo>
                  <a:pt x="1246487" y="107035"/>
                </a:lnTo>
                <a:lnTo>
                  <a:pt x="1269803" y="167484"/>
                </a:lnTo>
                <a:cubicBezTo>
                  <a:pt x="1273388" y="176961"/>
                  <a:pt x="1274412" y="178497"/>
                  <a:pt x="1275953" y="178497"/>
                </a:cubicBezTo>
                <a:cubicBezTo>
                  <a:pt x="1277743" y="178497"/>
                  <a:pt x="1279026" y="176195"/>
                  <a:pt x="1283127" y="165948"/>
                </a:cubicBezTo>
                <a:lnTo>
                  <a:pt x="1318485" y="77323"/>
                </a:lnTo>
                <a:cubicBezTo>
                  <a:pt x="1323094" y="66568"/>
                  <a:pt x="1323864" y="65285"/>
                  <a:pt x="1328989" y="63495"/>
                </a:cubicBezTo>
                <a:lnTo>
                  <a:pt x="1328989" y="59648"/>
                </a:lnTo>
                <a:lnTo>
                  <a:pt x="1297475" y="59648"/>
                </a:lnTo>
                <a:close/>
                <a:moveTo>
                  <a:pt x="1464271" y="57146"/>
                </a:moveTo>
                <a:cubicBezTo>
                  <a:pt x="1430962" y="57146"/>
                  <a:pt x="1407645" y="81733"/>
                  <a:pt x="1407645" y="117067"/>
                </a:cubicBezTo>
                <a:cubicBezTo>
                  <a:pt x="1407645" y="151631"/>
                  <a:pt x="1431474" y="177497"/>
                  <a:pt x="1463755" y="177497"/>
                </a:cubicBezTo>
                <a:cubicBezTo>
                  <a:pt x="1496040" y="177497"/>
                  <a:pt x="1520634" y="150353"/>
                  <a:pt x="1520634" y="115018"/>
                </a:cubicBezTo>
                <a:cubicBezTo>
                  <a:pt x="1520634" y="81475"/>
                  <a:pt x="1497064" y="57146"/>
                  <a:pt x="1464271" y="57146"/>
                </a:cubicBezTo>
                <a:moveTo>
                  <a:pt x="1460940" y="64323"/>
                </a:moveTo>
                <a:cubicBezTo>
                  <a:pt x="1482462" y="64323"/>
                  <a:pt x="1497576" y="88903"/>
                  <a:pt x="1497576" y="123979"/>
                </a:cubicBezTo>
                <a:cubicBezTo>
                  <a:pt x="1497576" y="152913"/>
                  <a:pt x="1486047" y="170323"/>
                  <a:pt x="1466832" y="170323"/>
                </a:cubicBezTo>
                <a:cubicBezTo>
                  <a:pt x="1456839" y="170323"/>
                  <a:pt x="1447358" y="164181"/>
                  <a:pt x="1441979" y="153938"/>
                </a:cubicBezTo>
                <a:cubicBezTo>
                  <a:pt x="1434805" y="140622"/>
                  <a:pt x="1430704" y="122701"/>
                  <a:pt x="1430704" y="104521"/>
                </a:cubicBezTo>
                <a:cubicBezTo>
                  <a:pt x="1430704" y="80196"/>
                  <a:pt x="1442745" y="64323"/>
                  <a:pt x="1460940" y="64323"/>
                </a:cubicBezTo>
                <a:close/>
                <a:moveTo>
                  <a:pt x="1607492" y="59648"/>
                </a:moveTo>
                <a:lnTo>
                  <a:pt x="1575978" y="59648"/>
                </a:lnTo>
                <a:lnTo>
                  <a:pt x="1575978" y="30013"/>
                </a:lnTo>
                <a:cubicBezTo>
                  <a:pt x="1575978" y="15192"/>
                  <a:pt x="1580845" y="7276"/>
                  <a:pt x="1590584" y="7276"/>
                </a:cubicBezTo>
                <a:cubicBezTo>
                  <a:pt x="1595963" y="7276"/>
                  <a:pt x="1599552" y="9829"/>
                  <a:pt x="1604162" y="17237"/>
                </a:cubicBezTo>
                <a:cubicBezTo>
                  <a:pt x="1608263" y="23879"/>
                  <a:pt x="1611336" y="26436"/>
                  <a:pt x="1615691" y="26436"/>
                </a:cubicBezTo>
                <a:cubicBezTo>
                  <a:pt x="1621586" y="26436"/>
                  <a:pt x="1626454" y="21835"/>
                  <a:pt x="1626454" y="15959"/>
                </a:cubicBezTo>
                <a:cubicBezTo>
                  <a:pt x="1626454" y="6760"/>
                  <a:pt x="1615179" y="98"/>
                  <a:pt x="1599806" y="98"/>
                </a:cubicBezTo>
                <a:cubicBezTo>
                  <a:pt x="1583922" y="98"/>
                  <a:pt x="1570340" y="7018"/>
                  <a:pt x="1563678" y="18770"/>
                </a:cubicBezTo>
                <a:cubicBezTo>
                  <a:pt x="1557020" y="30013"/>
                  <a:pt x="1554968" y="39209"/>
                  <a:pt x="1554714" y="59648"/>
                </a:cubicBezTo>
                <a:lnTo>
                  <a:pt x="1533704" y="59648"/>
                </a:lnTo>
                <a:lnTo>
                  <a:pt x="1533704" y="67850"/>
                </a:lnTo>
                <a:lnTo>
                  <a:pt x="1554714" y="67850"/>
                </a:lnTo>
                <a:lnTo>
                  <a:pt x="1554714" y="148339"/>
                </a:lnTo>
                <a:cubicBezTo>
                  <a:pt x="1554714" y="167050"/>
                  <a:pt x="1551895" y="170127"/>
                  <a:pt x="1533446" y="171151"/>
                </a:cubicBezTo>
                <a:lnTo>
                  <a:pt x="1533446" y="174994"/>
                </a:lnTo>
                <a:lnTo>
                  <a:pt x="1600064" y="174994"/>
                </a:lnTo>
                <a:lnTo>
                  <a:pt x="1600064" y="171151"/>
                </a:lnTo>
                <a:cubicBezTo>
                  <a:pt x="1579055" y="170385"/>
                  <a:pt x="1576236" y="167566"/>
                  <a:pt x="1576236" y="148339"/>
                </a:cubicBezTo>
                <a:lnTo>
                  <a:pt x="1576236" y="67850"/>
                </a:lnTo>
                <a:lnTo>
                  <a:pt x="1607492" y="67850"/>
                </a:lnTo>
                <a:lnTo>
                  <a:pt x="1607492" y="59648"/>
                </a:lnTo>
                <a:close/>
                <a:moveTo>
                  <a:pt x="1790941" y="158031"/>
                </a:moveTo>
                <a:cubicBezTo>
                  <a:pt x="1786586" y="161612"/>
                  <a:pt x="1783513" y="162894"/>
                  <a:pt x="1779670" y="162894"/>
                </a:cubicBezTo>
                <a:cubicBezTo>
                  <a:pt x="1773779" y="162894"/>
                  <a:pt x="1771984" y="159309"/>
                  <a:pt x="1771984" y="148046"/>
                </a:cubicBezTo>
                <a:lnTo>
                  <a:pt x="1771984" y="98117"/>
                </a:lnTo>
                <a:cubicBezTo>
                  <a:pt x="1771984" y="84802"/>
                  <a:pt x="1770702" y="77377"/>
                  <a:pt x="1766859" y="71232"/>
                </a:cubicBezTo>
                <a:cubicBezTo>
                  <a:pt x="1761221" y="62017"/>
                  <a:pt x="1750204" y="57146"/>
                  <a:pt x="1735090" y="57146"/>
                </a:cubicBezTo>
                <a:cubicBezTo>
                  <a:pt x="1711003" y="57146"/>
                  <a:pt x="1692046" y="69695"/>
                  <a:pt x="1692046" y="85826"/>
                </a:cubicBezTo>
                <a:cubicBezTo>
                  <a:pt x="1692046" y="91718"/>
                  <a:pt x="1697167" y="96835"/>
                  <a:pt x="1703063" y="96835"/>
                </a:cubicBezTo>
                <a:cubicBezTo>
                  <a:pt x="1709209" y="96835"/>
                  <a:pt x="1714592" y="91718"/>
                  <a:pt x="1714592" y="86084"/>
                </a:cubicBezTo>
                <a:cubicBezTo>
                  <a:pt x="1714592" y="85060"/>
                  <a:pt x="1714334" y="83777"/>
                  <a:pt x="1714080" y="81987"/>
                </a:cubicBezTo>
                <a:cubicBezTo>
                  <a:pt x="1713568" y="79684"/>
                  <a:pt x="1713310" y="77635"/>
                  <a:pt x="1713310" y="75841"/>
                </a:cubicBezTo>
                <a:cubicBezTo>
                  <a:pt x="1713310" y="68929"/>
                  <a:pt x="1721508" y="63295"/>
                  <a:pt x="1731759" y="63295"/>
                </a:cubicBezTo>
                <a:cubicBezTo>
                  <a:pt x="1744313" y="63295"/>
                  <a:pt x="1751228" y="70719"/>
                  <a:pt x="1751228" y="84547"/>
                </a:cubicBezTo>
                <a:lnTo>
                  <a:pt x="1751228" y="100166"/>
                </a:lnTo>
                <a:cubicBezTo>
                  <a:pt x="1711773" y="116039"/>
                  <a:pt x="1707418" y="118087"/>
                  <a:pt x="1696401" y="127818"/>
                </a:cubicBezTo>
                <a:cubicBezTo>
                  <a:pt x="1690764" y="132940"/>
                  <a:pt x="1687175" y="141642"/>
                  <a:pt x="1687175" y="150091"/>
                </a:cubicBezTo>
                <a:cubicBezTo>
                  <a:pt x="1687175" y="166225"/>
                  <a:pt x="1698450" y="177497"/>
                  <a:pt x="1714080" y="177497"/>
                </a:cubicBezTo>
                <a:cubicBezTo>
                  <a:pt x="1725351" y="177497"/>
                  <a:pt x="1735856" y="172117"/>
                  <a:pt x="1751486" y="158793"/>
                </a:cubicBezTo>
                <a:cubicBezTo>
                  <a:pt x="1752769" y="172117"/>
                  <a:pt x="1757378" y="177497"/>
                  <a:pt x="1767883" y="177497"/>
                </a:cubicBezTo>
                <a:cubicBezTo>
                  <a:pt x="1776593" y="177497"/>
                  <a:pt x="1781977" y="174424"/>
                  <a:pt x="1790941" y="164689"/>
                </a:cubicBezTo>
                <a:lnTo>
                  <a:pt x="1790941" y="158031"/>
                </a:lnTo>
                <a:moveTo>
                  <a:pt x="1751228" y="143421"/>
                </a:moveTo>
                <a:cubicBezTo>
                  <a:pt x="1751228" y="151365"/>
                  <a:pt x="1749950" y="153672"/>
                  <a:pt x="1744567" y="156745"/>
                </a:cubicBezTo>
                <a:cubicBezTo>
                  <a:pt x="1738421" y="160334"/>
                  <a:pt x="1731247" y="162636"/>
                  <a:pt x="1725863" y="162636"/>
                </a:cubicBezTo>
                <a:cubicBezTo>
                  <a:pt x="1716899" y="162636"/>
                  <a:pt x="1709725" y="153926"/>
                  <a:pt x="1709725" y="142909"/>
                </a:cubicBezTo>
                <a:lnTo>
                  <a:pt x="1709725" y="141885"/>
                </a:lnTo>
                <a:cubicBezTo>
                  <a:pt x="1709725" y="126766"/>
                  <a:pt x="1720226" y="117544"/>
                  <a:pt x="1751228" y="106269"/>
                </a:cubicBezTo>
                <a:lnTo>
                  <a:pt x="1751228" y="143421"/>
                </a:lnTo>
                <a:close/>
                <a:moveTo>
                  <a:pt x="1796325" y="15372"/>
                </a:moveTo>
                <a:lnTo>
                  <a:pt x="1797861" y="15372"/>
                </a:lnTo>
                <a:cubicBezTo>
                  <a:pt x="1800680" y="15118"/>
                  <a:pt x="1803753" y="14860"/>
                  <a:pt x="1805805" y="14860"/>
                </a:cubicBezTo>
                <a:cubicBezTo>
                  <a:pt x="1814004" y="14860"/>
                  <a:pt x="1816564" y="18449"/>
                  <a:pt x="1816564" y="30490"/>
                </a:cubicBezTo>
                <a:lnTo>
                  <a:pt x="1816564" y="152706"/>
                </a:lnTo>
                <a:cubicBezTo>
                  <a:pt x="1816564" y="166542"/>
                  <a:pt x="1812979" y="169873"/>
                  <a:pt x="1796837" y="171151"/>
                </a:cubicBezTo>
                <a:lnTo>
                  <a:pt x="1796837" y="174994"/>
                </a:lnTo>
                <a:lnTo>
                  <a:pt x="1857302" y="174994"/>
                </a:lnTo>
                <a:lnTo>
                  <a:pt x="1857302" y="171151"/>
                </a:lnTo>
                <a:cubicBezTo>
                  <a:pt x="1841163" y="170127"/>
                  <a:pt x="1838086" y="167566"/>
                  <a:pt x="1838086" y="153472"/>
                </a:cubicBezTo>
                <a:lnTo>
                  <a:pt x="1838086" y="512"/>
                </a:lnTo>
                <a:lnTo>
                  <a:pt x="1837062" y="0"/>
                </a:lnTo>
                <a:cubicBezTo>
                  <a:pt x="1823738" y="4355"/>
                  <a:pt x="1814004" y="6920"/>
                  <a:pt x="1796325" y="11275"/>
                </a:cubicBezTo>
                <a:lnTo>
                  <a:pt x="1796325" y="15372"/>
                </a:lnTo>
                <a:close/>
                <a:moveTo>
                  <a:pt x="1867553" y="15372"/>
                </a:moveTo>
                <a:lnTo>
                  <a:pt x="1869089" y="15372"/>
                </a:lnTo>
                <a:cubicBezTo>
                  <a:pt x="1871908" y="15118"/>
                  <a:pt x="1874981" y="14860"/>
                  <a:pt x="1877033" y="14860"/>
                </a:cubicBezTo>
                <a:cubicBezTo>
                  <a:pt x="1885231" y="14860"/>
                  <a:pt x="1887792" y="18449"/>
                  <a:pt x="1887792" y="30490"/>
                </a:cubicBezTo>
                <a:lnTo>
                  <a:pt x="1887792" y="152706"/>
                </a:lnTo>
                <a:cubicBezTo>
                  <a:pt x="1887792" y="166542"/>
                  <a:pt x="1884207" y="169873"/>
                  <a:pt x="1868065" y="171151"/>
                </a:cubicBezTo>
                <a:lnTo>
                  <a:pt x="1868065" y="174994"/>
                </a:lnTo>
                <a:lnTo>
                  <a:pt x="1928529" y="174994"/>
                </a:lnTo>
                <a:lnTo>
                  <a:pt x="1928529" y="171151"/>
                </a:lnTo>
                <a:cubicBezTo>
                  <a:pt x="1912391" y="170127"/>
                  <a:pt x="1909314" y="167566"/>
                  <a:pt x="1909314" y="153472"/>
                </a:cubicBezTo>
                <a:lnTo>
                  <a:pt x="1909314" y="512"/>
                </a:lnTo>
                <a:lnTo>
                  <a:pt x="1908290" y="0"/>
                </a:lnTo>
                <a:cubicBezTo>
                  <a:pt x="1894966" y="4355"/>
                  <a:pt x="1885231" y="6920"/>
                  <a:pt x="1867553" y="11275"/>
                </a:cubicBezTo>
                <a:lnTo>
                  <a:pt x="1867553" y="15372"/>
                </a:lnTo>
                <a:close/>
                <a:moveTo>
                  <a:pt x="2099939" y="134984"/>
                </a:moveTo>
                <a:cubicBezTo>
                  <a:pt x="2087640" y="152906"/>
                  <a:pt x="2078417" y="159051"/>
                  <a:pt x="2063811" y="159051"/>
                </a:cubicBezTo>
                <a:cubicBezTo>
                  <a:pt x="2040495" y="159051"/>
                  <a:pt x="2024098" y="138569"/>
                  <a:pt x="2024098" y="109127"/>
                </a:cubicBezTo>
                <a:cubicBezTo>
                  <a:pt x="2024098" y="82757"/>
                  <a:pt x="2038192" y="64578"/>
                  <a:pt x="2058944" y="64578"/>
                </a:cubicBezTo>
                <a:cubicBezTo>
                  <a:pt x="2068166" y="64578"/>
                  <a:pt x="2071497" y="67392"/>
                  <a:pt x="2074062" y="76865"/>
                </a:cubicBezTo>
                <a:lnTo>
                  <a:pt x="2075598" y="82499"/>
                </a:lnTo>
                <a:cubicBezTo>
                  <a:pt x="2077647" y="89669"/>
                  <a:pt x="2082260" y="94278"/>
                  <a:pt x="2087640" y="94278"/>
                </a:cubicBezTo>
                <a:cubicBezTo>
                  <a:pt x="2094302" y="94278"/>
                  <a:pt x="2099939" y="89411"/>
                  <a:pt x="2099939" y="83523"/>
                </a:cubicBezTo>
                <a:cubicBezTo>
                  <a:pt x="2099939" y="69187"/>
                  <a:pt x="2082002" y="57146"/>
                  <a:pt x="2060480" y="57146"/>
                </a:cubicBezTo>
                <a:cubicBezTo>
                  <a:pt x="2047927" y="57146"/>
                  <a:pt x="2034861" y="62271"/>
                  <a:pt x="2024356" y="71490"/>
                </a:cubicBezTo>
                <a:cubicBezTo>
                  <a:pt x="2011545" y="82757"/>
                  <a:pt x="2004371" y="100166"/>
                  <a:pt x="2004371" y="120390"/>
                </a:cubicBezTo>
                <a:cubicBezTo>
                  <a:pt x="2004371" y="153676"/>
                  <a:pt x="2024610" y="177497"/>
                  <a:pt x="2053052" y="177497"/>
                </a:cubicBezTo>
                <a:cubicBezTo>
                  <a:pt x="2064581" y="177497"/>
                  <a:pt x="2074828" y="173399"/>
                  <a:pt x="2084055" y="165455"/>
                </a:cubicBezTo>
                <a:cubicBezTo>
                  <a:pt x="2090971" y="159305"/>
                  <a:pt x="2095838" y="152393"/>
                  <a:pt x="2103524" y="137287"/>
                </a:cubicBezTo>
                <a:lnTo>
                  <a:pt x="2099939" y="134984"/>
                </a:lnTo>
                <a:close/>
                <a:moveTo>
                  <a:pt x="2175780" y="57146"/>
                </a:moveTo>
                <a:cubicBezTo>
                  <a:pt x="2142471" y="57146"/>
                  <a:pt x="2119154" y="81733"/>
                  <a:pt x="2119154" y="117067"/>
                </a:cubicBezTo>
                <a:cubicBezTo>
                  <a:pt x="2119154" y="151631"/>
                  <a:pt x="2142983" y="177497"/>
                  <a:pt x="2175264" y="177497"/>
                </a:cubicBezTo>
                <a:cubicBezTo>
                  <a:pt x="2207549" y="177497"/>
                  <a:pt x="2232144" y="150353"/>
                  <a:pt x="2232144" y="115018"/>
                </a:cubicBezTo>
                <a:cubicBezTo>
                  <a:pt x="2232144" y="81475"/>
                  <a:pt x="2208573" y="57146"/>
                  <a:pt x="2175780" y="57146"/>
                </a:cubicBezTo>
                <a:moveTo>
                  <a:pt x="2172449" y="64323"/>
                </a:moveTo>
                <a:cubicBezTo>
                  <a:pt x="2193971" y="64323"/>
                  <a:pt x="2209085" y="88903"/>
                  <a:pt x="2209085" y="123979"/>
                </a:cubicBezTo>
                <a:cubicBezTo>
                  <a:pt x="2209085" y="152913"/>
                  <a:pt x="2197556" y="170323"/>
                  <a:pt x="2178341" y="170323"/>
                </a:cubicBezTo>
                <a:cubicBezTo>
                  <a:pt x="2168348" y="170323"/>
                  <a:pt x="2158867" y="164181"/>
                  <a:pt x="2153488" y="153938"/>
                </a:cubicBezTo>
                <a:cubicBezTo>
                  <a:pt x="2146314" y="140622"/>
                  <a:pt x="2142213" y="122701"/>
                  <a:pt x="2142213" y="104521"/>
                </a:cubicBezTo>
                <a:cubicBezTo>
                  <a:pt x="2142213" y="80196"/>
                  <a:pt x="2154254" y="64323"/>
                  <a:pt x="2172449" y="64323"/>
                </a:cubicBezTo>
                <a:close/>
                <a:moveTo>
                  <a:pt x="2244701" y="73034"/>
                </a:moveTo>
                <a:cubicBezTo>
                  <a:pt x="2248032" y="72264"/>
                  <a:pt x="2250081" y="72010"/>
                  <a:pt x="2252899" y="72010"/>
                </a:cubicBezTo>
                <a:cubicBezTo>
                  <a:pt x="2259561" y="72010"/>
                  <a:pt x="2261868" y="76107"/>
                  <a:pt x="2261868" y="88402"/>
                </a:cubicBezTo>
                <a:lnTo>
                  <a:pt x="2261868" y="153218"/>
                </a:lnTo>
                <a:cubicBezTo>
                  <a:pt x="2261868" y="167054"/>
                  <a:pt x="2258279" y="170897"/>
                  <a:pt x="2243931" y="171151"/>
                </a:cubicBezTo>
                <a:lnTo>
                  <a:pt x="2243931" y="174994"/>
                </a:lnTo>
                <a:lnTo>
                  <a:pt x="2300811" y="174994"/>
                </a:lnTo>
                <a:lnTo>
                  <a:pt x="2300811" y="171151"/>
                </a:lnTo>
                <a:cubicBezTo>
                  <a:pt x="2287233" y="170639"/>
                  <a:pt x="2283390" y="167824"/>
                  <a:pt x="2283390" y="157832"/>
                </a:cubicBezTo>
                <a:lnTo>
                  <a:pt x="2283390" y="85587"/>
                </a:lnTo>
                <a:cubicBezTo>
                  <a:pt x="2283390" y="85075"/>
                  <a:pt x="2285438" y="82511"/>
                  <a:pt x="2287233" y="80720"/>
                </a:cubicBezTo>
                <a:cubicBezTo>
                  <a:pt x="2293637" y="74824"/>
                  <a:pt x="2304654" y="70469"/>
                  <a:pt x="2313622" y="70469"/>
                </a:cubicBezTo>
                <a:cubicBezTo>
                  <a:pt x="2324893" y="70469"/>
                  <a:pt x="2330531" y="79438"/>
                  <a:pt x="2330531" y="97371"/>
                </a:cubicBezTo>
                <a:lnTo>
                  <a:pt x="2330531" y="152964"/>
                </a:lnTo>
                <a:cubicBezTo>
                  <a:pt x="2330531" y="167312"/>
                  <a:pt x="2327712" y="170127"/>
                  <a:pt x="2313110" y="171151"/>
                </a:cubicBezTo>
                <a:lnTo>
                  <a:pt x="2313110" y="174994"/>
                </a:lnTo>
                <a:lnTo>
                  <a:pt x="2370502" y="174994"/>
                </a:lnTo>
                <a:lnTo>
                  <a:pt x="2370502" y="171151"/>
                </a:lnTo>
                <a:cubicBezTo>
                  <a:pt x="2355896" y="170897"/>
                  <a:pt x="2352053" y="166542"/>
                  <a:pt x="2352053" y="150658"/>
                </a:cubicBezTo>
                <a:lnTo>
                  <a:pt x="2352053" y="86100"/>
                </a:lnTo>
                <a:cubicBezTo>
                  <a:pt x="2359739" y="75083"/>
                  <a:pt x="2368195" y="70469"/>
                  <a:pt x="2379983" y="70469"/>
                </a:cubicBezTo>
                <a:cubicBezTo>
                  <a:pt x="2394585" y="70469"/>
                  <a:pt x="2399198" y="77389"/>
                  <a:pt x="2399198" y="98653"/>
                </a:cubicBezTo>
                <a:lnTo>
                  <a:pt x="2399198" y="152706"/>
                </a:lnTo>
                <a:cubicBezTo>
                  <a:pt x="2399198" y="167312"/>
                  <a:pt x="2397149" y="169361"/>
                  <a:pt x="2382289" y="171151"/>
                </a:cubicBezTo>
                <a:lnTo>
                  <a:pt x="2382289" y="174994"/>
                </a:lnTo>
                <a:lnTo>
                  <a:pt x="2438399" y="174994"/>
                </a:lnTo>
                <a:lnTo>
                  <a:pt x="2438399" y="171151"/>
                </a:lnTo>
                <a:lnTo>
                  <a:pt x="2431737" y="170639"/>
                </a:lnTo>
                <a:cubicBezTo>
                  <a:pt x="2424051" y="170127"/>
                  <a:pt x="2420720" y="165518"/>
                  <a:pt x="2420720" y="155525"/>
                </a:cubicBezTo>
                <a:lnTo>
                  <a:pt x="2420720" y="102750"/>
                </a:lnTo>
                <a:cubicBezTo>
                  <a:pt x="2420720" y="72522"/>
                  <a:pt x="2410727" y="57146"/>
                  <a:pt x="2391000" y="57146"/>
                </a:cubicBezTo>
                <a:cubicBezTo>
                  <a:pt x="2376139" y="57146"/>
                  <a:pt x="2363070" y="63807"/>
                  <a:pt x="2349234" y="78668"/>
                </a:cubicBezTo>
                <a:cubicBezTo>
                  <a:pt x="2344625" y="64065"/>
                  <a:pt x="2335914" y="57146"/>
                  <a:pt x="2322078" y="57146"/>
                </a:cubicBezTo>
                <a:cubicBezTo>
                  <a:pt x="2310803" y="57146"/>
                  <a:pt x="2303629" y="60735"/>
                  <a:pt x="2282362" y="76877"/>
                </a:cubicBezTo>
                <a:lnTo>
                  <a:pt x="2282362" y="57662"/>
                </a:lnTo>
                <a:lnTo>
                  <a:pt x="2280571" y="57146"/>
                </a:lnTo>
                <a:cubicBezTo>
                  <a:pt x="2267501" y="62017"/>
                  <a:pt x="2258791" y="64836"/>
                  <a:pt x="2244701" y="68679"/>
                </a:cubicBezTo>
                <a:lnTo>
                  <a:pt x="2244701" y="73034"/>
                </a:lnTo>
                <a:close/>
                <a:moveTo>
                  <a:pt x="2441472" y="74250"/>
                </a:moveTo>
                <a:cubicBezTo>
                  <a:pt x="2443778" y="73996"/>
                  <a:pt x="2445573" y="73996"/>
                  <a:pt x="2447879" y="73996"/>
                </a:cubicBezTo>
                <a:cubicBezTo>
                  <a:pt x="2456590" y="73996"/>
                  <a:pt x="2458384" y="76556"/>
                  <a:pt x="2458384" y="88598"/>
                </a:cubicBezTo>
                <a:lnTo>
                  <a:pt x="2458384" y="208507"/>
                </a:lnTo>
                <a:cubicBezTo>
                  <a:pt x="2458384" y="221831"/>
                  <a:pt x="2455565" y="224649"/>
                  <a:pt x="2440447" y="226186"/>
                </a:cubicBezTo>
                <a:lnTo>
                  <a:pt x="2440447" y="230541"/>
                </a:lnTo>
                <a:lnTo>
                  <a:pt x="2502452" y="230541"/>
                </a:lnTo>
                <a:lnTo>
                  <a:pt x="2502452" y="225932"/>
                </a:lnTo>
                <a:cubicBezTo>
                  <a:pt x="2483237" y="225674"/>
                  <a:pt x="2479906" y="222855"/>
                  <a:pt x="2479906" y="206712"/>
                </a:cubicBezTo>
                <a:lnTo>
                  <a:pt x="2479906" y="166483"/>
                </a:lnTo>
                <a:cubicBezTo>
                  <a:pt x="2488875" y="174936"/>
                  <a:pt x="2495020" y="177497"/>
                  <a:pt x="2505783" y="177497"/>
                </a:cubicBezTo>
                <a:cubicBezTo>
                  <a:pt x="2536016" y="177497"/>
                  <a:pt x="2559586" y="148816"/>
                  <a:pt x="2559586" y="111691"/>
                </a:cubicBezTo>
                <a:cubicBezTo>
                  <a:pt x="2559586" y="79946"/>
                  <a:pt x="2541653" y="57146"/>
                  <a:pt x="2516800" y="57146"/>
                </a:cubicBezTo>
                <a:cubicBezTo>
                  <a:pt x="2502452" y="57146"/>
                  <a:pt x="2491177" y="63553"/>
                  <a:pt x="2479906" y="77385"/>
                </a:cubicBezTo>
                <a:lnTo>
                  <a:pt x="2479906" y="57662"/>
                </a:lnTo>
                <a:lnTo>
                  <a:pt x="2478370" y="57146"/>
                </a:lnTo>
                <a:cubicBezTo>
                  <a:pt x="2464534" y="62529"/>
                  <a:pt x="2455565" y="65860"/>
                  <a:pt x="2441472" y="70215"/>
                </a:cubicBezTo>
                <a:lnTo>
                  <a:pt x="2441472" y="74250"/>
                </a:lnTo>
                <a:moveTo>
                  <a:pt x="2479906" y="89419"/>
                </a:moveTo>
                <a:cubicBezTo>
                  <a:pt x="2479906" y="81737"/>
                  <a:pt x="2494254" y="72522"/>
                  <a:pt x="2506038" y="72522"/>
                </a:cubicBezTo>
                <a:cubicBezTo>
                  <a:pt x="2524999" y="72522"/>
                  <a:pt x="2537552" y="91979"/>
                  <a:pt x="2537552" y="121680"/>
                </a:cubicBezTo>
                <a:cubicBezTo>
                  <a:pt x="2537552" y="150099"/>
                  <a:pt x="2524999" y="169298"/>
                  <a:pt x="2506554" y="169298"/>
                </a:cubicBezTo>
                <a:cubicBezTo>
                  <a:pt x="2494508" y="169298"/>
                  <a:pt x="2479906" y="160083"/>
                  <a:pt x="2479906" y="152401"/>
                </a:cubicBezTo>
                <a:lnTo>
                  <a:pt x="2479906" y="89419"/>
                </a:lnTo>
                <a:close/>
                <a:moveTo>
                  <a:pt x="2631330" y="57146"/>
                </a:moveTo>
                <a:cubicBezTo>
                  <a:pt x="2598021" y="57146"/>
                  <a:pt x="2574704" y="81733"/>
                  <a:pt x="2574704" y="117067"/>
                </a:cubicBezTo>
                <a:cubicBezTo>
                  <a:pt x="2574704" y="151631"/>
                  <a:pt x="2598533" y="177497"/>
                  <a:pt x="2630814" y="177497"/>
                </a:cubicBezTo>
                <a:cubicBezTo>
                  <a:pt x="2663099" y="177497"/>
                  <a:pt x="2687694" y="150353"/>
                  <a:pt x="2687694" y="115018"/>
                </a:cubicBezTo>
                <a:cubicBezTo>
                  <a:pt x="2687694" y="81475"/>
                  <a:pt x="2664123" y="57146"/>
                  <a:pt x="2631330" y="57146"/>
                </a:cubicBezTo>
                <a:moveTo>
                  <a:pt x="2627999" y="64323"/>
                </a:moveTo>
                <a:cubicBezTo>
                  <a:pt x="2649521" y="64323"/>
                  <a:pt x="2664635" y="88903"/>
                  <a:pt x="2664635" y="123979"/>
                </a:cubicBezTo>
                <a:cubicBezTo>
                  <a:pt x="2664635" y="152913"/>
                  <a:pt x="2653106" y="170323"/>
                  <a:pt x="2633891" y="170323"/>
                </a:cubicBezTo>
                <a:cubicBezTo>
                  <a:pt x="2623898" y="170323"/>
                  <a:pt x="2614417" y="164181"/>
                  <a:pt x="2609038" y="153938"/>
                </a:cubicBezTo>
                <a:cubicBezTo>
                  <a:pt x="2601864" y="140622"/>
                  <a:pt x="2597763" y="122701"/>
                  <a:pt x="2597763" y="104521"/>
                </a:cubicBezTo>
                <a:cubicBezTo>
                  <a:pt x="2597763" y="80196"/>
                  <a:pt x="2609804" y="64323"/>
                  <a:pt x="2627999" y="64323"/>
                </a:cubicBezTo>
                <a:close/>
                <a:moveTo>
                  <a:pt x="2699481" y="73034"/>
                </a:moveTo>
                <a:cubicBezTo>
                  <a:pt x="2701017" y="72264"/>
                  <a:pt x="2703582" y="72010"/>
                  <a:pt x="2706401" y="72010"/>
                </a:cubicBezTo>
                <a:cubicBezTo>
                  <a:pt x="2713575" y="72010"/>
                  <a:pt x="2715878" y="75853"/>
                  <a:pt x="2715878" y="88402"/>
                </a:cubicBezTo>
                <a:lnTo>
                  <a:pt x="2715878" y="151940"/>
                </a:lnTo>
                <a:cubicBezTo>
                  <a:pt x="2715878" y="166542"/>
                  <a:pt x="2713059" y="170127"/>
                  <a:pt x="2699993" y="171151"/>
                </a:cubicBezTo>
                <a:lnTo>
                  <a:pt x="2699993" y="174994"/>
                </a:lnTo>
                <a:lnTo>
                  <a:pt x="2754312" y="174994"/>
                </a:lnTo>
                <a:lnTo>
                  <a:pt x="2754312" y="171151"/>
                </a:lnTo>
                <a:cubicBezTo>
                  <a:pt x="2741243" y="170127"/>
                  <a:pt x="2737400" y="167054"/>
                  <a:pt x="2737400" y="157832"/>
                </a:cubicBezTo>
                <a:lnTo>
                  <a:pt x="2737400" y="85842"/>
                </a:lnTo>
                <a:cubicBezTo>
                  <a:pt x="2749699" y="74312"/>
                  <a:pt x="2755336" y="71239"/>
                  <a:pt x="2763793" y="71239"/>
                </a:cubicBezTo>
                <a:cubicBezTo>
                  <a:pt x="2776346" y="71239"/>
                  <a:pt x="2782496" y="79180"/>
                  <a:pt x="2782496" y="96088"/>
                </a:cubicBezTo>
                <a:lnTo>
                  <a:pt x="2782496" y="149633"/>
                </a:lnTo>
                <a:cubicBezTo>
                  <a:pt x="2782496" y="165772"/>
                  <a:pt x="2779165" y="170127"/>
                  <a:pt x="2766353" y="171151"/>
                </a:cubicBezTo>
                <a:lnTo>
                  <a:pt x="2766353" y="174994"/>
                </a:lnTo>
                <a:lnTo>
                  <a:pt x="2819648" y="174994"/>
                </a:lnTo>
                <a:lnTo>
                  <a:pt x="2819648" y="171151"/>
                </a:lnTo>
                <a:cubicBezTo>
                  <a:pt x="2807091" y="169873"/>
                  <a:pt x="2804018" y="166796"/>
                  <a:pt x="2804018" y="154247"/>
                </a:cubicBezTo>
                <a:lnTo>
                  <a:pt x="2804018" y="95576"/>
                </a:lnTo>
                <a:cubicBezTo>
                  <a:pt x="2804018" y="71497"/>
                  <a:pt x="2792743" y="57146"/>
                  <a:pt x="2773786" y="57146"/>
                </a:cubicBezTo>
                <a:cubicBezTo>
                  <a:pt x="2761998" y="57146"/>
                  <a:pt x="2754054" y="61505"/>
                  <a:pt x="2736633" y="77901"/>
                </a:cubicBezTo>
                <a:lnTo>
                  <a:pt x="2736633" y="57662"/>
                </a:lnTo>
                <a:lnTo>
                  <a:pt x="2734839" y="57146"/>
                </a:lnTo>
                <a:cubicBezTo>
                  <a:pt x="2722285" y="61759"/>
                  <a:pt x="2713575" y="64578"/>
                  <a:pt x="2699481" y="68679"/>
                </a:cubicBezTo>
                <a:lnTo>
                  <a:pt x="2699481" y="73034"/>
                </a:lnTo>
                <a:close/>
                <a:moveTo>
                  <a:pt x="2928024" y="132904"/>
                </a:moveTo>
                <a:cubicBezTo>
                  <a:pt x="2915729" y="152386"/>
                  <a:pt x="2904708" y="159822"/>
                  <a:pt x="2888311" y="159822"/>
                </a:cubicBezTo>
                <a:cubicBezTo>
                  <a:pt x="2873709" y="159822"/>
                  <a:pt x="2862692" y="152386"/>
                  <a:pt x="2855260" y="137776"/>
                </a:cubicBezTo>
                <a:cubicBezTo>
                  <a:pt x="2850647" y="128033"/>
                  <a:pt x="2848856" y="119573"/>
                  <a:pt x="2848344" y="103935"/>
                </a:cubicBezTo>
                <a:lnTo>
                  <a:pt x="2927258" y="103935"/>
                </a:lnTo>
                <a:cubicBezTo>
                  <a:pt x="2925205" y="87312"/>
                  <a:pt x="2922645" y="79907"/>
                  <a:pt x="2916241" y="71736"/>
                </a:cubicBezTo>
                <a:cubicBezTo>
                  <a:pt x="2908551" y="62529"/>
                  <a:pt x="2896768" y="57146"/>
                  <a:pt x="2883444" y="57146"/>
                </a:cubicBezTo>
                <a:cubicBezTo>
                  <a:pt x="2870632" y="57146"/>
                  <a:pt x="2858591" y="61759"/>
                  <a:pt x="2848856" y="70458"/>
                </a:cubicBezTo>
                <a:cubicBezTo>
                  <a:pt x="2836811" y="80927"/>
                  <a:pt x="2829895" y="99067"/>
                  <a:pt x="2829895" y="120085"/>
                </a:cubicBezTo>
                <a:cubicBezTo>
                  <a:pt x="2829895" y="155462"/>
                  <a:pt x="2848344" y="177497"/>
                  <a:pt x="2877806" y="177497"/>
                </a:cubicBezTo>
                <a:cubicBezTo>
                  <a:pt x="2902147" y="177497"/>
                  <a:pt x="2921362" y="162382"/>
                  <a:pt x="2932125" y="134699"/>
                </a:cubicBezTo>
                <a:lnTo>
                  <a:pt x="2928024" y="132904"/>
                </a:lnTo>
                <a:moveTo>
                  <a:pt x="2848856" y="95737"/>
                </a:moveTo>
                <a:cubicBezTo>
                  <a:pt x="2851671" y="75821"/>
                  <a:pt x="2860385" y="66372"/>
                  <a:pt x="2876012" y="66372"/>
                </a:cubicBezTo>
                <a:cubicBezTo>
                  <a:pt x="2891642" y="66372"/>
                  <a:pt x="2897792" y="73523"/>
                  <a:pt x="2901123" y="95737"/>
                </a:cubicBezTo>
                <a:lnTo>
                  <a:pt x="2848856" y="95737"/>
                </a:lnTo>
                <a:close/>
                <a:moveTo>
                  <a:pt x="2941348" y="73034"/>
                </a:moveTo>
                <a:cubicBezTo>
                  <a:pt x="2942884" y="72264"/>
                  <a:pt x="2945449" y="72010"/>
                  <a:pt x="2948268" y="72010"/>
                </a:cubicBezTo>
                <a:cubicBezTo>
                  <a:pt x="2955442" y="72010"/>
                  <a:pt x="2957744" y="75853"/>
                  <a:pt x="2957744" y="88402"/>
                </a:cubicBezTo>
                <a:lnTo>
                  <a:pt x="2957744" y="151940"/>
                </a:lnTo>
                <a:cubicBezTo>
                  <a:pt x="2957744" y="166542"/>
                  <a:pt x="2954926" y="170127"/>
                  <a:pt x="2941860" y="171151"/>
                </a:cubicBezTo>
                <a:lnTo>
                  <a:pt x="2941860" y="174994"/>
                </a:lnTo>
                <a:lnTo>
                  <a:pt x="2996179" y="174994"/>
                </a:lnTo>
                <a:lnTo>
                  <a:pt x="2996179" y="171151"/>
                </a:lnTo>
                <a:cubicBezTo>
                  <a:pt x="2983109" y="170127"/>
                  <a:pt x="2979266" y="167054"/>
                  <a:pt x="2979266" y="157832"/>
                </a:cubicBezTo>
                <a:lnTo>
                  <a:pt x="2979266" y="85842"/>
                </a:lnTo>
                <a:cubicBezTo>
                  <a:pt x="2991566" y="74312"/>
                  <a:pt x="2997203" y="71239"/>
                  <a:pt x="3005660" y="71239"/>
                </a:cubicBezTo>
                <a:cubicBezTo>
                  <a:pt x="3018213" y="71239"/>
                  <a:pt x="3024363" y="79180"/>
                  <a:pt x="3024363" y="96088"/>
                </a:cubicBezTo>
                <a:lnTo>
                  <a:pt x="3024363" y="149633"/>
                </a:lnTo>
                <a:cubicBezTo>
                  <a:pt x="3024363" y="165772"/>
                  <a:pt x="3021032" y="170127"/>
                  <a:pt x="3008220" y="171151"/>
                </a:cubicBezTo>
                <a:lnTo>
                  <a:pt x="3008220" y="174994"/>
                </a:lnTo>
                <a:lnTo>
                  <a:pt x="3061515" y="174994"/>
                </a:lnTo>
                <a:lnTo>
                  <a:pt x="3061515" y="171151"/>
                </a:lnTo>
                <a:cubicBezTo>
                  <a:pt x="3048958" y="169873"/>
                  <a:pt x="3045885" y="166796"/>
                  <a:pt x="3045885" y="154247"/>
                </a:cubicBezTo>
                <a:lnTo>
                  <a:pt x="3045885" y="95576"/>
                </a:lnTo>
                <a:cubicBezTo>
                  <a:pt x="3045885" y="71497"/>
                  <a:pt x="3034610" y="57146"/>
                  <a:pt x="3015652" y="57146"/>
                </a:cubicBezTo>
                <a:cubicBezTo>
                  <a:pt x="3003865" y="57146"/>
                  <a:pt x="2995921" y="61505"/>
                  <a:pt x="2978500" y="77901"/>
                </a:cubicBezTo>
                <a:lnTo>
                  <a:pt x="2978500" y="57662"/>
                </a:lnTo>
                <a:lnTo>
                  <a:pt x="2976706" y="57146"/>
                </a:lnTo>
                <a:cubicBezTo>
                  <a:pt x="2964152" y="61759"/>
                  <a:pt x="2955442" y="64578"/>
                  <a:pt x="2941348" y="68679"/>
                </a:cubicBezTo>
                <a:lnTo>
                  <a:pt x="2941348" y="73034"/>
                </a:lnTo>
                <a:close/>
                <a:moveTo>
                  <a:pt x="3130690" y="59648"/>
                </a:moveTo>
                <a:lnTo>
                  <a:pt x="3104813" y="59648"/>
                </a:lnTo>
                <a:lnTo>
                  <a:pt x="3104813" y="29927"/>
                </a:lnTo>
                <a:cubicBezTo>
                  <a:pt x="3104813" y="27367"/>
                  <a:pt x="3104559" y="26597"/>
                  <a:pt x="3103019" y="26597"/>
                </a:cubicBezTo>
                <a:cubicBezTo>
                  <a:pt x="3101228" y="28903"/>
                  <a:pt x="3099688" y="31210"/>
                  <a:pt x="3097897" y="33771"/>
                </a:cubicBezTo>
                <a:cubicBezTo>
                  <a:pt x="3088158" y="47864"/>
                  <a:pt x="3077141" y="60164"/>
                  <a:pt x="3073044" y="61188"/>
                </a:cubicBezTo>
                <a:cubicBezTo>
                  <a:pt x="3070225" y="62979"/>
                  <a:pt x="3068685" y="64773"/>
                  <a:pt x="3068685" y="66055"/>
                </a:cubicBezTo>
                <a:cubicBezTo>
                  <a:pt x="3068685" y="66826"/>
                  <a:pt x="3068943" y="67338"/>
                  <a:pt x="3069713" y="67850"/>
                </a:cubicBezTo>
                <a:lnTo>
                  <a:pt x="3083291" y="67850"/>
                </a:lnTo>
                <a:lnTo>
                  <a:pt x="3083291" y="144961"/>
                </a:lnTo>
                <a:cubicBezTo>
                  <a:pt x="3083291" y="166479"/>
                  <a:pt x="3090977" y="177497"/>
                  <a:pt x="3106095" y="177497"/>
                </a:cubicBezTo>
                <a:cubicBezTo>
                  <a:pt x="3118649" y="177497"/>
                  <a:pt x="3128384" y="171351"/>
                  <a:pt x="3136840" y="158027"/>
                </a:cubicBezTo>
                <a:lnTo>
                  <a:pt x="3133509" y="155208"/>
                </a:lnTo>
                <a:cubicBezTo>
                  <a:pt x="3128129" y="161612"/>
                  <a:pt x="3123774" y="164177"/>
                  <a:pt x="3118137" y="164177"/>
                </a:cubicBezTo>
                <a:cubicBezTo>
                  <a:pt x="3108656" y="164177"/>
                  <a:pt x="3104813" y="157257"/>
                  <a:pt x="3104813" y="141118"/>
                </a:cubicBezTo>
                <a:lnTo>
                  <a:pt x="3104813" y="67850"/>
                </a:lnTo>
                <a:lnTo>
                  <a:pt x="3130690" y="67850"/>
                </a:lnTo>
                <a:lnTo>
                  <a:pt x="3130690" y="59648"/>
                </a:lnTo>
                <a:close/>
                <a:moveTo>
                  <a:pt x="3217290" y="94493"/>
                </a:moveTo>
                <a:lnTo>
                  <a:pt x="3216266" y="59648"/>
                </a:lnTo>
                <a:lnTo>
                  <a:pt x="3213447" y="59648"/>
                </a:lnTo>
                <a:lnTo>
                  <a:pt x="3212935" y="60164"/>
                </a:lnTo>
                <a:cubicBezTo>
                  <a:pt x="3210628" y="61954"/>
                  <a:pt x="3210374" y="62212"/>
                  <a:pt x="3209350" y="62212"/>
                </a:cubicBezTo>
                <a:cubicBezTo>
                  <a:pt x="3207814" y="62212"/>
                  <a:pt x="3205249" y="61700"/>
                  <a:pt x="3202430" y="60418"/>
                </a:cubicBezTo>
                <a:cubicBezTo>
                  <a:pt x="3196793" y="58424"/>
                  <a:pt x="3191159" y="57396"/>
                  <a:pt x="3184497" y="57396"/>
                </a:cubicBezTo>
                <a:cubicBezTo>
                  <a:pt x="3164254" y="57396"/>
                  <a:pt x="3149651" y="70461"/>
                  <a:pt x="3149651" y="88899"/>
                </a:cubicBezTo>
                <a:cubicBezTo>
                  <a:pt x="3149651" y="103235"/>
                  <a:pt x="3157850" y="113478"/>
                  <a:pt x="3179630" y="125770"/>
                </a:cubicBezTo>
                <a:lnTo>
                  <a:pt x="3194490" y="134222"/>
                </a:lnTo>
                <a:cubicBezTo>
                  <a:pt x="3203454" y="139343"/>
                  <a:pt x="3207814" y="145489"/>
                  <a:pt x="3207814" y="153426"/>
                </a:cubicBezTo>
                <a:cubicBezTo>
                  <a:pt x="3207814" y="164693"/>
                  <a:pt x="3199611" y="171863"/>
                  <a:pt x="3186546" y="171863"/>
                </a:cubicBezTo>
                <a:cubicBezTo>
                  <a:pt x="3177835" y="171863"/>
                  <a:pt x="3169891" y="168532"/>
                  <a:pt x="3165024" y="162898"/>
                </a:cubicBezTo>
                <a:cubicBezTo>
                  <a:pt x="3159644" y="156498"/>
                  <a:pt x="3157338" y="150607"/>
                  <a:pt x="3154007" y="136013"/>
                </a:cubicBezTo>
                <a:lnTo>
                  <a:pt x="3149906" y="136013"/>
                </a:lnTo>
                <a:lnTo>
                  <a:pt x="3149906" y="175960"/>
                </a:lnTo>
                <a:lnTo>
                  <a:pt x="3153236" y="175960"/>
                </a:lnTo>
                <a:cubicBezTo>
                  <a:pt x="3155031" y="173399"/>
                  <a:pt x="3156055" y="172887"/>
                  <a:pt x="3159132" y="172887"/>
                </a:cubicBezTo>
                <a:cubicBezTo>
                  <a:pt x="3161439" y="172946"/>
                  <a:pt x="3165024" y="173458"/>
                  <a:pt x="3170915" y="174994"/>
                </a:cubicBezTo>
                <a:cubicBezTo>
                  <a:pt x="3178089" y="176472"/>
                  <a:pt x="3185009" y="177497"/>
                  <a:pt x="3189619" y="177497"/>
                </a:cubicBezTo>
                <a:cubicBezTo>
                  <a:pt x="3209350" y="177497"/>
                  <a:pt x="3225747" y="162644"/>
                  <a:pt x="3225747" y="144719"/>
                </a:cubicBezTo>
                <a:cubicBezTo>
                  <a:pt x="3225747" y="131915"/>
                  <a:pt x="3219597" y="123467"/>
                  <a:pt x="3204225" y="114248"/>
                </a:cubicBezTo>
                <a:lnTo>
                  <a:pt x="3176553" y="97859"/>
                </a:lnTo>
                <a:cubicBezTo>
                  <a:pt x="3169379" y="93762"/>
                  <a:pt x="3165536" y="87362"/>
                  <a:pt x="3165536" y="80446"/>
                </a:cubicBezTo>
                <a:cubicBezTo>
                  <a:pt x="3165536" y="70203"/>
                  <a:pt x="3173480" y="63033"/>
                  <a:pt x="3185263" y="63033"/>
                </a:cubicBezTo>
                <a:cubicBezTo>
                  <a:pt x="3199869" y="63033"/>
                  <a:pt x="3207555" y="71740"/>
                  <a:pt x="3213447" y="94532"/>
                </a:cubicBezTo>
                <a:lnTo>
                  <a:pt x="3217290" y="94493"/>
                </a:lnTo>
                <a:close/>
                <a:moveTo>
                  <a:pt x="3268280" y="149309"/>
                </a:moveTo>
                <a:cubicBezTo>
                  <a:pt x="3260590" y="149309"/>
                  <a:pt x="3254186" y="155971"/>
                  <a:pt x="3254186" y="163915"/>
                </a:cubicBezTo>
                <a:cubicBezTo>
                  <a:pt x="3254186" y="171343"/>
                  <a:pt x="3260590" y="177747"/>
                  <a:pt x="3268022" y="177747"/>
                </a:cubicBezTo>
                <a:cubicBezTo>
                  <a:pt x="3275966" y="177747"/>
                  <a:pt x="3282628" y="171343"/>
                  <a:pt x="3282628" y="163915"/>
                </a:cubicBezTo>
                <a:cubicBezTo>
                  <a:pt x="3282628" y="155971"/>
                  <a:pt x="3275966" y="149309"/>
                  <a:pt x="3268280" y="1493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AEF4FD-B8E3-46CC-B702-6173F4BF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519" y="1582913"/>
            <a:ext cx="10" cy="891607"/>
          </a:xfrm>
          <a:custGeom xmlns:a="http://schemas.openxmlformats.org/drawingml/2006/main">
            <a:pathLst>
              <a:path w="1" h="891607" fill="none">
                <a:moveTo>
                  <a:pt x="0" y="0"/>
                </a:moveTo>
                <a:lnTo>
                  <a:pt x="0" y="891607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542424-300A-4112-8F4E-E1E5F436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98" y="2455754"/>
            <a:ext cx="50043" cy="23457"/>
          </a:xfrm>
          <a:custGeom xmlns:a="http://schemas.openxmlformats.org/drawingml/2006/main">
            <a:pathLst>
              <a:path w="50043" h="23457" fill="none">
                <a:moveTo>
                  <a:pt x="50043" y="0"/>
                </a:moveTo>
                <a:cubicBezTo>
                  <a:pt x="40660" y="1564"/>
                  <a:pt x="26585" y="18766"/>
                  <a:pt x="25021" y="23457"/>
                </a:cubicBezTo>
                <a:cubicBezTo>
                  <a:pt x="23458" y="18766"/>
                  <a:pt x="9383" y="1564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8112B1-14EB-4A4C-A140-03CA3385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519" y="4687316"/>
            <a:ext cx="1018384" cy="319963"/>
          </a:xfrm>
          <a:custGeom xmlns:a="http://schemas.openxmlformats.org/drawingml/2006/main">
            <a:pathLst>
              <a:path w="1018384" h="319963" fill="none">
                <a:moveTo>
                  <a:pt x="1018384" y="0"/>
                </a:moveTo>
                <a:lnTo>
                  <a:pt x="1018384" y="133490"/>
                </a:lnTo>
                <a:lnTo>
                  <a:pt x="0" y="133490"/>
                </a:lnTo>
                <a:lnTo>
                  <a:pt x="0" y="319963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357AC8-763D-418A-B5BE-1C98907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98" y="4988513"/>
            <a:ext cx="50043" cy="23457"/>
          </a:xfrm>
          <a:custGeom xmlns:a="http://schemas.openxmlformats.org/drawingml/2006/main">
            <a:pathLst>
              <a:path w="50043" h="23457" fill="none">
                <a:moveTo>
                  <a:pt x="50043" y="0"/>
                </a:moveTo>
                <a:cubicBezTo>
                  <a:pt x="40660" y="1564"/>
                  <a:pt x="26585" y="18766"/>
                  <a:pt x="25021" y="23457"/>
                </a:cubicBezTo>
                <a:cubicBezTo>
                  <a:pt x="23458" y="18766"/>
                  <a:pt x="9383" y="1564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9FEB08-715F-496F-B7B1-2BBC132A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519" y="5233425"/>
            <a:ext cx="10" cy="623308"/>
          </a:xfrm>
          <a:custGeom xmlns:a="http://schemas.openxmlformats.org/drawingml/2006/main">
            <a:pathLst>
              <a:path w="1" h="623308" fill="none">
                <a:moveTo>
                  <a:pt x="0" y="0"/>
                </a:moveTo>
                <a:lnTo>
                  <a:pt x="0" y="623308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09132-309A-4362-B260-82E07679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98" y="5837966"/>
            <a:ext cx="50043" cy="23457"/>
          </a:xfrm>
          <a:custGeom xmlns:a="http://schemas.openxmlformats.org/drawingml/2006/main">
            <a:pathLst>
              <a:path w="50043" h="23457" fill="none">
                <a:moveTo>
                  <a:pt x="50043" y="0"/>
                </a:moveTo>
                <a:cubicBezTo>
                  <a:pt x="40660" y="1564"/>
                  <a:pt x="26585" y="18766"/>
                  <a:pt x="25021" y="23457"/>
                </a:cubicBezTo>
                <a:cubicBezTo>
                  <a:pt x="23458" y="18766"/>
                  <a:pt x="9383" y="1564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EFFEE7-9748-41AC-AE6C-E5363462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519" y="6182954"/>
            <a:ext cx="10" cy="1730125"/>
          </a:xfrm>
          <a:custGeom xmlns:a="http://schemas.openxmlformats.org/drawingml/2006/main">
            <a:pathLst>
              <a:path w="1" h="1730125" fill="none">
                <a:moveTo>
                  <a:pt x="0" y="0"/>
                </a:moveTo>
                <a:lnTo>
                  <a:pt x="0" y="1730125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9AD4AB-58E7-4689-9388-50609768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98" y="7894314"/>
            <a:ext cx="50043" cy="23457"/>
          </a:xfrm>
          <a:custGeom xmlns:a="http://schemas.openxmlformats.org/drawingml/2006/main">
            <a:pathLst>
              <a:path w="50043" h="23457" fill="none">
                <a:moveTo>
                  <a:pt x="50043" y="0"/>
                </a:moveTo>
                <a:cubicBezTo>
                  <a:pt x="40660" y="1564"/>
                  <a:pt x="26585" y="18766"/>
                  <a:pt x="25021" y="23457"/>
                </a:cubicBezTo>
                <a:cubicBezTo>
                  <a:pt x="23458" y="18766"/>
                  <a:pt x="9383" y="1564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4E6A0-B2D8-416C-B26D-790F39BF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432" y="62016"/>
            <a:ext cx="10" cy="170789"/>
          </a:xfrm>
          <a:custGeom xmlns:a="http://schemas.openxmlformats.org/drawingml/2006/main">
            <a:pathLst>
              <a:path w="1" h="170789" fill="none">
                <a:moveTo>
                  <a:pt x="0" y="1707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A7A73D-E82F-4F9D-B7D4-24B22FBC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411" y="214039"/>
            <a:ext cx="50043" cy="23457"/>
          </a:xfrm>
          <a:custGeom xmlns:a="http://schemas.openxmlformats.org/drawingml/2006/main">
            <a:pathLst>
              <a:path w="50043" h="23457" fill="none">
                <a:moveTo>
                  <a:pt x="50043" y="0"/>
                </a:moveTo>
                <a:cubicBezTo>
                  <a:pt x="40660" y="1564"/>
                  <a:pt x="26585" y="18766"/>
                  <a:pt x="25021" y="23457"/>
                </a:cubicBezTo>
                <a:cubicBezTo>
                  <a:pt x="23458" y="18766"/>
                  <a:pt x="9383" y="1564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7AA6DE-84B4-4118-820F-5C9749C5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988" y="521297"/>
            <a:ext cx="667444" cy="881281"/>
          </a:xfrm>
          <a:custGeom xmlns:a="http://schemas.openxmlformats.org/drawingml/2006/main">
            <a:pathLst>
              <a:path w="667444" h="881281" fill="none">
                <a:moveTo>
                  <a:pt x="667444" y="0"/>
                </a:moveTo>
                <a:lnTo>
                  <a:pt x="667444" y="528838"/>
                </a:lnTo>
                <a:moveTo>
                  <a:pt x="667444" y="747791"/>
                </a:moveTo>
                <a:lnTo>
                  <a:pt x="667444" y="881281"/>
                </a:lnTo>
                <a:lnTo>
                  <a:pt x="0" y="881281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A08EC5-433C-4151-ACB5-903D5C51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988" y="1402578"/>
            <a:ext cx="118897" cy="691769"/>
          </a:xfrm>
          <a:custGeom xmlns:a="http://schemas.openxmlformats.org/drawingml/2006/main">
            <a:pathLst>
              <a:path w="118897" h="691769" fill="none">
                <a:moveTo>
                  <a:pt x="0" y="0"/>
                </a:moveTo>
                <a:lnTo>
                  <a:pt x="0" y="691769"/>
                </a:lnTo>
                <a:lnTo>
                  <a:pt x="118897" y="691769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CBD0B-B1C5-4B56-80CE-FFCD67C6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119" y="2069326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0" y="0"/>
                </a:moveTo>
                <a:cubicBezTo>
                  <a:pt x="1564" y="9383"/>
                  <a:pt x="18766" y="23458"/>
                  <a:pt x="23457" y="25021"/>
                </a:cubicBezTo>
                <a:cubicBezTo>
                  <a:pt x="18766" y="26585"/>
                  <a:pt x="1564" y="40660"/>
                  <a:pt x="0" y="500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1C7F47-0162-4F0C-B77D-0D62D364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988" y="1402578"/>
            <a:ext cx="112074" cy="1039006"/>
          </a:xfrm>
          <a:custGeom xmlns:a="http://schemas.openxmlformats.org/drawingml/2006/main">
            <a:pathLst>
              <a:path w="112074" h="1039006" fill="none">
                <a:moveTo>
                  <a:pt x="0" y="0"/>
                </a:moveTo>
                <a:lnTo>
                  <a:pt x="0" y="1039006"/>
                </a:lnTo>
                <a:lnTo>
                  <a:pt x="112074" y="1039006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B3BE6E-3B76-472E-AD61-9FEE656D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296" y="2416563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0" y="0"/>
                </a:moveTo>
                <a:cubicBezTo>
                  <a:pt x="1564" y="9383"/>
                  <a:pt x="18766" y="23458"/>
                  <a:pt x="23457" y="25021"/>
                </a:cubicBezTo>
                <a:cubicBezTo>
                  <a:pt x="18766" y="26585"/>
                  <a:pt x="1564" y="40660"/>
                  <a:pt x="0" y="500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808BE8-2B43-45B9-A719-7FE5F113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988" y="1402578"/>
            <a:ext cx="123609" cy="4079352"/>
          </a:xfrm>
          <a:custGeom xmlns:a="http://schemas.openxmlformats.org/drawingml/2006/main">
            <a:pathLst>
              <a:path w="123609" h="4079352" fill="none">
                <a:moveTo>
                  <a:pt x="0" y="0"/>
                </a:moveTo>
                <a:lnTo>
                  <a:pt x="0" y="4079352"/>
                </a:lnTo>
                <a:lnTo>
                  <a:pt x="123609" y="4079352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8C591-BA8D-4FC1-8992-AFB2A7BC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0831" y="5456909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0" y="0"/>
                </a:moveTo>
                <a:cubicBezTo>
                  <a:pt x="1564" y="9383"/>
                  <a:pt x="18766" y="23458"/>
                  <a:pt x="23457" y="25021"/>
                </a:cubicBezTo>
                <a:cubicBezTo>
                  <a:pt x="18766" y="26585"/>
                  <a:pt x="1564" y="40660"/>
                  <a:pt x="0" y="500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9F21C7-724F-4217-887E-5D188B6C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988" y="1402578"/>
            <a:ext cx="119081" cy="5290073"/>
          </a:xfrm>
          <a:custGeom xmlns:a="http://schemas.openxmlformats.org/drawingml/2006/main">
            <a:pathLst>
              <a:path w="119081" h="5290073" fill="none">
                <a:moveTo>
                  <a:pt x="0" y="0"/>
                </a:moveTo>
                <a:lnTo>
                  <a:pt x="0" y="5290073"/>
                </a:lnTo>
                <a:lnTo>
                  <a:pt x="119081" y="5290073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18AAD3-5453-4B5C-AD4F-2CF888EE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302" y="6667630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0" y="0"/>
                </a:moveTo>
                <a:cubicBezTo>
                  <a:pt x="1564" y="9383"/>
                  <a:pt x="18766" y="23458"/>
                  <a:pt x="23457" y="25021"/>
                </a:cubicBezTo>
                <a:cubicBezTo>
                  <a:pt x="18766" y="26585"/>
                  <a:pt x="1564" y="40660"/>
                  <a:pt x="0" y="500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0B8B35-17F9-48DB-A727-33D6B6E8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988" y="1402578"/>
            <a:ext cx="130088" cy="5633835"/>
          </a:xfrm>
          <a:custGeom xmlns:a="http://schemas.openxmlformats.org/drawingml/2006/main">
            <a:pathLst>
              <a:path w="130088" h="5633835" fill="none">
                <a:moveTo>
                  <a:pt x="0" y="0"/>
                </a:moveTo>
                <a:lnTo>
                  <a:pt x="0" y="5633835"/>
                </a:lnTo>
                <a:lnTo>
                  <a:pt x="130088" y="5633835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B337CA-3B44-4BB5-88EE-3BC510F4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310" y="7011392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0" y="0"/>
                </a:moveTo>
                <a:cubicBezTo>
                  <a:pt x="1564" y="9383"/>
                  <a:pt x="18766" y="23458"/>
                  <a:pt x="23457" y="25021"/>
                </a:cubicBezTo>
                <a:cubicBezTo>
                  <a:pt x="18766" y="26585"/>
                  <a:pt x="1564" y="40660"/>
                  <a:pt x="0" y="500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CF54BB-EF1C-4D06-8591-11093E01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988" y="1402578"/>
            <a:ext cx="117477" cy="6135700"/>
          </a:xfrm>
          <a:custGeom xmlns:a="http://schemas.openxmlformats.org/drawingml/2006/main">
            <a:pathLst>
              <a:path w="117477" h="6135700" fill="none">
                <a:moveTo>
                  <a:pt x="0" y="0"/>
                </a:moveTo>
                <a:lnTo>
                  <a:pt x="0" y="6135700"/>
                </a:lnTo>
                <a:lnTo>
                  <a:pt x="117477" y="6135700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DAC715-3B5A-4042-9BF3-04E6CA11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699" y="7513257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0" y="0"/>
                </a:moveTo>
                <a:cubicBezTo>
                  <a:pt x="1564" y="9383"/>
                  <a:pt x="18766" y="23458"/>
                  <a:pt x="23457" y="25021"/>
                </a:cubicBezTo>
                <a:cubicBezTo>
                  <a:pt x="18766" y="26585"/>
                  <a:pt x="1564" y="40660"/>
                  <a:pt x="0" y="500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7E2502-BA51-42FB-B431-2A3CA67A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353" y="2127908"/>
            <a:ext cx="332582" cy="76076"/>
          </a:xfrm>
          <a:custGeom xmlns:a="http://schemas.openxmlformats.org/drawingml/2006/main">
            <a:pathLst>
              <a:path w="332582" h="76076" fill="none">
                <a:moveTo>
                  <a:pt x="0" y="0"/>
                </a:moveTo>
                <a:lnTo>
                  <a:pt x="332582" y="76076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71E1B4-ECF0-44D6-A81F-86C31C4B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063" y="2175409"/>
            <a:ext cx="28445" cy="48782"/>
          </a:xfrm>
          <a:custGeom xmlns:a="http://schemas.openxmlformats.org/drawingml/2006/main">
            <a:pathLst>
              <a:path w="28445" h="48782" fill="none">
                <a:moveTo>
                  <a:pt x="11158" y="0"/>
                </a:moveTo>
                <a:cubicBezTo>
                  <a:pt x="10590" y="9495"/>
                  <a:pt x="24221" y="27051"/>
                  <a:pt x="28445" y="29621"/>
                </a:cubicBezTo>
                <a:cubicBezTo>
                  <a:pt x="23523" y="30099"/>
                  <a:pt x="3617" y="39984"/>
                  <a:pt x="0" y="48782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4180D8-A392-46A1-9DCA-85A10A1B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004" y="2331948"/>
            <a:ext cx="325931" cy="74555"/>
          </a:xfrm>
          <a:custGeom xmlns:a="http://schemas.openxmlformats.org/drawingml/2006/main">
            <a:pathLst>
              <a:path w="325931" h="74555" fill="none">
                <a:moveTo>
                  <a:pt x="0" y="74555"/>
                </a:moveTo>
                <a:lnTo>
                  <a:pt x="3259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EA67CD-A1E7-4F8A-934D-7A1E8545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063" y="2311741"/>
            <a:ext cx="28445" cy="48782"/>
          </a:xfrm>
          <a:custGeom xmlns:a="http://schemas.openxmlformats.org/drawingml/2006/main">
            <a:pathLst>
              <a:path w="28445" h="48782" fill="none">
                <a:moveTo>
                  <a:pt x="0" y="0"/>
                </a:moveTo>
                <a:cubicBezTo>
                  <a:pt x="3617" y="8798"/>
                  <a:pt x="23523" y="18683"/>
                  <a:pt x="28445" y="19161"/>
                </a:cubicBezTo>
                <a:cubicBezTo>
                  <a:pt x="24221" y="21731"/>
                  <a:pt x="10590" y="39286"/>
                  <a:pt x="11158" y="48782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CE76F-DBEF-406C-9A41-C2D81372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436" y="5481931"/>
            <a:ext cx="844375" cy="10"/>
          </a:xfrm>
          <a:custGeom xmlns:a="http://schemas.openxmlformats.org/drawingml/2006/main">
            <a:pathLst>
              <a:path w="844375" h="1" fill="none">
                <a:moveTo>
                  <a:pt x="0" y="0"/>
                </a:moveTo>
                <a:lnTo>
                  <a:pt x="84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D78A47-5B74-479C-946F-B6EAA7CC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045" y="5456909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0" y="0"/>
                </a:moveTo>
                <a:cubicBezTo>
                  <a:pt x="1564" y="9383"/>
                  <a:pt x="18766" y="23458"/>
                  <a:pt x="23457" y="25021"/>
                </a:cubicBezTo>
                <a:cubicBezTo>
                  <a:pt x="18766" y="26585"/>
                  <a:pt x="1564" y="40660"/>
                  <a:pt x="0" y="500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7F951-DC16-4157-9392-E4B841F4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174" y="6726172"/>
            <a:ext cx="332761" cy="76117"/>
          </a:xfrm>
          <a:custGeom xmlns:a="http://schemas.openxmlformats.org/drawingml/2006/main">
            <a:pathLst>
              <a:path w="332761" h="76117" fill="none">
                <a:moveTo>
                  <a:pt x="0" y="0"/>
                </a:moveTo>
                <a:lnTo>
                  <a:pt x="332761" y="76117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61F83B-668B-4552-88E9-B6F32484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063" y="6773713"/>
            <a:ext cx="28445" cy="48782"/>
          </a:xfrm>
          <a:custGeom xmlns:a="http://schemas.openxmlformats.org/drawingml/2006/main">
            <a:pathLst>
              <a:path w="28445" h="48782" fill="none">
                <a:moveTo>
                  <a:pt x="11158" y="0"/>
                </a:moveTo>
                <a:cubicBezTo>
                  <a:pt x="10590" y="9495"/>
                  <a:pt x="24221" y="27051"/>
                  <a:pt x="28445" y="29621"/>
                </a:cubicBezTo>
                <a:cubicBezTo>
                  <a:pt x="23523" y="30099"/>
                  <a:pt x="3617" y="39984"/>
                  <a:pt x="0" y="48782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2F12B1-CFF5-42A4-8383-66DA3F0A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8444" y="6926777"/>
            <a:ext cx="343490" cy="78571"/>
          </a:xfrm>
          <a:custGeom xmlns:a="http://schemas.openxmlformats.org/drawingml/2006/main">
            <a:pathLst>
              <a:path w="343490" h="78571" fill="none">
                <a:moveTo>
                  <a:pt x="0" y="78571"/>
                </a:moveTo>
                <a:lnTo>
                  <a:pt x="3434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C0B570-39C4-47D4-B14A-A6D814BF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063" y="6906570"/>
            <a:ext cx="28445" cy="48782"/>
          </a:xfrm>
          <a:custGeom xmlns:a="http://schemas.openxmlformats.org/drawingml/2006/main">
            <a:pathLst>
              <a:path w="28445" h="48782" fill="none">
                <a:moveTo>
                  <a:pt x="0" y="0"/>
                </a:moveTo>
                <a:cubicBezTo>
                  <a:pt x="3617" y="8798"/>
                  <a:pt x="23523" y="18683"/>
                  <a:pt x="28445" y="19161"/>
                </a:cubicBezTo>
                <a:cubicBezTo>
                  <a:pt x="24221" y="21731"/>
                  <a:pt x="10590" y="39286"/>
                  <a:pt x="11158" y="48782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4E7B24-DF31-4538-B72C-0E2E4203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568" y="7538278"/>
            <a:ext cx="838243" cy="10"/>
          </a:xfrm>
          <a:custGeom xmlns:a="http://schemas.openxmlformats.org/drawingml/2006/main">
            <a:pathLst>
              <a:path w="838243" h="1" fill="none">
                <a:moveTo>
                  <a:pt x="0" y="0"/>
                </a:moveTo>
                <a:lnTo>
                  <a:pt x="8382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4195B-EBC6-4D88-8289-1B9A14B8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045" y="7513257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0" y="0"/>
                </a:moveTo>
                <a:cubicBezTo>
                  <a:pt x="1564" y="9383"/>
                  <a:pt x="18766" y="23458"/>
                  <a:pt x="23457" y="25021"/>
                </a:cubicBezTo>
                <a:cubicBezTo>
                  <a:pt x="18766" y="26585"/>
                  <a:pt x="1564" y="40660"/>
                  <a:pt x="0" y="500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C36E39-04E9-4D2E-9E93-D31C152F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288" y="1590419"/>
            <a:ext cx="10" cy="891607"/>
          </a:xfrm>
          <a:custGeom xmlns:a="http://schemas.openxmlformats.org/drawingml/2006/main">
            <a:pathLst>
              <a:path w="1" h="891607" fill="none">
                <a:moveTo>
                  <a:pt x="0" y="0"/>
                </a:moveTo>
                <a:lnTo>
                  <a:pt x="0" y="891607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E0E00A-4DDC-43A4-9308-421EDF88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1266" y="2463260"/>
            <a:ext cx="50043" cy="23457"/>
          </a:xfrm>
          <a:custGeom xmlns:a="http://schemas.openxmlformats.org/drawingml/2006/main">
            <a:pathLst>
              <a:path w="50043" h="23457" fill="none">
                <a:moveTo>
                  <a:pt x="50043" y="0"/>
                </a:moveTo>
                <a:cubicBezTo>
                  <a:pt x="40660" y="1564"/>
                  <a:pt x="26585" y="18766"/>
                  <a:pt x="25021" y="23457"/>
                </a:cubicBezTo>
                <a:cubicBezTo>
                  <a:pt x="23458" y="18766"/>
                  <a:pt x="9383" y="1564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8C92F-E1C7-47ED-8F92-4507D74D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903" y="4687316"/>
            <a:ext cx="1018385" cy="327469"/>
          </a:xfrm>
          <a:custGeom xmlns:a="http://schemas.openxmlformats.org/drawingml/2006/main">
            <a:pathLst>
              <a:path w="1018385" h="327469" fill="none">
                <a:moveTo>
                  <a:pt x="0" y="0"/>
                </a:moveTo>
                <a:lnTo>
                  <a:pt x="0" y="133490"/>
                </a:lnTo>
                <a:lnTo>
                  <a:pt x="1018385" y="133490"/>
                </a:lnTo>
                <a:lnTo>
                  <a:pt x="1018385" y="327469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0C29C5-9A88-4FF0-9CEE-D2A02EF5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1266" y="4996019"/>
            <a:ext cx="50043" cy="23457"/>
          </a:xfrm>
          <a:custGeom xmlns:a="http://schemas.openxmlformats.org/drawingml/2006/main">
            <a:pathLst>
              <a:path w="50043" h="23457" fill="none">
                <a:moveTo>
                  <a:pt x="50043" y="0"/>
                </a:moveTo>
                <a:cubicBezTo>
                  <a:pt x="40660" y="1564"/>
                  <a:pt x="26585" y="18766"/>
                  <a:pt x="25021" y="23457"/>
                </a:cubicBezTo>
                <a:cubicBezTo>
                  <a:pt x="23458" y="18766"/>
                  <a:pt x="9383" y="1564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C454CE-A8E9-44F6-82E9-B98155A1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288" y="5240931"/>
            <a:ext cx="10" cy="623308"/>
          </a:xfrm>
          <a:custGeom xmlns:a="http://schemas.openxmlformats.org/drawingml/2006/main">
            <a:pathLst>
              <a:path w="1" h="623308" fill="none">
                <a:moveTo>
                  <a:pt x="0" y="0"/>
                </a:moveTo>
                <a:lnTo>
                  <a:pt x="0" y="623308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6C1D05-1CF5-4785-A077-E11C9C1D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1266" y="5845473"/>
            <a:ext cx="50043" cy="23457"/>
          </a:xfrm>
          <a:custGeom xmlns:a="http://schemas.openxmlformats.org/drawingml/2006/main">
            <a:pathLst>
              <a:path w="50043" h="23457" fill="none">
                <a:moveTo>
                  <a:pt x="50043" y="0"/>
                </a:moveTo>
                <a:cubicBezTo>
                  <a:pt x="40660" y="1564"/>
                  <a:pt x="26585" y="18766"/>
                  <a:pt x="25021" y="23457"/>
                </a:cubicBezTo>
                <a:cubicBezTo>
                  <a:pt x="23458" y="18766"/>
                  <a:pt x="9383" y="1564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352722-D1FA-4595-A444-C3BDCA27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288" y="6190461"/>
            <a:ext cx="10" cy="1730125"/>
          </a:xfrm>
          <a:custGeom xmlns:a="http://schemas.openxmlformats.org/drawingml/2006/main">
            <a:pathLst>
              <a:path w="1" h="1730125" fill="none">
                <a:moveTo>
                  <a:pt x="0" y="0"/>
                </a:moveTo>
                <a:lnTo>
                  <a:pt x="0" y="1730125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09BF6C-A510-4F20-8F92-C15BB3E9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1266" y="7901821"/>
            <a:ext cx="50043" cy="23457"/>
          </a:xfrm>
          <a:custGeom xmlns:a="http://schemas.openxmlformats.org/drawingml/2006/main">
            <a:pathLst>
              <a:path w="50043" h="23457" fill="none">
                <a:moveTo>
                  <a:pt x="50043" y="0"/>
                </a:moveTo>
                <a:cubicBezTo>
                  <a:pt x="40660" y="1564"/>
                  <a:pt x="26585" y="18766"/>
                  <a:pt x="25021" y="23457"/>
                </a:cubicBezTo>
                <a:cubicBezTo>
                  <a:pt x="23458" y="18766"/>
                  <a:pt x="9383" y="1564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768E04-3701-4009-B05E-048BB8B9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082" y="380648"/>
            <a:ext cx="4135082" cy="1019927"/>
          </a:xfrm>
          <a:custGeom xmlns:a="http://schemas.openxmlformats.org/drawingml/2006/main">
            <a:pathLst>
              <a:path w="4135082" h="1019927" fill="none">
                <a:moveTo>
                  <a:pt x="0" y="0"/>
                </a:moveTo>
                <a:lnTo>
                  <a:pt x="3467637" y="0"/>
                </a:lnTo>
                <a:lnTo>
                  <a:pt x="3467637" y="94146"/>
                </a:lnTo>
                <a:lnTo>
                  <a:pt x="3467637" y="667484"/>
                </a:lnTo>
                <a:moveTo>
                  <a:pt x="3467637" y="886436"/>
                </a:moveTo>
                <a:lnTo>
                  <a:pt x="3467637" y="1019927"/>
                </a:lnTo>
                <a:lnTo>
                  <a:pt x="4135082" y="1019927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844CC5-9B89-4463-9FCC-5C76658E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5545" y="1400575"/>
            <a:ext cx="143619" cy="701279"/>
          </a:xfrm>
          <a:custGeom xmlns:a="http://schemas.openxmlformats.org/drawingml/2006/main">
            <a:pathLst>
              <a:path w="143619" h="701279" fill="none">
                <a:moveTo>
                  <a:pt x="143619" y="0"/>
                </a:moveTo>
                <a:lnTo>
                  <a:pt x="143619" y="701279"/>
                </a:lnTo>
                <a:lnTo>
                  <a:pt x="0" y="701279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547106-8016-4004-8688-28FD9082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853" y="2076832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23457" y="50043"/>
                </a:moveTo>
                <a:cubicBezTo>
                  <a:pt x="21893" y="40660"/>
                  <a:pt x="4691" y="26585"/>
                  <a:pt x="0" y="25021"/>
                </a:cubicBezTo>
                <a:cubicBezTo>
                  <a:pt x="4691" y="23458"/>
                  <a:pt x="21893" y="9383"/>
                  <a:pt x="2345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9681F-61B1-4FC9-8D9A-30F27D8B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1879" y="1400575"/>
            <a:ext cx="137285" cy="1048516"/>
          </a:xfrm>
          <a:custGeom xmlns:a="http://schemas.openxmlformats.org/drawingml/2006/main">
            <a:pathLst>
              <a:path w="137285" h="1048516" fill="none">
                <a:moveTo>
                  <a:pt x="137285" y="0"/>
                </a:moveTo>
                <a:lnTo>
                  <a:pt x="137285" y="1048516"/>
                </a:lnTo>
                <a:lnTo>
                  <a:pt x="0" y="1048516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CDE62-FBF3-44CC-BF0D-AD44EB1C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187" y="2424069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23457" y="50043"/>
                </a:moveTo>
                <a:cubicBezTo>
                  <a:pt x="21893" y="40660"/>
                  <a:pt x="4691" y="26585"/>
                  <a:pt x="0" y="25021"/>
                </a:cubicBezTo>
                <a:cubicBezTo>
                  <a:pt x="4691" y="23458"/>
                  <a:pt x="21893" y="9383"/>
                  <a:pt x="2345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E12923-8C93-4281-B2B7-2D0CC245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1055" y="1400575"/>
            <a:ext cx="148109" cy="4088862"/>
          </a:xfrm>
          <a:custGeom xmlns:a="http://schemas.openxmlformats.org/drawingml/2006/main">
            <a:pathLst>
              <a:path w="148109" h="4088862" fill="none">
                <a:moveTo>
                  <a:pt x="148109" y="0"/>
                </a:moveTo>
                <a:lnTo>
                  <a:pt x="148109" y="4088862"/>
                </a:lnTo>
                <a:lnTo>
                  <a:pt x="0" y="4088862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CBE6B-7C64-430B-B996-EE8732AD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6363" y="5464415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23457" y="50043"/>
                </a:moveTo>
                <a:cubicBezTo>
                  <a:pt x="21893" y="40660"/>
                  <a:pt x="4691" y="26585"/>
                  <a:pt x="0" y="25021"/>
                </a:cubicBezTo>
                <a:cubicBezTo>
                  <a:pt x="4691" y="23458"/>
                  <a:pt x="21893" y="9383"/>
                  <a:pt x="2345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59FDA4-BAF1-4EB2-BDBF-3712DF37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5075" y="1400575"/>
            <a:ext cx="144088" cy="5299583"/>
          </a:xfrm>
          <a:custGeom xmlns:a="http://schemas.openxmlformats.org/drawingml/2006/main">
            <a:pathLst>
              <a:path w="144088" h="5299583" fill="none">
                <a:moveTo>
                  <a:pt x="144088" y="0"/>
                </a:moveTo>
                <a:lnTo>
                  <a:pt x="144088" y="5299583"/>
                </a:lnTo>
                <a:lnTo>
                  <a:pt x="0" y="5299583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E8BE23-32E5-4EBE-9C9B-7972A24E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383" y="6675136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23457" y="50043"/>
                </a:moveTo>
                <a:cubicBezTo>
                  <a:pt x="21893" y="40660"/>
                  <a:pt x="4691" y="26585"/>
                  <a:pt x="0" y="25021"/>
                </a:cubicBezTo>
                <a:cubicBezTo>
                  <a:pt x="4691" y="23458"/>
                  <a:pt x="21893" y="9383"/>
                  <a:pt x="2345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557A3-8630-4AFB-9B39-1E526CC2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4056" y="1400575"/>
            <a:ext cx="155107" cy="5643345"/>
          </a:xfrm>
          <a:custGeom xmlns:a="http://schemas.openxmlformats.org/drawingml/2006/main">
            <a:pathLst>
              <a:path w="155107" h="5643345" fill="none">
                <a:moveTo>
                  <a:pt x="155107" y="0"/>
                </a:moveTo>
                <a:lnTo>
                  <a:pt x="155107" y="5643345"/>
                </a:lnTo>
                <a:lnTo>
                  <a:pt x="0" y="5643345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E6A54-DF0E-4D0B-9B67-1E16E6DF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9364" y="7018898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23457" y="50043"/>
                </a:moveTo>
                <a:cubicBezTo>
                  <a:pt x="21893" y="40660"/>
                  <a:pt x="4691" y="26585"/>
                  <a:pt x="0" y="25021"/>
                </a:cubicBezTo>
                <a:cubicBezTo>
                  <a:pt x="4691" y="23458"/>
                  <a:pt x="21893" y="9383"/>
                  <a:pt x="2345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7B5A91-D30C-44F5-A6B3-72CC5F65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6690" y="1400575"/>
            <a:ext cx="142473" cy="6145210"/>
          </a:xfrm>
          <a:custGeom xmlns:a="http://schemas.openxmlformats.org/drawingml/2006/main">
            <a:pathLst>
              <a:path w="142473" h="6145210" fill="none">
                <a:moveTo>
                  <a:pt x="142473" y="0"/>
                </a:moveTo>
                <a:lnTo>
                  <a:pt x="142473" y="6145210"/>
                </a:lnTo>
                <a:lnTo>
                  <a:pt x="0" y="6145210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EBDD22-E7B9-48CF-9EE0-FDA0B7FD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1998" y="7520763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23457" y="50043"/>
                </a:moveTo>
                <a:cubicBezTo>
                  <a:pt x="21893" y="40660"/>
                  <a:pt x="4691" y="26585"/>
                  <a:pt x="0" y="25021"/>
                </a:cubicBezTo>
                <a:cubicBezTo>
                  <a:pt x="4691" y="23458"/>
                  <a:pt x="21893" y="9383"/>
                  <a:pt x="2345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07E74-06A2-41A0-B42B-B0995B7C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3879" y="2135767"/>
            <a:ext cx="338034" cy="75754"/>
          </a:xfrm>
          <a:custGeom xmlns:a="http://schemas.openxmlformats.org/drawingml/2006/main">
            <a:pathLst>
              <a:path w="338034" h="75754" fill="none">
                <a:moveTo>
                  <a:pt x="338034" y="0"/>
                </a:moveTo>
                <a:lnTo>
                  <a:pt x="0" y="75754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455847-3360-4CD9-9B7A-FB790478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9301" y="2183003"/>
            <a:ext cx="28359" cy="48829"/>
          </a:xfrm>
          <a:custGeom xmlns:a="http://schemas.openxmlformats.org/drawingml/2006/main">
            <a:pathLst>
              <a:path w="28359" h="48829" fill="none">
                <a:moveTo>
                  <a:pt x="28359" y="48829"/>
                </a:moveTo>
                <a:cubicBezTo>
                  <a:pt x="24782" y="40015"/>
                  <a:pt x="4919" y="30043"/>
                  <a:pt x="0" y="29543"/>
                </a:cubicBezTo>
                <a:cubicBezTo>
                  <a:pt x="4236" y="26992"/>
                  <a:pt x="17943" y="9497"/>
                  <a:pt x="1741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29A91-BC33-4E8B-BD9A-86640121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3879" y="2339423"/>
            <a:ext cx="331853" cy="74369"/>
          </a:xfrm>
          <a:custGeom xmlns:a="http://schemas.openxmlformats.org/drawingml/2006/main">
            <a:pathLst>
              <a:path w="331853" h="74369" fill="none">
                <a:moveTo>
                  <a:pt x="331853" y="7436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F03178-8007-4C7F-9D74-FB6831F8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9301" y="2319112"/>
            <a:ext cx="28359" cy="48829"/>
          </a:xfrm>
          <a:custGeom xmlns:a="http://schemas.openxmlformats.org/drawingml/2006/main">
            <a:pathLst>
              <a:path w="28359" h="48829" fill="none">
                <a:moveTo>
                  <a:pt x="17417" y="48829"/>
                </a:moveTo>
                <a:cubicBezTo>
                  <a:pt x="17943" y="39331"/>
                  <a:pt x="4236" y="21837"/>
                  <a:pt x="0" y="19285"/>
                </a:cubicBezTo>
                <a:cubicBezTo>
                  <a:pt x="4919" y="18785"/>
                  <a:pt x="24782" y="8813"/>
                  <a:pt x="2835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24EE0-1E37-4CE0-844C-AF135A21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996" y="5489437"/>
            <a:ext cx="849644" cy="10"/>
          </a:xfrm>
          <a:custGeom xmlns:a="http://schemas.openxmlformats.org/drawingml/2006/main">
            <a:pathLst>
              <a:path w="849644" h="1" fill="none">
                <a:moveTo>
                  <a:pt x="84964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5C918F-D579-4C19-A0AC-65B74FE1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304" y="5464415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23457" y="50043"/>
                </a:moveTo>
                <a:cubicBezTo>
                  <a:pt x="21893" y="40660"/>
                  <a:pt x="4691" y="26585"/>
                  <a:pt x="0" y="25021"/>
                </a:cubicBezTo>
                <a:cubicBezTo>
                  <a:pt x="4691" y="23458"/>
                  <a:pt x="21893" y="9383"/>
                  <a:pt x="2345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8638A7-40F2-41ED-8C03-B51B77E4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3879" y="6733969"/>
            <a:ext cx="338492" cy="75857"/>
          </a:xfrm>
          <a:custGeom xmlns:a="http://schemas.openxmlformats.org/drawingml/2006/main">
            <a:pathLst>
              <a:path w="338492" h="75857" fill="none">
                <a:moveTo>
                  <a:pt x="338492" y="0"/>
                </a:moveTo>
                <a:lnTo>
                  <a:pt x="0" y="75857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96095-B39C-4FC9-A071-197C36AC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9301" y="6781307"/>
            <a:ext cx="28359" cy="48829"/>
          </a:xfrm>
          <a:custGeom xmlns:a="http://schemas.openxmlformats.org/drawingml/2006/main">
            <a:pathLst>
              <a:path w="28359" h="48829" fill="none">
                <a:moveTo>
                  <a:pt x="28359" y="48829"/>
                </a:moveTo>
                <a:cubicBezTo>
                  <a:pt x="24782" y="40015"/>
                  <a:pt x="4919" y="30043"/>
                  <a:pt x="0" y="29543"/>
                </a:cubicBezTo>
                <a:cubicBezTo>
                  <a:pt x="4236" y="26992"/>
                  <a:pt x="17943" y="9497"/>
                  <a:pt x="1741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8DA35D-62C0-47EF-94E6-71ADE3F2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3879" y="6934252"/>
            <a:ext cx="349244" cy="78266"/>
          </a:xfrm>
          <a:custGeom xmlns:a="http://schemas.openxmlformats.org/drawingml/2006/main">
            <a:pathLst>
              <a:path w="349244" h="78266" fill="none">
                <a:moveTo>
                  <a:pt x="349244" y="7826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E0DFDC-0F0D-4E78-9A16-D43B3A63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9301" y="6913941"/>
            <a:ext cx="28359" cy="48829"/>
          </a:xfrm>
          <a:custGeom xmlns:a="http://schemas.openxmlformats.org/drawingml/2006/main">
            <a:pathLst>
              <a:path w="28359" h="48829" fill="none">
                <a:moveTo>
                  <a:pt x="17417" y="48829"/>
                </a:moveTo>
                <a:cubicBezTo>
                  <a:pt x="17943" y="39331"/>
                  <a:pt x="4236" y="21837"/>
                  <a:pt x="0" y="19285"/>
                </a:cubicBezTo>
                <a:cubicBezTo>
                  <a:pt x="4919" y="18785"/>
                  <a:pt x="24782" y="8813"/>
                  <a:pt x="2835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6B19A0-3E12-46DF-BCF4-6D80EA8D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996" y="7545784"/>
            <a:ext cx="844008" cy="10"/>
          </a:xfrm>
          <a:custGeom xmlns:a="http://schemas.openxmlformats.org/drawingml/2006/main">
            <a:pathLst>
              <a:path w="844008" h="1" fill="none">
                <a:moveTo>
                  <a:pt x="84400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749332-626D-4A28-AEC7-630B9430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304" y="7520763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23457" y="50043"/>
                </a:moveTo>
                <a:cubicBezTo>
                  <a:pt x="21893" y="40660"/>
                  <a:pt x="4691" y="26585"/>
                  <a:pt x="0" y="25021"/>
                </a:cubicBezTo>
                <a:cubicBezTo>
                  <a:pt x="4691" y="23458"/>
                  <a:pt x="21893" y="9383"/>
                  <a:pt x="2345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38F333-F6D9-409C-A59E-63154FC7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903" y="3702143"/>
            <a:ext cx="10" cy="355972"/>
          </a:xfrm>
          <a:custGeom xmlns:a="http://schemas.openxmlformats.org/drawingml/2006/main">
            <a:pathLst>
              <a:path w="1" h="355972" fill="none">
                <a:moveTo>
                  <a:pt x="0" y="0"/>
                </a:moveTo>
                <a:lnTo>
                  <a:pt x="0" y="355972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4FF2C-EF64-47E1-A6DB-7A8D5E76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967" y="2700666"/>
            <a:ext cx="10" cy="920336"/>
          </a:xfrm>
          <a:custGeom xmlns:a="http://schemas.openxmlformats.org/drawingml/2006/main">
            <a:pathLst>
              <a:path w="1" h="920336" fill="none">
                <a:moveTo>
                  <a:pt x="0" y="0"/>
                </a:moveTo>
                <a:lnTo>
                  <a:pt x="0" y="0"/>
                </a:lnTo>
                <a:lnTo>
                  <a:pt x="0" y="920336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A31D91-9829-46C2-A6FF-DEC795E1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945" y="3602236"/>
            <a:ext cx="50043" cy="23457"/>
          </a:xfrm>
          <a:custGeom xmlns:a="http://schemas.openxmlformats.org/drawingml/2006/main">
            <a:pathLst>
              <a:path w="50043" h="23457" fill="none">
                <a:moveTo>
                  <a:pt x="50043" y="0"/>
                </a:moveTo>
                <a:cubicBezTo>
                  <a:pt x="40660" y="1564"/>
                  <a:pt x="26585" y="18766"/>
                  <a:pt x="25021" y="23457"/>
                </a:cubicBezTo>
                <a:cubicBezTo>
                  <a:pt x="23458" y="18766"/>
                  <a:pt x="9383" y="1564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19B558-87E9-40DE-96D5-5A132FC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481" y="2708172"/>
            <a:ext cx="1881084" cy="1079538"/>
          </a:xfrm>
          <a:custGeom xmlns:a="http://schemas.openxmlformats.org/drawingml/2006/main">
            <a:pathLst>
              <a:path w="1881084" h="1079538" fill="none">
                <a:moveTo>
                  <a:pt x="1881084" y="0"/>
                </a:moveTo>
                <a:lnTo>
                  <a:pt x="1881084" y="1079538"/>
                </a:lnTo>
                <a:lnTo>
                  <a:pt x="0" y="1079538"/>
                </a:lnTo>
              </a:path>
            </a:pathLst>
          </a:custGeom>
          <a:noFill xmlns:a="http://schemas.openxmlformats.org/drawingml/2006/main"/>
          <a:ln xmlns:a="http://schemas.openxmlformats.org/drawingml/2006/main" w="88992" cap="flat">
            <a:solidFill>
              <a:srgbClr val="FFFFFF"/>
            </a:solidFill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CF53B-F054-4D78-8B26-8E825FB6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675" y="2708172"/>
            <a:ext cx="1873890" cy="1079538"/>
          </a:xfrm>
          <a:custGeom xmlns:a="http://schemas.openxmlformats.org/drawingml/2006/main">
            <a:pathLst>
              <a:path w="1873890" h="1079538" fill="none">
                <a:moveTo>
                  <a:pt x="1873890" y="0"/>
                </a:moveTo>
                <a:lnTo>
                  <a:pt x="1873890" y="1079538"/>
                </a:lnTo>
                <a:lnTo>
                  <a:pt x="0" y="1079538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4A2BF-E573-4AAE-A15B-CF4ACAF4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2984" y="3762689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23457" y="50043"/>
                </a:moveTo>
                <a:cubicBezTo>
                  <a:pt x="21893" y="40660"/>
                  <a:pt x="4691" y="26585"/>
                  <a:pt x="0" y="25021"/>
                </a:cubicBezTo>
                <a:cubicBezTo>
                  <a:pt x="4691" y="23458"/>
                  <a:pt x="21893" y="9383"/>
                  <a:pt x="2345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528F05-A4A0-4E14-AA61-DD2FFC79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967" y="3947225"/>
            <a:ext cx="10" cy="88991"/>
          </a:xfrm>
          <a:custGeom xmlns:a="http://schemas.openxmlformats.org/drawingml/2006/main">
            <a:pathLst>
              <a:path w="1" h="88991" fill="none">
                <a:moveTo>
                  <a:pt x="0" y="0"/>
                </a:moveTo>
                <a:lnTo>
                  <a:pt x="0" y="88991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C66342-C878-42C1-8176-95BB433B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519" y="2700666"/>
            <a:ext cx="851676" cy="841963"/>
          </a:xfrm>
          <a:custGeom xmlns:a="http://schemas.openxmlformats.org/drawingml/2006/main">
            <a:pathLst>
              <a:path w="851676" h="841963" fill="none">
                <a:moveTo>
                  <a:pt x="0" y="0"/>
                </a:moveTo>
                <a:lnTo>
                  <a:pt x="0" y="841963"/>
                </a:lnTo>
                <a:lnTo>
                  <a:pt x="851676" y="841963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902798-6B9B-4160-8C49-081FF92D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428" y="3517608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0" y="0"/>
                </a:moveTo>
                <a:cubicBezTo>
                  <a:pt x="1564" y="9383"/>
                  <a:pt x="18766" y="23458"/>
                  <a:pt x="23457" y="25021"/>
                </a:cubicBezTo>
                <a:cubicBezTo>
                  <a:pt x="18766" y="26585"/>
                  <a:pt x="1564" y="40660"/>
                  <a:pt x="0" y="500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025F73-8B90-4648-AC84-00CB9F5A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418" y="2708172"/>
            <a:ext cx="858870" cy="834457"/>
          </a:xfrm>
          <a:custGeom xmlns:a="http://schemas.openxmlformats.org/drawingml/2006/main">
            <a:pathLst>
              <a:path w="858870" h="834457" fill="none">
                <a:moveTo>
                  <a:pt x="858870" y="0"/>
                </a:moveTo>
                <a:lnTo>
                  <a:pt x="858870" y="834457"/>
                </a:lnTo>
                <a:lnTo>
                  <a:pt x="0" y="834457"/>
                </a:lnTo>
              </a:path>
            </a:pathLst>
          </a:custGeom>
          <a:noFill xmlns:a="http://schemas.openxmlformats.org/drawingml/2006/main"/>
          <a:ln xmlns:a="http://schemas.openxmlformats.org/drawingml/2006/main" w="88992" cap="flat">
            <a:solidFill>
              <a:srgbClr val="FFFFFF"/>
            </a:solidFill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345685-5C39-491E-BE8B-D88A2433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4611" y="2708172"/>
            <a:ext cx="851677" cy="834457"/>
          </a:xfrm>
          <a:custGeom xmlns:a="http://schemas.openxmlformats.org/drawingml/2006/main">
            <a:pathLst>
              <a:path w="851677" h="834457" fill="none">
                <a:moveTo>
                  <a:pt x="851677" y="0"/>
                </a:moveTo>
                <a:lnTo>
                  <a:pt x="851677" y="834457"/>
                </a:lnTo>
                <a:lnTo>
                  <a:pt x="0" y="834457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1EFFF8-3A23-4779-850A-4CF7D198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920" y="3517608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23457" y="50043"/>
                </a:moveTo>
                <a:cubicBezTo>
                  <a:pt x="21893" y="40660"/>
                  <a:pt x="4691" y="26585"/>
                  <a:pt x="0" y="25021"/>
                </a:cubicBezTo>
                <a:cubicBezTo>
                  <a:pt x="4691" y="23458"/>
                  <a:pt x="21893" y="9383"/>
                  <a:pt x="2345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B3ADB0-8D37-4DCB-A660-FDF10039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8071" y="2700666"/>
            <a:ext cx="1873425" cy="617456"/>
          </a:xfrm>
          <a:custGeom xmlns:a="http://schemas.openxmlformats.org/drawingml/2006/main">
            <a:pathLst>
              <a:path w="1873425" h="617456" fill="none">
                <a:moveTo>
                  <a:pt x="0" y="0"/>
                </a:moveTo>
                <a:lnTo>
                  <a:pt x="0" y="617456"/>
                </a:lnTo>
                <a:lnTo>
                  <a:pt x="1873425" y="617456"/>
                </a:lnTo>
              </a:path>
            </a:pathLst>
          </a:custGeom>
          <a:noFill xmlns:a="http://schemas.openxmlformats.org/drawingml/2006/main"/>
          <a:ln xmlns:a="http://schemas.openxmlformats.org/drawingml/2006/main" w="88992" cap="flat">
            <a:solidFill>
              <a:srgbClr val="FFFFFF"/>
            </a:solidFill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0E206-1CE1-415E-9D16-A2F6E2CC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8071" y="2700666"/>
            <a:ext cx="1866232" cy="617456"/>
          </a:xfrm>
          <a:custGeom xmlns:a="http://schemas.openxmlformats.org/drawingml/2006/main">
            <a:pathLst>
              <a:path w="1866232" h="617456" fill="none">
                <a:moveTo>
                  <a:pt x="0" y="0"/>
                </a:moveTo>
                <a:lnTo>
                  <a:pt x="0" y="617456"/>
                </a:lnTo>
                <a:lnTo>
                  <a:pt x="1866232" y="617456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DB0B7-C6E2-4AA2-A65E-CF44F9B0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537" y="3293100"/>
            <a:ext cx="23457" cy="50043"/>
          </a:xfrm>
          <a:custGeom xmlns:a="http://schemas.openxmlformats.org/drawingml/2006/main">
            <a:pathLst>
              <a:path w="23457" h="50043" fill="none">
                <a:moveTo>
                  <a:pt x="0" y="0"/>
                </a:moveTo>
                <a:cubicBezTo>
                  <a:pt x="1564" y="9383"/>
                  <a:pt x="18766" y="23458"/>
                  <a:pt x="23457" y="25021"/>
                </a:cubicBezTo>
                <a:cubicBezTo>
                  <a:pt x="18766" y="26585"/>
                  <a:pt x="1564" y="40660"/>
                  <a:pt x="0" y="500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03D9C-35A2-49B4-951C-806FC6B2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528" y="2598696"/>
            <a:ext cx="293482" cy="552718"/>
          </a:xfrm>
          <a:custGeom xmlns:a="http://schemas.openxmlformats.org/drawingml/2006/main">
            <a:pathLst>
              <a:path w="293482" h="552718" fill="none">
                <a:moveTo>
                  <a:pt x="0" y="0"/>
                </a:moveTo>
                <a:lnTo>
                  <a:pt x="293482" y="0"/>
                </a:lnTo>
                <a:lnTo>
                  <a:pt x="293482" y="552718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DB0D7-DAB8-47F7-BF92-74FA380A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989" y="3132647"/>
            <a:ext cx="50043" cy="23457"/>
          </a:xfrm>
          <a:custGeom xmlns:a="http://schemas.openxmlformats.org/drawingml/2006/main">
            <a:pathLst>
              <a:path w="50043" h="23457" fill="none">
                <a:moveTo>
                  <a:pt x="50043" y="0"/>
                </a:moveTo>
                <a:cubicBezTo>
                  <a:pt x="40660" y="1564"/>
                  <a:pt x="26585" y="18766"/>
                  <a:pt x="25021" y="23457"/>
                </a:cubicBezTo>
                <a:cubicBezTo>
                  <a:pt x="23458" y="18766"/>
                  <a:pt x="9383" y="1564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F56A5E-A9CC-4B51-8017-50C5B2AC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1011" y="3477636"/>
            <a:ext cx="10" cy="571259"/>
          </a:xfrm>
          <a:custGeom xmlns:a="http://schemas.openxmlformats.org/drawingml/2006/main">
            <a:pathLst>
              <a:path w="1" h="571259" fill="none">
                <a:moveTo>
                  <a:pt x="0" y="0"/>
                </a:moveTo>
                <a:lnTo>
                  <a:pt x="0" y="571259"/>
                </a:ln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FA988-B8B5-4090-AD91-5308E67D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989" y="4030130"/>
            <a:ext cx="50043" cy="23457"/>
          </a:xfrm>
          <a:custGeom xmlns:a="http://schemas.openxmlformats.org/drawingml/2006/main">
            <a:pathLst>
              <a:path w="50043" h="23457" fill="none">
                <a:moveTo>
                  <a:pt x="50043" y="0"/>
                </a:moveTo>
                <a:cubicBezTo>
                  <a:pt x="40660" y="1564"/>
                  <a:pt x="26585" y="18766"/>
                  <a:pt x="25021" y="23457"/>
                </a:cubicBezTo>
                <a:cubicBezTo>
                  <a:pt x="23458" y="18766"/>
                  <a:pt x="9383" y="1564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004" cap="rnd">
            <a:solidFill>
              <a:srgbClr val="000000"/>
            </a:solidFill>
            <a:round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1609C-E6A7-408E-98E5-288C94F9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519" y="123319"/>
            <a:ext cx="10" cy="1151279"/>
          </a:xfrm>
          <a:custGeom xmlns:a="http://schemas.openxmlformats.org/drawingml/2006/main">
            <a:pathLst>
              <a:path w="1" h="1151279" fill="none">
                <a:moveTo>
                  <a:pt x="0" y="1151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92" cap="flat">
            <a:solidFill>
              <a:srgbClr val="FFFFFF"/>
            </a:solidFill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C76EEE-C717-4767-80A9-2335A3C8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213" y="1181368"/>
            <a:ext cx="248613" cy="116537"/>
          </a:xfrm>
          <a:custGeom xmlns:a="http://schemas.openxmlformats.org/drawingml/2006/main">
            <a:pathLst>
              <a:path w="248613" h="116537" fill="none">
                <a:moveTo>
                  <a:pt x="248613" y="0"/>
                </a:moveTo>
                <a:cubicBezTo>
                  <a:pt x="201998" y="7769"/>
                  <a:pt x="132075" y="93230"/>
                  <a:pt x="124306" y="116537"/>
                </a:cubicBezTo>
                <a:cubicBezTo>
                  <a:pt x="116538" y="93230"/>
                  <a:pt x="46615" y="776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1194" cap="rnd">
            <a:solidFill>
              <a:srgbClr val="FFFFFF"/>
            </a:solidFill>
            <a:round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51E8B-364F-4F94-9F85-4EAEF2C1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593" y="1458208"/>
            <a:ext cx="765221" cy="4565233"/>
          </a:xfrm>
          <a:custGeom xmlns:a="http://schemas.openxmlformats.org/drawingml/2006/main">
            <a:pathLst>
              <a:path w="765221" h="4565233" fill="none">
                <a:moveTo>
                  <a:pt x="765221" y="0"/>
                </a:moveTo>
                <a:lnTo>
                  <a:pt x="0" y="0"/>
                </a:lnTo>
                <a:lnTo>
                  <a:pt x="0" y="4565233"/>
                </a:lnTo>
                <a:lnTo>
                  <a:pt x="671507" y="4565233"/>
                </a:lnTo>
              </a:path>
            </a:pathLst>
          </a:custGeom>
          <a:noFill xmlns:a="http://schemas.openxmlformats.org/drawingml/2006/main"/>
          <a:ln xmlns:a="http://schemas.openxmlformats.org/drawingml/2006/main" w="88992" cap="flat">
            <a:solidFill>
              <a:srgbClr val="FFFFFF"/>
            </a:solidFill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C3AA17-A865-4CB8-B2BF-30D7880A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870" y="5899134"/>
            <a:ext cx="116537" cy="248613"/>
          </a:xfrm>
          <a:custGeom xmlns:a="http://schemas.openxmlformats.org/drawingml/2006/main">
            <a:pathLst>
              <a:path w="116537" h="248613" fill="none">
                <a:moveTo>
                  <a:pt x="0" y="0"/>
                </a:moveTo>
                <a:cubicBezTo>
                  <a:pt x="7769" y="46615"/>
                  <a:pt x="93230" y="116538"/>
                  <a:pt x="116537" y="124306"/>
                </a:cubicBezTo>
                <a:cubicBezTo>
                  <a:pt x="93230" y="132075"/>
                  <a:pt x="7769" y="201998"/>
                  <a:pt x="0" y="2486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71194" cap="rnd">
            <a:solidFill>
              <a:srgbClr val="FFFFFF"/>
            </a:solidFill>
            <a:round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FF0381-BD13-4893-BF9D-8E05C150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593" y="6023440"/>
            <a:ext cx="671507" cy="2056347"/>
          </a:xfrm>
          <a:custGeom xmlns:a="http://schemas.openxmlformats.org/drawingml/2006/main">
            <a:pathLst>
              <a:path w="671507" h="2056347" fill="none">
                <a:moveTo>
                  <a:pt x="0" y="0"/>
                </a:moveTo>
                <a:lnTo>
                  <a:pt x="0" y="2056347"/>
                </a:lnTo>
                <a:lnTo>
                  <a:pt x="671507" y="2056347"/>
                </a:lnTo>
              </a:path>
            </a:pathLst>
          </a:custGeom>
          <a:noFill xmlns:a="http://schemas.openxmlformats.org/drawingml/2006/main"/>
          <a:ln xmlns:a="http://schemas.openxmlformats.org/drawingml/2006/main" w="88992" cap="flat">
            <a:solidFill>
              <a:srgbClr val="FFFFFF"/>
            </a:solidFill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4028F3-823C-4E0C-8BD2-40E26897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870" y="7955482"/>
            <a:ext cx="116537" cy="248613"/>
          </a:xfrm>
          <a:custGeom xmlns:a="http://schemas.openxmlformats.org/drawingml/2006/main">
            <a:pathLst>
              <a:path w="116537" h="248613" fill="none">
                <a:moveTo>
                  <a:pt x="0" y="0"/>
                </a:moveTo>
                <a:cubicBezTo>
                  <a:pt x="7769" y="46615"/>
                  <a:pt x="93230" y="116538"/>
                  <a:pt x="116537" y="124306"/>
                </a:cubicBezTo>
                <a:cubicBezTo>
                  <a:pt x="93230" y="132075"/>
                  <a:pt x="7769" y="201998"/>
                  <a:pt x="0" y="2486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71194" cap="rnd">
            <a:solidFill>
              <a:srgbClr val="FFFFFF"/>
            </a:solidFill>
            <a:round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EF999C-799F-4D2C-AC5B-86EAA0B4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519" y="8239302"/>
            <a:ext cx="10" cy="226545"/>
          </a:xfrm>
          <a:custGeom xmlns:a="http://schemas.openxmlformats.org/drawingml/2006/main">
            <a:pathLst>
              <a:path w="1" h="226545" fill="none">
                <a:moveTo>
                  <a:pt x="0" y="0"/>
                </a:moveTo>
                <a:lnTo>
                  <a:pt x="0" y="226545"/>
                </a:lnTo>
              </a:path>
            </a:pathLst>
          </a:custGeom>
          <a:noFill xmlns:a="http://schemas.openxmlformats.org/drawingml/2006/main"/>
          <a:ln xmlns:a="http://schemas.openxmlformats.org/drawingml/2006/main" w="88992" cap="flat">
            <a:solidFill>
              <a:srgbClr val="FFFFFF"/>
            </a:solidFill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EE0FAE-0FD4-4C83-B40B-12E8E948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213" y="8372617"/>
            <a:ext cx="248613" cy="116537"/>
          </a:xfrm>
          <a:custGeom xmlns:a="http://schemas.openxmlformats.org/drawingml/2006/main">
            <a:pathLst>
              <a:path w="248613" h="116537" fill="none">
                <a:moveTo>
                  <a:pt x="248613" y="0"/>
                </a:moveTo>
                <a:cubicBezTo>
                  <a:pt x="201998" y="7769"/>
                  <a:pt x="132075" y="93230"/>
                  <a:pt x="124306" y="116537"/>
                </a:cubicBezTo>
                <a:cubicBezTo>
                  <a:pt x="116538" y="93230"/>
                  <a:pt x="46615" y="776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1194" cap="rnd">
            <a:solidFill>
              <a:srgbClr val="FFFFFF"/>
            </a:solidFill>
            <a:round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0BE1AF-2F6F-4898-A985-8F882ACC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519" y="78820"/>
            <a:ext cx="10" cy="1243578"/>
          </a:xfrm>
          <a:custGeom xmlns:a="http://schemas.openxmlformats.org/drawingml/2006/main">
            <a:pathLst>
              <a:path w="1" h="1243578" fill="none">
                <a:moveTo>
                  <a:pt x="0" y="12435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511" cap="flat">
            <a:solidFill>
              <a:srgbClr val="000000"/>
            </a:solidFill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D644EE-E5A2-4E3B-8853-4ABDD013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992" y="1298003"/>
            <a:ext cx="65055" cy="30494"/>
          </a:xfrm>
          <a:custGeom xmlns:a="http://schemas.openxmlformats.org/drawingml/2006/main">
            <a:pathLst>
              <a:path w="65055" h="30494" fill="none">
                <a:moveTo>
                  <a:pt x="65055" y="0"/>
                </a:moveTo>
                <a:cubicBezTo>
                  <a:pt x="52857" y="2033"/>
                  <a:pt x="34560" y="24396"/>
                  <a:pt x="32528" y="30494"/>
                </a:cubicBezTo>
                <a:cubicBezTo>
                  <a:pt x="30495" y="24396"/>
                  <a:pt x="12198" y="2033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8" cap="rnd">
            <a:solidFill>
              <a:srgbClr val="000000"/>
            </a:solidFill>
            <a:round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B0DFB5-2680-4FB8-954F-E77F15E5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593" y="1458208"/>
            <a:ext cx="765221" cy="4565233"/>
          </a:xfrm>
          <a:custGeom xmlns:a="http://schemas.openxmlformats.org/drawingml/2006/main">
            <a:pathLst>
              <a:path w="765221" h="4565233" fill="none">
                <a:moveTo>
                  <a:pt x="765221" y="0"/>
                </a:moveTo>
                <a:lnTo>
                  <a:pt x="0" y="0"/>
                </a:lnTo>
                <a:lnTo>
                  <a:pt x="0" y="4565233"/>
                </a:lnTo>
                <a:lnTo>
                  <a:pt x="719308" y="4565233"/>
                </a:lnTo>
              </a:path>
            </a:pathLst>
          </a:custGeom>
          <a:noFill xmlns:a="http://schemas.openxmlformats.org/drawingml/2006/main"/>
          <a:ln xmlns:a="http://schemas.openxmlformats.org/drawingml/2006/main" w="12511" cap="flat">
            <a:solidFill>
              <a:srgbClr val="000000"/>
            </a:solidFill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0E71F7-16F3-45A0-A5B7-BF8DAA99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505" y="5990913"/>
            <a:ext cx="30494" cy="65055"/>
          </a:xfrm>
          <a:custGeom xmlns:a="http://schemas.openxmlformats.org/drawingml/2006/main">
            <a:pathLst>
              <a:path w="30494" h="65055" fill="none">
                <a:moveTo>
                  <a:pt x="0" y="0"/>
                </a:moveTo>
                <a:cubicBezTo>
                  <a:pt x="2033" y="12198"/>
                  <a:pt x="24396" y="30495"/>
                  <a:pt x="30494" y="32528"/>
                </a:cubicBezTo>
                <a:cubicBezTo>
                  <a:pt x="24396" y="34560"/>
                  <a:pt x="2033" y="52857"/>
                  <a:pt x="0" y="650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8" cap="rnd">
            <a:solidFill>
              <a:srgbClr val="000000"/>
            </a:solidFill>
            <a:round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41E43C-8CE8-4AB1-8AF5-606DF1EC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593" y="6023440"/>
            <a:ext cx="719308" cy="2056347"/>
          </a:xfrm>
          <a:custGeom xmlns:a="http://schemas.openxmlformats.org/drawingml/2006/main">
            <a:pathLst>
              <a:path w="719308" h="2056347" fill="none">
                <a:moveTo>
                  <a:pt x="0" y="0"/>
                </a:moveTo>
                <a:lnTo>
                  <a:pt x="0" y="2056347"/>
                </a:lnTo>
                <a:lnTo>
                  <a:pt x="719308" y="2056347"/>
                </a:lnTo>
              </a:path>
            </a:pathLst>
          </a:custGeom>
          <a:noFill xmlns:a="http://schemas.openxmlformats.org/drawingml/2006/main"/>
          <a:ln xmlns:a="http://schemas.openxmlformats.org/drawingml/2006/main" w="12511" cap="flat">
            <a:solidFill>
              <a:srgbClr val="000000"/>
            </a:solidFill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E1E666-455E-4794-BA79-433A813D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505" y="8047261"/>
            <a:ext cx="30494" cy="65055"/>
          </a:xfrm>
          <a:custGeom xmlns:a="http://schemas.openxmlformats.org/drawingml/2006/main">
            <a:pathLst>
              <a:path w="30494" h="65055" fill="none">
                <a:moveTo>
                  <a:pt x="0" y="0"/>
                </a:moveTo>
                <a:cubicBezTo>
                  <a:pt x="2033" y="12198"/>
                  <a:pt x="24396" y="30495"/>
                  <a:pt x="30494" y="32528"/>
                </a:cubicBezTo>
                <a:cubicBezTo>
                  <a:pt x="24396" y="34560"/>
                  <a:pt x="2033" y="52857"/>
                  <a:pt x="0" y="650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8" cap="rnd">
            <a:solidFill>
              <a:srgbClr val="000000"/>
            </a:solidFill>
            <a:round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EB1D9-8433-44CF-BF78-F7DFD133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519" y="8239302"/>
            <a:ext cx="10" cy="274345"/>
          </a:xfrm>
          <a:custGeom xmlns:a="http://schemas.openxmlformats.org/drawingml/2006/main">
            <a:pathLst>
              <a:path w="1" h="274345" fill="none">
                <a:moveTo>
                  <a:pt x="0" y="0"/>
                </a:moveTo>
                <a:lnTo>
                  <a:pt x="0" y="274345"/>
                </a:lnTo>
              </a:path>
            </a:pathLst>
          </a:custGeom>
          <a:noFill xmlns:a="http://schemas.openxmlformats.org/drawingml/2006/main"/>
          <a:ln xmlns:a="http://schemas.openxmlformats.org/drawingml/2006/main" w="12511" cap="flat">
            <a:solidFill>
              <a:srgbClr val="000000"/>
            </a:solidFill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2C8EF5-2EF0-4993-8FDA-0227E99E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992" y="8489251"/>
            <a:ext cx="65055" cy="30494"/>
          </a:xfrm>
          <a:custGeom xmlns:a="http://schemas.openxmlformats.org/drawingml/2006/main">
            <a:pathLst>
              <a:path w="65055" h="30494" fill="none">
                <a:moveTo>
                  <a:pt x="65055" y="0"/>
                </a:moveTo>
                <a:cubicBezTo>
                  <a:pt x="52857" y="2033"/>
                  <a:pt x="34560" y="24396"/>
                  <a:pt x="32528" y="30494"/>
                </a:cubicBezTo>
                <a:cubicBezTo>
                  <a:pt x="30495" y="24396"/>
                  <a:pt x="12198" y="2033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8" cap="rnd">
            <a:solidFill>
              <a:srgbClr val="000000"/>
            </a:solidFill>
            <a:round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C35EAF-0784-472E-97B4-71AAA75F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288" y="123319"/>
            <a:ext cx="10" cy="1143773"/>
          </a:xfrm>
          <a:custGeom xmlns:a="http://schemas.openxmlformats.org/drawingml/2006/main">
            <a:pathLst>
              <a:path w="1" h="1143773" fill="none">
                <a:moveTo>
                  <a:pt x="0" y="114377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8992" cap="flat">
            <a:solidFill>
              <a:srgbClr val="FFFFFF"/>
            </a:solidFill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30C631-BFDC-48FD-B0E8-A9B0AC0B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1981" y="1173862"/>
            <a:ext cx="248613" cy="116537"/>
          </a:xfrm>
          <a:custGeom xmlns:a="http://schemas.openxmlformats.org/drawingml/2006/main">
            <a:pathLst>
              <a:path w="248613" h="116537" fill="none">
                <a:moveTo>
                  <a:pt x="248613" y="0"/>
                </a:moveTo>
                <a:cubicBezTo>
                  <a:pt x="201998" y="7769"/>
                  <a:pt x="132075" y="93230"/>
                  <a:pt x="124306" y="116537"/>
                </a:cubicBezTo>
                <a:cubicBezTo>
                  <a:pt x="116538" y="93230"/>
                  <a:pt x="46615" y="776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1194" cap="rnd">
            <a:solidFill>
              <a:srgbClr val="FFFFFF"/>
            </a:solidFill>
            <a:round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03E00-42AF-4EBD-A983-6B70DE55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8500" y="1458208"/>
            <a:ext cx="757714" cy="4572739"/>
          </a:xfrm>
          <a:custGeom xmlns:a="http://schemas.openxmlformats.org/drawingml/2006/main">
            <a:pathLst>
              <a:path w="757714" h="4572739" fill="none">
                <a:moveTo>
                  <a:pt x="0" y="0"/>
                </a:moveTo>
                <a:lnTo>
                  <a:pt x="757714" y="0"/>
                </a:lnTo>
                <a:lnTo>
                  <a:pt x="757714" y="4572739"/>
                </a:lnTo>
                <a:lnTo>
                  <a:pt x="86207" y="4572739"/>
                </a:lnTo>
              </a:path>
            </a:pathLst>
          </a:custGeom>
          <a:noFill xmlns:a="http://schemas.openxmlformats.org/drawingml/2006/main"/>
          <a:ln xmlns:a="http://schemas.openxmlformats.org/drawingml/2006/main" w="88992" cap="flat">
            <a:solidFill>
              <a:srgbClr val="FFFFFF"/>
            </a:solidFill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1F6BB-DE24-4A94-B415-91A84126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1399" y="5906641"/>
            <a:ext cx="116537" cy="248613"/>
          </a:xfrm>
          <a:custGeom xmlns:a="http://schemas.openxmlformats.org/drawingml/2006/main">
            <a:pathLst>
              <a:path w="116537" h="248613" fill="none">
                <a:moveTo>
                  <a:pt x="116537" y="248613"/>
                </a:moveTo>
                <a:cubicBezTo>
                  <a:pt x="108768" y="201998"/>
                  <a:pt x="23307" y="132075"/>
                  <a:pt x="0" y="124306"/>
                </a:cubicBezTo>
                <a:cubicBezTo>
                  <a:pt x="23307" y="116538"/>
                  <a:pt x="108768" y="46615"/>
                  <a:pt x="11653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1194" cap="rnd">
            <a:solidFill>
              <a:srgbClr val="FFFFFF"/>
            </a:solidFill>
            <a:round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11C48A-8492-4BDE-83B1-10CFE679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4706" y="6030947"/>
            <a:ext cx="671507" cy="2056347"/>
          </a:xfrm>
          <a:custGeom xmlns:a="http://schemas.openxmlformats.org/drawingml/2006/main">
            <a:pathLst>
              <a:path w="671507" h="2056347" fill="none">
                <a:moveTo>
                  <a:pt x="671507" y="0"/>
                </a:moveTo>
                <a:lnTo>
                  <a:pt x="671507" y="2056347"/>
                </a:lnTo>
                <a:lnTo>
                  <a:pt x="0" y="2056347"/>
                </a:lnTo>
              </a:path>
            </a:pathLst>
          </a:custGeom>
          <a:noFill xmlns:a="http://schemas.openxmlformats.org/drawingml/2006/main"/>
          <a:ln xmlns:a="http://schemas.openxmlformats.org/drawingml/2006/main" w="88992" cap="flat">
            <a:solidFill>
              <a:srgbClr val="FFFFFF"/>
            </a:solidFill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23C69-4F75-4FA0-95EA-3EB6DE3E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1399" y="7962988"/>
            <a:ext cx="116537" cy="248613"/>
          </a:xfrm>
          <a:custGeom xmlns:a="http://schemas.openxmlformats.org/drawingml/2006/main">
            <a:pathLst>
              <a:path w="116537" h="248613" fill="none">
                <a:moveTo>
                  <a:pt x="116537" y="248613"/>
                </a:moveTo>
                <a:cubicBezTo>
                  <a:pt x="108768" y="201998"/>
                  <a:pt x="23307" y="132075"/>
                  <a:pt x="0" y="124306"/>
                </a:cubicBezTo>
                <a:cubicBezTo>
                  <a:pt x="23307" y="116538"/>
                  <a:pt x="108768" y="46615"/>
                  <a:pt x="11653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1194" cap="rnd">
            <a:solidFill>
              <a:srgbClr val="FFFFFF"/>
            </a:solidFill>
            <a:round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35145D-825D-49A8-BCF7-86434C07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288" y="8246809"/>
            <a:ext cx="10" cy="226544"/>
          </a:xfrm>
          <a:custGeom xmlns:a="http://schemas.openxmlformats.org/drawingml/2006/main">
            <a:pathLst>
              <a:path w="1" h="226544" fill="none">
                <a:moveTo>
                  <a:pt x="0" y="0"/>
                </a:moveTo>
                <a:lnTo>
                  <a:pt x="0" y="226544"/>
                </a:lnTo>
              </a:path>
            </a:pathLst>
          </a:custGeom>
          <a:noFill xmlns:a="http://schemas.openxmlformats.org/drawingml/2006/main"/>
          <a:ln xmlns:a="http://schemas.openxmlformats.org/drawingml/2006/main" w="88992" cap="flat">
            <a:solidFill>
              <a:srgbClr val="FFFFFF"/>
            </a:solidFill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0B7A4-949C-47FA-A52E-7DCE2780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1981" y="8380123"/>
            <a:ext cx="248613" cy="116537"/>
          </a:xfrm>
          <a:custGeom xmlns:a="http://schemas.openxmlformats.org/drawingml/2006/main">
            <a:pathLst>
              <a:path w="248613" h="116537" fill="none">
                <a:moveTo>
                  <a:pt x="248613" y="0"/>
                </a:moveTo>
                <a:cubicBezTo>
                  <a:pt x="201998" y="7769"/>
                  <a:pt x="132075" y="93230"/>
                  <a:pt x="124306" y="116537"/>
                </a:cubicBezTo>
                <a:cubicBezTo>
                  <a:pt x="116538" y="93230"/>
                  <a:pt x="46615" y="776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1194" cap="rnd">
            <a:solidFill>
              <a:srgbClr val="FFFFFF"/>
            </a:solidFill>
            <a:round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FA1B4-1FFF-4AD7-91C2-F8277BF1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288" y="78820"/>
            <a:ext cx="10" cy="1236072"/>
          </a:xfrm>
          <a:custGeom xmlns:a="http://schemas.openxmlformats.org/drawingml/2006/main">
            <a:pathLst>
              <a:path w="1" h="1236072" fill="none">
                <a:moveTo>
                  <a:pt x="0" y="12360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511" cap="flat">
            <a:solidFill>
              <a:srgbClr val="000000"/>
            </a:solidFill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82EB9-6826-4095-AE20-62B34F4E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760" y="1290497"/>
            <a:ext cx="65055" cy="30494"/>
          </a:xfrm>
          <a:custGeom xmlns:a="http://schemas.openxmlformats.org/drawingml/2006/main">
            <a:pathLst>
              <a:path w="65055" h="30494" fill="none">
                <a:moveTo>
                  <a:pt x="65055" y="0"/>
                </a:moveTo>
                <a:cubicBezTo>
                  <a:pt x="52857" y="2033"/>
                  <a:pt x="34560" y="24396"/>
                  <a:pt x="32528" y="30494"/>
                </a:cubicBezTo>
                <a:cubicBezTo>
                  <a:pt x="30495" y="24396"/>
                  <a:pt x="12198" y="2033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8" cap="rnd">
            <a:solidFill>
              <a:srgbClr val="000000"/>
            </a:solidFill>
            <a:round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BF1E53-8EA9-4B7D-BBBF-7CAD7AF7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8500" y="1458208"/>
            <a:ext cx="757714" cy="4572739"/>
          </a:xfrm>
          <a:custGeom xmlns:a="http://schemas.openxmlformats.org/drawingml/2006/main">
            <a:pathLst>
              <a:path w="757714" h="4572739" fill="none">
                <a:moveTo>
                  <a:pt x="0" y="0"/>
                </a:moveTo>
                <a:lnTo>
                  <a:pt x="757714" y="0"/>
                </a:lnTo>
                <a:lnTo>
                  <a:pt x="757714" y="4572739"/>
                </a:lnTo>
                <a:lnTo>
                  <a:pt x="38406" y="4572739"/>
                </a:lnTo>
              </a:path>
            </a:pathLst>
          </a:custGeom>
          <a:noFill xmlns:a="http://schemas.openxmlformats.org/drawingml/2006/main"/>
          <a:ln xmlns:a="http://schemas.openxmlformats.org/drawingml/2006/main" w="12511" cap="flat">
            <a:solidFill>
              <a:srgbClr val="000000"/>
            </a:solidFill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61D244-FEA2-4F79-8E07-78A68B00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7" y="5998420"/>
            <a:ext cx="30494" cy="65055"/>
          </a:xfrm>
          <a:custGeom xmlns:a="http://schemas.openxmlformats.org/drawingml/2006/main">
            <a:pathLst>
              <a:path w="30494" h="65055" fill="none">
                <a:moveTo>
                  <a:pt x="30494" y="65055"/>
                </a:moveTo>
                <a:cubicBezTo>
                  <a:pt x="28461" y="52857"/>
                  <a:pt x="6099" y="34560"/>
                  <a:pt x="0" y="32528"/>
                </a:cubicBezTo>
                <a:cubicBezTo>
                  <a:pt x="6099" y="30495"/>
                  <a:pt x="28461" y="12198"/>
                  <a:pt x="3049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8" cap="rnd">
            <a:solidFill>
              <a:srgbClr val="000000"/>
            </a:solidFill>
            <a:round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55E726-0E8A-4752-B648-5DDB4FF2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906" y="6030947"/>
            <a:ext cx="719308" cy="2056347"/>
          </a:xfrm>
          <a:custGeom xmlns:a="http://schemas.openxmlformats.org/drawingml/2006/main">
            <a:pathLst>
              <a:path w="719308" h="2056347" fill="none">
                <a:moveTo>
                  <a:pt x="719308" y="0"/>
                </a:moveTo>
                <a:lnTo>
                  <a:pt x="719308" y="2056347"/>
                </a:lnTo>
                <a:lnTo>
                  <a:pt x="0" y="2056347"/>
                </a:lnTo>
              </a:path>
            </a:pathLst>
          </a:custGeom>
          <a:noFill xmlns:a="http://schemas.openxmlformats.org/drawingml/2006/main"/>
          <a:ln xmlns:a="http://schemas.openxmlformats.org/drawingml/2006/main" w="12511" cap="flat">
            <a:solidFill>
              <a:srgbClr val="000000"/>
            </a:solidFill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60125A-772F-4710-B96E-C253748C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807" y="8054767"/>
            <a:ext cx="30494" cy="65055"/>
          </a:xfrm>
          <a:custGeom xmlns:a="http://schemas.openxmlformats.org/drawingml/2006/main">
            <a:pathLst>
              <a:path w="30494" h="65055" fill="none">
                <a:moveTo>
                  <a:pt x="30494" y="65055"/>
                </a:moveTo>
                <a:cubicBezTo>
                  <a:pt x="28461" y="52857"/>
                  <a:pt x="6099" y="34560"/>
                  <a:pt x="0" y="32528"/>
                </a:cubicBezTo>
                <a:cubicBezTo>
                  <a:pt x="6099" y="30495"/>
                  <a:pt x="28461" y="12198"/>
                  <a:pt x="3049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8" cap="rnd">
            <a:solidFill>
              <a:srgbClr val="000000"/>
            </a:solidFill>
            <a:round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D49D24-FCBB-4B55-807D-857E9BDA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288" y="8246809"/>
            <a:ext cx="10" cy="274345"/>
          </a:xfrm>
          <a:custGeom xmlns:a="http://schemas.openxmlformats.org/drawingml/2006/main">
            <a:pathLst>
              <a:path w="1" h="274345" fill="none">
                <a:moveTo>
                  <a:pt x="0" y="0"/>
                </a:moveTo>
                <a:lnTo>
                  <a:pt x="0" y="274345"/>
                </a:lnTo>
              </a:path>
            </a:pathLst>
          </a:custGeom>
          <a:noFill xmlns:a="http://schemas.openxmlformats.org/drawingml/2006/main"/>
          <a:ln xmlns:a="http://schemas.openxmlformats.org/drawingml/2006/main" w="12511" cap="flat">
            <a:solidFill>
              <a:srgbClr val="000000"/>
            </a:solidFill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4E9C80-F761-43E3-89DE-24302185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3760" y="8496758"/>
            <a:ext cx="65055" cy="30494"/>
          </a:xfrm>
          <a:custGeom xmlns:a="http://schemas.openxmlformats.org/drawingml/2006/main">
            <a:pathLst>
              <a:path w="65055" h="30494" fill="none">
                <a:moveTo>
                  <a:pt x="65055" y="0"/>
                </a:moveTo>
                <a:cubicBezTo>
                  <a:pt x="52857" y="2033"/>
                  <a:pt x="34560" y="24396"/>
                  <a:pt x="32528" y="30494"/>
                </a:cubicBezTo>
                <a:cubicBezTo>
                  <a:pt x="30495" y="24396"/>
                  <a:pt x="12198" y="2033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008" cap="rnd">
            <a:solidFill>
              <a:srgbClr val="000000"/>
            </a:solidFill>
            <a:round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F8BB5E-41FE-4617-88BF-BF91A84E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942" y="1336630"/>
            <a:ext cx="243155" cy="243155"/>
          </a:xfrm>
          <a:custGeom xmlns:a="http://schemas.openxmlformats.org/drawingml/2006/main">
            <a:pathLst>
              <a:path w="243155" h="243155">
                <a:moveTo>
                  <a:pt x="243155" y="121578"/>
                </a:moveTo>
                <a:cubicBezTo>
                  <a:pt x="243155" y="54431"/>
                  <a:pt x="188724" y="0"/>
                  <a:pt x="121578" y="0"/>
                </a:cubicBezTo>
                <a:cubicBezTo>
                  <a:pt x="54431" y="0"/>
                  <a:pt x="0" y="54431"/>
                  <a:pt x="0" y="121578"/>
                </a:cubicBezTo>
                <a:cubicBezTo>
                  <a:pt x="0" y="188724"/>
                  <a:pt x="54431" y="243155"/>
                  <a:pt x="121578" y="243155"/>
                </a:cubicBezTo>
                <a:cubicBezTo>
                  <a:pt x="188724" y="243155"/>
                  <a:pt x="243155" y="188724"/>
                  <a:pt x="243155" y="121578"/>
                </a:cubicBezTo>
                <a:close/>
                <a:moveTo>
                  <a:pt x="121578" y="121578"/>
                </a:moveTo>
              </a:path>
            </a:pathLst>
          </a:custGeom>
          <a:solidFill xmlns:a="http://schemas.openxmlformats.org/drawingml/2006/main">
            <a:srgbClr val="F6A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3BE071-24E5-4EDA-8AA8-6695423A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942" y="1336630"/>
            <a:ext cx="243155" cy="243155"/>
          </a:xfrm>
          <a:custGeom xmlns:a="http://schemas.openxmlformats.org/drawingml/2006/main">
            <a:pathLst>
              <a:path w="243155" h="243155" fill="none">
                <a:moveTo>
                  <a:pt x="243155" y="121578"/>
                </a:moveTo>
                <a:cubicBezTo>
                  <a:pt x="243155" y="54431"/>
                  <a:pt x="188724" y="0"/>
                  <a:pt x="121578" y="0"/>
                </a:cubicBezTo>
                <a:cubicBezTo>
                  <a:pt x="54431" y="0"/>
                  <a:pt x="0" y="54431"/>
                  <a:pt x="0" y="121578"/>
                </a:cubicBezTo>
                <a:cubicBezTo>
                  <a:pt x="0" y="188724"/>
                  <a:pt x="54431" y="243155"/>
                  <a:pt x="121578" y="243155"/>
                </a:cubicBezTo>
                <a:cubicBezTo>
                  <a:pt x="188724" y="243155"/>
                  <a:pt x="243155" y="188724"/>
                  <a:pt x="243155" y="121578"/>
                </a:cubicBezTo>
                <a:close/>
                <a:moveTo>
                  <a:pt x="121578" y="121578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71" name="Text c">
            <a:extLst xmlns:a="http://schemas.openxmlformats.org/drawingml/2006/main">
              <a:ext uri="{FF2B5EF4-FFF2-40B4-BE49-F238E27FC236}">
                <a16:creationId xmlns:a16="http://schemas.microsoft.com/office/drawing/2014/main" id="{69AB307F-A78F-46C0-A8F1-856E4086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101" y="1422696"/>
            <a:ext cx="60835" cy="70861"/>
          </a:xfrm>
          <a:custGeom xmlns:a="http://schemas.openxmlformats.org/drawingml/2006/main">
            <a:pathLst>
              <a:path w="60835" h="70861">
                <a:moveTo>
                  <a:pt x="55518" y="9757"/>
                </a:moveTo>
                <a:cubicBezTo>
                  <a:pt x="53015" y="9757"/>
                  <a:pt x="50827" y="9757"/>
                  <a:pt x="48636" y="11948"/>
                </a:cubicBezTo>
                <a:cubicBezTo>
                  <a:pt x="46135" y="14294"/>
                  <a:pt x="45823" y="16952"/>
                  <a:pt x="45823" y="18047"/>
                </a:cubicBezTo>
                <a:cubicBezTo>
                  <a:pt x="45823" y="21801"/>
                  <a:pt x="48636" y="23519"/>
                  <a:pt x="51607" y="23519"/>
                </a:cubicBezTo>
                <a:cubicBezTo>
                  <a:pt x="56143" y="23519"/>
                  <a:pt x="60364" y="19768"/>
                  <a:pt x="60364" y="13511"/>
                </a:cubicBezTo>
                <a:cubicBezTo>
                  <a:pt x="60364" y="5810"/>
                  <a:pt x="53015" y="0"/>
                  <a:pt x="41912" y="0"/>
                </a:cubicBezTo>
                <a:cubicBezTo>
                  <a:pt x="20801" y="0"/>
                  <a:pt x="0" y="22426"/>
                  <a:pt x="0" y="44455"/>
                </a:cubicBezTo>
                <a:cubicBezTo>
                  <a:pt x="0" y="58518"/>
                  <a:pt x="9072" y="70861"/>
                  <a:pt x="25335" y="70861"/>
                </a:cubicBezTo>
                <a:cubicBezTo>
                  <a:pt x="47698" y="70861"/>
                  <a:pt x="60835" y="54299"/>
                  <a:pt x="60835" y="52423"/>
                </a:cubicBezTo>
                <a:cubicBezTo>
                  <a:pt x="60835" y="51485"/>
                  <a:pt x="59897" y="50392"/>
                  <a:pt x="58959" y="50392"/>
                </a:cubicBezTo>
                <a:cubicBezTo>
                  <a:pt x="58176" y="50392"/>
                  <a:pt x="57864" y="50705"/>
                  <a:pt x="56926" y="51955"/>
                </a:cubicBezTo>
                <a:cubicBezTo>
                  <a:pt x="44570" y="67423"/>
                  <a:pt x="27525" y="67423"/>
                  <a:pt x="25647" y="67423"/>
                </a:cubicBezTo>
                <a:cubicBezTo>
                  <a:pt x="15797" y="67423"/>
                  <a:pt x="11573" y="59766"/>
                  <a:pt x="11573" y="50392"/>
                </a:cubicBezTo>
                <a:cubicBezTo>
                  <a:pt x="11573" y="43988"/>
                  <a:pt x="14702" y="28833"/>
                  <a:pt x="20018" y="19140"/>
                </a:cubicBezTo>
                <a:cubicBezTo>
                  <a:pt x="24867" y="10227"/>
                  <a:pt x="33467" y="3441"/>
                  <a:pt x="42069" y="3441"/>
                </a:cubicBezTo>
                <a:cubicBezTo>
                  <a:pt x="47386" y="3441"/>
                  <a:pt x="53327" y="5495"/>
                  <a:pt x="55518" y="9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EA40B4-3AA5-44C5-B2FD-9A6ED5DF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7204" y="1329124"/>
            <a:ext cx="258168" cy="258167"/>
          </a:xfrm>
          <a:custGeom xmlns:a="http://schemas.openxmlformats.org/drawingml/2006/main">
            <a:pathLst>
              <a:path w="258168" h="258167">
                <a:moveTo>
                  <a:pt x="258168" y="129084"/>
                </a:moveTo>
                <a:cubicBezTo>
                  <a:pt x="258168" y="57792"/>
                  <a:pt x="200376" y="0"/>
                  <a:pt x="129084" y="0"/>
                </a:cubicBezTo>
                <a:cubicBezTo>
                  <a:pt x="57792" y="0"/>
                  <a:pt x="0" y="57792"/>
                  <a:pt x="0" y="129084"/>
                </a:cubicBezTo>
                <a:cubicBezTo>
                  <a:pt x="0" y="200375"/>
                  <a:pt x="57792" y="258167"/>
                  <a:pt x="129084" y="258167"/>
                </a:cubicBezTo>
                <a:cubicBezTo>
                  <a:pt x="200376" y="258167"/>
                  <a:pt x="258168" y="200375"/>
                  <a:pt x="258168" y="129084"/>
                </a:cubicBezTo>
                <a:close/>
                <a:moveTo>
                  <a:pt x="129084" y="129084"/>
                </a:moveTo>
              </a:path>
            </a:pathLst>
          </a:custGeom>
          <a:solidFill xmlns:a="http://schemas.openxmlformats.org/drawingml/2006/main">
            <a:srgbClr val="F6A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C71210-D29A-4752-A789-07364D14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7204" y="1329124"/>
            <a:ext cx="258168" cy="258167"/>
          </a:xfrm>
          <a:custGeom xmlns:a="http://schemas.openxmlformats.org/drawingml/2006/main">
            <a:pathLst>
              <a:path w="258168" h="258167" fill="none">
                <a:moveTo>
                  <a:pt x="258168" y="129084"/>
                </a:moveTo>
                <a:cubicBezTo>
                  <a:pt x="258168" y="57792"/>
                  <a:pt x="200376" y="0"/>
                  <a:pt x="129084" y="0"/>
                </a:cubicBezTo>
                <a:cubicBezTo>
                  <a:pt x="57792" y="0"/>
                  <a:pt x="0" y="57792"/>
                  <a:pt x="0" y="129084"/>
                </a:cubicBezTo>
                <a:cubicBezTo>
                  <a:pt x="0" y="200375"/>
                  <a:pt x="57792" y="258167"/>
                  <a:pt x="129084" y="258167"/>
                </a:cubicBezTo>
                <a:cubicBezTo>
                  <a:pt x="200376" y="258167"/>
                  <a:pt x="258168" y="200375"/>
                  <a:pt x="258168" y="129084"/>
                </a:cubicBezTo>
                <a:close/>
                <a:moveTo>
                  <a:pt x="129084" y="129084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74" name="Text x">
            <a:extLst xmlns:a="http://schemas.openxmlformats.org/drawingml/2006/main">
              <a:ext uri="{FF2B5EF4-FFF2-40B4-BE49-F238E27FC236}">
                <a16:creationId xmlns:a16="http://schemas.microsoft.com/office/drawing/2014/main" id="{FDBD15A9-DCE6-478D-B97C-8F8351C6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110" y="1422696"/>
            <a:ext cx="77879" cy="70861"/>
          </a:xfrm>
          <a:custGeom xmlns:a="http://schemas.openxmlformats.org/drawingml/2006/main">
            <a:pathLst>
              <a:path w="77879" h="70861">
                <a:moveTo>
                  <a:pt x="47698" y="21901"/>
                </a:moveTo>
                <a:cubicBezTo>
                  <a:pt x="48636" y="17832"/>
                  <a:pt x="52232" y="3441"/>
                  <a:pt x="63180" y="3441"/>
                </a:cubicBezTo>
                <a:cubicBezTo>
                  <a:pt x="63961" y="3441"/>
                  <a:pt x="67714" y="3441"/>
                  <a:pt x="70998" y="5479"/>
                </a:cubicBezTo>
                <a:cubicBezTo>
                  <a:pt x="66619" y="6259"/>
                  <a:pt x="63493" y="10170"/>
                  <a:pt x="63493" y="13924"/>
                </a:cubicBezTo>
                <a:cubicBezTo>
                  <a:pt x="63493" y="16424"/>
                  <a:pt x="65213" y="19395"/>
                  <a:pt x="69435" y="19395"/>
                </a:cubicBezTo>
                <a:cubicBezTo>
                  <a:pt x="72875" y="19395"/>
                  <a:pt x="77879" y="16582"/>
                  <a:pt x="77879" y="10325"/>
                </a:cubicBezTo>
                <a:cubicBezTo>
                  <a:pt x="77879" y="2191"/>
                  <a:pt x="68652" y="0"/>
                  <a:pt x="63335" y="0"/>
                </a:cubicBezTo>
                <a:cubicBezTo>
                  <a:pt x="54265" y="0"/>
                  <a:pt x="48791" y="8292"/>
                  <a:pt x="46916" y="11891"/>
                </a:cubicBezTo>
                <a:cubicBezTo>
                  <a:pt x="43005" y="1565"/>
                  <a:pt x="34562" y="0"/>
                  <a:pt x="30026" y="0"/>
                </a:cubicBezTo>
                <a:cubicBezTo>
                  <a:pt x="13761" y="0"/>
                  <a:pt x="4849" y="20178"/>
                  <a:pt x="4849" y="24089"/>
                </a:cubicBezTo>
                <a:cubicBezTo>
                  <a:pt x="4849" y="25654"/>
                  <a:pt x="6412" y="25654"/>
                  <a:pt x="6724" y="25654"/>
                </a:cubicBezTo>
                <a:cubicBezTo>
                  <a:pt x="7975" y="25654"/>
                  <a:pt x="8445" y="25342"/>
                  <a:pt x="8757" y="23934"/>
                </a:cubicBezTo>
                <a:cubicBezTo>
                  <a:pt x="14074" y="7354"/>
                  <a:pt x="24397" y="3441"/>
                  <a:pt x="29713" y="3441"/>
                </a:cubicBezTo>
                <a:cubicBezTo>
                  <a:pt x="32684" y="3441"/>
                  <a:pt x="38158" y="4851"/>
                  <a:pt x="38158" y="13924"/>
                </a:cubicBezTo>
                <a:cubicBezTo>
                  <a:pt x="38158" y="18770"/>
                  <a:pt x="35500" y="29253"/>
                  <a:pt x="29713" y="51154"/>
                </a:cubicBezTo>
                <a:cubicBezTo>
                  <a:pt x="27210" y="60851"/>
                  <a:pt x="21739" y="67423"/>
                  <a:pt x="14857" y="67423"/>
                </a:cubicBezTo>
                <a:cubicBezTo>
                  <a:pt x="13919" y="67423"/>
                  <a:pt x="10320" y="67423"/>
                  <a:pt x="7037" y="65385"/>
                </a:cubicBezTo>
                <a:cubicBezTo>
                  <a:pt x="10948" y="64605"/>
                  <a:pt x="14387" y="61319"/>
                  <a:pt x="14387" y="56940"/>
                </a:cubicBezTo>
                <a:cubicBezTo>
                  <a:pt x="14387" y="52719"/>
                  <a:pt x="10948" y="51466"/>
                  <a:pt x="8602" y="51466"/>
                </a:cubicBezTo>
                <a:cubicBezTo>
                  <a:pt x="3909" y="51466"/>
                  <a:pt x="0" y="55532"/>
                  <a:pt x="0" y="60539"/>
                </a:cubicBezTo>
                <a:cubicBezTo>
                  <a:pt x="0" y="67736"/>
                  <a:pt x="7820" y="70861"/>
                  <a:pt x="14699" y="70861"/>
                </a:cubicBezTo>
                <a:cubicBezTo>
                  <a:pt x="25022" y="70861"/>
                  <a:pt x="30651" y="59911"/>
                  <a:pt x="31121" y="58973"/>
                </a:cubicBezTo>
                <a:cubicBezTo>
                  <a:pt x="32997" y="64760"/>
                  <a:pt x="38626" y="70861"/>
                  <a:pt x="48011" y="70861"/>
                </a:cubicBezTo>
                <a:cubicBezTo>
                  <a:pt x="64118" y="70861"/>
                  <a:pt x="73031" y="50686"/>
                  <a:pt x="73031" y="46775"/>
                </a:cubicBezTo>
                <a:cubicBezTo>
                  <a:pt x="73031" y="45210"/>
                  <a:pt x="71625" y="45210"/>
                  <a:pt x="71155" y="45210"/>
                </a:cubicBezTo>
                <a:cubicBezTo>
                  <a:pt x="69747" y="45210"/>
                  <a:pt x="69435" y="45835"/>
                  <a:pt x="69122" y="46930"/>
                </a:cubicBezTo>
                <a:cubicBezTo>
                  <a:pt x="63961" y="63665"/>
                  <a:pt x="53327" y="67423"/>
                  <a:pt x="48324" y="67423"/>
                </a:cubicBezTo>
                <a:cubicBezTo>
                  <a:pt x="42224" y="67423"/>
                  <a:pt x="39721" y="62414"/>
                  <a:pt x="39721" y="57098"/>
                </a:cubicBezTo>
                <a:cubicBezTo>
                  <a:pt x="39721" y="53657"/>
                  <a:pt x="40659" y="50216"/>
                  <a:pt x="42379" y="43332"/>
                </a:cubicBezTo>
                <a:lnTo>
                  <a:pt x="47698" y="219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3DF4C2-A0F8-468C-9D58-BF50770F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075" y="1808522"/>
            <a:ext cx="1334889" cy="242569"/>
          </a:xfrm>
          <a:custGeom xmlns:a="http://schemas.openxmlformats.org/drawingml/2006/main">
            <a:pathLst>
              <a:path w="1334889" h="242569">
                <a:moveTo>
                  <a:pt x="1245897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53578"/>
                </a:lnTo>
                <a:cubicBezTo>
                  <a:pt x="0" y="202727"/>
                  <a:pt x="39842" y="242569"/>
                  <a:pt x="88991" y="242569"/>
                </a:cubicBezTo>
                <a:lnTo>
                  <a:pt x="1245897" y="242569"/>
                </a:lnTo>
                <a:cubicBezTo>
                  <a:pt x="1295046" y="242569"/>
                  <a:pt x="1334889" y="202727"/>
                  <a:pt x="1334889" y="153578"/>
                </a:cubicBezTo>
                <a:lnTo>
                  <a:pt x="1334889" y="88991"/>
                </a:lnTo>
                <a:cubicBezTo>
                  <a:pt x="1334889" y="39842"/>
                  <a:pt x="1295046" y="0"/>
                  <a:pt x="1245897" y="0"/>
                </a:cubicBezTo>
                <a:close/>
                <a:moveTo>
                  <a:pt x="0" y="242569"/>
                </a:moveTo>
              </a:path>
            </a:pathLst>
          </a:custGeom>
          <a:solidFill xmlns:a="http://schemas.openxmlformats.org/drawingml/2006/main">
            <a:srgbClr val="E6FF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BC45FC-3991-4B9C-AC6C-535C45FB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075" y="1808522"/>
            <a:ext cx="1334889" cy="242569"/>
          </a:xfrm>
          <a:custGeom xmlns:a="http://schemas.openxmlformats.org/drawingml/2006/main">
            <a:pathLst>
              <a:path w="1334889" h="242569" fill="none">
                <a:moveTo>
                  <a:pt x="1245897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53578"/>
                </a:lnTo>
                <a:cubicBezTo>
                  <a:pt x="0" y="202727"/>
                  <a:pt x="39842" y="242569"/>
                  <a:pt x="88991" y="242569"/>
                </a:cubicBezTo>
                <a:lnTo>
                  <a:pt x="1245897" y="242569"/>
                </a:lnTo>
                <a:cubicBezTo>
                  <a:pt x="1295046" y="242569"/>
                  <a:pt x="1334889" y="202727"/>
                  <a:pt x="1334889" y="153578"/>
                </a:cubicBezTo>
                <a:lnTo>
                  <a:pt x="1334889" y="88991"/>
                </a:lnTo>
                <a:cubicBezTo>
                  <a:pt x="1334889" y="39842"/>
                  <a:pt x="1295046" y="0"/>
                  <a:pt x="1245897" y="0"/>
                </a:cubicBezTo>
                <a:close/>
                <a:moveTo>
                  <a:pt x="0" y="242569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77" name="Text Layernorm">
            <a:extLst xmlns:a="http://schemas.openxmlformats.org/drawingml/2006/main">
              <a:ext uri="{FF2B5EF4-FFF2-40B4-BE49-F238E27FC236}">
                <a16:creationId xmlns:a16="http://schemas.microsoft.com/office/drawing/2014/main" id="{3427B3A2-BE58-4FDB-8405-42ED5A1D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986" y="1861571"/>
            <a:ext cx="692469" cy="137604"/>
          </a:xfrm>
          <a:custGeom xmlns:a="http://schemas.openxmlformats.org/drawingml/2006/main">
            <a:pathLst>
              <a:path w="692469" h="137604">
                <a:moveTo>
                  <a:pt x="87732" y="76331"/>
                </a:moveTo>
                <a:cubicBezTo>
                  <a:pt x="85074" y="82272"/>
                  <a:pt x="82883" y="85871"/>
                  <a:pt x="80538" y="88529"/>
                </a:cubicBezTo>
                <a:cubicBezTo>
                  <a:pt x="75064" y="94631"/>
                  <a:pt x="66464" y="97446"/>
                  <a:pt x="53483" y="97446"/>
                </a:cubicBezTo>
                <a:lnTo>
                  <a:pt x="43005" y="97446"/>
                </a:lnTo>
                <a:cubicBezTo>
                  <a:pt x="31589" y="97446"/>
                  <a:pt x="29556" y="96506"/>
                  <a:pt x="29556" y="91032"/>
                </a:cubicBezTo>
                <a:lnTo>
                  <a:pt x="29556" y="17050"/>
                </a:lnTo>
                <a:cubicBezTo>
                  <a:pt x="29556" y="5944"/>
                  <a:pt x="31746" y="3754"/>
                  <a:pt x="44100" y="2973"/>
                </a:cubicBezTo>
                <a:lnTo>
                  <a:pt x="44100" y="0"/>
                </a:lnTo>
                <a:lnTo>
                  <a:pt x="0" y="0"/>
                </a:lnTo>
                <a:lnTo>
                  <a:pt x="0" y="2973"/>
                </a:lnTo>
                <a:cubicBezTo>
                  <a:pt x="11573" y="3911"/>
                  <a:pt x="13606" y="6102"/>
                  <a:pt x="13606" y="17050"/>
                </a:cubicBezTo>
                <a:lnTo>
                  <a:pt x="13606" y="86496"/>
                </a:lnTo>
                <a:cubicBezTo>
                  <a:pt x="13606" y="97446"/>
                  <a:pt x="11416" y="99792"/>
                  <a:pt x="0" y="100572"/>
                </a:cubicBezTo>
                <a:lnTo>
                  <a:pt x="0" y="103543"/>
                </a:lnTo>
                <a:lnTo>
                  <a:pt x="84134" y="103543"/>
                </a:lnTo>
                <a:lnTo>
                  <a:pt x="91641" y="76333"/>
                </a:lnTo>
                <a:lnTo>
                  <a:pt x="87732" y="76331"/>
                </a:lnTo>
                <a:close/>
                <a:moveTo>
                  <a:pt x="162794" y="93189"/>
                </a:moveTo>
                <a:cubicBezTo>
                  <a:pt x="160136" y="95375"/>
                  <a:pt x="158261" y="96158"/>
                  <a:pt x="155915" y="96158"/>
                </a:cubicBezTo>
                <a:cubicBezTo>
                  <a:pt x="152319" y="96158"/>
                  <a:pt x="151224" y="93970"/>
                  <a:pt x="151224" y="87095"/>
                </a:cubicBezTo>
                <a:lnTo>
                  <a:pt x="151224" y="56620"/>
                </a:lnTo>
                <a:cubicBezTo>
                  <a:pt x="151224" y="48493"/>
                  <a:pt x="150441" y="43962"/>
                  <a:pt x="148095" y="40210"/>
                </a:cubicBezTo>
                <a:cubicBezTo>
                  <a:pt x="144654" y="34586"/>
                  <a:pt x="137930" y="31613"/>
                  <a:pt x="128705" y="31613"/>
                </a:cubicBezTo>
                <a:cubicBezTo>
                  <a:pt x="114003" y="31613"/>
                  <a:pt x="102432" y="39273"/>
                  <a:pt x="102432" y="49118"/>
                </a:cubicBezTo>
                <a:cubicBezTo>
                  <a:pt x="102432" y="52714"/>
                  <a:pt x="105558" y="55838"/>
                  <a:pt x="109157" y="55838"/>
                </a:cubicBezTo>
                <a:cubicBezTo>
                  <a:pt x="112908" y="55838"/>
                  <a:pt x="116194" y="52714"/>
                  <a:pt x="116194" y="49276"/>
                </a:cubicBezTo>
                <a:cubicBezTo>
                  <a:pt x="116194" y="48650"/>
                  <a:pt x="116036" y="47868"/>
                  <a:pt x="115881" y="46775"/>
                </a:cubicBezTo>
                <a:cubicBezTo>
                  <a:pt x="115569" y="45369"/>
                  <a:pt x="115411" y="44119"/>
                  <a:pt x="115411" y="43024"/>
                </a:cubicBezTo>
                <a:cubicBezTo>
                  <a:pt x="115411" y="38805"/>
                  <a:pt x="120415" y="35366"/>
                  <a:pt x="126672" y="35366"/>
                </a:cubicBezTo>
                <a:cubicBezTo>
                  <a:pt x="134334" y="35366"/>
                  <a:pt x="138555" y="39898"/>
                  <a:pt x="138555" y="48338"/>
                </a:cubicBezTo>
                <a:lnTo>
                  <a:pt x="138555" y="57871"/>
                </a:lnTo>
                <a:cubicBezTo>
                  <a:pt x="114473" y="67559"/>
                  <a:pt x="111815" y="68809"/>
                  <a:pt x="105091" y="74749"/>
                </a:cubicBezTo>
                <a:cubicBezTo>
                  <a:pt x="101650" y="77875"/>
                  <a:pt x="99459" y="83186"/>
                  <a:pt x="99459" y="88343"/>
                </a:cubicBezTo>
                <a:cubicBezTo>
                  <a:pt x="99459" y="98191"/>
                  <a:pt x="106341" y="105070"/>
                  <a:pt x="115881" y="105070"/>
                </a:cubicBezTo>
                <a:cubicBezTo>
                  <a:pt x="122761" y="105070"/>
                  <a:pt x="129172" y="101787"/>
                  <a:pt x="138713" y="93655"/>
                </a:cubicBezTo>
                <a:cubicBezTo>
                  <a:pt x="139495" y="101787"/>
                  <a:pt x="142309" y="105070"/>
                  <a:pt x="148720" y="105070"/>
                </a:cubicBezTo>
                <a:cubicBezTo>
                  <a:pt x="154037" y="105070"/>
                  <a:pt x="157323" y="103195"/>
                  <a:pt x="162794" y="97253"/>
                </a:cubicBezTo>
                <a:lnTo>
                  <a:pt x="162794" y="93189"/>
                </a:lnTo>
                <a:moveTo>
                  <a:pt x="138555" y="84272"/>
                </a:moveTo>
                <a:cubicBezTo>
                  <a:pt x="138555" y="89121"/>
                  <a:pt x="137775" y="90529"/>
                  <a:pt x="134489" y="92404"/>
                </a:cubicBezTo>
                <a:cubicBezTo>
                  <a:pt x="130738" y="94595"/>
                  <a:pt x="126359" y="96000"/>
                  <a:pt x="123073" y="96000"/>
                </a:cubicBezTo>
                <a:cubicBezTo>
                  <a:pt x="117602" y="96000"/>
                  <a:pt x="113223" y="90684"/>
                  <a:pt x="113223" y="83960"/>
                </a:cubicBezTo>
                <a:lnTo>
                  <a:pt x="113223" y="83334"/>
                </a:lnTo>
                <a:cubicBezTo>
                  <a:pt x="113223" y="74107"/>
                  <a:pt x="119632" y="68478"/>
                  <a:pt x="138555" y="61596"/>
                </a:cubicBezTo>
                <a:lnTo>
                  <a:pt x="138555" y="84272"/>
                </a:lnTo>
                <a:close/>
                <a:moveTo>
                  <a:pt x="237391" y="33140"/>
                </a:moveTo>
                <a:lnTo>
                  <a:pt x="216280" y="33140"/>
                </a:lnTo>
                <a:lnTo>
                  <a:pt x="216280" y="35488"/>
                </a:lnTo>
                <a:cubicBezTo>
                  <a:pt x="221284" y="35488"/>
                  <a:pt x="223788" y="36894"/>
                  <a:pt x="223788" y="39397"/>
                </a:cubicBezTo>
                <a:cubicBezTo>
                  <a:pt x="223788" y="40022"/>
                  <a:pt x="223630" y="40960"/>
                  <a:pt x="223160" y="42055"/>
                </a:cubicBezTo>
                <a:lnTo>
                  <a:pt x="207991" y="85215"/>
                </a:lnTo>
                <a:lnTo>
                  <a:pt x="190008" y="45651"/>
                </a:lnTo>
                <a:cubicBezTo>
                  <a:pt x="189068" y="43463"/>
                  <a:pt x="188443" y="41430"/>
                  <a:pt x="188443" y="39709"/>
                </a:cubicBezTo>
                <a:cubicBezTo>
                  <a:pt x="188443" y="36894"/>
                  <a:pt x="190788" y="35801"/>
                  <a:pt x="197513" y="35488"/>
                </a:cubicBezTo>
                <a:lnTo>
                  <a:pt x="197513" y="33140"/>
                </a:lnTo>
                <a:lnTo>
                  <a:pt x="165299" y="33140"/>
                </a:lnTo>
                <a:lnTo>
                  <a:pt x="165299" y="35331"/>
                </a:lnTo>
                <a:cubicBezTo>
                  <a:pt x="169365" y="35956"/>
                  <a:pt x="172023" y="37676"/>
                  <a:pt x="173273" y="40334"/>
                </a:cubicBezTo>
                <a:lnTo>
                  <a:pt x="191101" y="78805"/>
                </a:lnTo>
                <a:lnTo>
                  <a:pt x="191571" y="80056"/>
                </a:lnTo>
                <a:lnTo>
                  <a:pt x="193917" y="84747"/>
                </a:lnTo>
                <a:cubicBezTo>
                  <a:pt x="198295" y="92567"/>
                  <a:pt x="200799" y="98196"/>
                  <a:pt x="200799" y="100541"/>
                </a:cubicBezTo>
                <a:cubicBezTo>
                  <a:pt x="200799" y="102887"/>
                  <a:pt x="197200" y="112737"/>
                  <a:pt x="194542" y="117429"/>
                </a:cubicBezTo>
                <a:cubicBezTo>
                  <a:pt x="192354" y="121495"/>
                  <a:pt x="188913" y="124466"/>
                  <a:pt x="186722" y="124466"/>
                </a:cubicBezTo>
                <a:cubicBezTo>
                  <a:pt x="185784" y="124466"/>
                  <a:pt x="184377" y="124153"/>
                  <a:pt x="182814" y="123373"/>
                </a:cubicBezTo>
                <a:cubicBezTo>
                  <a:pt x="179843" y="122278"/>
                  <a:pt x="177184" y="121652"/>
                  <a:pt x="174526" y="121652"/>
                </a:cubicBezTo>
                <a:cubicBezTo>
                  <a:pt x="170928" y="121652"/>
                  <a:pt x="167802" y="124781"/>
                  <a:pt x="167802" y="128532"/>
                </a:cubicBezTo>
                <a:cubicBezTo>
                  <a:pt x="167802" y="133693"/>
                  <a:pt x="172806" y="137604"/>
                  <a:pt x="179373" y="137604"/>
                </a:cubicBezTo>
                <a:cubicBezTo>
                  <a:pt x="189851" y="137604"/>
                  <a:pt x="197358" y="128847"/>
                  <a:pt x="205803" y="106328"/>
                </a:cubicBezTo>
                <a:lnTo>
                  <a:pt x="229884" y="42525"/>
                </a:lnTo>
                <a:cubicBezTo>
                  <a:pt x="231917" y="37519"/>
                  <a:pt x="233638" y="35956"/>
                  <a:pt x="237391" y="35488"/>
                </a:cubicBezTo>
                <a:lnTo>
                  <a:pt x="237391" y="33140"/>
                </a:lnTo>
                <a:close/>
                <a:moveTo>
                  <a:pt x="305106" y="77853"/>
                </a:moveTo>
                <a:cubicBezTo>
                  <a:pt x="297601" y="89744"/>
                  <a:pt x="290874" y="94282"/>
                  <a:pt x="280867" y="94282"/>
                </a:cubicBezTo>
                <a:cubicBezTo>
                  <a:pt x="271954" y="94282"/>
                  <a:pt x="265230" y="89744"/>
                  <a:pt x="260693" y="80826"/>
                </a:cubicBezTo>
                <a:cubicBezTo>
                  <a:pt x="257878" y="74880"/>
                  <a:pt x="256785" y="69716"/>
                  <a:pt x="256472" y="60171"/>
                </a:cubicBezTo>
                <a:lnTo>
                  <a:pt x="304638" y="60171"/>
                </a:lnTo>
                <a:cubicBezTo>
                  <a:pt x="303385" y="50025"/>
                  <a:pt x="301822" y="45505"/>
                  <a:pt x="297914" y="40518"/>
                </a:cubicBezTo>
                <a:cubicBezTo>
                  <a:pt x="293220" y="34899"/>
                  <a:pt x="286028" y="31613"/>
                  <a:pt x="277896" y="31613"/>
                </a:cubicBezTo>
                <a:cubicBezTo>
                  <a:pt x="270076" y="31613"/>
                  <a:pt x="262726" y="34429"/>
                  <a:pt x="256785" y="39738"/>
                </a:cubicBezTo>
                <a:cubicBezTo>
                  <a:pt x="249433" y="46128"/>
                  <a:pt x="245211" y="57200"/>
                  <a:pt x="245211" y="70029"/>
                </a:cubicBezTo>
                <a:cubicBezTo>
                  <a:pt x="245211" y="91622"/>
                  <a:pt x="256472" y="105070"/>
                  <a:pt x="274455" y="105070"/>
                </a:cubicBezTo>
                <a:cubicBezTo>
                  <a:pt x="289311" y="105070"/>
                  <a:pt x="301040" y="95845"/>
                  <a:pt x="307609" y="78948"/>
                </a:cubicBezTo>
                <a:lnTo>
                  <a:pt x="305106" y="77853"/>
                </a:lnTo>
                <a:moveTo>
                  <a:pt x="256785" y="55167"/>
                </a:moveTo>
                <a:cubicBezTo>
                  <a:pt x="258503" y="43012"/>
                  <a:pt x="263822" y="37244"/>
                  <a:pt x="273359" y="37244"/>
                </a:cubicBezTo>
                <a:cubicBezTo>
                  <a:pt x="282900" y="37244"/>
                  <a:pt x="286653" y="41609"/>
                  <a:pt x="288686" y="55167"/>
                </a:cubicBezTo>
                <a:lnTo>
                  <a:pt x="256785" y="55167"/>
                </a:lnTo>
                <a:close/>
                <a:moveTo>
                  <a:pt x="311829" y="42561"/>
                </a:moveTo>
                <a:cubicBezTo>
                  <a:pt x="314020" y="42091"/>
                  <a:pt x="315428" y="41933"/>
                  <a:pt x="317303" y="41933"/>
                </a:cubicBezTo>
                <a:cubicBezTo>
                  <a:pt x="321212" y="41933"/>
                  <a:pt x="322620" y="44436"/>
                  <a:pt x="322620" y="51316"/>
                </a:cubicBezTo>
                <a:lnTo>
                  <a:pt x="322620" y="90409"/>
                </a:lnTo>
                <a:cubicBezTo>
                  <a:pt x="322620" y="98227"/>
                  <a:pt x="321524" y="99322"/>
                  <a:pt x="311517" y="101198"/>
                </a:cubicBezTo>
                <a:lnTo>
                  <a:pt x="311517" y="103543"/>
                </a:lnTo>
                <a:lnTo>
                  <a:pt x="349050" y="103543"/>
                </a:lnTo>
                <a:lnTo>
                  <a:pt x="349050" y="101198"/>
                </a:lnTo>
                <a:cubicBezTo>
                  <a:pt x="338414" y="100730"/>
                  <a:pt x="335756" y="98384"/>
                  <a:pt x="335756" y="89472"/>
                </a:cubicBezTo>
                <a:lnTo>
                  <a:pt x="335756" y="54287"/>
                </a:lnTo>
                <a:cubicBezTo>
                  <a:pt x="335756" y="49283"/>
                  <a:pt x="342480" y="41466"/>
                  <a:pt x="346704" y="41466"/>
                </a:cubicBezTo>
                <a:cubicBezTo>
                  <a:pt x="347642" y="41466"/>
                  <a:pt x="349050" y="42248"/>
                  <a:pt x="350770" y="43811"/>
                </a:cubicBezTo>
                <a:cubicBezTo>
                  <a:pt x="353271" y="45999"/>
                  <a:pt x="354991" y="46937"/>
                  <a:pt x="357024" y="46937"/>
                </a:cubicBezTo>
                <a:cubicBezTo>
                  <a:pt x="360778" y="46937"/>
                  <a:pt x="363124" y="44279"/>
                  <a:pt x="363124" y="39903"/>
                </a:cubicBezTo>
                <a:cubicBezTo>
                  <a:pt x="363124" y="34741"/>
                  <a:pt x="359840" y="31613"/>
                  <a:pt x="354524" y="31613"/>
                </a:cubicBezTo>
                <a:cubicBezTo>
                  <a:pt x="347954" y="31613"/>
                  <a:pt x="343421" y="35211"/>
                  <a:pt x="335756" y="46312"/>
                </a:cubicBezTo>
                <a:lnTo>
                  <a:pt x="335756" y="31928"/>
                </a:lnTo>
                <a:lnTo>
                  <a:pt x="334976" y="31613"/>
                </a:lnTo>
                <a:cubicBezTo>
                  <a:pt x="326686" y="35054"/>
                  <a:pt x="321057" y="37087"/>
                  <a:pt x="311829" y="40058"/>
                </a:cubicBezTo>
                <a:lnTo>
                  <a:pt x="311829" y="42561"/>
                </a:lnTo>
                <a:close/>
                <a:moveTo>
                  <a:pt x="365313" y="41310"/>
                </a:moveTo>
                <a:cubicBezTo>
                  <a:pt x="366251" y="40840"/>
                  <a:pt x="367816" y="40685"/>
                  <a:pt x="369537" y="40685"/>
                </a:cubicBezTo>
                <a:cubicBezTo>
                  <a:pt x="373916" y="40685"/>
                  <a:pt x="375321" y="43031"/>
                  <a:pt x="375321" y="50691"/>
                </a:cubicBezTo>
                <a:lnTo>
                  <a:pt x="375321" y="89472"/>
                </a:lnTo>
                <a:cubicBezTo>
                  <a:pt x="375321" y="98384"/>
                  <a:pt x="373601" y="100572"/>
                  <a:pt x="365626" y="101198"/>
                </a:cubicBezTo>
                <a:lnTo>
                  <a:pt x="365626" y="103543"/>
                </a:lnTo>
                <a:lnTo>
                  <a:pt x="398780" y="103543"/>
                </a:lnTo>
                <a:lnTo>
                  <a:pt x="398780" y="101198"/>
                </a:lnTo>
                <a:cubicBezTo>
                  <a:pt x="390803" y="100572"/>
                  <a:pt x="388457" y="98697"/>
                  <a:pt x="388457" y="93068"/>
                </a:cubicBezTo>
                <a:lnTo>
                  <a:pt x="388457" y="49128"/>
                </a:lnTo>
                <a:cubicBezTo>
                  <a:pt x="395964" y="42091"/>
                  <a:pt x="399405" y="40215"/>
                  <a:pt x="404567" y="40215"/>
                </a:cubicBezTo>
                <a:cubicBezTo>
                  <a:pt x="412229" y="40215"/>
                  <a:pt x="415983" y="45062"/>
                  <a:pt x="415983" y="55382"/>
                </a:cubicBezTo>
                <a:lnTo>
                  <a:pt x="415983" y="88064"/>
                </a:lnTo>
                <a:cubicBezTo>
                  <a:pt x="415983" y="97914"/>
                  <a:pt x="413949" y="100572"/>
                  <a:pt x="406130" y="101198"/>
                </a:cubicBezTo>
                <a:lnTo>
                  <a:pt x="406130" y="103543"/>
                </a:lnTo>
                <a:lnTo>
                  <a:pt x="438659" y="103543"/>
                </a:lnTo>
                <a:lnTo>
                  <a:pt x="438659" y="101198"/>
                </a:lnTo>
                <a:cubicBezTo>
                  <a:pt x="430994" y="100417"/>
                  <a:pt x="429119" y="98539"/>
                  <a:pt x="429119" y="90880"/>
                </a:cubicBezTo>
                <a:lnTo>
                  <a:pt x="429119" y="55069"/>
                </a:lnTo>
                <a:cubicBezTo>
                  <a:pt x="429119" y="40373"/>
                  <a:pt x="422237" y="31613"/>
                  <a:pt x="410666" y="31613"/>
                </a:cubicBezTo>
                <a:cubicBezTo>
                  <a:pt x="403472" y="31613"/>
                  <a:pt x="398623" y="34273"/>
                  <a:pt x="387990" y="44281"/>
                </a:cubicBezTo>
                <a:lnTo>
                  <a:pt x="387990" y="31928"/>
                </a:lnTo>
                <a:lnTo>
                  <a:pt x="386894" y="31613"/>
                </a:lnTo>
                <a:cubicBezTo>
                  <a:pt x="379232" y="34429"/>
                  <a:pt x="373916" y="36149"/>
                  <a:pt x="365313" y="38652"/>
                </a:cubicBezTo>
                <a:lnTo>
                  <a:pt x="365313" y="41310"/>
                </a:lnTo>
                <a:close/>
                <a:moveTo>
                  <a:pt x="480100" y="31613"/>
                </a:moveTo>
                <a:cubicBezTo>
                  <a:pt x="459769" y="31613"/>
                  <a:pt x="445538" y="46620"/>
                  <a:pt x="445538" y="68187"/>
                </a:cubicBezTo>
                <a:cubicBezTo>
                  <a:pt x="445538" y="89283"/>
                  <a:pt x="460082" y="105070"/>
                  <a:pt x="479785" y="105070"/>
                </a:cubicBezTo>
                <a:cubicBezTo>
                  <a:pt x="499491" y="105070"/>
                  <a:pt x="514502" y="88503"/>
                  <a:pt x="514502" y="66936"/>
                </a:cubicBezTo>
                <a:cubicBezTo>
                  <a:pt x="514502" y="46462"/>
                  <a:pt x="500116" y="31613"/>
                  <a:pt x="480100" y="31613"/>
                </a:cubicBezTo>
                <a:moveTo>
                  <a:pt x="478067" y="35994"/>
                </a:moveTo>
                <a:cubicBezTo>
                  <a:pt x="491203" y="35994"/>
                  <a:pt x="500428" y="50996"/>
                  <a:pt x="500428" y="72405"/>
                </a:cubicBezTo>
                <a:cubicBezTo>
                  <a:pt x="500428" y="90066"/>
                  <a:pt x="493391" y="100692"/>
                  <a:pt x="481663" y="100692"/>
                </a:cubicBezTo>
                <a:cubicBezTo>
                  <a:pt x="475564" y="100692"/>
                  <a:pt x="469777" y="96943"/>
                  <a:pt x="466494" y="90691"/>
                </a:cubicBezTo>
                <a:cubicBezTo>
                  <a:pt x="462115" y="82564"/>
                  <a:pt x="459612" y="71625"/>
                  <a:pt x="459612" y="60529"/>
                </a:cubicBezTo>
                <a:cubicBezTo>
                  <a:pt x="459612" y="45682"/>
                  <a:pt x="466961" y="35994"/>
                  <a:pt x="478067" y="35994"/>
                </a:cubicBezTo>
                <a:close/>
                <a:moveTo>
                  <a:pt x="520288" y="42561"/>
                </a:moveTo>
                <a:cubicBezTo>
                  <a:pt x="522479" y="42091"/>
                  <a:pt x="523887" y="41933"/>
                  <a:pt x="525762" y="41933"/>
                </a:cubicBezTo>
                <a:cubicBezTo>
                  <a:pt x="529671" y="41933"/>
                  <a:pt x="531079" y="44436"/>
                  <a:pt x="531079" y="51316"/>
                </a:cubicBezTo>
                <a:lnTo>
                  <a:pt x="531079" y="90409"/>
                </a:lnTo>
                <a:cubicBezTo>
                  <a:pt x="531079" y="98227"/>
                  <a:pt x="529983" y="99322"/>
                  <a:pt x="519976" y="101198"/>
                </a:cubicBezTo>
                <a:lnTo>
                  <a:pt x="519976" y="103543"/>
                </a:lnTo>
                <a:lnTo>
                  <a:pt x="557509" y="103543"/>
                </a:lnTo>
                <a:lnTo>
                  <a:pt x="557509" y="101198"/>
                </a:lnTo>
                <a:cubicBezTo>
                  <a:pt x="546873" y="100730"/>
                  <a:pt x="544215" y="98384"/>
                  <a:pt x="544215" y="89472"/>
                </a:cubicBezTo>
                <a:lnTo>
                  <a:pt x="544215" y="54287"/>
                </a:lnTo>
                <a:cubicBezTo>
                  <a:pt x="544215" y="49283"/>
                  <a:pt x="550939" y="41466"/>
                  <a:pt x="555163" y="41466"/>
                </a:cubicBezTo>
                <a:cubicBezTo>
                  <a:pt x="556101" y="41466"/>
                  <a:pt x="557509" y="42248"/>
                  <a:pt x="559229" y="43811"/>
                </a:cubicBezTo>
                <a:cubicBezTo>
                  <a:pt x="561730" y="45999"/>
                  <a:pt x="563450" y="46937"/>
                  <a:pt x="565483" y="46937"/>
                </a:cubicBezTo>
                <a:cubicBezTo>
                  <a:pt x="569237" y="46937"/>
                  <a:pt x="571583" y="44279"/>
                  <a:pt x="571583" y="39903"/>
                </a:cubicBezTo>
                <a:cubicBezTo>
                  <a:pt x="571583" y="34741"/>
                  <a:pt x="568299" y="31613"/>
                  <a:pt x="562983" y="31613"/>
                </a:cubicBezTo>
                <a:cubicBezTo>
                  <a:pt x="556413" y="31613"/>
                  <a:pt x="551879" y="35211"/>
                  <a:pt x="544215" y="46312"/>
                </a:cubicBezTo>
                <a:lnTo>
                  <a:pt x="544215" y="31928"/>
                </a:lnTo>
                <a:lnTo>
                  <a:pt x="543435" y="31613"/>
                </a:lnTo>
                <a:cubicBezTo>
                  <a:pt x="535145" y="35054"/>
                  <a:pt x="529516" y="37087"/>
                  <a:pt x="520288" y="40058"/>
                </a:cubicBezTo>
                <a:lnTo>
                  <a:pt x="520288" y="42561"/>
                </a:lnTo>
                <a:close/>
                <a:moveTo>
                  <a:pt x="574243" y="41310"/>
                </a:moveTo>
                <a:cubicBezTo>
                  <a:pt x="576276" y="40840"/>
                  <a:pt x="577526" y="40685"/>
                  <a:pt x="579247" y="40685"/>
                </a:cubicBezTo>
                <a:cubicBezTo>
                  <a:pt x="583313" y="40685"/>
                  <a:pt x="584721" y="43186"/>
                  <a:pt x="584721" y="50691"/>
                </a:cubicBezTo>
                <a:lnTo>
                  <a:pt x="584721" y="90252"/>
                </a:lnTo>
                <a:cubicBezTo>
                  <a:pt x="584721" y="98697"/>
                  <a:pt x="582530" y="101043"/>
                  <a:pt x="573773" y="101198"/>
                </a:cubicBezTo>
                <a:lnTo>
                  <a:pt x="573773" y="103543"/>
                </a:lnTo>
                <a:lnTo>
                  <a:pt x="608490" y="103543"/>
                </a:lnTo>
                <a:lnTo>
                  <a:pt x="608490" y="101198"/>
                </a:lnTo>
                <a:cubicBezTo>
                  <a:pt x="600203" y="100885"/>
                  <a:pt x="597857" y="99167"/>
                  <a:pt x="597857" y="93068"/>
                </a:cubicBezTo>
                <a:lnTo>
                  <a:pt x="597857" y="48973"/>
                </a:lnTo>
                <a:cubicBezTo>
                  <a:pt x="597857" y="48660"/>
                  <a:pt x="599107" y="47095"/>
                  <a:pt x="600203" y="46002"/>
                </a:cubicBezTo>
                <a:cubicBezTo>
                  <a:pt x="604111" y="42403"/>
                  <a:pt x="610836" y="39745"/>
                  <a:pt x="616310" y="39745"/>
                </a:cubicBezTo>
                <a:cubicBezTo>
                  <a:pt x="623189" y="39745"/>
                  <a:pt x="626630" y="45219"/>
                  <a:pt x="626630" y="56165"/>
                </a:cubicBezTo>
                <a:lnTo>
                  <a:pt x="626630" y="90097"/>
                </a:lnTo>
                <a:cubicBezTo>
                  <a:pt x="626630" y="98854"/>
                  <a:pt x="624910" y="100572"/>
                  <a:pt x="615997" y="101198"/>
                </a:cubicBezTo>
                <a:lnTo>
                  <a:pt x="615997" y="103543"/>
                </a:lnTo>
                <a:lnTo>
                  <a:pt x="651027" y="103543"/>
                </a:lnTo>
                <a:lnTo>
                  <a:pt x="651027" y="101198"/>
                </a:lnTo>
                <a:cubicBezTo>
                  <a:pt x="642112" y="101043"/>
                  <a:pt x="639766" y="98384"/>
                  <a:pt x="639766" y="88689"/>
                </a:cubicBezTo>
                <a:lnTo>
                  <a:pt x="639766" y="49285"/>
                </a:lnTo>
                <a:cubicBezTo>
                  <a:pt x="644458" y="42561"/>
                  <a:pt x="649619" y="39745"/>
                  <a:pt x="656814" y="39745"/>
                </a:cubicBezTo>
                <a:cubicBezTo>
                  <a:pt x="665726" y="39745"/>
                  <a:pt x="668542" y="43969"/>
                  <a:pt x="668542" y="56947"/>
                </a:cubicBezTo>
                <a:lnTo>
                  <a:pt x="668542" y="89939"/>
                </a:lnTo>
                <a:cubicBezTo>
                  <a:pt x="668542" y="98854"/>
                  <a:pt x="667292" y="100105"/>
                  <a:pt x="658222" y="101198"/>
                </a:cubicBezTo>
                <a:lnTo>
                  <a:pt x="658222" y="103543"/>
                </a:lnTo>
                <a:lnTo>
                  <a:pt x="692469" y="103543"/>
                </a:lnTo>
                <a:lnTo>
                  <a:pt x="692469" y="101198"/>
                </a:lnTo>
                <a:lnTo>
                  <a:pt x="688403" y="100885"/>
                </a:lnTo>
                <a:cubicBezTo>
                  <a:pt x="683711" y="100572"/>
                  <a:pt x="681678" y="97759"/>
                  <a:pt x="681678" y="91660"/>
                </a:cubicBezTo>
                <a:lnTo>
                  <a:pt x="681678" y="59448"/>
                </a:lnTo>
                <a:cubicBezTo>
                  <a:pt x="681678" y="40998"/>
                  <a:pt x="675579" y="31613"/>
                  <a:pt x="663538" y="31613"/>
                </a:cubicBezTo>
                <a:cubicBezTo>
                  <a:pt x="654468" y="31613"/>
                  <a:pt x="646491" y="35679"/>
                  <a:pt x="638046" y="44749"/>
                </a:cubicBezTo>
                <a:cubicBezTo>
                  <a:pt x="635233" y="35836"/>
                  <a:pt x="629916" y="31613"/>
                  <a:pt x="621471" y="31613"/>
                </a:cubicBezTo>
                <a:cubicBezTo>
                  <a:pt x="614589" y="31613"/>
                  <a:pt x="610211" y="33803"/>
                  <a:pt x="597229" y="43656"/>
                </a:cubicBezTo>
                <a:lnTo>
                  <a:pt x="597229" y="31928"/>
                </a:lnTo>
                <a:lnTo>
                  <a:pt x="596137" y="31613"/>
                </a:lnTo>
                <a:cubicBezTo>
                  <a:pt x="588159" y="34586"/>
                  <a:pt x="582843" y="36306"/>
                  <a:pt x="574243" y="38652"/>
                </a:cubicBezTo>
                <a:lnTo>
                  <a:pt x="574243" y="413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86446E-2EC1-4D1C-89B8-2552CF17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075" y="2146337"/>
            <a:ext cx="1334889" cy="243257"/>
          </a:xfrm>
          <a:custGeom xmlns:a="http://schemas.openxmlformats.org/drawingml/2006/main">
            <a:pathLst>
              <a:path w="1334889" h="243257">
                <a:moveTo>
                  <a:pt x="1245897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54266"/>
                </a:lnTo>
                <a:cubicBezTo>
                  <a:pt x="0" y="203415"/>
                  <a:pt x="39842" y="243257"/>
                  <a:pt x="88991" y="243257"/>
                </a:cubicBezTo>
                <a:lnTo>
                  <a:pt x="1245897" y="243257"/>
                </a:lnTo>
                <a:cubicBezTo>
                  <a:pt x="1295046" y="243257"/>
                  <a:pt x="1334889" y="203415"/>
                  <a:pt x="1334889" y="154266"/>
                </a:cubicBezTo>
                <a:lnTo>
                  <a:pt x="1334889" y="88991"/>
                </a:lnTo>
                <a:cubicBezTo>
                  <a:pt x="1334889" y="39842"/>
                  <a:pt x="1295046" y="0"/>
                  <a:pt x="1245897" y="0"/>
                </a:cubicBezTo>
                <a:close/>
                <a:moveTo>
                  <a:pt x="0" y="243257"/>
                </a:moveTo>
              </a:path>
            </a:pathLst>
          </a:custGeom>
          <a:solidFill xmlns:a="http://schemas.openxmlformats.org/drawingml/2006/main">
            <a:srgbClr val="E6FF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549C7-38F3-44B2-9AF3-8A8152FF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075" y="2146337"/>
            <a:ext cx="1334889" cy="243257"/>
          </a:xfrm>
          <a:custGeom xmlns:a="http://schemas.openxmlformats.org/drawingml/2006/main">
            <a:pathLst>
              <a:path w="1334889" h="243257" fill="none">
                <a:moveTo>
                  <a:pt x="1245897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54266"/>
                </a:lnTo>
                <a:cubicBezTo>
                  <a:pt x="0" y="203415"/>
                  <a:pt x="39842" y="243257"/>
                  <a:pt x="88991" y="243257"/>
                </a:cubicBezTo>
                <a:lnTo>
                  <a:pt x="1245897" y="243257"/>
                </a:lnTo>
                <a:cubicBezTo>
                  <a:pt x="1295046" y="243257"/>
                  <a:pt x="1334889" y="203415"/>
                  <a:pt x="1334889" y="154266"/>
                </a:cubicBezTo>
                <a:lnTo>
                  <a:pt x="1334889" y="88991"/>
                </a:lnTo>
                <a:cubicBezTo>
                  <a:pt x="1334889" y="39842"/>
                  <a:pt x="1295046" y="0"/>
                  <a:pt x="1245897" y="0"/>
                </a:cubicBezTo>
                <a:close/>
                <a:moveTo>
                  <a:pt x="0" y="243257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80" name="Text Mod:α">
            <a:extLst xmlns:a="http://schemas.openxmlformats.org/drawingml/2006/main">
              <a:ext uri="{FF2B5EF4-FFF2-40B4-BE49-F238E27FC236}">
                <a16:creationId xmlns:a16="http://schemas.microsoft.com/office/drawing/2014/main" id="{EAD2EE8A-FD5F-4289-B0C4-40BD1A45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621" y="2200257"/>
            <a:ext cx="479640" cy="108483"/>
          </a:xfrm>
          <a:custGeom xmlns:a="http://schemas.openxmlformats.org/drawingml/2006/main">
            <a:pathLst>
              <a:path w="479640" h="108483">
                <a:moveTo>
                  <a:pt x="103527" y="17181"/>
                </a:moveTo>
                <a:lnTo>
                  <a:pt x="103527" y="88035"/>
                </a:lnTo>
                <a:cubicBezTo>
                  <a:pt x="103527" y="101016"/>
                  <a:pt x="101649" y="103052"/>
                  <a:pt x="89295" y="103832"/>
                </a:cubicBezTo>
                <a:lnTo>
                  <a:pt x="89295" y="106803"/>
                </a:lnTo>
                <a:lnTo>
                  <a:pt x="133082" y="106803"/>
                </a:lnTo>
                <a:lnTo>
                  <a:pt x="133082" y="103832"/>
                </a:lnTo>
                <a:cubicBezTo>
                  <a:pt x="121667" y="103052"/>
                  <a:pt x="119479" y="100861"/>
                  <a:pt x="119479" y="89756"/>
                </a:cubicBezTo>
                <a:lnTo>
                  <a:pt x="119479" y="20309"/>
                </a:lnTo>
                <a:cubicBezTo>
                  <a:pt x="119479" y="9204"/>
                  <a:pt x="121512" y="7171"/>
                  <a:pt x="133082" y="6233"/>
                </a:cubicBezTo>
                <a:lnTo>
                  <a:pt x="133082" y="3260"/>
                </a:lnTo>
                <a:lnTo>
                  <a:pt x="101961" y="3260"/>
                </a:lnTo>
                <a:lnTo>
                  <a:pt x="67401" y="82249"/>
                </a:lnTo>
                <a:lnTo>
                  <a:pt x="31276" y="3260"/>
                </a:lnTo>
                <a:lnTo>
                  <a:pt x="313" y="3260"/>
                </a:lnTo>
                <a:lnTo>
                  <a:pt x="313" y="6233"/>
                </a:lnTo>
                <a:cubicBezTo>
                  <a:pt x="13136" y="7013"/>
                  <a:pt x="15169" y="8891"/>
                  <a:pt x="15169" y="20309"/>
                </a:cubicBezTo>
                <a:lnTo>
                  <a:pt x="15169" y="83812"/>
                </a:lnTo>
                <a:cubicBezTo>
                  <a:pt x="15169" y="99923"/>
                  <a:pt x="12979" y="102894"/>
                  <a:pt x="0" y="103832"/>
                </a:cubicBezTo>
                <a:lnTo>
                  <a:pt x="0" y="106803"/>
                </a:lnTo>
                <a:lnTo>
                  <a:pt x="36750" y="106803"/>
                </a:lnTo>
                <a:lnTo>
                  <a:pt x="36750" y="103832"/>
                </a:lnTo>
                <a:cubicBezTo>
                  <a:pt x="24709" y="103207"/>
                  <a:pt x="22051" y="99611"/>
                  <a:pt x="22051" y="83812"/>
                </a:cubicBezTo>
                <a:lnTo>
                  <a:pt x="22051" y="20777"/>
                </a:lnTo>
                <a:lnTo>
                  <a:pt x="61302" y="106803"/>
                </a:lnTo>
                <a:lnTo>
                  <a:pt x="63493" y="106803"/>
                </a:lnTo>
                <a:lnTo>
                  <a:pt x="103527" y="17181"/>
                </a:lnTo>
                <a:close/>
                <a:moveTo>
                  <a:pt x="176246" y="34872"/>
                </a:moveTo>
                <a:cubicBezTo>
                  <a:pt x="155915" y="34872"/>
                  <a:pt x="141684" y="49879"/>
                  <a:pt x="141684" y="71446"/>
                </a:cubicBezTo>
                <a:cubicBezTo>
                  <a:pt x="141684" y="92543"/>
                  <a:pt x="156228" y="108330"/>
                  <a:pt x="175931" y="108330"/>
                </a:cubicBezTo>
                <a:cubicBezTo>
                  <a:pt x="195637" y="108330"/>
                  <a:pt x="210648" y="91762"/>
                  <a:pt x="210648" y="70196"/>
                </a:cubicBezTo>
                <a:cubicBezTo>
                  <a:pt x="210648" y="49722"/>
                  <a:pt x="196262" y="34872"/>
                  <a:pt x="176246" y="34872"/>
                </a:cubicBezTo>
                <a:moveTo>
                  <a:pt x="174213" y="39253"/>
                </a:moveTo>
                <a:cubicBezTo>
                  <a:pt x="187349" y="39253"/>
                  <a:pt x="196574" y="54256"/>
                  <a:pt x="196574" y="75665"/>
                </a:cubicBezTo>
                <a:cubicBezTo>
                  <a:pt x="196574" y="93325"/>
                  <a:pt x="189537" y="103951"/>
                  <a:pt x="177809" y="103951"/>
                </a:cubicBezTo>
                <a:cubicBezTo>
                  <a:pt x="171710" y="103951"/>
                  <a:pt x="165923" y="100203"/>
                  <a:pt x="162640" y="93951"/>
                </a:cubicBezTo>
                <a:cubicBezTo>
                  <a:pt x="158261" y="85823"/>
                  <a:pt x="155758" y="74885"/>
                  <a:pt x="155758" y="63789"/>
                </a:cubicBezTo>
                <a:cubicBezTo>
                  <a:pt x="155758" y="48942"/>
                  <a:pt x="163107" y="39253"/>
                  <a:pt x="174213" y="39253"/>
                </a:cubicBezTo>
                <a:close/>
                <a:moveTo>
                  <a:pt x="269136" y="108330"/>
                </a:moveTo>
                <a:lnTo>
                  <a:pt x="292125" y="100200"/>
                </a:lnTo>
                <a:lnTo>
                  <a:pt x="292125" y="97699"/>
                </a:lnTo>
                <a:cubicBezTo>
                  <a:pt x="289309" y="97855"/>
                  <a:pt x="288997" y="97855"/>
                  <a:pt x="288527" y="97855"/>
                </a:cubicBezTo>
                <a:cubicBezTo>
                  <a:pt x="282898" y="97855"/>
                  <a:pt x="281647" y="96136"/>
                  <a:pt x="281647" y="88947"/>
                </a:cubicBezTo>
                <a:lnTo>
                  <a:pt x="281647" y="313"/>
                </a:lnTo>
                <a:lnTo>
                  <a:pt x="280864" y="0"/>
                </a:lnTo>
                <a:cubicBezTo>
                  <a:pt x="273357" y="2658"/>
                  <a:pt x="267886" y="4221"/>
                  <a:pt x="257876" y="6882"/>
                </a:cubicBezTo>
                <a:lnTo>
                  <a:pt x="257876" y="9383"/>
                </a:lnTo>
                <a:cubicBezTo>
                  <a:pt x="259128" y="9228"/>
                  <a:pt x="260066" y="9228"/>
                  <a:pt x="261316" y="9228"/>
                </a:cubicBezTo>
                <a:cubicBezTo>
                  <a:pt x="267103" y="9228"/>
                  <a:pt x="268511" y="10791"/>
                  <a:pt x="268511" y="17202"/>
                </a:cubicBezTo>
                <a:lnTo>
                  <a:pt x="268511" y="41597"/>
                </a:lnTo>
                <a:cubicBezTo>
                  <a:pt x="262567" y="36593"/>
                  <a:pt x="258346" y="34872"/>
                  <a:pt x="252089" y="34872"/>
                </a:cubicBezTo>
                <a:cubicBezTo>
                  <a:pt x="234106" y="34872"/>
                  <a:pt x="219562" y="52535"/>
                  <a:pt x="219562" y="74727"/>
                </a:cubicBezTo>
                <a:cubicBezTo>
                  <a:pt x="219562" y="94729"/>
                  <a:pt x="231291" y="108330"/>
                  <a:pt x="248493" y="108330"/>
                </a:cubicBezTo>
                <a:cubicBezTo>
                  <a:pt x="257250" y="108330"/>
                  <a:pt x="263194" y="105204"/>
                  <a:pt x="268511" y="97855"/>
                </a:cubicBezTo>
                <a:lnTo>
                  <a:pt x="268511" y="107862"/>
                </a:lnTo>
                <a:lnTo>
                  <a:pt x="269136" y="108330"/>
                </a:lnTo>
                <a:moveTo>
                  <a:pt x="268511" y="90822"/>
                </a:moveTo>
                <a:cubicBezTo>
                  <a:pt x="268511" y="91918"/>
                  <a:pt x="267416" y="93793"/>
                  <a:pt x="265853" y="95511"/>
                </a:cubicBezTo>
                <a:cubicBezTo>
                  <a:pt x="263037" y="98637"/>
                  <a:pt x="259128" y="100200"/>
                  <a:pt x="254592" y="100200"/>
                </a:cubicBezTo>
                <a:cubicBezTo>
                  <a:pt x="241613" y="100200"/>
                  <a:pt x="233011" y="87696"/>
                  <a:pt x="233011" y="68475"/>
                </a:cubicBezTo>
                <a:cubicBezTo>
                  <a:pt x="233011" y="50817"/>
                  <a:pt x="240673" y="39253"/>
                  <a:pt x="252559" y="39253"/>
                </a:cubicBezTo>
                <a:cubicBezTo>
                  <a:pt x="260849" y="39253"/>
                  <a:pt x="268511" y="46596"/>
                  <a:pt x="268511" y="54879"/>
                </a:cubicBezTo>
                <a:lnTo>
                  <a:pt x="268511" y="90822"/>
                </a:lnTo>
                <a:close/>
                <a:moveTo>
                  <a:pt x="314799" y="35025"/>
                </a:moveTo>
                <a:cubicBezTo>
                  <a:pt x="310108" y="35025"/>
                  <a:pt x="306199" y="39091"/>
                  <a:pt x="306199" y="43940"/>
                </a:cubicBezTo>
                <a:cubicBezTo>
                  <a:pt x="306199" y="48476"/>
                  <a:pt x="310108" y="52385"/>
                  <a:pt x="314644" y="52385"/>
                </a:cubicBezTo>
                <a:cubicBezTo>
                  <a:pt x="319490" y="52385"/>
                  <a:pt x="323557" y="48476"/>
                  <a:pt x="323557" y="43940"/>
                </a:cubicBezTo>
                <a:cubicBezTo>
                  <a:pt x="323557" y="39091"/>
                  <a:pt x="319490" y="35025"/>
                  <a:pt x="314799" y="35025"/>
                </a:cubicBezTo>
                <a:moveTo>
                  <a:pt x="314799" y="91125"/>
                </a:moveTo>
                <a:cubicBezTo>
                  <a:pt x="310108" y="91125"/>
                  <a:pt x="306199" y="95191"/>
                  <a:pt x="306199" y="100040"/>
                </a:cubicBezTo>
                <a:cubicBezTo>
                  <a:pt x="306199" y="104574"/>
                  <a:pt x="310108" y="108483"/>
                  <a:pt x="314644" y="108483"/>
                </a:cubicBezTo>
                <a:cubicBezTo>
                  <a:pt x="319490" y="108483"/>
                  <a:pt x="323557" y="104574"/>
                  <a:pt x="323557" y="100040"/>
                </a:cubicBezTo>
                <a:cubicBezTo>
                  <a:pt x="323557" y="95191"/>
                  <a:pt x="319490" y="91125"/>
                  <a:pt x="314799" y="91125"/>
                </a:cubicBezTo>
                <a:close/>
                <a:moveTo>
                  <a:pt x="460092" y="69847"/>
                </a:moveTo>
                <a:cubicBezTo>
                  <a:pt x="460092" y="45286"/>
                  <a:pt x="445548" y="37621"/>
                  <a:pt x="433977" y="37621"/>
                </a:cubicBezTo>
                <a:cubicBezTo>
                  <a:pt x="412551" y="37621"/>
                  <a:pt x="391908" y="59992"/>
                  <a:pt x="391908" y="82048"/>
                </a:cubicBezTo>
                <a:cubicBezTo>
                  <a:pt x="391908" y="96597"/>
                  <a:pt x="401293" y="108483"/>
                  <a:pt x="417242" y="108483"/>
                </a:cubicBezTo>
                <a:cubicBezTo>
                  <a:pt x="427095" y="108483"/>
                  <a:pt x="438356" y="104887"/>
                  <a:pt x="450239" y="95344"/>
                </a:cubicBezTo>
                <a:cubicBezTo>
                  <a:pt x="452272" y="103636"/>
                  <a:pt x="457434" y="108483"/>
                  <a:pt x="464471" y="108483"/>
                </a:cubicBezTo>
                <a:cubicBezTo>
                  <a:pt x="472760" y="108483"/>
                  <a:pt x="477607" y="99880"/>
                  <a:pt x="477607" y="97377"/>
                </a:cubicBezTo>
                <a:cubicBezTo>
                  <a:pt x="477607" y="96284"/>
                  <a:pt x="476669" y="95814"/>
                  <a:pt x="475731" y="95814"/>
                </a:cubicBezTo>
                <a:cubicBezTo>
                  <a:pt x="474636" y="95814"/>
                  <a:pt x="474166" y="96284"/>
                  <a:pt x="473698" y="97377"/>
                </a:cubicBezTo>
                <a:cubicBezTo>
                  <a:pt x="470882" y="105044"/>
                  <a:pt x="465253" y="105044"/>
                  <a:pt x="464941" y="105044"/>
                </a:cubicBezTo>
                <a:cubicBezTo>
                  <a:pt x="460092" y="105044"/>
                  <a:pt x="460092" y="92841"/>
                  <a:pt x="460092" y="89088"/>
                </a:cubicBezTo>
                <a:cubicBezTo>
                  <a:pt x="460092" y="85802"/>
                  <a:pt x="460092" y="85489"/>
                  <a:pt x="461657" y="83614"/>
                </a:cubicBezTo>
                <a:cubicBezTo>
                  <a:pt x="476356" y="65154"/>
                  <a:pt x="479640" y="47009"/>
                  <a:pt x="479640" y="46851"/>
                </a:cubicBezTo>
                <a:cubicBezTo>
                  <a:pt x="479640" y="46539"/>
                  <a:pt x="479485" y="45286"/>
                  <a:pt x="477764" y="45286"/>
                </a:cubicBezTo>
                <a:cubicBezTo>
                  <a:pt x="476199" y="45286"/>
                  <a:pt x="476199" y="45756"/>
                  <a:pt x="475419" y="48572"/>
                </a:cubicBezTo>
                <a:cubicBezTo>
                  <a:pt x="472603" y="58427"/>
                  <a:pt x="467441" y="70315"/>
                  <a:pt x="460092" y="79545"/>
                </a:cubicBezTo>
                <a:lnTo>
                  <a:pt x="460092" y="69847"/>
                </a:lnTo>
                <a:moveTo>
                  <a:pt x="449614" y="91278"/>
                </a:moveTo>
                <a:cubicBezTo>
                  <a:pt x="435852" y="103324"/>
                  <a:pt x="423812" y="105044"/>
                  <a:pt x="417555" y="105044"/>
                </a:cubicBezTo>
                <a:cubicBezTo>
                  <a:pt x="408172" y="105044"/>
                  <a:pt x="403481" y="98005"/>
                  <a:pt x="403481" y="87992"/>
                </a:cubicBezTo>
                <a:cubicBezTo>
                  <a:pt x="403481" y="80328"/>
                  <a:pt x="407547" y="63433"/>
                  <a:pt x="412551" y="55456"/>
                </a:cubicBezTo>
                <a:cubicBezTo>
                  <a:pt x="419901" y="44035"/>
                  <a:pt x="428345" y="41062"/>
                  <a:pt x="433819" y="41062"/>
                </a:cubicBezTo>
                <a:cubicBezTo>
                  <a:pt x="449301" y="41062"/>
                  <a:pt x="449301" y="61555"/>
                  <a:pt x="449301" y="73758"/>
                </a:cubicBezTo>
                <a:cubicBezTo>
                  <a:pt x="449301" y="79545"/>
                  <a:pt x="449301" y="88617"/>
                  <a:pt x="449614" y="912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Text c">
            <a:extLst xmlns:a="http://schemas.openxmlformats.org/drawingml/2006/main">
              <a:ext uri="{FF2B5EF4-FFF2-40B4-BE49-F238E27FC236}">
                <a16:creationId xmlns:a16="http://schemas.microsoft.com/office/drawing/2014/main" id="{D2221DB7-6EF5-4902-9391-1A5FCB33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942" y="2282191"/>
            <a:ext cx="47400" cy="49389"/>
          </a:xfrm>
          <a:custGeom xmlns:a="http://schemas.openxmlformats.org/drawingml/2006/main">
            <a:pathLst>
              <a:path w="47400" h="49389">
                <a:moveTo>
                  <a:pt x="41159" y="6389"/>
                </a:moveTo>
                <a:cubicBezTo>
                  <a:pt x="37219" y="7047"/>
                  <a:pt x="35577" y="10112"/>
                  <a:pt x="35577" y="12521"/>
                </a:cubicBezTo>
                <a:cubicBezTo>
                  <a:pt x="35577" y="15476"/>
                  <a:pt x="37875" y="16570"/>
                  <a:pt x="39846" y="16570"/>
                </a:cubicBezTo>
                <a:cubicBezTo>
                  <a:pt x="42255" y="16570"/>
                  <a:pt x="46085" y="14819"/>
                  <a:pt x="46085" y="9564"/>
                </a:cubicBezTo>
                <a:cubicBezTo>
                  <a:pt x="46085" y="2081"/>
                  <a:pt x="37548" y="0"/>
                  <a:pt x="31637" y="0"/>
                </a:cubicBezTo>
                <a:cubicBezTo>
                  <a:pt x="15215" y="0"/>
                  <a:pt x="0" y="15148"/>
                  <a:pt x="0" y="30354"/>
                </a:cubicBezTo>
                <a:cubicBezTo>
                  <a:pt x="0" y="39761"/>
                  <a:pt x="6568" y="49389"/>
                  <a:pt x="20251" y="49389"/>
                </a:cubicBezTo>
                <a:cubicBezTo>
                  <a:pt x="38752" y="49389"/>
                  <a:pt x="47400" y="38559"/>
                  <a:pt x="47400" y="37027"/>
                </a:cubicBezTo>
                <a:cubicBezTo>
                  <a:pt x="47400" y="36370"/>
                  <a:pt x="46414" y="35168"/>
                  <a:pt x="45539" y="35168"/>
                </a:cubicBezTo>
                <a:cubicBezTo>
                  <a:pt x="44882" y="35168"/>
                  <a:pt x="44662" y="35387"/>
                  <a:pt x="43787" y="36260"/>
                </a:cubicBezTo>
                <a:cubicBezTo>
                  <a:pt x="35248" y="46324"/>
                  <a:pt x="22441" y="46324"/>
                  <a:pt x="20470" y="46324"/>
                </a:cubicBezTo>
                <a:cubicBezTo>
                  <a:pt x="12588" y="46324"/>
                  <a:pt x="9085" y="40965"/>
                  <a:pt x="9085" y="34182"/>
                </a:cubicBezTo>
                <a:cubicBezTo>
                  <a:pt x="9085" y="31010"/>
                  <a:pt x="10618" y="19087"/>
                  <a:pt x="16311" y="11535"/>
                </a:cubicBezTo>
                <a:cubicBezTo>
                  <a:pt x="20470" y="6167"/>
                  <a:pt x="26163" y="3067"/>
                  <a:pt x="31637" y="3067"/>
                </a:cubicBezTo>
                <a:cubicBezTo>
                  <a:pt x="33168" y="3067"/>
                  <a:pt x="38423" y="3287"/>
                  <a:pt x="41159" y="63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Text ·•+β">
            <a:extLst xmlns:a="http://schemas.openxmlformats.org/drawingml/2006/main">
              <a:ext uri="{FF2B5EF4-FFF2-40B4-BE49-F238E27FC236}">
                <a16:creationId xmlns:a16="http://schemas.microsoft.com/office/drawing/2014/main" id="{AA8A3BCC-7D27-47A1-B33C-9FB55B85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6056" y="2196642"/>
            <a:ext cx="423990" cy="140809"/>
          </a:xfrm>
          <a:custGeom xmlns:a="http://schemas.openxmlformats.org/drawingml/2006/main">
            <a:pathLst>
              <a:path w="423990" h="140809">
                <a:moveTo>
                  <a:pt x="16575" y="71281"/>
                </a:moveTo>
                <a:cubicBezTo>
                  <a:pt x="16575" y="66748"/>
                  <a:pt x="12824" y="62994"/>
                  <a:pt x="8287" y="62994"/>
                </a:cubicBezTo>
                <a:cubicBezTo>
                  <a:pt x="3751" y="62994"/>
                  <a:pt x="0" y="66748"/>
                  <a:pt x="0" y="71281"/>
                </a:cubicBezTo>
                <a:cubicBezTo>
                  <a:pt x="0" y="75818"/>
                  <a:pt x="3751" y="79569"/>
                  <a:pt x="8287" y="79569"/>
                </a:cubicBezTo>
                <a:cubicBezTo>
                  <a:pt x="12824" y="79569"/>
                  <a:pt x="16575" y="75818"/>
                  <a:pt x="16575" y="71281"/>
                </a:cubicBezTo>
                <a:close/>
                <a:moveTo>
                  <a:pt x="134178" y="71324"/>
                </a:moveTo>
                <a:cubicBezTo>
                  <a:pt x="134178" y="54606"/>
                  <a:pt x="120259" y="41012"/>
                  <a:pt x="103839" y="41012"/>
                </a:cubicBezTo>
                <a:cubicBezTo>
                  <a:pt x="86950" y="41012"/>
                  <a:pt x="73343" y="54919"/>
                  <a:pt x="73343" y="71324"/>
                </a:cubicBezTo>
                <a:cubicBezTo>
                  <a:pt x="73343" y="87887"/>
                  <a:pt x="86950" y="101639"/>
                  <a:pt x="103839" y="101639"/>
                </a:cubicBezTo>
                <a:cubicBezTo>
                  <a:pt x="120259" y="101639"/>
                  <a:pt x="134178" y="88042"/>
                  <a:pt x="134178" y="71324"/>
                </a:cubicBezTo>
                <a:close/>
                <a:moveTo>
                  <a:pt x="241656" y="74376"/>
                </a:moveTo>
                <a:lnTo>
                  <a:pt x="285285" y="74376"/>
                </a:lnTo>
                <a:cubicBezTo>
                  <a:pt x="287476" y="74376"/>
                  <a:pt x="290447" y="74376"/>
                  <a:pt x="290447" y="71250"/>
                </a:cubicBezTo>
                <a:cubicBezTo>
                  <a:pt x="290447" y="68122"/>
                  <a:pt x="287476" y="68122"/>
                  <a:pt x="285285" y="68122"/>
                </a:cubicBezTo>
                <a:lnTo>
                  <a:pt x="241656" y="68122"/>
                </a:lnTo>
                <a:lnTo>
                  <a:pt x="241656" y="24404"/>
                </a:lnTo>
                <a:cubicBezTo>
                  <a:pt x="241656" y="22218"/>
                  <a:pt x="241656" y="19245"/>
                  <a:pt x="238527" y="19245"/>
                </a:cubicBezTo>
                <a:cubicBezTo>
                  <a:pt x="235399" y="19245"/>
                  <a:pt x="235399" y="22218"/>
                  <a:pt x="235399" y="24404"/>
                </a:cubicBezTo>
                <a:lnTo>
                  <a:pt x="235399" y="68122"/>
                </a:lnTo>
                <a:lnTo>
                  <a:pt x="191612" y="68122"/>
                </a:lnTo>
                <a:cubicBezTo>
                  <a:pt x="189423" y="68122"/>
                  <a:pt x="186453" y="68122"/>
                  <a:pt x="186453" y="71250"/>
                </a:cubicBezTo>
                <a:cubicBezTo>
                  <a:pt x="186453" y="74376"/>
                  <a:pt x="189423" y="74376"/>
                  <a:pt x="191612" y="74376"/>
                </a:cubicBezTo>
                <a:lnTo>
                  <a:pt x="235399" y="74376"/>
                </a:lnTo>
                <a:lnTo>
                  <a:pt x="235399" y="118238"/>
                </a:lnTo>
                <a:cubicBezTo>
                  <a:pt x="235399" y="120428"/>
                  <a:pt x="235399" y="123399"/>
                  <a:pt x="238527" y="123399"/>
                </a:cubicBezTo>
                <a:cubicBezTo>
                  <a:pt x="241656" y="123399"/>
                  <a:pt x="241656" y="120428"/>
                  <a:pt x="241656" y="118238"/>
                </a:cubicBezTo>
                <a:lnTo>
                  <a:pt x="241656" y="74376"/>
                </a:lnTo>
                <a:close/>
                <a:moveTo>
                  <a:pt x="423990" y="21455"/>
                </a:moveTo>
                <a:cubicBezTo>
                  <a:pt x="423990" y="9705"/>
                  <a:pt x="415388" y="0"/>
                  <a:pt x="402722" y="0"/>
                </a:cubicBezTo>
                <a:cubicBezTo>
                  <a:pt x="393652" y="0"/>
                  <a:pt x="389273" y="2503"/>
                  <a:pt x="383799" y="6574"/>
                </a:cubicBezTo>
                <a:cubicBezTo>
                  <a:pt x="375199" y="12838"/>
                  <a:pt x="366597" y="28033"/>
                  <a:pt x="363626" y="39938"/>
                </a:cubicBezTo>
                <a:lnTo>
                  <a:pt x="338761" y="139246"/>
                </a:lnTo>
                <a:cubicBezTo>
                  <a:pt x="338604" y="139871"/>
                  <a:pt x="339387" y="140809"/>
                  <a:pt x="340637" y="140809"/>
                </a:cubicBezTo>
                <a:cubicBezTo>
                  <a:pt x="341887" y="140809"/>
                  <a:pt x="342357" y="140496"/>
                  <a:pt x="342513" y="140029"/>
                </a:cubicBezTo>
                <a:lnTo>
                  <a:pt x="353461" y="96795"/>
                </a:lnTo>
                <a:cubicBezTo>
                  <a:pt x="356431" y="106159"/>
                  <a:pt x="363313" y="111938"/>
                  <a:pt x="374729" y="111938"/>
                </a:cubicBezTo>
                <a:cubicBezTo>
                  <a:pt x="386145" y="111938"/>
                  <a:pt x="397873" y="106471"/>
                  <a:pt x="404910" y="99604"/>
                </a:cubicBezTo>
                <a:cubicBezTo>
                  <a:pt x="412417" y="92426"/>
                  <a:pt x="417421" y="82437"/>
                  <a:pt x="417421" y="70888"/>
                </a:cubicBezTo>
                <a:cubicBezTo>
                  <a:pt x="417421" y="59653"/>
                  <a:pt x="411634" y="51535"/>
                  <a:pt x="406005" y="47615"/>
                </a:cubicBezTo>
                <a:cubicBezTo>
                  <a:pt x="415075" y="42444"/>
                  <a:pt x="423990" y="32732"/>
                  <a:pt x="423990" y="21455"/>
                </a:cubicBezTo>
                <a:moveTo>
                  <a:pt x="395840" y="47457"/>
                </a:moveTo>
                <a:cubicBezTo>
                  <a:pt x="393807" y="48247"/>
                  <a:pt x="392086" y="48562"/>
                  <a:pt x="388335" y="48562"/>
                </a:cubicBezTo>
                <a:cubicBezTo>
                  <a:pt x="386145" y="48562"/>
                  <a:pt x="383016" y="48720"/>
                  <a:pt x="381453" y="47932"/>
                </a:cubicBezTo>
                <a:cubicBezTo>
                  <a:pt x="381766" y="46355"/>
                  <a:pt x="387395" y="46668"/>
                  <a:pt x="389116" y="46668"/>
                </a:cubicBezTo>
                <a:cubicBezTo>
                  <a:pt x="392399" y="46668"/>
                  <a:pt x="393807" y="46668"/>
                  <a:pt x="395840" y="47457"/>
                </a:cubicBezTo>
                <a:moveTo>
                  <a:pt x="415233" y="17851"/>
                </a:moveTo>
                <a:cubicBezTo>
                  <a:pt x="415233" y="28816"/>
                  <a:pt x="409289" y="40093"/>
                  <a:pt x="401159" y="44947"/>
                </a:cubicBezTo>
                <a:cubicBezTo>
                  <a:pt x="396935" y="43384"/>
                  <a:pt x="393807" y="43069"/>
                  <a:pt x="389116" y="43069"/>
                </a:cubicBezTo>
                <a:cubicBezTo>
                  <a:pt x="385832" y="43069"/>
                  <a:pt x="377075" y="42914"/>
                  <a:pt x="377075" y="48090"/>
                </a:cubicBezTo>
                <a:cubicBezTo>
                  <a:pt x="376917" y="52473"/>
                  <a:pt x="385049" y="52006"/>
                  <a:pt x="387865" y="52006"/>
                </a:cubicBezTo>
                <a:cubicBezTo>
                  <a:pt x="393652" y="52006"/>
                  <a:pt x="395998" y="51848"/>
                  <a:pt x="400689" y="49972"/>
                </a:cubicBezTo>
                <a:cubicBezTo>
                  <a:pt x="406631" y="55594"/>
                  <a:pt x="407413" y="60434"/>
                  <a:pt x="407568" y="67611"/>
                </a:cubicBezTo>
                <a:cubicBezTo>
                  <a:pt x="407883" y="76662"/>
                  <a:pt x="404130" y="88367"/>
                  <a:pt x="399751" y="94454"/>
                </a:cubicBezTo>
                <a:cubicBezTo>
                  <a:pt x="393652" y="102880"/>
                  <a:pt x="383174" y="108499"/>
                  <a:pt x="374259" y="108499"/>
                </a:cubicBezTo>
                <a:cubicBezTo>
                  <a:pt x="362376" y="108499"/>
                  <a:pt x="356431" y="99449"/>
                  <a:pt x="356431" y="88367"/>
                </a:cubicBezTo>
                <a:cubicBezTo>
                  <a:pt x="356431" y="86806"/>
                  <a:pt x="356431" y="84465"/>
                  <a:pt x="357214" y="81502"/>
                </a:cubicBezTo>
                <a:lnTo>
                  <a:pt x="367222" y="41974"/>
                </a:lnTo>
                <a:cubicBezTo>
                  <a:pt x="370663" y="28504"/>
                  <a:pt x="381924" y="3596"/>
                  <a:pt x="400689" y="3596"/>
                </a:cubicBezTo>
                <a:cubicBezTo>
                  <a:pt x="409759" y="3596"/>
                  <a:pt x="415233" y="8452"/>
                  <a:pt x="415233" y="178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Text c">
            <a:extLst xmlns:a="http://schemas.openxmlformats.org/drawingml/2006/main">
              <a:ext uri="{FF2B5EF4-FFF2-40B4-BE49-F238E27FC236}">
                <a16:creationId xmlns:a16="http://schemas.microsoft.com/office/drawing/2014/main" id="{614ECE7D-ADEC-482F-8944-2B30BFC7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5367" y="2282191"/>
            <a:ext cx="47400" cy="49389"/>
          </a:xfrm>
          <a:custGeom xmlns:a="http://schemas.openxmlformats.org/drawingml/2006/main">
            <a:pathLst>
              <a:path w="47400" h="49389">
                <a:moveTo>
                  <a:pt x="41159" y="6389"/>
                </a:moveTo>
                <a:cubicBezTo>
                  <a:pt x="37219" y="7047"/>
                  <a:pt x="35577" y="10112"/>
                  <a:pt x="35577" y="12521"/>
                </a:cubicBezTo>
                <a:cubicBezTo>
                  <a:pt x="35577" y="15476"/>
                  <a:pt x="37875" y="16570"/>
                  <a:pt x="39846" y="16570"/>
                </a:cubicBezTo>
                <a:cubicBezTo>
                  <a:pt x="42255" y="16570"/>
                  <a:pt x="46085" y="14819"/>
                  <a:pt x="46085" y="9564"/>
                </a:cubicBezTo>
                <a:cubicBezTo>
                  <a:pt x="46085" y="2081"/>
                  <a:pt x="37548" y="0"/>
                  <a:pt x="31637" y="0"/>
                </a:cubicBezTo>
                <a:cubicBezTo>
                  <a:pt x="15215" y="0"/>
                  <a:pt x="0" y="15148"/>
                  <a:pt x="0" y="30354"/>
                </a:cubicBezTo>
                <a:cubicBezTo>
                  <a:pt x="0" y="39761"/>
                  <a:pt x="6568" y="49389"/>
                  <a:pt x="20251" y="49389"/>
                </a:cubicBezTo>
                <a:cubicBezTo>
                  <a:pt x="38752" y="49389"/>
                  <a:pt x="47400" y="38559"/>
                  <a:pt x="47400" y="37027"/>
                </a:cubicBezTo>
                <a:cubicBezTo>
                  <a:pt x="47400" y="36370"/>
                  <a:pt x="46414" y="35168"/>
                  <a:pt x="45539" y="35168"/>
                </a:cubicBezTo>
                <a:cubicBezTo>
                  <a:pt x="44882" y="35168"/>
                  <a:pt x="44662" y="35387"/>
                  <a:pt x="43787" y="36260"/>
                </a:cubicBezTo>
                <a:cubicBezTo>
                  <a:pt x="35248" y="46324"/>
                  <a:pt x="22441" y="46324"/>
                  <a:pt x="20470" y="46324"/>
                </a:cubicBezTo>
                <a:cubicBezTo>
                  <a:pt x="12588" y="46324"/>
                  <a:pt x="9085" y="40965"/>
                  <a:pt x="9085" y="34182"/>
                </a:cubicBezTo>
                <a:cubicBezTo>
                  <a:pt x="9085" y="31010"/>
                  <a:pt x="10618" y="19087"/>
                  <a:pt x="16311" y="11535"/>
                </a:cubicBezTo>
                <a:cubicBezTo>
                  <a:pt x="20470" y="6167"/>
                  <a:pt x="26163" y="3067"/>
                  <a:pt x="31637" y="3067"/>
                </a:cubicBezTo>
                <a:cubicBezTo>
                  <a:pt x="33168" y="3067"/>
                  <a:pt x="38423" y="3287"/>
                  <a:pt x="41159" y="63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AA2883-90E2-4245-9437-9C0CBA65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075" y="2484841"/>
            <a:ext cx="1334889" cy="212697"/>
          </a:xfrm>
          <a:custGeom xmlns:a="http://schemas.openxmlformats.org/drawingml/2006/main">
            <a:pathLst>
              <a:path w="1334889" h="212697">
                <a:moveTo>
                  <a:pt x="1245897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23706"/>
                </a:lnTo>
                <a:cubicBezTo>
                  <a:pt x="0" y="172855"/>
                  <a:pt x="39842" y="212697"/>
                  <a:pt x="88991" y="212697"/>
                </a:cubicBezTo>
                <a:lnTo>
                  <a:pt x="1245897" y="212697"/>
                </a:lnTo>
                <a:cubicBezTo>
                  <a:pt x="1295046" y="212697"/>
                  <a:pt x="1334889" y="172855"/>
                  <a:pt x="1334889" y="123706"/>
                </a:cubicBezTo>
                <a:lnTo>
                  <a:pt x="1334889" y="88991"/>
                </a:lnTo>
                <a:cubicBezTo>
                  <a:pt x="1334889" y="39842"/>
                  <a:pt x="1295046" y="0"/>
                  <a:pt x="1245897" y="0"/>
                </a:cubicBezTo>
                <a:close/>
                <a:moveTo>
                  <a:pt x="0" y="212697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62BFD-E355-444E-88D1-F0CABFEF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075" y="2484841"/>
            <a:ext cx="1334889" cy="212697"/>
          </a:xfrm>
          <a:custGeom xmlns:a="http://schemas.openxmlformats.org/drawingml/2006/main">
            <a:pathLst>
              <a:path w="1334889" h="212697" fill="none">
                <a:moveTo>
                  <a:pt x="1245897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23706"/>
                </a:lnTo>
                <a:cubicBezTo>
                  <a:pt x="0" y="172855"/>
                  <a:pt x="39842" y="212697"/>
                  <a:pt x="88991" y="212697"/>
                </a:cubicBezTo>
                <a:lnTo>
                  <a:pt x="1245897" y="212697"/>
                </a:lnTo>
                <a:cubicBezTo>
                  <a:pt x="1295046" y="212697"/>
                  <a:pt x="1334889" y="172855"/>
                  <a:pt x="1334889" y="123706"/>
                </a:cubicBezTo>
                <a:lnTo>
                  <a:pt x="1334889" y="88991"/>
                </a:lnTo>
                <a:cubicBezTo>
                  <a:pt x="1334889" y="39842"/>
                  <a:pt x="1295046" y="0"/>
                  <a:pt x="1245897" y="0"/>
                </a:cubicBezTo>
                <a:close/>
                <a:moveTo>
                  <a:pt x="0" y="212697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86" name="Text Linear">
            <a:extLst xmlns:a="http://schemas.openxmlformats.org/drawingml/2006/main">
              <a:ext uri="{FF2B5EF4-FFF2-40B4-BE49-F238E27FC236}">
                <a16:creationId xmlns:a16="http://schemas.microsoft.com/office/drawing/2014/main" id="{38852D54-BB80-49A4-B016-EB23C8CA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316" y="2536856"/>
            <a:ext cx="406598" cy="108278"/>
          </a:xfrm>
          <a:custGeom xmlns:a="http://schemas.openxmlformats.org/drawingml/2006/main">
            <a:pathLst>
              <a:path w="406598" h="108278">
                <a:moveTo>
                  <a:pt x="87732" y="79538"/>
                </a:moveTo>
                <a:cubicBezTo>
                  <a:pt x="85074" y="85480"/>
                  <a:pt x="82883" y="89078"/>
                  <a:pt x="80538" y="91736"/>
                </a:cubicBezTo>
                <a:cubicBezTo>
                  <a:pt x="75064" y="97838"/>
                  <a:pt x="66464" y="100654"/>
                  <a:pt x="53483" y="100654"/>
                </a:cubicBezTo>
                <a:lnTo>
                  <a:pt x="43005" y="100654"/>
                </a:lnTo>
                <a:cubicBezTo>
                  <a:pt x="31589" y="100654"/>
                  <a:pt x="29556" y="99713"/>
                  <a:pt x="29556" y="94239"/>
                </a:cubicBezTo>
                <a:lnTo>
                  <a:pt x="29556" y="20257"/>
                </a:lnTo>
                <a:cubicBezTo>
                  <a:pt x="29556" y="9151"/>
                  <a:pt x="31746" y="6961"/>
                  <a:pt x="44100" y="6180"/>
                </a:cubicBezTo>
                <a:lnTo>
                  <a:pt x="44100" y="3207"/>
                </a:lnTo>
                <a:lnTo>
                  <a:pt x="0" y="3207"/>
                </a:lnTo>
                <a:lnTo>
                  <a:pt x="0" y="6180"/>
                </a:lnTo>
                <a:cubicBezTo>
                  <a:pt x="11573" y="7118"/>
                  <a:pt x="13606" y="9309"/>
                  <a:pt x="13606" y="20257"/>
                </a:cubicBezTo>
                <a:lnTo>
                  <a:pt x="13606" y="89703"/>
                </a:lnTo>
                <a:cubicBezTo>
                  <a:pt x="13606" y="100654"/>
                  <a:pt x="11416" y="102999"/>
                  <a:pt x="0" y="103780"/>
                </a:cubicBezTo>
                <a:lnTo>
                  <a:pt x="0" y="106750"/>
                </a:lnTo>
                <a:lnTo>
                  <a:pt x="84134" y="106750"/>
                </a:lnTo>
                <a:lnTo>
                  <a:pt x="91641" y="79540"/>
                </a:lnTo>
                <a:lnTo>
                  <a:pt x="87732" y="79538"/>
                </a:lnTo>
                <a:close/>
                <a:moveTo>
                  <a:pt x="121040" y="34820"/>
                </a:moveTo>
                <a:lnTo>
                  <a:pt x="96801" y="43372"/>
                </a:lnTo>
                <a:lnTo>
                  <a:pt x="96801" y="45720"/>
                </a:lnTo>
                <a:lnTo>
                  <a:pt x="98053" y="45563"/>
                </a:lnTo>
                <a:cubicBezTo>
                  <a:pt x="99929" y="45250"/>
                  <a:pt x="101962" y="45093"/>
                  <a:pt x="103370" y="45093"/>
                </a:cubicBezTo>
                <a:cubicBezTo>
                  <a:pt x="107123" y="45093"/>
                  <a:pt x="108529" y="47596"/>
                  <a:pt x="108529" y="54482"/>
                </a:cubicBezTo>
                <a:lnTo>
                  <a:pt x="108529" y="90791"/>
                </a:lnTo>
                <a:cubicBezTo>
                  <a:pt x="108529" y="102059"/>
                  <a:pt x="106966" y="103780"/>
                  <a:pt x="96175" y="104405"/>
                </a:cubicBezTo>
                <a:lnTo>
                  <a:pt x="96175" y="106750"/>
                </a:lnTo>
                <a:lnTo>
                  <a:pt x="133238" y="106750"/>
                </a:lnTo>
                <a:lnTo>
                  <a:pt x="133238" y="104405"/>
                </a:lnTo>
                <a:cubicBezTo>
                  <a:pt x="122918" y="103624"/>
                  <a:pt x="121665" y="102059"/>
                  <a:pt x="121665" y="90791"/>
                </a:cubicBezTo>
                <a:lnTo>
                  <a:pt x="121665" y="35290"/>
                </a:lnTo>
                <a:lnTo>
                  <a:pt x="121040" y="34820"/>
                </a:lnTo>
                <a:moveTo>
                  <a:pt x="113690" y="0"/>
                </a:moveTo>
                <a:cubicBezTo>
                  <a:pt x="109469" y="0"/>
                  <a:pt x="105871" y="3598"/>
                  <a:pt x="105871" y="7977"/>
                </a:cubicBezTo>
                <a:cubicBezTo>
                  <a:pt x="105871" y="12356"/>
                  <a:pt x="109312" y="15952"/>
                  <a:pt x="113690" y="15952"/>
                </a:cubicBezTo>
                <a:cubicBezTo>
                  <a:pt x="118227" y="15952"/>
                  <a:pt x="121823" y="12511"/>
                  <a:pt x="121823" y="7977"/>
                </a:cubicBezTo>
                <a:cubicBezTo>
                  <a:pt x="121823" y="3598"/>
                  <a:pt x="118227" y="0"/>
                  <a:pt x="113690" y="0"/>
                </a:cubicBezTo>
                <a:close/>
                <a:moveTo>
                  <a:pt x="139650" y="44518"/>
                </a:moveTo>
                <a:cubicBezTo>
                  <a:pt x="140588" y="44047"/>
                  <a:pt x="142153" y="43892"/>
                  <a:pt x="143874" y="43892"/>
                </a:cubicBezTo>
                <a:cubicBezTo>
                  <a:pt x="148252" y="43892"/>
                  <a:pt x="149658" y="46238"/>
                  <a:pt x="149658" y="53898"/>
                </a:cubicBezTo>
                <a:lnTo>
                  <a:pt x="149658" y="92679"/>
                </a:lnTo>
                <a:cubicBezTo>
                  <a:pt x="149658" y="101591"/>
                  <a:pt x="147937" y="103780"/>
                  <a:pt x="139963" y="104405"/>
                </a:cubicBezTo>
                <a:lnTo>
                  <a:pt x="139963" y="106750"/>
                </a:lnTo>
                <a:lnTo>
                  <a:pt x="173117" y="106750"/>
                </a:lnTo>
                <a:lnTo>
                  <a:pt x="173117" y="104405"/>
                </a:lnTo>
                <a:cubicBezTo>
                  <a:pt x="165140" y="103780"/>
                  <a:pt x="162794" y="101904"/>
                  <a:pt x="162794" y="96275"/>
                </a:cubicBezTo>
                <a:lnTo>
                  <a:pt x="162794" y="52335"/>
                </a:lnTo>
                <a:cubicBezTo>
                  <a:pt x="170301" y="45298"/>
                  <a:pt x="173742" y="43422"/>
                  <a:pt x="178903" y="43422"/>
                </a:cubicBezTo>
                <a:cubicBezTo>
                  <a:pt x="186566" y="43422"/>
                  <a:pt x="190319" y="48269"/>
                  <a:pt x="190319" y="58589"/>
                </a:cubicBezTo>
                <a:lnTo>
                  <a:pt x="190319" y="91271"/>
                </a:lnTo>
                <a:cubicBezTo>
                  <a:pt x="190319" y="101121"/>
                  <a:pt x="188286" y="103780"/>
                  <a:pt x="180466" y="104405"/>
                </a:cubicBezTo>
                <a:lnTo>
                  <a:pt x="180466" y="106750"/>
                </a:lnTo>
                <a:lnTo>
                  <a:pt x="212996" y="106750"/>
                </a:lnTo>
                <a:lnTo>
                  <a:pt x="212996" y="104405"/>
                </a:lnTo>
                <a:cubicBezTo>
                  <a:pt x="205331" y="103624"/>
                  <a:pt x="203455" y="101746"/>
                  <a:pt x="203455" y="94087"/>
                </a:cubicBezTo>
                <a:lnTo>
                  <a:pt x="203455" y="58277"/>
                </a:lnTo>
                <a:cubicBezTo>
                  <a:pt x="203455" y="43580"/>
                  <a:pt x="196574" y="34820"/>
                  <a:pt x="185003" y="34820"/>
                </a:cubicBezTo>
                <a:cubicBezTo>
                  <a:pt x="177808" y="34820"/>
                  <a:pt x="172959" y="37481"/>
                  <a:pt x="162326" y="47488"/>
                </a:cubicBezTo>
                <a:lnTo>
                  <a:pt x="162326" y="35135"/>
                </a:lnTo>
                <a:lnTo>
                  <a:pt x="161231" y="34820"/>
                </a:lnTo>
                <a:cubicBezTo>
                  <a:pt x="153569" y="37636"/>
                  <a:pt x="148252" y="39356"/>
                  <a:pt x="139650" y="41859"/>
                </a:cubicBezTo>
                <a:lnTo>
                  <a:pt x="139650" y="44518"/>
                </a:lnTo>
                <a:close/>
                <a:moveTo>
                  <a:pt x="279145" y="81060"/>
                </a:moveTo>
                <a:cubicBezTo>
                  <a:pt x="271640" y="92951"/>
                  <a:pt x="264913" y="97489"/>
                  <a:pt x="254906" y="97489"/>
                </a:cubicBezTo>
                <a:cubicBezTo>
                  <a:pt x="245993" y="97489"/>
                  <a:pt x="239269" y="92951"/>
                  <a:pt x="234732" y="84033"/>
                </a:cubicBezTo>
                <a:cubicBezTo>
                  <a:pt x="231917" y="78087"/>
                  <a:pt x="230824" y="72923"/>
                  <a:pt x="230511" y="63378"/>
                </a:cubicBezTo>
                <a:lnTo>
                  <a:pt x="278677" y="63378"/>
                </a:lnTo>
                <a:cubicBezTo>
                  <a:pt x="277424" y="53232"/>
                  <a:pt x="275861" y="48713"/>
                  <a:pt x="271953" y="43725"/>
                </a:cubicBezTo>
                <a:cubicBezTo>
                  <a:pt x="267259" y="38106"/>
                  <a:pt x="260067" y="34820"/>
                  <a:pt x="251935" y="34820"/>
                </a:cubicBezTo>
                <a:cubicBezTo>
                  <a:pt x="244115" y="34820"/>
                  <a:pt x="236765" y="37636"/>
                  <a:pt x="230824" y="42945"/>
                </a:cubicBezTo>
                <a:cubicBezTo>
                  <a:pt x="223472" y="49335"/>
                  <a:pt x="219251" y="60407"/>
                  <a:pt x="219251" y="73236"/>
                </a:cubicBezTo>
                <a:cubicBezTo>
                  <a:pt x="219251" y="94829"/>
                  <a:pt x="230511" y="108278"/>
                  <a:pt x="248494" y="108278"/>
                </a:cubicBezTo>
                <a:cubicBezTo>
                  <a:pt x="263350" y="108278"/>
                  <a:pt x="275079" y="99052"/>
                  <a:pt x="281648" y="82156"/>
                </a:cubicBezTo>
                <a:lnTo>
                  <a:pt x="279145" y="81060"/>
                </a:lnTo>
                <a:moveTo>
                  <a:pt x="230824" y="58374"/>
                </a:moveTo>
                <a:cubicBezTo>
                  <a:pt x="232542" y="46219"/>
                  <a:pt x="237861" y="40451"/>
                  <a:pt x="247398" y="40451"/>
                </a:cubicBezTo>
                <a:cubicBezTo>
                  <a:pt x="256939" y="40451"/>
                  <a:pt x="260692" y="44816"/>
                  <a:pt x="262725" y="58374"/>
                </a:cubicBezTo>
                <a:lnTo>
                  <a:pt x="230824" y="58374"/>
                </a:lnTo>
                <a:close/>
                <a:moveTo>
                  <a:pt x="353896" y="96397"/>
                </a:moveTo>
                <a:cubicBezTo>
                  <a:pt x="351238" y="98582"/>
                  <a:pt x="349362" y="99365"/>
                  <a:pt x="347016" y="99365"/>
                </a:cubicBezTo>
                <a:cubicBezTo>
                  <a:pt x="343420" y="99365"/>
                  <a:pt x="342325" y="97177"/>
                  <a:pt x="342325" y="90302"/>
                </a:cubicBezTo>
                <a:lnTo>
                  <a:pt x="342325" y="59828"/>
                </a:lnTo>
                <a:cubicBezTo>
                  <a:pt x="342325" y="51700"/>
                  <a:pt x="341542" y="47169"/>
                  <a:pt x="339197" y="43417"/>
                </a:cubicBezTo>
                <a:cubicBezTo>
                  <a:pt x="335756" y="37793"/>
                  <a:pt x="329031" y="34820"/>
                  <a:pt x="319806" y="34820"/>
                </a:cubicBezTo>
                <a:cubicBezTo>
                  <a:pt x="305105" y="34820"/>
                  <a:pt x="293534" y="42480"/>
                  <a:pt x="293534" y="52325"/>
                </a:cubicBezTo>
                <a:cubicBezTo>
                  <a:pt x="293534" y="55921"/>
                  <a:pt x="296660" y="59045"/>
                  <a:pt x="300258" y="59045"/>
                </a:cubicBezTo>
                <a:cubicBezTo>
                  <a:pt x="304009" y="59045"/>
                  <a:pt x="307295" y="55921"/>
                  <a:pt x="307295" y="52483"/>
                </a:cubicBezTo>
                <a:cubicBezTo>
                  <a:pt x="307295" y="51858"/>
                  <a:pt x="307138" y="51075"/>
                  <a:pt x="306983" y="49982"/>
                </a:cubicBezTo>
                <a:cubicBezTo>
                  <a:pt x="306670" y="48576"/>
                  <a:pt x="306512" y="47326"/>
                  <a:pt x="306512" y="46231"/>
                </a:cubicBezTo>
                <a:cubicBezTo>
                  <a:pt x="306512" y="42012"/>
                  <a:pt x="311516" y="38573"/>
                  <a:pt x="317773" y="38573"/>
                </a:cubicBezTo>
                <a:cubicBezTo>
                  <a:pt x="325435" y="38573"/>
                  <a:pt x="329656" y="43105"/>
                  <a:pt x="329656" y="51545"/>
                </a:cubicBezTo>
                <a:lnTo>
                  <a:pt x="329656" y="61078"/>
                </a:lnTo>
                <a:cubicBezTo>
                  <a:pt x="305575" y="70766"/>
                  <a:pt x="302916" y="72016"/>
                  <a:pt x="296192" y="77956"/>
                </a:cubicBezTo>
                <a:cubicBezTo>
                  <a:pt x="292751" y="81082"/>
                  <a:pt x="290560" y="86393"/>
                  <a:pt x="290560" y="91550"/>
                </a:cubicBezTo>
                <a:cubicBezTo>
                  <a:pt x="290560" y="101398"/>
                  <a:pt x="297442" y="108278"/>
                  <a:pt x="306983" y="108278"/>
                </a:cubicBezTo>
                <a:cubicBezTo>
                  <a:pt x="313862" y="108278"/>
                  <a:pt x="320274" y="104994"/>
                  <a:pt x="329814" y="96862"/>
                </a:cubicBezTo>
                <a:cubicBezTo>
                  <a:pt x="330597" y="104994"/>
                  <a:pt x="333410" y="108278"/>
                  <a:pt x="339822" y="108278"/>
                </a:cubicBezTo>
                <a:cubicBezTo>
                  <a:pt x="345138" y="108278"/>
                  <a:pt x="348424" y="106402"/>
                  <a:pt x="353896" y="100460"/>
                </a:cubicBezTo>
                <a:lnTo>
                  <a:pt x="353896" y="96397"/>
                </a:lnTo>
                <a:moveTo>
                  <a:pt x="329656" y="87479"/>
                </a:moveTo>
                <a:cubicBezTo>
                  <a:pt x="329656" y="92328"/>
                  <a:pt x="328876" y="93736"/>
                  <a:pt x="325590" y="95611"/>
                </a:cubicBezTo>
                <a:cubicBezTo>
                  <a:pt x="321839" y="97802"/>
                  <a:pt x="317460" y="99208"/>
                  <a:pt x="314175" y="99208"/>
                </a:cubicBezTo>
                <a:cubicBezTo>
                  <a:pt x="308703" y="99208"/>
                  <a:pt x="304324" y="93891"/>
                  <a:pt x="304324" y="87167"/>
                </a:cubicBezTo>
                <a:lnTo>
                  <a:pt x="304324" y="86541"/>
                </a:lnTo>
                <a:cubicBezTo>
                  <a:pt x="304324" y="77314"/>
                  <a:pt x="310734" y="71685"/>
                  <a:pt x="329656" y="64803"/>
                </a:cubicBezTo>
                <a:lnTo>
                  <a:pt x="329656" y="87479"/>
                </a:lnTo>
                <a:close/>
                <a:moveTo>
                  <a:pt x="355304" y="45768"/>
                </a:moveTo>
                <a:cubicBezTo>
                  <a:pt x="357494" y="45298"/>
                  <a:pt x="358902" y="45140"/>
                  <a:pt x="360778" y="45140"/>
                </a:cubicBezTo>
                <a:cubicBezTo>
                  <a:pt x="364686" y="45140"/>
                  <a:pt x="366094" y="47643"/>
                  <a:pt x="366094" y="54523"/>
                </a:cubicBezTo>
                <a:lnTo>
                  <a:pt x="366094" y="93617"/>
                </a:lnTo>
                <a:cubicBezTo>
                  <a:pt x="366094" y="101434"/>
                  <a:pt x="364999" y="102529"/>
                  <a:pt x="354991" y="104405"/>
                </a:cubicBezTo>
                <a:lnTo>
                  <a:pt x="354991" y="106750"/>
                </a:lnTo>
                <a:lnTo>
                  <a:pt x="392524" y="106750"/>
                </a:lnTo>
                <a:lnTo>
                  <a:pt x="392524" y="104405"/>
                </a:lnTo>
                <a:cubicBezTo>
                  <a:pt x="381889" y="103937"/>
                  <a:pt x="379230" y="101591"/>
                  <a:pt x="379230" y="92679"/>
                </a:cubicBezTo>
                <a:lnTo>
                  <a:pt x="379230" y="57494"/>
                </a:lnTo>
                <a:cubicBezTo>
                  <a:pt x="379230" y="52490"/>
                  <a:pt x="385955" y="44673"/>
                  <a:pt x="390178" y="44673"/>
                </a:cubicBezTo>
                <a:cubicBezTo>
                  <a:pt x="391116" y="44673"/>
                  <a:pt x="392524" y="45455"/>
                  <a:pt x="394244" y="47018"/>
                </a:cubicBezTo>
                <a:cubicBezTo>
                  <a:pt x="396745" y="49206"/>
                  <a:pt x="398466" y="50144"/>
                  <a:pt x="400499" y="50144"/>
                </a:cubicBezTo>
                <a:cubicBezTo>
                  <a:pt x="404252" y="50144"/>
                  <a:pt x="406598" y="47486"/>
                  <a:pt x="406598" y="43110"/>
                </a:cubicBezTo>
                <a:cubicBezTo>
                  <a:pt x="406598" y="37948"/>
                  <a:pt x="403314" y="34820"/>
                  <a:pt x="397998" y="34820"/>
                </a:cubicBezTo>
                <a:cubicBezTo>
                  <a:pt x="391429" y="34820"/>
                  <a:pt x="386895" y="38418"/>
                  <a:pt x="379230" y="49519"/>
                </a:cubicBezTo>
                <a:lnTo>
                  <a:pt x="379230" y="35135"/>
                </a:lnTo>
                <a:lnTo>
                  <a:pt x="378450" y="34820"/>
                </a:lnTo>
                <a:cubicBezTo>
                  <a:pt x="370160" y="38261"/>
                  <a:pt x="364531" y="40294"/>
                  <a:pt x="355304" y="43265"/>
                </a:cubicBezTo>
                <a:lnTo>
                  <a:pt x="355304" y="457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477F71-FD0A-428B-A564-39AD9559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051" y="4016744"/>
            <a:ext cx="3559704" cy="667444"/>
          </a:xfrm>
          <a:custGeom xmlns:a="http://schemas.openxmlformats.org/drawingml/2006/main">
            <a:pathLst>
              <a:path w="3559704" h="667444">
                <a:moveTo>
                  <a:pt x="3470713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578453"/>
                </a:lnTo>
                <a:cubicBezTo>
                  <a:pt x="0" y="627602"/>
                  <a:pt x="39842" y="667444"/>
                  <a:pt x="88991" y="667444"/>
                </a:cubicBezTo>
                <a:lnTo>
                  <a:pt x="3470713" y="667444"/>
                </a:lnTo>
                <a:cubicBezTo>
                  <a:pt x="3519862" y="667444"/>
                  <a:pt x="3559704" y="627602"/>
                  <a:pt x="3559704" y="578453"/>
                </a:cubicBezTo>
                <a:lnTo>
                  <a:pt x="3559704" y="88991"/>
                </a:lnTo>
                <a:cubicBezTo>
                  <a:pt x="3559704" y="39842"/>
                  <a:pt x="3519862" y="0"/>
                  <a:pt x="3470713" y="0"/>
                </a:cubicBezTo>
                <a:close/>
                <a:moveTo>
                  <a:pt x="0" y="667444"/>
                </a:moveTo>
              </a:path>
            </a:pathLst>
          </a:custGeom>
          <a:solidFill xmlns:a="http://schemas.openxmlformats.org/drawingml/2006/main">
            <a:srgbClr val="E6FF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AB2881-60EF-43A5-BAFD-34591D3D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051" y="4016744"/>
            <a:ext cx="3559704" cy="667444"/>
          </a:xfrm>
          <a:custGeom xmlns:a="http://schemas.openxmlformats.org/drawingml/2006/main">
            <a:pathLst>
              <a:path w="3559704" h="667444" fill="none">
                <a:moveTo>
                  <a:pt x="3470713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578453"/>
                </a:lnTo>
                <a:cubicBezTo>
                  <a:pt x="0" y="627602"/>
                  <a:pt x="39842" y="667444"/>
                  <a:pt x="88991" y="667444"/>
                </a:cubicBezTo>
                <a:lnTo>
                  <a:pt x="3470713" y="667444"/>
                </a:lnTo>
                <a:cubicBezTo>
                  <a:pt x="3519862" y="667444"/>
                  <a:pt x="3559704" y="627602"/>
                  <a:pt x="3559704" y="578453"/>
                </a:cubicBezTo>
                <a:lnTo>
                  <a:pt x="3559704" y="88991"/>
                </a:lnTo>
                <a:cubicBezTo>
                  <a:pt x="3559704" y="39842"/>
                  <a:pt x="3519862" y="0"/>
                  <a:pt x="3470713" y="0"/>
                </a:cubicBezTo>
                <a:close/>
                <a:moveTo>
                  <a:pt x="0" y="667444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89" name="Text Attention">
            <a:extLst xmlns:a="http://schemas.openxmlformats.org/drawingml/2006/main">
              <a:ext uri="{FF2B5EF4-FFF2-40B4-BE49-F238E27FC236}">
                <a16:creationId xmlns:a16="http://schemas.microsoft.com/office/drawing/2014/main" id="{AE2AEF1F-7F19-4C97-85D1-C2AA824E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886" y="4342581"/>
            <a:ext cx="844028" cy="155920"/>
          </a:xfrm>
          <a:custGeom xmlns:a="http://schemas.openxmlformats.org/drawingml/2006/main">
            <a:pathLst>
              <a:path w="844028" h="155920">
                <a:moveTo>
                  <a:pt x="155608" y="149443"/>
                </a:moveTo>
                <a:cubicBezTo>
                  <a:pt x="145474" y="148770"/>
                  <a:pt x="143224" y="146519"/>
                  <a:pt x="135341" y="129867"/>
                </a:cubicBezTo>
                <a:lnTo>
                  <a:pt x="79266" y="1979"/>
                </a:lnTo>
                <a:lnTo>
                  <a:pt x="74765" y="1979"/>
                </a:lnTo>
                <a:lnTo>
                  <a:pt x="27922" y="112542"/>
                </a:lnTo>
                <a:cubicBezTo>
                  <a:pt x="13511" y="145395"/>
                  <a:pt x="10807" y="148993"/>
                  <a:pt x="0" y="149443"/>
                </a:cubicBezTo>
                <a:lnTo>
                  <a:pt x="0" y="153721"/>
                </a:lnTo>
                <a:lnTo>
                  <a:pt x="44588" y="153721"/>
                </a:lnTo>
                <a:lnTo>
                  <a:pt x="44588" y="149443"/>
                </a:lnTo>
                <a:cubicBezTo>
                  <a:pt x="33778" y="149443"/>
                  <a:pt x="29273" y="146519"/>
                  <a:pt x="29273" y="140220"/>
                </a:cubicBezTo>
                <a:cubicBezTo>
                  <a:pt x="29273" y="137520"/>
                  <a:pt x="29950" y="134369"/>
                  <a:pt x="31077" y="131444"/>
                </a:cubicBezTo>
                <a:lnTo>
                  <a:pt x="41434" y="105116"/>
                </a:lnTo>
                <a:lnTo>
                  <a:pt x="100436" y="105116"/>
                </a:lnTo>
                <a:lnTo>
                  <a:pt x="109669" y="126720"/>
                </a:lnTo>
                <a:cubicBezTo>
                  <a:pt x="112370" y="132795"/>
                  <a:pt x="113947" y="138643"/>
                  <a:pt x="113947" y="141794"/>
                </a:cubicBezTo>
                <a:cubicBezTo>
                  <a:pt x="113947" y="147419"/>
                  <a:pt x="110119" y="149220"/>
                  <a:pt x="98182" y="149443"/>
                </a:cubicBezTo>
                <a:lnTo>
                  <a:pt x="98182" y="153721"/>
                </a:lnTo>
                <a:lnTo>
                  <a:pt x="155608" y="153721"/>
                </a:lnTo>
                <a:lnTo>
                  <a:pt x="155608" y="149443"/>
                </a:lnTo>
                <a:moveTo>
                  <a:pt x="45261" y="95883"/>
                </a:moveTo>
                <a:lnTo>
                  <a:pt x="71160" y="33956"/>
                </a:lnTo>
                <a:lnTo>
                  <a:pt x="97282" y="95883"/>
                </a:lnTo>
                <a:lnTo>
                  <a:pt x="45261" y="95883"/>
                </a:lnTo>
                <a:close/>
                <a:moveTo>
                  <a:pt x="216634" y="52340"/>
                </a:moveTo>
                <a:lnTo>
                  <a:pt x="193890" y="52340"/>
                </a:lnTo>
                <a:lnTo>
                  <a:pt x="193890" y="26218"/>
                </a:lnTo>
                <a:cubicBezTo>
                  <a:pt x="193890" y="23967"/>
                  <a:pt x="193667" y="23290"/>
                  <a:pt x="192313" y="23290"/>
                </a:cubicBezTo>
                <a:cubicBezTo>
                  <a:pt x="190739" y="25318"/>
                  <a:pt x="189385" y="27345"/>
                  <a:pt x="187812" y="29596"/>
                </a:cubicBezTo>
                <a:cubicBezTo>
                  <a:pt x="179252" y="41983"/>
                  <a:pt x="169569" y="52794"/>
                  <a:pt x="165968" y="53694"/>
                </a:cubicBezTo>
                <a:cubicBezTo>
                  <a:pt x="163490" y="55268"/>
                  <a:pt x="162136" y="56845"/>
                  <a:pt x="162136" y="57972"/>
                </a:cubicBezTo>
                <a:cubicBezTo>
                  <a:pt x="162136" y="58649"/>
                  <a:pt x="162363" y="59099"/>
                  <a:pt x="163040" y="59549"/>
                </a:cubicBezTo>
                <a:lnTo>
                  <a:pt x="174974" y="59549"/>
                </a:lnTo>
                <a:lnTo>
                  <a:pt x="174974" y="127324"/>
                </a:lnTo>
                <a:cubicBezTo>
                  <a:pt x="174974" y="146237"/>
                  <a:pt x="181730" y="155920"/>
                  <a:pt x="195017" y="155920"/>
                </a:cubicBezTo>
                <a:cubicBezTo>
                  <a:pt x="206051" y="155920"/>
                  <a:pt x="214607" y="150519"/>
                  <a:pt x="222039" y="138808"/>
                </a:cubicBezTo>
                <a:lnTo>
                  <a:pt x="219112" y="136331"/>
                </a:lnTo>
                <a:cubicBezTo>
                  <a:pt x="214384" y="141959"/>
                  <a:pt x="210556" y="144213"/>
                  <a:pt x="205601" y="144213"/>
                </a:cubicBezTo>
                <a:cubicBezTo>
                  <a:pt x="197268" y="144213"/>
                  <a:pt x="193890" y="138131"/>
                  <a:pt x="193890" y="123947"/>
                </a:cubicBezTo>
                <a:lnTo>
                  <a:pt x="193890" y="59549"/>
                </a:lnTo>
                <a:lnTo>
                  <a:pt x="216634" y="59549"/>
                </a:lnTo>
                <a:lnTo>
                  <a:pt x="216634" y="52340"/>
                </a:lnTo>
                <a:close/>
                <a:moveTo>
                  <a:pt x="279239" y="52340"/>
                </a:moveTo>
                <a:lnTo>
                  <a:pt x="256495" y="52340"/>
                </a:lnTo>
                <a:lnTo>
                  <a:pt x="256495" y="26218"/>
                </a:lnTo>
                <a:cubicBezTo>
                  <a:pt x="256495" y="23967"/>
                  <a:pt x="256272" y="23290"/>
                  <a:pt x="254918" y="23290"/>
                </a:cubicBezTo>
                <a:cubicBezTo>
                  <a:pt x="253344" y="25318"/>
                  <a:pt x="251990" y="27345"/>
                  <a:pt x="250416" y="29596"/>
                </a:cubicBezTo>
                <a:cubicBezTo>
                  <a:pt x="241857" y="41983"/>
                  <a:pt x="232174" y="52794"/>
                  <a:pt x="228572" y="53694"/>
                </a:cubicBezTo>
                <a:cubicBezTo>
                  <a:pt x="226095" y="55268"/>
                  <a:pt x="224741" y="56845"/>
                  <a:pt x="224741" y="57972"/>
                </a:cubicBezTo>
                <a:cubicBezTo>
                  <a:pt x="224741" y="58649"/>
                  <a:pt x="224968" y="59099"/>
                  <a:pt x="225645" y="59549"/>
                </a:cubicBezTo>
                <a:lnTo>
                  <a:pt x="237579" y="59549"/>
                </a:lnTo>
                <a:lnTo>
                  <a:pt x="237579" y="127324"/>
                </a:lnTo>
                <a:cubicBezTo>
                  <a:pt x="237579" y="146237"/>
                  <a:pt x="244334" y="155920"/>
                  <a:pt x="257622" y="155920"/>
                </a:cubicBezTo>
                <a:cubicBezTo>
                  <a:pt x="268656" y="155920"/>
                  <a:pt x="277212" y="150519"/>
                  <a:pt x="284644" y="138808"/>
                </a:cubicBezTo>
                <a:lnTo>
                  <a:pt x="281717" y="136331"/>
                </a:lnTo>
                <a:cubicBezTo>
                  <a:pt x="276988" y="141959"/>
                  <a:pt x="273160" y="144213"/>
                  <a:pt x="268205" y="144213"/>
                </a:cubicBezTo>
                <a:cubicBezTo>
                  <a:pt x="259873" y="144213"/>
                  <a:pt x="256495" y="138131"/>
                  <a:pt x="256495" y="123947"/>
                </a:cubicBezTo>
                <a:lnTo>
                  <a:pt x="256495" y="59549"/>
                </a:lnTo>
                <a:lnTo>
                  <a:pt x="279239" y="59549"/>
                </a:lnTo>
                <a:lnTo>
                  <a:pt x="279239" y="52340"/>
                </a:lnTo>
                <a:close/>
                <a:moveTo>
                  <a:pt x="376297" y="116727"/>
                </a:moveTo>
                <a:cubicBezTo>
                  <a:pt x="365490" y="133850"/>
                  <a:pt x="355804" y="140385"/>
                  <a:pt x="341392" y="140385"/>
                </a:cubicBezTo>
                <a:cubicBezTo>
                  <a:pt x="328558" y="140385"/>
                  <a:pt x="318875" y="133850"/>
                  <a:pt x="312343" y="121009"/>
                </a:cubicBezTo>
                <a:cubicBezTo>
                  <a:pt x="308288" y="112446"/>
                  <a:pt x="306714" y="105010"/>
                  <a:pt x="306264" y="91265"/>
                </a:cubicBezTo>
                <a:lnTo>
                  <a:pt x="375623" y="91265"/>
                </a:lnTo>
                <a:cubicBezTo>
                  <a:pt x="373819" y="76654"/>
                  <a:pt x="371569" y="70146"/>
                  <a:pt x="365940" y="62965"/>
                </a:cubicBezTo>
                <a:cubicBezTo>
                  <a:pt x="359181" y="54872"/>
                  <a:pt x="348825" y="50141"/>
                  <a:pt x="337114" y="50141"/>
                </a:cubicBezTo>
                <a:cubicBezTo>
                  <a:pt x="325854" y="50141"/>
                  <a:pt x="315270" y="54196"/>
                  <a:pt x="306714" y="61841"/>
                </a:cubicBezTo>
                <a:cubicBezTo>
                  <a:pt x="296127" y="71043"/>
                  <a:pt x="290049" y="86987"/>
                  <a:pt x="290049" y="105460"/>
                </a:cubicBezTo>
                <a:cubicBezTo>
                  <a:pt x="290049" y="136554"/>
                  <a:pt x="306264" y="155920"/>
                  <a:pt x="332159" y="155920"/>
                </a:cubicBezTo>
                <a:cubicBezTo>
                  <a:pt x="353553" y="155920"/>
                  <a:pt x="370442" y="142636"/>
                  <a:pt x="379901" y="118304"/>
                </a:cubicBezTo>
                <a:lnTo>
                  <a:pt x="376297" y="116727"/>
                </a:lnTo>
                <a:moveTo>
                  <a:pt x="306714" y="84059"/>
                </a:moveTo>
                <a:cubicBezTo>
                  <a:pt x="309188" y="66555"/>
                  <a:pt x="316847" y="58250"/>
                  <a:pt x="330582" y="58250"/>
                </a:cubicBezTo>
                <a:cubicBezTo>
                  <a:pt x="344320" y="58250"/>
                  <a:pt x="349725" y="64535"/>
                  <a:pt x="352653" y="84059"/>
                </a:cubicBezTo>
                <a:lnTo>
                  <a:pt x="306714" y="84059"/>
                </a:lnTo>
                <a:close/>
                <a:moveTo>
                  <a:pt x="388008" y="64105"/>
                </a:moveTo>
                <a:cubicBezTo>
                  <a:pt x="389359" y="63429"/>
                  <a:pt x="391613" y="63205"/>
                  <a:pt x="394090" y="63205"/>
                </a:cubicBezTo>
                <a:cubicBezTo>
                  <a:pt x="400396" y="63205"/>
                  <a:pt x="402419" y="66583"/>
                  <a:pt x="402419" y="77613"/>
                </a:cubicBezTo>
                <a:lnTo>
                  <a:pt x="402419" y="133458"/>
                </a:lnTo>
                <a:cubicBezTo>
                  <a:pt x="402419" y="146292"/>
                  <a:pt x="399942" y="149443"/>
                  <a:pt x="388458" y="150343"/>
                </a:cubicBezTo>
                <a:lnTo>
                  <a:pt x="388458" y="153721"/>
                </a:lnTo>
                <a:lnTo>
                  <a:pt x="436201" y="153721"/>
                </a:lnTo>
                <a:lnTo>
                  <a:pt x="436201" y="150343"/>
                </a:lnTo>
                <a:cubicBezTo>
                  <a:pt x="424713" y="149443"/>
                  <a:pt x="421336" y="146742"/>
                  <a:pt x="421336" y="138636"/>
                </a:cubicBezTo>
                <a:lnTo>
                  <a:pt x="421336" y="75362"/>
                </a:lnTo>
                <a:cubicBezTo>
                  <a:pt x="432146" y="65229"/>
                  <a:pt x="437101" y="62528"/>
                  <a:pt x="444533" y="62528"/>
                </a:cubicBezTo>
                <a:cubicBezTo>
                  <a:pt x="455567" y="62528"/>
                  <a:pt x="460972" y="69507"/>
                  <a:pt x="460972" y="84369"/>
                </a:cubicBezTo>
                <a:lnTo>
                  <a:pt x="460972" y="131431"/>
                </a:lnTo>
                <a:cubicBezTo>
                  <a:pt x="460972" y="145615"/>
                  <a:pt x="458044" y="149443"/>
                  <a:pt x="446784" y="150343"/>
                </a:cubicBezTo>
                <a:lnTo>
                  <a:pt x="446784" y="153721"/>
                </a:lnTo>
                <a:lnTo>
                  <a:pt x="493626" y="153721"/>
                </a:lnTo>
                <a:lnTo>
                  <a:pt x="493626" y="150343"/>
                </a:lnTo>
                <a:cubicBezTo>
                  <a:pt x="482589" y="149220"/>
                  <a:pt x="479888" y="146515"/>
                  <a:pt x="479888" y="135485"/>
                </a:cubicBezTo>
                <a:lnTo>
                  <a:pt x="479888" y="83919"/>
                </a:lnTo>
                <a:cubicBezTo>
                  <a:pt x="479888" y="62755"/>
                  <a:pt x="469978" y="50141"/>
                  <a:pt x="453316" y="50141"/>
                </a:cubicBezTo>
                <a:cubicBezTo>
                  <a:pt x="442956" y="50141"/>
                  <a:pt x="435974" y="53972"/>
                  <a:pt x="420662" y="68384"/>
                </a:cubicBezTo>
                <a:lnTo>
                  <a:pt x="420662" y="50594"/>
                </a:lnTo>
                <a:lnTo>
                  <a:pt x="419085" y="50141"/>
                </a:lnTo>
                <a:cubicBezTo>
                  <a:pt x="408051" y="54196"/>
                  <a:pt x="400396" y="56673"/>
                  <a:pt x="388008" y="60278"/>
                </a:cubicBezTo>
                <a:lnTo>
                  <a:pt x="388008" y="64105"/>
                </a:lnTo>
                <a:close/>
                <a:moveTo>
                  <a:pt x="554426" y="52340"/>
                </a:moveTo>
                <a:lnTo>
                  <a:pt x="531682" y="52340"/>
                </a:lnTo>
                <a:lnTo>
                  <a:pt x="531682" y="26218"/>
                </a:lnTo>
                <a:cubicBezTo>
                  <a:pt x="531682" y="23967"/>
                  <a:pt x="531459" y="23290"/>
                  <a:pt x="530105" y="23290"/>
                </a:cubicBezTo>
                <a:cubicBezTo>
                  <a:pt x="528531" y="25318"/>
                  <a:pt x="527177" y="27345"/>
                  <a:pt x="525603" y="29596"/>
                </a:cubicBezTo>
                <a:cubicBezTo>
                  <a:pt x="517044" y="41983"/>
                  <a:pt x="507361" y="52794"/>
                  <a:pt x="503759" y="53694"/>
                </a:cubicBezTo>
                <a:cubicBezTo>
                  <a:pt x="501282" y="55268"/>
                  <a:pt x="499928" y="56845"/>
                  <a:pt x="499928" y="57972"/>
                </a:cubicBezTo>
                <a:cubicBezTo>
                  <a:pt x="499928" y="58649"/>
                  <a:pt x="500155" y="59099"/>
                  <a:pt x="500832" y="59549"/>
                </a:cubicBezTo>
                <a:lnTo>
                  <a:pt x="512766" y="59549"/>
                </a:lnTo>
                <a:lnTo>
                  <a:pt x="512766" y="127324"/>
                </a:lnTo>
                <a:cubicBezTo>
                  <a:pt x="512766" y="146237"/>
                  <a:pt x="519521" y="155920"/>
                  <a:pt x="532809" y="155920"/>
                </a:cubicBezTo>
                <a:cubicBezTo>
                  <a:pt x="543843" y="155920"/>
                  <a:pt x="552399" y="150519"/>
                  <a:pt x="559831" y="138808"/>
                </a:cubicBezTo>
                <a:lnTo>
                  <a:pt x="556903" y="136331"/>
                </a:lnTo>
                <a:cubicBezTo>
                  <a:pt x="552175" y="141959"/>
                  <a:pt x="548347" y="144213"/>
                  <a:pt x="543392" y="144213"/>
                </a:cubicBezTo>
                <a:cubicBezTo>
                  <a:pt x="535060" y="144213"/>
                  <a:pt x="531682" y="138131"/>
                  <a:pt x="531682" y="123947"/>
                </a:cubicBezTo>
                <a:lnTo>
                  <a:pt x="531682" y="59549"/>
                </a:lnTo>
                <a:lnTo>
                  <a:pt x="554426" y="59549"/>
                </a:lnTo>
                <a:lnTo>
                  <a:pt x="554426" y="52340"/>
                </a:lnTo>
                <a:close/>
                <a:moveTo>
                  <a:pt x="599014" y="50141"/>
                </a:moveTo>
                <a:lnTo>
                  <a:pt x="564109" y="62456"/>
                </a:lnTo>
                <a:lnTo>
                  <a:pt x="564109" y="65837"/>
                </a:lnTo>
                <a:lnTo>
                  <a:pt x="565913" y="65611"/>
                </a:lnTo>
                <a:cubicBezTo>
                  <a:pt x="568614" y="65160"/>
                  <a:pt x="571542" y="64934"/>
                  <a:pt x="573569" y="64934"/>
                </a:cubicBezTo>
                <a:cubicBezTo>
                  <a:pt x="578974" y="64934"/>
                  <a:pt x="580998" y="68538"/>
                  <a:pt x="580998" y="78455"/>
                </a:cubicBezTo>
                <a:lnTo>
                  <a:pt x="580998" y="130740"/>
                </a:lnTo>
                <a:cubicBezTo>
                  <a:pt x="580998" y="146966"/>
                  <a:pt x="578747" y="149443"/>
                  <a:pt x="563209" y="150343"/>
                </a:cubicBezTo>
                <a:lnTo>
                  <a:pt x="563209" y="153721"/>
                </a:lnTo>
                <a:lnTo>
                  <a:pt x="616580" y="153721"/>
                </a:lnTo>
                <a:lnTo>
                  <a:pt x="616580" y="150343"/>
                </a:lnTo>
                <a:cubicBezTo>
                  <a:pt x="601718" y="149220"/>
                  <a:pt x="599914" y="146966"/>
                  <a:pt x="599914" y="130740"/>
                </a:cubicBezTo>
                <a:lnTo>
                  <a:pt x="599914" y="50818"/>
                </a:lnTo>
                <a:lnTo>
                  <a:pt x="599014" y="50141"/>
                </a:lnTo>
                <a:moveTo>
                  <a:pt x="588430" y="0"/>
                </a:moveTo>
                <a:cubicBezTo>
                  <a:pt x="582352" y="0"/>
                  <a:pt x="577170" y="5182"/>
                  <a:pt x="577170" y="11487"/>
                </a:cubicBezTo>
                <a:cubicBezTo>
                  <a:pt x="577170" y="17793"/>
                  <a:pt x="582125" y="22971"/>
                  <a:pt x="588430" y="22971"/>
                </a:cubicBezTo>
                <a:cubicBezTo>
                  <a:pt x="594963" y="22971"/>
                  <a:pt x="600141" y="18016"/>
                  <a:pt x="600141" y="11487"/>
                </a:cubicBezTo>
                <a:cubicBezTo>
                  <a:pt x="600141" y="5182"/>
                  <a:pt x="594963" y="0"/>
                  <a:pt x="588430" y="0"/>
                </a:cubicBezTo>
                <a:close/>
                <a:moveTo>
                  <a:pt x="678509" y="50141"/>
                </a:moveTo>
                <a:cubicBezTo>
                  <a:pt x="649233" y="50141"/>
                  <a:pt x="628740" y="71751"/>
                  <a:pt x="628740" y="102807"/>
                </a:cubicBezTo>
                <a:cubicBezTo>
                  <a:pt x="628740" y="133187"/>
                  <a:pt x="649683" y="155920"/>
                  <a:pt x="678056" y="155920"/>
                </a:cubicBezTo>
                <a:cubicBezTo>
                  <a:pt x="706432" y="155920"/>
                  <a:pt x="728049" y="132063"/>
                  <a:pt x="728049" y="101007"/>
                </a:cubicBezTo>
                <a:cubicBezTo>
                  <a:pt x="728049" y="71524"/>
                  <a:pt x="707332" y="50141"/>
                  <a:pt x="678509" y="50141"/>
                </a:cubicBezTo>
                <a:moveTo>
                  <a:pt x="675582" y="56450"/>
                </a:moveTo>
                <a:cubicBezTo>
                  <a:pt x="694498" y="56450"/>
                  <a:pt x="707782" y="78053"/>
                  <a:pt x="707782" y="108882"/>
                </a:cubicBezTo>
                <a:cubicBezTo>
                  <a:pt x="707782" y="134314"/>
                  <a:pt x="697649" y="149615"/>
                  <a:pt x="680760" y="149615"/>
                </a:cubicBezTo>
                <a:cubicBezTo>
                  <a:pt x="671977" y="149615"/>
                  <a:pt x="663645" y="144217"/>
                  <a:pt x="658916" y="135214"/>
                </a:cubicBezTo>
                <a:cubicBezTo>
                  <a:pt x="652611" y="123510"/>
                  <a:pt x="649006" y="107759"/>
                  <a:pt x="649006" y="91780"/>
                </a:cubicBezTo>
                <a:cubicBezTo>
                  <a:pt x="649006" y="70401"/>
                  <a:pt x="659590" y="56450"/>
                  <a:pt x="675582" y="56450"/>
                </a:cubicBezTo>
                <a:close/>
                <a:moveTo>
                  <a:pt x="738410" y="64105"/>
                </a:moveTo>
                <a:cubicBezTo>
                  <a:pt x="739761" y="63429"/>
                  <a:pt x="742015" y="63205"/>
                  <a:pt x="744493" y="63205"/>
                </a:cubicBezTo>
                <a:cubicBezTo>
                  <a:pt x="750798" y="63205"/>
                  <a:pt x="752822" y="66583"/>
                  <a:pt x="752822" y="77613"/>
                </a:cubicBezTo>
                <a:lnTo>
                  <a:pt x="752822" y="133458"/>
                </a:lnTo>
                <a:cubicBezTo>
                  <a:pt x="752822" y="146292"/>
                  <a:pt x="750344" y="149443"/>
                  <a:pt x="738861" y="150343"/>
                </a:cubicBezTo>
                <a:lnTo>
                  <a:pt x="738861" y="153721"/>
                </a:lnTo>
                <a:lnTo>
                  <a:pt x="786603" y="153721"/>
                </a:lnTo>
                <a:lnTo>
                  <a:pt x="786603" y="150343"/>
                </a:lnTo>
                <a:cubicBezTo>
                  <a:pt x="775116" y="149443"/>
                  <a:pt x="771738" y="146742"/>
                  <a:pt x="771738" y="138636"/>
                </a:cubicBezTo>
                <a:lnTo>
                  <a:pt x="771738" y="75362"/>
                </a:lnTo>
                <a:cubicBezTo>
                  <a:pt x="782548" y="65229"/>
                  <a:pt x="787503" y="62528"/>
                  <a:pt x="794936" y="62528"/>
                </a:cubicBezTo>
                <a:cubicBezTo>
                  <a:pt x="805969" y="62528"/>
                  <a:pt x="811374" y="69507"/>
                  <a:pt x="811374" y="84369"/>
                </a:cubicBezTo>
                <a:lnTo>
                  <a:pt x="811374" y="131431"/>
                </a:lnTo>
                <a:cubicBezTo>
                  <a:pt x="811374" y="145615"/>
                  <a:pt x="808447" y="149443"/>
                  <a:pt x="797186" y="150343"/>
                </a:cubicBezTo>
                <a:lnTo>
                  <a:pt x="797186" y="153721"/>
                </a:lnTo>
                <a:lnTo>
                  <a:pt x="844028" y="153721"/>
                </a:lnTo>
                <a:lnTo>
                  <a:pt x="844028" y="150343"/>
                </a:lnTo>
                <a:cubicBezTo>
                  <a:pt x="832991" y="149220"/>
                  <a:pt x="830291" y="146515"/>
                  <a:pt x="830291" y="135485"/>
                </a:cubicBezTo>
                <a:lnTo>
                  <a:pt x="830291" y="83919"/>
                </a:lnTo>
                <a:cubicBezTo>
                  <a:pt x="830291" y="62755"/>
                  <a:pt x="820381" y="50141"/>
                  <a:pt x="803719" y="50141"/>
                </a:cubicBezTo>
                <a:cubicBezTo>
                  <a:pt x="793358" y="50141"/>
                  <a:pt x="786376" y="53972"/>
                  <a:pt x="771065" y="68384"/>
                </a:cubicBezTo>
                <a:lnTo>
                  <a:pt x="771065" y="50594"/>
                </a:lnTo>
                <a:lnTo>
                  <a:pt x="769487" y="50141"/>
                </a:lnTo>
                <a:cubicBezTo>
                  <a:pt x="758454" y="54196"/>
                  <a:pt x="750798" y="56673"/>
                  <a:pt x="738410" y="60278"/>
                </a:cubicBezTo>
                <a:lnTo>
                  <a:pt x="738410" y="641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7A92EB-4DE9-4170-BAF4-D44091FE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075" y="5017600"/>
            <a:ext cx="1334889" cy="212697"/>
          </a:xfrm>
          <a:custGeom xmlns:a="http://schemas.openxmlformats.org/drawingml/2006/main">
            <a:pathLst>
              <a:path w="1334889" h="212697">
                <a:moveTo>
                  <a:pt x="1245897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23706"/>
                </a:lnTo>
                <a:cubicBezTo>
                  <a:pt x="0" y="172855"/>
                  <a:pt x="39842" y="212697"/>
                  <a:pt x="88991" y="212697"/>
                </a:cubicBezTo>
                <a:lnTo>
                  <a:pt x="1245897" y="212697"/>
                </a:lnTo>
                <a:cubicBezTo>
                  <a:pt x="1295046" y="212697"/>
                  <a:pt x="1334889" y="172855"/>
                  <a:pt x="1334889" y="123706"/>
                </a:cubicBezTo>
                <a:lnTo>
                  <a:pt x="1334889" y="88991"/>
                </a:lnTo>
                <a:cubicBezTo>
                  <a:pt x="1334889" y="39842"/>
                  <a:pt x="1295046" y="0"/>
                  <a:pt x="1245897" y="0"/>
                </a:cubicBezTo>
                <a:close/>
                <a:moveTo>
                  <a:pt x="0" y="212697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A4FD6-EABF-4A07-AA6F-956A05E8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075" y="5017600"/>
            <a:ext cx="1334889" cy="212697"/>
          </a:xfrm>
          <a:custGeom xmlns:a="http://schemas.openxmlformats.org/drawingml/2006/main">
            <a:pathLst>
              <a:path w="1334889" h="212697" fill="none">
                <a:moveTo>
                  <a:pt x="1245897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23706"/>
                </a:lnTo>
                <a:cubicBezTo>
                  <a:pt x="0" y="172855"/>
                  <a:pt x="39842" y="212697"/>
                  <a:pt x="88991" y="212697"/>
                </a:cubicBezTo>
                <a:lnTo>
                  <a:pt x="1245897" y="212697"/>
                </a:lnTo>
                <a:cubicBezTo>
                  <a:pt x="1295046" y="212697"/>
                  <a:pt x="1334889" y="172855"/>
                  <a:pt x="1334889" y="123706"/>
                </a:cubicBezTo>
                <a:lnTo>
                  <a:pt x="1334889" y="88991"/>
                </a:lnTo>
                <a:cubicBezTo>
                  <a:pt x="1334889" y="39842"/>
                  <a:pt x="1295046" y="0"/>
                  <a:pt x="1245897" y="0"/>
                </a:cubicBezTo>
                <a:close/>
                <a:moveTo>
                  <a:pt x="0" y="212697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92" name="Text Linear">
            <a:extLst xmlns:a="http://schemas.openxmlformats.org/drawingml/2006/main">
              <a:ext uri="{FF2B5EF4-FFF2-40B4-BE49-F238E27FC236}">
                <a16:creationId xmlns:a16="http://schemas.microsoft.com/office/drawing/2014/main" id="{D21CF2A4-08BC-42F8-BF34-C6C3D03C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316" y="5069583"/>
            <a:ext cx="406598" cy="108278"/>
          </a:xfrm>
          <a:custGeom xmlns:a="http://schemas.openxmlformats.org/drawingml/2006/main">
            <a:pathLst>
              <a:path w="406598" h="108278">
                <a:moveTo>
                  <a:pt x="87732" y="79538"/>
                </a:moveTo>
                <a:cubicBezTo>
                  <a:pt x="85074" y="85480"/>
                  <a:pt x="82883" y="89078"/>
                  <a:pt x="80538" y="91736"/>
                </a:cubicBezTo>
                <a:cubicBezTo>
                  <a:pt x="75064" y="97838"/>
                  <a:pt x="66464" y="100654"/>
                  <a:pt x="53483" y="100654"/>
                </a:cubicBezTo>
                <a:lnTo>
                  <a:pt x="43005" y="100654"/>
                </a:lnTo>
                <a:cubicBezTo>
                  <a:pt x="31589" y="100654"/>
                  <a:pt x="29556" y="99713"/>
                  <a:pt x="29556" y="94239"/>
                </a:cubicBezTo>
                <a:lnTo>
                  <a:pt x="29556" y="20257"/>
                </a:lnTo>
                <a:cubicBezTo>
                  <a:pt x="29556" y="9151"/>
                  <a:pt x="31746" y="6961"/>
                  <a:pt x="44100" y="6180"/>
                </a:cubicBezTo>
                <a:lnTo>
                  <a:pt x="44100" y="3207"/>
                </a:lnTo>
                <a:lnTo>
                  <a:pt x="0" y="3207"/>
                </a:lnTo>
                <a:lnTo>
                  <a:pt x="0" y="6180"/>
                </a:lnTo>
                <a:cubicBezTo>
                  <a:pt x="11573" y="7118"/>
                  <a:pt x="13606" y="9309"/>
                  <a:pt x="13606" y="20257"/>
                </a:cubicBezTo>
                <a:lnTo>
                  <a:pt x="13606" y="89703"/>
                </a:lnTo>
                <a:cubicBezTo>
                  <a:pt x="13606" y="100654"/>
                  <a:pt x="11416" y="102999"/>
                  <a:pt x="0" y="103780"/>
                </a:cubicBezTo>
                <a:lnTo>
                  <a:pt x="0" y="106750"/>
                </a:lnTo>
                <a:lnTo>
                  <a:pt x="84134" y="106750"/>
                </a:lnTo>
                <a:lnTo>
                  <a:pt x="91641" y="79540"/>
                </a:lnTo>
                <a:lnTo>
                  <a:pt x="87732" y="79538"/>
                </a:lnTo>
                <a:close/>
                <a:moveTo>
                  <a:pt x="121040" y="34820"/>
                </a:moveTo>
                <a:lnTo>
                  <a:pt x="96801" y="43372"/>
                </a:lnTo>
                <a:lnTo>
                  <a:pt x="96801" y="45720"/>
                </a:lnTo>
                <a:lnTo>
                  <a:pt x="98053" y="45563"/>
                </a:lnTo>
                <a:cubicBezTo>
                  <a:pt x="99929" y="45250"/>
                  <a:pt x="101962" y="45093"/>
                  <a:pt x="103370" y="45093"/>
                </a:cubicBezTo>
                <a:cubicBezTo>
                  <a:pt x="107123" y="45093"/>
                  <a:pt x="108529" y="47596"/>
                  <a:pt x="108529" y="54482"/>
                </a:cubicBezTo>
                <a:lnTo>
                  <a:pt x="108529" y="90791"/>
                </a:lnTo>
                <a:cubicBezTo>
                  <a:pt x="108529" y="102059"/>
                  <a:pt x="106966" y="103780"/>
                  <a:pt x="96175" y="104405"/>
                </a:cubicBezTo>
                <a:lnTo>
                  <a:pt x="96175" y="106750"/>
                </a:lnTo>
                <a:lnTo>
                  <a:pt x="133238" y="106750"/>
                </a:lnTo>
                <a:lnTo>
                  <a:pt x="133238" y="104405"/>
                </a:lnTo>
                <a:cubicBezTo>
                  <a:pt x="122918" y="103624"/>
                  <a:pt x="121665" y="102059"/>
                  <a:pt x="121665" y="90791"/>
                </a:cubicBezTo>
                <a:lnTo>
                  <a:pt x="121665" y="35290"/>
                </a:lnTo>
                <a:lnTo>
                  <a:pt x="121040" y="34820"/>
                </a:lnTo>
                <a:moveTo>
                  <a:pt x="113690" y="0"/>
                </a:moveTo>
                <a:cubicBezTo>
                  <a:pt x="109469" y="0"/>
                  <a:pt x="105871" y="3598"/>
                  <a:pt x="105871" y="7977"/>
                </a:cubicBezTo>
                <a:cubicBezTo>
                  <a:pt x="105871" y="12356"/>
                  <a:pt x="109312" y="15952"/>
                  <a:pt x="113690" y="15952"/>
                </a:cubicBezTo>
                <a:cubicBezTo>
                  <a:pt x="118227" y="15952"/>
                  <a:pt x="121823" y="12511"/>
                  <a:pt x="121823" y="7977"/>
                </a:cubicBezTo>
                <a:cubicBezTo>
                  <a:pt x="121823" y="3598"/>
                  <a:pt x="118227" y="0"/>
                  <a:pt x="113690" y="0"/>
                </a:cubicBezTo>
                <a:close/>
                <a:moveTo>
                  <a:pt x="139650" y="44518"/>
                </a:moveTo>
                <a:cubicBezTo>
                  <a:pt x="140588" y="44047"/>
                  <a:pt x="142153" y="43892"/>
                  <a:pt x="143874" y="43892"/>
                </a:cubicBezTo>
                <a:cubicBezTo>
                  <a:pt x="148252" y="43892"/>
                  <a:pt x="149658" y="46238"/>
                  <a:pt x="149658" y="53898"/>
                </a:cubicBezTo>
                <a:lnTo>
                  <a:pt x="149658" y="92679"/>
                </a:lnTo>
                <a:cubicBezTo>
                  <a:pt x="149658" y="101591"/>
                  <a:pt x="147937" y="103780"/>
                  <a:pt x="139963" y="104405"/>
                </a:cubicBezTo>
                <a:lnTo>
                  <a:pt x="139963" y="106750"/>
                </a:lnTo>
                <a:lnTo>
                  <a:pt x="173117" y="106750"/>
                </a:lnTo>
                <a:lnTo>
                  <a:pt x="173117" y="104405"/>
                </a:lnTo>
                <a:cubicBezTo>
                  <a:pt x="165140" y="103780"/>
                  <a:pt x="162794" y="101904"/>
                  <a:pt x="162794" y="96275"/>
                </a:cubicBezTo>
                <a:lnTo>
                  <a:pt x="162794" y="52335"/>
                </a:lnTo>
                <a:cubicBezTo>
                  <a:pt x="170301" y="45298"/>
                  <a:pt x="173742" y="43422"/>
                  <a:pt x="178903" y="43422"/>
                </a:cubicBezTo>
                <a:cubicBezTo>
                  <a:pt x="186566" y="43422"/>
                  <a:pt x="190319" y="48269"/>
                  <a:pt x="190319" y="58589"/>
                </a:cubicBezTo>
                <a:lnTo>
                  <a:pt x="190319" y="91271"/>
                </a:lnTo>
                <a:cubicBezTo>
                  <a:pt x="190319" y="101121"/>
                  <a:pt x="188286" y="103780"/>
                  <a:pt x="180466" y="104405"/>
                </a:cubicBezTo>
                <a:lnTo>
                  <a:pt x="180466" y="106750"/>
                </a:lnTo>
                <a:lnTo>
                  <a:pt x="212996" y="106750"/>
                </a:lnTo>
                <a:lnTo>
                  <a:pt x="212996" y="104405"/>
                </a:lnTo>
                <a:cubicBezTo>
                  <a:pt x="205331" y="103624"/>
                  <a:pt x="203455" y="101746"/>
                  <a:pt x="203455" y="94087"/>
                </a:cubicBezTo>
                <a:lnTo>
                  <a:pt x="203455" y="58277"/>
                </a:lnTo>
                <a:cubicBezTo>
                  <a:pt x="203455" y="43580"/>
                  <a:pt x="196574" y="34820"/>
                  <a:pt x="185003" y="34820"/>
                </a:cubicBezTo>
                <a:cubicBezTo>
                  <a:pt x="177808" y="34820"/>
                  <a:pt x="172959" y="37481"/>
                  <a:pt x="162326" y="47488"/>
                </a:cubicBezTo>
                <a:lnTo>
                  <a:pt x="162326" y="35135"/>
                </a:lnTo>
                <a:lnTo>
                  <a:pt x="161231" y="34820"/>
                </a:lnTo>
                <a:cubicBezTo>
                  <a:pt x="153569" y="37636"/>
                  <a:pt x="148252" y="39356"/>
                  <a:pt x="139650" y="41859"/>
                </a:cubicBezTo>
                <a:lnTo>
                  <a:pt x="139650" y="44518"/>
                </a:lnTo>
                <a:close/>
                <a:moveTo>
                  <a:pt x="279145" y="81060"/>
                </a:moveTo>
                <a:cubicBezTo>
                  <a:pt x="271640" y="92951"/>
                  <a:pt x="264913" y="97489"/>
                  <a:pt x="254906" y="97489"/>
                </a:cubicBezTo>
                <a:cubicBezTo>
                  <a:pt x="245993" y="97489"/>
                  <a:pt x="239269" y="92951"/>
                  <a:pt x="234732" y="84033"/>
                </a:cubicBezTo>
                <a:cubicBezTo>
                  <a:pt x="231917" y="78087"/>
                  <a:pt x="230824" y="72923"/>
                  <a:pt x="230511" y="63378"/>
                </a:cubicBezTo>
                <a:lnTo>
                  <a:pt x="278677" y="63378"/>
                </a:lnTo>
                <a:cubicBezTo>
                  <a:pt x="277424" y="53232"/>
                  <a:pt x="275861" y="48713"/>
                  <a:pt x="271953" y="43725"/>
                </a:cubicBezTo>
                <a:cubicBezTo>
                  <a:pt x="267259" y="38106"/>
                  <a:pt x="260067" y="34820"/>
                  <a:pt x="251935" y="34820"/>
                </a:cubicBezTo>
                <a:cubicBezTo>
                  <a:pt x="244115" y="34820"/>
                  <a:pt x="236765" y="37636"/>
                  <a:pt x="230824" y="42945"/>
                </a:cubicBezTo>
                <a:cubicBezTo>
                  <a:pt x="223472" y="49335"/>
                  <a:pt x="219251" y="60407"/>
                  <a:pt x="219251" y="73236"/>
                </a:cubicBezTo>
                <a:cubicBezTo>
                  <a:pt x="219251" y="94829"/>
                  <a:pt x="230511" y="108278"/>
                  <a:pt x="248494" y="108278"/>
                </a:cubicBezTo>
                <a:cubicBezTo>
                  <a:pt x="263350" y="108278"/>
                  <a:pt x="275079" y="99052"/>
                  <a:pt x="281648" y="82156"/>
                </a:cubicBezTo>
                <a:lnTo>
                  <a:pt x="279145" y="81060"/>
                </a:lnTo>
                <a:moveTo>
                  <a:pt x="230824" y="58374"/>
                </a:moveTo>
                <a:cubicBezTo>
                  <a:pt x="232542" y="46219"/>
                  <a:pt x="237861" y="40451"/>
                  <a:pt x="247398" y="40451"/>
                </a:cubicBezTo>
                <a:cubicBezTo>
                  <a:pt x="256939" y="40451"/>
                  <a:pt x="260692" y="44816"/>
                  <a:pt x="262725" y="58374"/>
                </a:cubicBezTo>
                <a:lnTo>
                  <a:pt x="230824" y="58374"/>
                </a:lnTo>
                <a:close/>
                <a:moveTo>
                  <a:pt x="353896" y="96397"/>
                </a:moveTo>
                <a:cubicBezTo>
                  <a:pt x="351238" y="98582"/>
                  <a:pt x="349362" y="99365"/>
                  <a:pt x="347016" y="99365"/>
                </a:cubicBezTo>
                <a:cubicBezTo>
                  <a:pt x="343420" y="99365"/>
                  <a:pt x="342325" y="97177"/>
                  <a:pt x="342325" y="90302"/>
                </a:cubicBezTo>
                <a:lnTo>
                  <a:pt x="342325" y="59828"/>
                </a:lnTo>
                <a:cubicBezTo>
                  <a:pt x="342325" y="51700"/>
                  <a:pt x="341542" y="47169"/>
                  <a:pt x="339197" y="43417"/>
                </a:cubicBezTo>
                <a:cubicBezTo>
                  <a:pt x="335756" y="37793"/>
                  <a:pt x="329031" y="34820"/>
                  <a:pt x="319806" y="34820"/>
                </a:cubicBezTo>
                <a:cubicBezTo>
                  <a:pt x="305105" y="34820"/>
                  <a:pt x="293534" y="42480"/>
                  <a:pt x="293534" y="52325"/>
                </a:cubicBezTo>
                <a:cubicBezTo>
                  <a:pt x="293534" y="55921"/>
                  <a:pt x="296660" y="59045"/>
                  <a:pt x="300258" y="59045"/>
                </a:cubicBezTo>
                <a:cubicBezTo>
                  <a:pt x="304009" y="59045"/>
                  <a:pt x="307295" y="55921"/>
                  <a:pt x="307295" y="52483"/>
                </a:cubicBezTo>
                <a:cubicBezTo>
                  <a:pt x="307295" y="51858"/>
                  <a:pt x="307138" y="51075"/>
                  <a:pt x="306983" y="49982"/>
                </a:cubicBezTo>
                <a:cubicBezTo>
                  <a:pt x="306670" y="48576"/>
                  <a:pt x="306512" y="47326"/>
                  <a:pt x="306512" y="46231"/>
                </a:cubicBezTo>
                <a:cubicBezTo>
                  <a:pt x="306512" y="42012"/>
                  <a:pt x="311516" y="38573"/>
                  <a:pt x="317773" y="38573"/>
                </a:cubicBezTo>
                <a:cubicBezTo>
                  <a:pt x="325435" y="38573"/>
                  <a:pt x="329656" y="43105"/>
                  <a:pt x="329656" y="51545"/>
                </a:cubicBezTo>
                <a:lnTo>
                  <a:pt x="329656" y="61078"/>
                </a:lnTo>
                <a:cubicBezTo>
                  <a:pt x="305575" y="70766"/>
                  <a:pt x="302916" y="72016"/>
                  <a:pt x="296192" y="77956"/>
                </a:cubicBezTo>
                <a:cubicBezTo>
                  <a:pt x="292751" y="81082"/>
                  <a:pt x="290560" y="86393"/>
                  <a:pt x="290560" y="91550"/>
                </a:cubicBezTo>
                <a:cubicBezTo>
                  <a:pt x="290560" y="101398"/>
                  <a:pt x="297442" y="108278"/>
                  <a:pt x="306983" y="108278"/>
                </a:cubicBezTo>
                <a:cubicBezTo>
                  <a:pt x="313862" y="108278"/>
                  <a:pt x="320274" y="104994"/>
                  <a:pt x="329814" y="96862"/>
                </a:cubicBezTo>
                <a:cubicBezTo>
                  <a:pt x="330597" y="104994"/>
                  <a:pt x="333410" y="108278"/>
                  <a:pt x="339822" y="108278"/>
                </a:cubicBezTo>
                <a:cubicBezTo>
                  <a:pt x="345138" y="108278"/>
                  <a:pt x="348424" y="106402"/>
                  <a:pt x="353896" y="100460"/>
                </a:cubicBezTo>
                <a:lnTo>
                  <a:pt x="353896" y="96397"/>
                </a:lnTo>
                <a:moveTo>
                  <a:pt x="329656" y="87479"/>
                </a:moveTo>
                <a:cubicBezTo>
                  <a:pt x="329656" y="92328"/>
                  <a:pt x="328876" y="93736"/>
                  <a:pt x="325590" y="95611"/>
                </a:cubicBezTo>
                <a:cubicBezTo>
                  <a:pt x="321839" y="97802"/>
                  <a:pt x="317460" y="99208"/>
                  <a:pt x="314175" y="99208"/>
                </a:cubicBezTo>
                <a:cubicBezTo>
                  <a:pt x="308703" y="99208"/>
                  <a:pt x="304324" y="93891"/>
                  <a:pt x="304324" y="87167"/>
                </a:cubicBezTo>
                <a:lnTo>
                  <a:pt x="304324" y="86541"/>
                </a:lnTo>
                <a:cubicBezTo>
                  <a:pt x="304324" y="77314"/>
                  <a:pt x="310734" y="71685"/>
                  <a:pt x="329656" y="64803"/>
                </a:cubicBezTo>
                <a:lnTo>
                  <a:pt x="329656" y="87479"/>
                </a:lnTo>
                <a:close/>
                <a:moveTo>
                  <a:pt x="355304" y="45768"/>
                </a:moveTo>
                <a:cubicBezTo>
                  <a:pt x="357494" y="45298"/>
                  <a:pt x="358902" y="45140"/>
                  <a:pt x="360778" y="45140"/>
                </a:cubicBezTo>
                <a:cubicBezTo>
                  <a:pt x="364686" y="45140"/>
                  <a:pt x="366094" y="47643"/>
                  <a:pt x="366094" y="54523"/>
                </a:cubicBezTo>
                <a:lnTo>
                  <a:pt x="366094" y="93617"/>
                </a:lnTo>
                <a:cubicBezTo>
                  <a:pt x="366094" y="101434"/>
                  <a:pt x="364999" y="102529"/>
                  <a:pt x="354991" y="104405"/>
                </a:cubicBezTo>
                <a:lnTo>
                  <a:pt x="354991" y="106750"/>
                </a:lnTo>
                <a:lnTo>
                  <a:pt x="392524" y="106750"/>
                </a:lnTo>
                <a:lnTo>
                  <a:pt x="392524" y="104405"/>
                </a:lnTo>
                <a:cubicBezTo>
                  <a:pt x="381889" y="103937"/>
                  <a:pt x="379230" y="101591"/>
                  <a:pt x="379230" y="92679"/>
                </a:cubicBezTo>
                <a:lnTo>
                  <a:pt x="379230" y="57494"/>
                </a:lnTo>
                <a:cubicBezTo>
                  <a:pt x="379230" y="52490"/>
                  <a:pt x="385955" y="44673"/>
                  <a:pt x="390178" y="44673"/>
                </a:cubicBezTo>
                <a:cubicBezTo>
                  <a:pt x="391116" y="44673"/>
                  <a:pt x="392524" y="45455"/>
                  <a:pt x="394244" y="47018"/>
                </a:cubicBezTo>
                <a:cubicBezTo>
                  <a:pt x="396745" y="49206"/>
                  <a:pt x="398466" y="50144"/>
                  <a:pt x="400499" y="50144"/>
                </a:cubicBezTo>
                <a:cubicBezTo>
                  <a:pt x="404252" y="50144"/>
                  <a:pt x="406598" y="47486"/>
                  <a:pt x="406598" y="43110"/>
                </a:cubicBezTo>
                <a:cubicBezTo>
                  <a:pt x="406598" y="37948"/>
                  <a:pt x="403314" y="34820"/>
                  <a:pt x="397998" y="34820"/>
                </a:cubicBezTo>
                <a:cubicBezTo>
                  <a:pt x="391429" y="34820"/>
                  <a:pt x="386895" y="38418"/>
                  <a:pt x="379230" y="49519"/>
                </a:cubicBezTo>
                <a:lnTo>
                  <a:pt x="379230" y="35135"/>
                </a:lnTo>
                <a:lnTo>
                  <a:pt x="378450" y="34820"/>
                </a:lnTo>
                <a:cubicBezTo>
                  <a:pt x="370160" y="38261"/>
                  <a:pt x="364531" y="40294"/>
                  <a:pt x="355304" y="43265"/>
                </a:cubicBezTo>
                <a:lnTo>
                  <a:pt x="355304" y="457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8DC19C-AD44-47B8-945D-3C949BD8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133" y="5325544"/>
            <a:ext cx="312773" cy="312773"/>
          </a:xfrm>
          <a:custGeom xmlns:a="http://schemas.openxmlformats.org/drawingml/2006/main">
            <a:pathLst>
              <a:path w="312773" h="312773">
                <a:moveTo>
                  <a:pt x="312773" y="156387"/>
                </a:moveTo>
                <a:cubicBezTo>
                  <a:pt x="312773" y="70016"/>
                  <a:pt x="242758" y="0"/>
                  <a:pt x="156387" y="0"/>
                </a:cubicBezTo>
                <a:cubicBezTo>
                  <a:pt x="70016" y="0"/>
                  <a:pt x="0" y="70016"/>
                  <a:pt x="0" y="156387"/>
                </a:cubicBezTo>
                <a:cubicBezTo>
                  <a:pt x="0" y="242757"/>
                  <a:pt x="70016" y="312773"/>
                  <a:pt x="156387" y="312773"/>
                </a:cubicBezTo>
                <a:cubicBezTo>
                  <a:pt x="242758" y="312773"/>
                  <a:pt x="312773" y="242757"/>
                  <a:pt x="312773" y="156387"/>
                </a:cubicBezTo>
                <a:close/>
                <a:moveTo>
                  <a:pt x="156387" y="156387"/>
                </a:moveTo>
              </a:path>
            </a:pathLst>
          </a:custGeom>
          <a:solidFill xmlns:a="http://schemas.openxmlformats.org/drawingml/2006/main">
            <a:srgbClr val="FF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0F29F2-8747-433F-87B4-6AC314A1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133" y="5325544"/>
            <a:ext cx="312773" cy="312773"/>
          </a:xfrm>
          <a:custGeom xmlns:a="http://schemas.openxmlformats.org/drawingml/2006/main">
            <a:pathLst>
              <a:path w="312773" h="312773" fill="none">
                <a:moveTo>
                  <a:pt x="312773" y="156387"/>
                </a:moveTo>
                <a:cubicBezTo>
                  <a:pt x="312773" y="70016"/>
                  <a:pt x="242758" y="0"/>
                  <a:pt x="156387" y="0"/>
                </a:cubicBezTo>
                <a:cubicBezTo>
                  <a:pt x="70016" y="0"/>
                  <a:pt x="0" y="70016"/>
                  <a:pt x="0" y="156387"/>
                </a:cubicBezTo>
                <a:cubicBezTo>
                  <a:pt x="0" y="242757"/>
                  <a:pt x="70016" y="312773"/>
                  <a:pt x="156387" y="312773"/>
                </a:cubicBezTo>
                <a:cubicBezTo>
                  <a:pt x="242758" y="312773"/>
                  <a:pt x="312773" y="242757"/>
                  <a:pt x="312773" y="156387"/>
                </a:cubicBezTo>
                <a:close/>
                <a:moveTo>
                  <a:pt x="156387" y="156387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95" name="Text ∗">
            <a:extLst xmlns:a="http://schemas.openxmlformats.org/drawingml/2006/main">
              <a:ext uri="{FF2B5EF4-FFF2-40B4-BE49-F238E27FC236}">
                <a16:creationId xmlns:a16="http://schemas.microsoft.com/office/drawing/2014/main" id="{73DA4290-E686-400C-A23C-7420E8C8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596" y="5445569"/>
            <a:ext cx="57706" cy="67349"/>
          </a:xfrm>
          <a:custGeom xmlns:a="http://schemas.openxmlformats.org/drawingml/2006/main">
            <a:pathLst>
              <a:path w="57706" h="67349">
                <a:moveTo>
                  <a:pt x="32842" y="5942"/>
                </a:moveTo>
                <a:cubicBezTo>
                  <a:pt x="32997" y="3754"/>
                  <a:pt x="32997" y="0"/>
                  <a:pt x="28933" y="0"/>
                </a:cubicBezTo>
                <a:cubicBezTo>
                  <a:pt x="26430" y="0"/>
                  <a:pt x="24397" y="2033"/>
                  <a:pt x="24867" y="4066"/>
                </a:cubicBezTo>
                <a:lnTo>
                  <a:pt x="24867" y="6097"/>
                </a:lnTo>
                <a:lnTo>
                  <a:pt x="27055" y="30317"/>
                </a:lnTo>
                <a:lnTo>
                  <a:pt x="7037" y="15785"/>
                </a:lnTo>
                <a:cubicBezTo>
                  <a:pt x="5632" y="15005"/>
                  <a:pt x="5319" y="14692"/>
                  <a:pt x="4224" y="14692"/>
                </a:cubicBezTo>
                <a:cubicBezTo>
                  <a:pt x="2033" y="14692"/>
                  <a:pt x="0" y="16878"/>
                  <a:pt x="0" y="19066"/>
                </a:cubicBezTo>
                <a:cubicBezTo>
                  <a:pt x="0" y="21567"/>
                  <a:pt x="1565" y="22192"/>
                  <a:pt x="3128" y="22972"/>
                </a:cubicBezTo>
                <a:lnTo>
                  <a:pt x="25335" y="33598"/>
                </a:lnTo>
                <a:lnTo>
                  <a:pt x="3754" y="44067"/>
                </a:lnTo>
                <a:cubicBezTo>
                  <a:pt x="1253" y="45317"/>
                  <a:pt x="0" y="45942"/>
                  <a:pt x="0" y="48285"/>
                </a:cubicBezTo>
                <a:cubicBezTo>
                  <a:pt x="0" y="50629"/>
                  <a:pt x="2033" y="52659"/>
                  <a:pt x="4224" y="52659"/>
                </a:cubicBezTo>
                <a:cubicBezTo>
                  <a:pt x="5319" y="52659"/>
                  <a:pt x="5632" y="52659"/>
                  <a:pt x="9540" y="49691"/>
                </a:cubicBezTo>
                <a:lnTo>
                  <a:pt x="27055" y="37034"/>
                </a:lnTo>
                <a:lnTo>
                  <a:pt x="24709" y="63285"/>
                </a:lnTo>
                <a:cubicBezTo>
                  <a:pt x="24709" y="66569"/>
                  <a:pt x="27525" y="67349"/>
                  <a:pt x="28776" y="67349"/>
                </a:cubicBezTo>
                <a:cubicBezTo>
                  <a:pt x="30651" y="67349"/>
                  <a:pt x="32997" y="66256"/>
                  <a:pt x="32997" y="63285"/>
                </a:cubicBezTo>
                <a:lnTo>
                  <a:pt x="30651" y="37034"/>
                </a:lnTo>
                <a:lnTo>
                  <a:pt x="50669" y="51566"/>
                </a:lnTo>
                <a:cubicBezTo>
                  <a:pt x="52077" y="52347"/>
                  <a:pt x="52390" y="52659"/>
                  <a:pt x="53485" y="52659"/>
                </a:cubicBezTo>
                <a:cubicBezTo>
                  <a:pt x="55673" y="52659"/>
                  <a:pt x="57706" y="50474"/>
                  <a:pt x="57706" y="48285"/>
                </a:cubicBezTo>
                <a:cubicBezTo>
                  <a:pt x="57706" y="45942"/>
                  <a:pt x="56298" y="45159"/>
                  <a:pt x="54423" y="44222"/>
                </a:cubicBezTo>
                <a:cubicBezTo>
                  <a:pt x="45040" y="39535"/>
                  <a:pt x="44727" y="39535"/>
                  <a:pt x="32372" y="33753"/>
                </a:cubicBezTo>
                <a:lnTo>
                  <a:pt x="53953" y="23285"/>
                </a:lnTo>
                <a:cubicBezTo>
                  <a:pt x="56456" y="22034"/>
                  <a:pt x="57706" y="21409"/>
                  <a:pt x="57706" y="19066"/>
                </a:cubicBezTo>
                <a:cubicBezTo>
                  <a:pt x="57706" y="16723"/>
                  <a:pt x="55673" y="14692"/>
                  <a:pt x="53485" y="14692"/>
                </a:cubicBezTo>
                <a:cubicBezTo>
                  <a:pt x="52390" y="14692"/>
                  <a:pt x="52077" y="14692"/>
                  <a:pt x="48166" y="17660"/>
                </a:cubicBezTo>
                <a:lnTo>
                  <a:pt x="30651" y="30317"/>
                </a:lnTo>
                <a:lnTo>
                  <a:pt x="32842" y="59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E7CA56-81FB-4EBB-8579-B8F9DAA2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133" y="5867054"/>
            <a:ext cx="312773" cy="312773"/>
          </a:xfrm>
          <a:custGeom xmlns:a="http://schemas.openxmlformats.org/drawingml/2006/main">
            <a:pathLst>
              <a:path w="312773" h="312773">
                <a:moveTo>
                  <a:pt x="312773" y="156386"/>
                </a:moveTo>
                <a:cubicBezTo>
                  <a:pt x="312773" y="70016"/>
                  <a:pt x="242758" y="0"/>
                  <a:pt x="156387" y="0"/>
                </a:cubicBezTo>
                <a:cubicBezTo>
                  <a:pt x="70016" y="0"/>
                  <a:pt x="0" y="70016"/>
                  <a:pt x="0" y="156386"/>
                </a:cubicBezTo>
                <a:cubicBezTo>
                  <a:pt x="0" y="242758"/>
                  <a:pt x="70016" y="312773"/>
                  <a:pt x="156387" y="312773"/>
                </a:cubicBezTo>
                <a:cubicBezTo>
                  <a:pt x="242758" y="312773"/>
                  <a:pt x="312773" y="242758"/>
                  <a:pt x="312773" y="156386"/>
                </a:cubicBezTo>
                <a:close/>
                <a:moveTo>
                  <a:pt x="156387" y="156386"/>
                </a:moveTo>
              </a:path>
            </a:pathLst>
          </a:custGeom>
          <a:solidFill xmlns:a="http://schemas.openxmlformats.org/drawingml/2006/main">
            <a:srgbClr val="FF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9D7046-4872-46FA-BB4C-D3D24497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133" y="5867054"/>
            <a:ext cx="312773" cy="312773"/>
          </a:xfrm>
          <a:custGeom xmlns:a="http://schemas.openxmlformats.org/drawingml/2006/main">
            <a:pathLst>
              <a:path w="312773" h="312773" fill="none">
                <a:moveTo>
                  <a:pt x="312773" y="156386"/>
                </a:moveTo>
                <a:cubicBezTo>
                  <a:pt x="312773" y="70016"/>
                  <a:pt x="242758" y="0"/>
                  <a:pt x="156387" y="0"/>
                </a:cubicBezTo>
                <a:cubicBezTo>
                  <a:pt x="70016" y="0"/>
                  <a:pt x="0" y="70016"/>
                  <a:pt x="0" y="156386"/>
                </a:cubicBezTo>
                <a:cubicBezTo>
                  <a:pt x="0" y="242758"/>
                  <a:pt x="70016" y="312773"/>
                  <a:pt x="156387" y="312773"/>
                </a:cubicBezTo>
                <a:cubicBezTo>
                  <a:pt x="242758" y="312773"/>
                  <a:pt x="312773" y="242758"/>
                  <a:pt x="312773" y="156386"/>
                </a:cubicBezTo>
                <a:close/>
                <a:moveTo>
                  <a:pt x="156387" y="156386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298" name="Text +">
            <a:extLst xmlns:a="http://schemas.openxmlformats.org/drawingml/2006/main">
              <a:ext uri="{FF2B5EF4-FFF2-40B4-BE49-F238E27FC236}">
                <a16:creationId xmlns:a16="http://schemas.microsoft.com/office/drawing/2014/main" id="{52534C1F-098C-411D-AC36-C247BD10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466" y="5971310"/>
            <a:ext cx="103994" cy="104154"/>
          </a:xfrm>
          <a:custGeom xmlns:a="http://schemas.openxmlformats.org/drawingml/2006/main">
            <a:pathLst>
              <a:path w="103994" h="104154">
                <a:moveTo>
                  <a:pt x="55203" y="55131"/>
                </a:moveTo>
                <a:lnTo>
                  <a:pt x="98833" y="55131"/>
                </a:lnTo>
                <a:cubicBezTo>
                  <a:pt x="101023" y="55131"/>
                  <a:pt x="103994" y="55131"/>
                  <a:pt x="103994" y="52005"/>
                </a:cubicBezTo>
                <a:cubicBezTo>
                  <a:pt x="103994" y="48877"/>
                  <a:pt x="101023" y="48877"/>
                  <a:pt x="98833" y="48877"/>
                </a:cubicBezTo>
                <a:lnTo>
                  <a:pt x="55203" y="48877"/>
                </a:lnTo>
                <a:lnTo>
                  <a:pt x="55203" y="5159"/>
                </a:lnTo>
                <a:cubicBezTo>
                  <a:pt x="55203" y="2973"/>
                  <a:pt x="55203" y="0"/>
                  <a:pt x="52075" y="0"/>
                </a:cubicBezTo>
                <a:cubicBezTo>
                  <a:pt x="48946" y="0"/>
                  <a:pt x="48946" y="2973"/>
                  <a:pt x="48946" y="5159"/>
                </a:cubicBezTo>
                <a:lnTo>
                  <a:pt x="48946" y="48877"/>
                </a:lnTo>
                <a:lnTo>
                  <a:pt x="5159" y="48877"/>
                </a:lnTo>
                <a:cubicBezTo>
                  <a:pt x="2971" y="48877"/>
                  <a:pt x="0" y="48877"/>
                  <a:pt x="0" y="52005"/>
                </a:cubicBezTo>
                <a:cubicBezTo>
                  <a:pt x="0" y="55131"/>
                  <a:pt x="2971" y="55131"/>
                  <a:pt x="5159" y="55131"/>
                </a:cubicBezTo>
                <a:lnTo>
                  <a:pt x="48946" y="55131"/>
                </a:lnTo>
                <a:lnTo>
                  <a:pt x="48946" y="98993"/>
                </a:lnTo>
                <a:cubicBezTo>
                  <a:pt x="48946" y="101183"/>
                  <a:pt x="48946" y="104154"/>
                  <a:pt x="52075" y="104154"/>
                </a:cubicBezTo>
                <a:cubicBezTo>
                  <a:pt x="55203" y="104154"/>
                  <a:pt x="55203" y="101183"/>
                  <a:pt x="55203" y="98993"/>
                </a:cubicBezTo>
                <a:lnTo>
                  <a:pt x="55203" y="551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5B488F-E323-49AF-B0BB-B85C4DE1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075" y="6408564"/>
            <a:ext cx="1334889" cy="242569"/>
          </a:xfrm>
          <a:custGeom xmlns:a="http://schemas.openxmlformats.org/drawingml/2006/main">
            <a:pathLst>
              <a:path w="1334889" h="242569">
                <a:moveTo>
                  <a:pt x="1245897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53578"/>
                </a:lnTo>
                <a:cubicBezTo>
                  <a:pt x="0" y="202727"/>
                  <a:pt x="39842" y="242569"/>
                  <a:pt x="88991" y="242569"/>
                </a:cubicBezTo>
                <a:lnTo>
                  <a:pt x="1245897" y="242569"/>
                </a:lnTo>
                <a:cubicBezTo>
                  <a:pt x="1295046" y="242569"/>
                  <a:pt x="1334889" y="202727"/>
                  <a:pt x="1334889" y="153578"/>
                </a:cubicBezTo>
                <a:lnTo>
                  <a:pt x="1334889" y="88991"/>
                </a:lnTo>
                <a:cubicBezTo>
                  <a:pt x="1334889" y="39842"/>
                  <a:pt x="1295046" y="0"/>
                  <a:pt x="1245897" y="0"/>
                </a:cubicBezTo>
                <a:close/>
                <a:moveTo>
                  <a:pt x="0" y="242569"/>
                </a:moveTo>
              </a:path>
            </a:pathLst>
          </a:custGeom>
          <a:solidFill xmlns:a="http://schemas.openxmlformats.org/drawingml/2006/main">
            <a:srgbClr val="E6FF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5C921F-7A91-43AA-A1B8-347EFD42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075" y="6408564"/>
            <a:ext cx="1334889" cy="242569"/>
          </a:xfrm>
          <a:custGeom xmlns:a="http://schemas.openxmlformats.org/drawingml/2006/main">
            <a:pathLst>
              <a:path w="1334889" h="242569" fill="none">
                <a:moveTo>
                  <a:pt x="1245897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53578"/>
                </a:lnTo>
                <a:cubicBezTo>
                  <a:pt x="0" y="202727"/>
                  <a:pt x="39842" y="242569"/>
                  <a:pt x="88991" y="242569"/>
                </a:cubicBezTo>
                <a:lnTo>
                  <a:pt x="1245897" y="242569"/>
                </a:lnTo>
                <a:cubicBezTo>
                  <a:pt x="1295046" y="242569"/>
                  <a:pt x="1334889" y="202727"/>
                  <a:pt x="1334889" y="153578"/>
                </a:cubicBezTo>
                <a:lnTo>
                  <a:pt x="1334889" y="88991"/>
                </a:lnTo>
                <a:cubicBezTo>
                  <a:pt x="1334889" y="39842"/>
                  <a:pt x="1295046" y="0"/>
                  <a:pt x="1245897" y="0"/>
                </a:cubicBezTo>
                <a:close/>
                <a:moveTo>
                  <a:pt x="0" y="242569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01" name="Text Layernorm">
            <a:extLst xmlns:a="http://schemas.openxmlformats.org/drawingml/2006/main">
              <a:ext uri="{FF2B5EF4-FFF2-40B4-BE49-F238E27FC236}">
                <a16:creationId xmlns:a16="http://schemas.microsoft.com/office/drawing/2014/main" id="{3826BEBC-FA7C-4C2D-8527-E0DD9B0D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3986" y="6461544"/>
            <a:ext cx="692469" cy="137604"/>
          </a:xfrm>
          <a:custGeom xmlns:a="http://schemas.openxmlformats.org/drawingml/2006/main">
            <a:pathLst>
              <a:path w="692469" h="137604">
                <a:moveTo>
                  <a:pt x="87732" y="76331"/>
                </a:moveTo>
                <a:cubicBezTo>
                  <a:pt x="85074" y="82272"/>
                  <a:pt x="82883" y="85871"/>
                  <a:pt x="80538" y="88529"/>
                </a:cubicBezTo>
                <a:cubicBezTo>
                  <a:pt x="75064" y="94631"/>
                  <a:pt x="66464" y="97446"/>
                  <a:pt x="53483" y="97446"/>
                </a:cubicBezTo>
                <a:lnTo>
                  <a:pt x="43005" y="97446"/>
                </a:lnTo>
                <a:cubicBezTo>
                  <a:pt x="31589" y="97446"/>
                  <a:pt x="29556" y="96506"/>
                  <a:pt x="29556" y="91032"/>
                </a:cubicBezTo>
                <a:lnTo>
                  <a:pt x="29556" y="17050"/>
                </a:lnTo>
                <a:cubicBezTo>
                  <a:pt x="29556" y="5944"/>
                  <a:pt x="31746" y="3754"/>
                  <a:pt x="44100" y="2973"/>
                </a:cubicBezTo>
                <a:lnTo>
                  <a:pt x="44100" y="0"/>
                </a:lnTo>
                <a:lnTo>
                  <a:pt x="0" y="0"/>
                </a:lnTo>
                <a:lnTo>
                  <a:pt x="0" y="2973"/>
                </a:lnTo>
                <a:cubicBezTo>
                  <a:pt x="11573" y="3911"/>
                  <a:pt x="13606" y="6102"/>
                  <a:pt x="13606" y="17050"/>
                </a:cubicBezTo>
                <a:lnTo>
                  <a:pt x="13606" y="86496"/>
                </a:lnTo>
                <a:cubicBezTo>
                  <a:pt x="13606" y="97446"/>
                  <a:pt x="11416" y="99792"/>
                  <a:pt x="0" y="100572"/>
                </a:cubicBezTo>
                <a:lnTo>
                  <a:pt x="0" y="103543"/>
                </a:lnTo>
                <a:lnTo>
                  <a:pt x="84134" y="103543"/>
                </a:lnTo>
                <a:lnTo>
                  <a:pt x="91641" y="76333"/>
                </a:lnTo>
                <a:lnTo>
                  <a:pt x="87732" y="76331"/>
                </a:lnTo>
                <a:close/>
                <a:moveTo>
                  <a:pt x="162794" y="93189"/>
                </a:moveTo>
                <a:cubicBezTo>
                  <a:pt x="160136" y="95375"/>
                  <a:pt x="158261" y="96158"/>
                  <a:pt x="155915" y="96158"/>
                </a:cubicBezTo>
                <a:cubicBezTo>
                  <a:pt x="152319" y="96158"/>
                  <a:pt x="151224" y="93970"/>
                  <a:pt x="151224" y="87095"/>
                </a:cubicBezTo>
                <a:lnTo>
                  <a:pt x="151224" y="56620"/>
                </a:lnTo>
                <a:cubicBezTo>
                  <a:pt x="151224" y="48493"/>
                  <a:pt x="150441" y="43962"/>
                  <a:pt x="148095" y="40210"/>
                </a:cubicBezTo>
                <a:cubicBezTo>
                  <a:pt x="144654" y="34586"/>
                  <a:pt x="137930" y="31613"/>
                  <a:pt x="128705" y="31613"/>
                </a:cubicBezTo>
                <a:cubicBezTo>
                  <a:pt x="114003" y="31613"/>
                  <a:pt x="102432" y="39273"/>
                  <a:pt x="102432" y="49118"/>
                </a:cubicBezTo>
                <a:cubicBezTo>
                  <a:pt x="102432" y="52714"/>
                  <a:pt x="105558" y="55838"/>
                  <a:pt x="109157" y="55838"/>
                </a:cubicBezTo>
                <a:cubicBezTo>
                  <a:pt x="112908" y="55838"/>
                  <a:pt x="116194" y="52714"/>
                  <a:pt x="116194" y="49276"/>
                </a:cubicBezTo>
                <a:cubicBezTo>
                  <a:pt x="116194" y="48650"/>
                  <a:pt x="116036" y="47868"/>
                  <a:pt x="115881" y="46775"/>
                </a:cubicBezTo>
                <a:cubicBezTo>
                  <a:pt x="115569" y="45369"/>
                  <a:pt x="115411" y="44119"/>
                  <a:pt x="115411" y="43024"/>
                </a:cubicBezTo>
                <a:cubicBezTo>
                  <a:pt x="115411" y="38805"/>
                  <a:pt x="120415" y="35366"/>
                  <a:pt x="126672" y="35366"/>
                </a:cubicBezTo>
                <a:cubicBezTo>
                  <a:pt x="134334" y="35366"/>
                  <a:pt x="138555" y="39898"/>
                  <a:pt x="138555" y="48338"/>
                </a:cubicBezTo>
                <a:lnTo>
                  <a:pt x="138555" y="57871"/>
                </a:lnTo>
                <a:cubicBezTo>
                  <a:pt x="114473" y="67559"/>
                  <a:pt x="111815" y="68809"/>
                  <a:pt x="105091" y="74749"/>
                </a:cubicBezTo>
                <a:cubicBezTo>
                  <a:pt x="101650" y="77875"/>
                  <a:pt x="99459" y="83186"/>
                  <a:pt x="99459" y="88343"/>
                </a:cubicBezTo>
                <a:cubicBezTo>
                  <a:pt x="99459" y="98191"/>
                  <a:pt x="106341" y="105070"/>
                  <a:pt x="115881" y="105070"/>
                </a:cubicBezTo>
                <a:cubicBezTo>
                  <a:pt x="122761" y="105070"/>
                  <a:pt x="129172" y="101787"/>
                  <a:pt x="138713" y="93655"/>
                </a:cubicBezTo>
                <a:cubicBezTo>
                  <a:pt x="139495" y="101787"/>
                  <a:pt x="142309" y="105070"/>
                  <a:pt x="148720" y="105070"/>
                </a:cubicBezTo>
                <a:cubicBezTo>
                  <a:pt x="154037" y="105070"/>
                  <a:pt x="157323" y="103195"/>
                  <a:pt x="162794" y="97253"/>
                </a:cubicBezTo>
                <a:lnTo>
                  <a:pt x="162794" y="93189"/>
                </a:lnTo>
                <a:moveTo>
                  <a:pt x="138555" y="84272"/>
                </a:moveTo>
                <a:cubicBezTo>
                  <a:pt x="138555" y="89121"/>
                  <a:pt x="137775" y="90529"/>
                  <a:pt x="134489" y="92404"/>
                </a:cubicBezTo>
                <a:cubicBezTo>
                  <a:pt x="130738" y="94595"/>
                  <a:pt x="126359" y="96000"/>
                  <a:pt x="123073" y="96000"/>
                </a:cubicBezTo>
                <a:cubicBezTo>
                  <a:pt x="117602" y="96000"/>
                  <a:pt x="113223" y="90684"/>
                  <a:pt x="113223" y="83960"/>
                </a:cubicBezTo>
                <a:lnTo>
                  <a:pt x="113223" y="83334"/>
                </a:lnTo>
                <a:cubicBezTo>
                  <a:pt x="113223" y="74107"/>
                  <a:pt x="119632" y="68478"/>
                  <a:pt x="138555" y="61596"/>
                </a:cubicBezTo>
                <a:lnTo>
                  <a:pt x="138555" y="84272"/>
                </a:lnTo>
                <a:close/>
                <a:moveTo>
                  <a:pt x="237391" y="33140"/>
                </a:moveTo>
                <a:lnTo>
                  <a:pt x="216280" y="33140"/>
                </a:lnTo>
                <a:lnTo>
                  <a:pt x="216280" y="35488"/>
                </a:lnTo>
                <a:cubicBezTo>
                  <a:pt x="221284" y="35488"/>
                  <a:pt x="223788" y="36894"/>
                  <a:pt x="223788" y="39397"/>
                </a:cubicBezTo>
                <a:cubicBezTo>
                  <a:pt x="223788" y="40022"/>
                  <a:pt x="223630" y="40960"/>
                  <a:pt x="223160" y="42055"/>
                </a:cubicBezTo>
                <a:lnTo>
                  <a:pt x="207991" y="85215"/>
                </a:lnTo>
                <a:lnTo>
                  <a:pt x="190008" y="45651"/>
                </a:lnTo>
                <a:cubicBezTo>
                  <a:pt x="189068" y="43463"/>
                  <a:pt x="188443" y="41430"/>
                  <a:pt x="188443" y="39709"/>
                </a:cubicBezTo>
                <a:cubicBezTo>
                  <a:pt x="188443" y="36894"/>
                  <a:pt x="190788" y="35801"/>
                  <a:pt x="197513" y="35488"/>
                </a:cubicBezTo>
                <a:lnTo>
                  <a:pt x="197513" y="33140"/>
                </a:lnTo>
                <a:lnTo>
                  <a:pt x="165299" y="33140"/>
                </a:lnTo>
                <a:lnTo>
                  <a:pt x="165299" y="35331"/>
                </a:lnTo>
                <a:cubicBezTo>
                  <a:pt x="169365" y="35956"/>
                  <a:pt x="172023" y="37676"/>
                  <a:pt x="173273" y="40334"/>
                </a:cubicBezTo>
                <a:lnTo>
                  <a:pt x="191101" y="78805"/>
                </a:lnTo>
                <a:lnTo>
                  <a:pt x="191571" y="80056"/>
                </a:lnTo>
                <a:lnTo>
                  <a:pt x="193917" y="84747"/>
                </a:lnTo>
                <a:cubicBezTo>
                  <a:pt x="198295" y="92567"/>
                  <a:pt x="200799" y="98196"/>
                  <a:pt x="200799" y="100541"/>
                </a:cubicBezTo>
                <a:cubicBezTo>
                  <a:pt x="200799" y="102887"/>
                  <a:pt x="197200" y="112737"/>
                  <a:pt x="194542" y="117429"/>
                </a:cubicBezTo>
                <a:cubicBezTo>
                  <a:pt x="192354" y="121495"/>
                  <a:pt x="188913" y="124466"/>
                  <a:pt x="186722" y="124466"/>
                </a:cubicBezTo>
                <a:cubicBezTo>
                  <a:pt x="185784" y="124466"/>
                  <a:pt x="184377" y="124153"/>
                  <a:pt x="182814" y="123373"/>
                </a:cubicBezTo>
                <a:cubicBezTo>
                  <a:pt x="179843" y="122278"/>
                  <a:pt x="177184" y="121652"/>
                  <a:pt x="174526" y="121652"/>
                </a:cubicBezTo>
                <a:cubicBezTo>
                  <a:pt x="170928" y="121652"/>
                  <a:pt x="167802" y="124781"/>
                  <a:pt x="167802" y="128532"/>
                </a:cubicBezTo>
                <a:cubicBezTo>
                  <a:pt x="167802" y="133693"/>
                  <a:pt x="172806" y="137604"/>
                  <a:pt x="179373" y="137604"/>
                </a:cubicBezTo>
                <a:cubicBezTo>
                  <a:pt x="189851" y="137604"/>
                  <a:pt x="197358" y="128847"/>
                  <a:pt x="205803" y="106328"/>
                </a:cubicBezTo>
                <a:lnTo>
                  <a:pt x="229884" y="42525"/>
                </a:lnTo>
                <a:cubicBezTo>
                  <a:pt x="231917" y="37519"/>
                  <a:pt x="233638" y="35956"/>
                  <a:pt x="237391" y="35488"/>
                </a:cubicBezTo>
                <a:lnTo>
                  <a:pt x="237391" y="33140"/>
                </a:lnTo>
                <a:close/>
                <a:moveTo>
                  <a:pt x="305106" y="77853"/>
                </a:moveTo>
                <a:cubicBezTo>
                  <a:pt x="297601" y="89744"/>
                  <a:pt x="290874" y="94282"/>
                  <a:pt x="280867" y="94282"/>
                </a:cubicBezTo>
                <a:cubicBezTo>
                  <a:pt x="271954" y="94282"/>
                  <a:pt x="265230" y="89744"/>
                  <a:pt x="260693" y="80826"/>
                </a:cubicBezTo>
                <a:cubicBezTo>
                  <a:pt x="257878" y="74880"/>
                  <a:pt x="256785" y="69716"/>
                  <a:pt x="256472" y="60171"/>
                </a:cubicBezTo>
                <a:lnTo>
                  <a:pt x="304638" y="60171"/>
                </a:lnTo>
                <a:cubicBezTo>
                  <a:pt x="303385" y="50025"/>
                  <a:pt x="301822" y="45505"/>
                  <a:pt x="297914" y="40518"/>
                </a:cubicBezTo>
                <a:cubicBezTo>
                  <a:pt x="293220" y="34899"/>
                  <a:pt x="286028" y="31613"/>
                  <a:pt x="277896" y="31613"/>
                </a:cubicBezTo>
                <a:cubicBezTo>
                  <a:pt x="270076" y="31613"/>
                  <a:pt x="262726" y="34429"/>
                  <a:pt x="256785" y="39738"/>
                </a:cubicBezTo>
                <a:cubicBezTo>
                  <a:pt x="249433" y="46128"/>
                  <a:pt x="245211" y="57200"/>
                  <a:pt x="245211" y="70029"/>
                </a:cubicBezTo>
                <a:cubicBezTo>
                  <a:pt x="245211" y="91622"/>
                  <a:pt x="256472" y="105070"/>
                  <a:pt x="274455" y="105070"/>
                </a:cubicBezTo>
                <a:cubicBezTo>
                  <a:pt x="289311" y="105070"/>
                  <a:pt x="301040" y="95845"/>
                  <a:pt x="307609" y="78948"/>
                </a:cubicBezTo>
                <a:lnTo>
                  <a:pt x="305106" y="77853"/>
                </a:lnTo>
                <a:moveTo>
                  <a:pt x="256785" y="55167"/>
                </a:moveTo>
                <a:cubicBezTo>
                  <a:pt x="258503" y="43012"/>
                  <a:pt x="263822" y="37244"/>
                  <a:pt x="273359" y="37244"/>
                </a:cubicBezTo>
                <a:cubicBezTo>
                  <a:pt x="282900" y="37244"/>
                  <a:pt x="286653" y="41609"/>
                  <a:pt x="288686" y="55167"/>
                </a:cubicBezTo>
                <a:lnTo>
                  <a:pt x="256785" y="55167"/>
                </a:lnTo>
                <a:close/>
                <a:moveTo>
                  <a:pt x="311829" y="42561"/>
                </a:moveTo>
                <a:cubicBezTo>
                  <a:pt x="314020" y="42091"/>
                  <a:pt x="315428" y="41933"/>
                  <a:pt x="317303" y="41933"/>
                </a:cubicBezTo>
                <a:cubicBezTo>
                  <a:pt x="321212" y="41933"/>
                  <a:pt x="322620" y="44436"/>
                  <a:pt x="322620" y="51316"/>
                </a:cubicBezTo>
                <a:lnTo>
                  <a:pt x="322620" y="90409"/>
                </a:lnTo>
                <a:cubicBezTo>
                  <a:pt x="322620" y="98227"/>
                  <a:pt x="321524" y="99322"/>
                  <a:pt x="311517" y="101198"/>
                </a:cubicBezTo>
                <a:lnTo>
                  <a:pt x="311517" y="103543"/>
                </a:lnTo>
                <a:lnTo>
                  <a:pt x="349050" y="103543"/>
                </a:lnTo>
                <a:lnTo>
                  <a:pt x="349050" y="101198"/>
                </a:lnTo>
                <a:cubicBezTo>
                  <a:pt x="338414" y="100730"/>
                  <a:pt x="335756" y="98384"/>
                  <a:pt x="335756" y="89472"/>
                </a:cubicBezTo>
                <a:lnTo>
                  <a:pt x="335756" y="54287"/>
                </a:lnTo>
                <a:cubicBezTo>
                  <a:pt x="335756" y="49283"/>
                  <a:pt x="342480" y="41466"/>
                  <a:pt x="346704" y="41466"/>
                </a:cubicBezTo>
                <a:cubicBezTo>
                  <a:pt x="347642" y="41466"/>
                  <a:pt x="349050" y="42248"/>
                  <a:pt x="350770" y="43811"/>
                </a:cubicBezTo>
                <a:cubicBezTo>
                  <a:pt x="353271" y="45999"/>
                  <a:pt x="354991" y="46937"/>
                  <a:pt x="357024" y="46937"/>
                </a:cubicBezTo>
                <a:cubicBezTo>
                  <a:pt x="360778" y="46937"/>
                  <a:pt x="363124" y="44279"/>
                  <a:pt x="363124" y="39903"/>
                </a:cubicBezTo>
                <a:cubicBezTo>
                  <a:pt x="363124" y="34741"/>
                  <a:pt x="359840" y="31613"/>
                  <a:pt x="354524" y="31613"/>
                </a:cubicBezTo>
                <a:cubicBezTo>
                  <a:pt x="347954" y="31613"/>
                  <a:pt x="343421" y="35211"/>
                  <a:pt x="335756" y="46312"/>
                </a:cubicBezTo>
                <a:lnTo>
                  <a:pt x="335756" y="31928"/>
                </a:lnTo>
                <a:lnTo>
                  <a:pt x="334976" y="31613"/>
                </a:lnTo>
                <a:cubicBezTo>
                  <a:pt x="326686" y="35054"/>
                  <a:pt x="321057" y="37087"/>
                  <a:pt x="311829" y="40058"/>
                </a:cubicBezTo>
                <a:lnTo>
                  <a:pt x="311829" y="42561"/>
                </a:lnTo>
                <a:close/>
                <a:moveTo>
                  <a:pt x="365313" y="41310"/>
                </a:moveTo>
                <a:cubicBezTo>
                  <a:pt x="366251" y="40840"/>
                  <a:pt x="367816" y="40685"/>
                  <a:pt x="369537" y="40685"/>
                </a:cubicBezTo>
                <a:cubicBezTo>
                  <a:pt x="373916" y="40685"/>
                  <a:pt x="375321" y="43031"/>
                  <a:pt x="375321" y="50691"/>
                </a:cubicBezTo>
                <a:lnTo>
                  <a:pt x="375321" y="89472"/>
                </a:lnTo>
                <a:cubicBezTo>
                  <a:pt x="375321" y="98384"/>
                  <a:pt x="373601" y="100572"/>
                  <a:pt x="365626" y="101198"/>
                </a:cubicBezTo>
                <a:lnTo>
                  <a:pt x="365626" y="103543"/>
                </a:lnTo>
                <a:lnTo>
                  <a:pt x="398780" y="103543"/>
                </a:lnTo>
                <a:lnTo>
                  <a:pt x="398780" y="101198"/>
                </a:lnTo>
                <a:cubicBezTo>
                  <a:pt x="390803" y="100572"/>
                  <a:pt x="388457" y="98697"/>
                  <a:pt x="388457" y="93068"/>
                </a:cubicBezTo>
                <a:lnTo>
                  <a:pt x="388457" y="49128"/>
                </a:lnTo>
                <a:cubicBezTo>
                  <a:pt x="395964" y="42091"/>
                  <a:pt x="399405" y="40215"/>
                  <a:pt x="404567" y="40215"/>
                </a:cubicBezTo>
                <a:cubicBezTo>
                  <a:pt x="412229" y="40215"/>
                  <a:pt x="415983" y="45062"/>
                  <a:pt x="415983" y="55382"/>
                </a:cubicBezTo>
                <a:lnTo>
                  <a:pt x="415983" y="88064"/>
                </a:lnTo>
                <a:cubicBezTo>
                  <a:pt x="415983" y="97914"/>
                  <a:pt x="413949" y="100572"/>
                  <a:pt x="406130" y="101198"/>
                </a:cubicBezTo>
                <a:lnTo>
                  <a:pt x="406130" y="103543"/>
                </a:lnTo>
                <a:lnTo>
                  <a:pt x="438659" y="103543"/>
                </a:lnTo>
                <a:lnTo>
                  <a:pt x="438659" y="101198"/>
                </a:lnTo>
                <a:cubicBezTo>
                  <a:pt x="430994" y="100417"/>
                  <a:pt x="429119" y="98539"/>
                  <a:pt x="429119" y="90880"/>
                </a:cubicBezTo>
                <a:lnTo>
                  <a:pt x="429119" y="55069"/>
                </a:lnTo>
                <a:cubicBezTo>
                  <a:pt x="429119" y="40373"/>
                  <a:pt x="422237" y="31613"/>
                  <a:pt x="410666" y="31613"/>
                </a:cubicBezTo>
                <a:cubicBezTo>
                  <a:pt x="403472" y="31613"/>
                  <a:pt x="398623" y="34273"/>
                  <a:pt x="387990" y="44281"/>
                </a:cubicBezTo>
                <a:lnTo>
                  <a:pt x="387990" y="31928"/>
                </a:lnTo>
                <a:lnTo>
                  <a:pt x="386894" y="31613"/>
                </a:lnTo>
                <a:cubicBezTo>
                  <a:pt x="379232" y="34429"/>
                  <a:pt x="373916" y="36149"/>
                  <a:pt x="365313" y="38652"/>
                </a:cubicBezTo>
                <a:lnTo>
                  <a:pt x="365313" y="41310"/>
                </a:lnTo>
                <a:close/>
                <a:moveTo>
                  <a:pt x="480100" y="31613"/>
                </a:moveTo>
                <a:cubicBezTo>
                  <a:pt x="459769" y="31613"/>
                  <a:pt x="445538" y="46620"/>
                  <a:pt x="445538" y="68187"/>
                </a:cubicBezTo>
                <a:cubicBezTo>
                  <a:pt x="445538" y="89283"/>
                  <a:pt x="460082" y="105070"/>
                  <a:pt x="479785" y="105070"/>
                </a:cubicBezTo>
                <a:cubicBezTo>
                  <a:pt x="499491" y="105070"/>
                  <a:pt x="514502" y="88503"/>
                  <a:pt x="514502" y="66936"/>
                </a:cubicBezTo>
                <a:cubicBezTo>
                  <a:pt x="514502" y="46462"/>
                  <a:pt x="500116" y="31613"/>
                  <a:pt x="480100" y="31613"/>
                </a:cubicBezTo>
                <a:moveTo>
                  <a:pt x="478067" y="35994"/>
                </a:moveTo>
                <a:cubicBezTo>
                  <a:pt x="491203" y="35994"/>
                  <a:pt x="500428" y="50996"/>
                  <a:pt x="500428" y="72405"/>
                </a:cubicBezTo>
                <a:cubicBezTo>
                  <a:pt x="500428" y="90066"/>
                  <a:pt x="493391" y="100692"/>
                  <a:pt x="481663" y="100692"/>
                </a:cubicBezTo>
                <a:cubicBezTo>
                  <a:pt x="475564" y="100692"/>
                  <a:pt x="469777" y="96943"/>
                  <a:pt x="466494" y="90691"/>
                </a:cubicBezTo>
                <a:cubicBezTo>
                  <a:pt x="462115" y="82564"/>
                  <a:pt x="459612" y="71625"/>
                  <a:pt x="459612" y="60529"/>
                </a:cubicBezTo>
                <a:cubicBezTo>
                  <a:pt x="459612" y="45682"/>
                  <a:pt x="466961" y="35994"/>
                  <a:pt x="478067" y="35994"/>
                </a:cubicBezTo>
                <a:close/>
                <a:moveTo>
                  <a:pt x="520288" y="42561"/>
                </a:moveTo>
                <a:cubicBezTo>
                  <a:pt x="522479" y="42091"/>
                  <a:pt x="523887" y="41933"/>
                  <a:pt x="525762" y="41933"/>
                </a:cubicBezTo>
                <a:cubicBezTo>
                  <a:pt x="529671" y="41933"/>
                  <a:pt x="531079" y="44436"/>
                  <a:pt x="531079" y="51316"/>
                </a:cubicBezTo>
                <a:lnTo>
                  <a:pt x="531079" y="90409"/>
                </a:lnTo>
                <a:cubicBezTo>
                  <a:pt x="531079" y="98227"/>
                  <a:pt x="529983" y="99322"/>
                  <a:pt x="519976" y="101198"/>
                </a:cubicBezTo>
                <a:lnTo>
                  <a:pt x="519976" y="103543"/>
                </a:lnTo>
                <a:lnTo>
                  <a:pt x="557509" y="103543"/>
                </a:lnTo>
                <a:lnTo>
                  <a:pt x="557509" y="101198"/>
                </a:lnTo>
                <a:cubicBezTo>
                  <a:pt x="546873" y="100730"/>
                  <a:pt x="544215" y="98384"/>
                  <a:pt x="544215" y="89472"/>
                </a:cubicBezTo>
                <a:lnTo>
                  <a:pt x="544215" y="54287"/>
                </a:lnTo>
                <a:cubicBezTo>
                  <a:pt x="544215" y="49283"/>
                  <a:pt x="550939" y="41466"/>
                  <a:pt x="555163" y="41466"/>
                </a:cubicBezTo>
                <a:cubicBezTo>
                  <a:pt x="556101" y="41466"/>
                  <a:pt x="557509" y="42248"/>
                  <a:pt x="559229" y="43811"/>
                </a:cubicBezTo>
                <a:cubicBezTo>
                  <a:pt x="561730" y="45999"/>
                  <a:pt x="563450" y="46937"/>
                  <a:pt x="565483" y="46937"/>
                </a:cubicBezTo>
                <a:cubicBezTo>
                  <a:pt x="569237" y="46937"/>
                  <a:pt x="571583" y="44279"/>
                  <a:pt x="571583" y="39903"/>
                </a:cubicBezTo>
                <a:cubicBezTo>
                  <a:pt x="571583" y="34741"/>
                  <a:pt x="568299" y="31613"/>
                  <a:pt x="562983" y="31613"/>
                </a:cubicBezTo>
                <a:cubicBezTo>
                  <a:pt x="556413" y="31613"/>
                  <a:pt x="551879" y="35211"/>
                  <a:pt x="544215" y="46312"/>
                </a:cubicBezTo>
                <a:lnTo>
                  <a:pt x="544215" y="31928"/>
                </a:lnTo>
                <a:lnTo>
                  <a:pt x="543435" y="31613"/>
                </a:lnTo>
                <a:cubicBezTo>
                  <a:pt x="535145" y="35054"/>
                  <a:pt x="529516" y="37087"/>
                  <a:pt x="520288" y="40058"/>
                </a:cubicBezTo>
                <a:lnTo>
                  <a:pt x="520288" y="42561"/>
                </a:lnTo>
                <a:close/>
                <a:moveTo>
                  <a:pt x="574243" y="41310"/>
                </a:moveTo>
                <a:cubicBezTo>
                  <a:pt x="576276" y="40840"/>
                  <a:pt x="577526" y="40685"/>
                  <a:pt x="579247" y="40685"/>
                </a:cubicBezTo>
                <a:cubicBezTo>
                  <a:pt x="583313" y="40685"/>
                  <a:pt x="584721" y="43186"/>
                  <a:pt x="584721" y="50691"/>
                </a:cubicBezTo>
                <a:lnTo>
                  <a:pt x="584721" y="90252"/>
                </a:lnTo>
                <a:cubicBezTo>
                  <a:pt x="584721" y="98697"/>
                  <a:pt x="582530" y="101043"/>
                  <a:pt x="573773" y="101198"/>
                </a:cubicBezTo>
                <a:lnTo>
                  <a:pt x="573773" y="103543"/>
                </a:lnTo>
                <a:lnTo>
                  <a:pt x="608490" y="103543"/>
                </a:lnTo>
                <a:lnTo>
                  <a:pt x="608490" y="101198"/>
                </a:lnTo>
                <a:cubicBezTo>
                  <a:pt x="600203" y="100885"/>
                  <a:pt x="597857" y="99167"/>
                  <a:pt x="597857" y="93068"/>
                </a:cubicBezTo>
                <a:lnTo>
                  <a:pt x="597857" y="48973"/>
                </a:lnTo>
                <a:cubicBezTo>
                  <a:pt x="597857" y="48660"/>
                  <a:pt x="599107" y="47095"/>
                  <a:pt x="600203" y="46002"/>
                </a:cubicBezTo>
                <a:cubicBezTo>
                  <a:pt x="604111" y="42403"/>
                  <a:pt x="610836" y="39745"/>
                  <a:pt x="616310" y="39745"/>
                </a:cubicBezTo>
                <a:cubicBezTo>
                  <a:pt x="623189" y="39745"/>
                  <a:pt x="626630" y="45219"/>
                  <a:pt x="626630" y="56165"/>
                </a:cubicBezTo>
                <a:lnTo>
                  <a:pt x="626630" y="90097"/>
                </a:lnTo>
                <a:cubicBezTo>
                  <a:pt x="626630" y="98854"/>
                  <a:pt x="624910" y="100572"/>
                  <a:pt x="615997" y="101198"/>
                </a:cubicBezTo>
                <a:lnTo>
                  <a:pt x="615997" y="103543"/>
                </a:lnTo>
                <a:lnTo>
                  <a:pt x="651027" y="103543"/>
                </a:lnTo>
                <a:lnTo>
                  <a:pt x="651027" y="101198"/>
                </a:lnTo>
                <a:cubicBezTo>
                  <a:pt x="642112" y="101043"/>
                  <a:pt x="639766" y="98384"/>
                  <a:pt x="639766" y="88689"/>
                </a:cubicBezTo>
                <a:lnTo>
                  <a:pt x="639766" y="49285"/>
                </a:lnTo>
                <a:cubicBezTo>
                  <a:pt x="644458" y="42561"/>
                  <a:pt x="649619" y="39745"/>
                  <a:pt x="656814" y="39745"/>
                </a:cubicBezTo>
                <a:cubicBezTo>
                  <a:pt x="665726" y="39745"/>
                  <a:pt x="668542" y="43969"/>
                  <a:pt x="668542" y="56947"/>
                </a:cubicBezTo>
                <a:lnTo>
                  <a:pt x="668542" y="89939"/>
                </a:lnTo>
                <a:cubicBezTo>
                  <a:pt x="668542" y="98854"/>
                  <a:pt x="667292" y="100105"/>
                  <a:pt x="658222" y="101198"/>
                </a:cubicBezTo>
                <a:lnTo>
                  <a:pt x="658222" y="103543"/>
                </a:lnTo>
                <a:lnTo>
                  <a:pt x="692469" y="103543"/>
                </a:lnTo>
                <a:lnTo>
                  <a:pt x="692469" y="101198"/>
                </a:lnTo>
                <a:lnTo>
                  <a:pt x="688403" y="100885"/>
                </a:lnTo>
                <a:cubicBezTo>
                  <a:pt x="683711" y="100572"/>
                  <a:pt x="681678" y="97759"/>
                  <a:pt x="681678" y="91660"/>
                </a:cubicBezTo>
                <a:lnTo>
                  <a:pt x="681678" y="59448"/>
                </a:lnTo>
                <a:cubicBezTo>
                  <a:pt x="681678" y="40998"/>
                  <a:pt x="675579" y="31613"/>
                  <a:pt x="663538" y="31613"/>
                </a:cubicBezTo>
                <a:cubicBezTo>
                  <a:pt x="654468" y="31613"/>
                  <a:pt x="646491" y="35679"/>
                  <a:pt x="638046" y="44749"/>
                </a:cubicBezTo>
                <a:cubicBezTo>
                  <a:pt x="635233" y="35836"/>
                  <a:pt x="629916" y="31613"/>
                  <a:pt x="621471" y="31613"/>
                </a:cubicBezTo>
                <a:cubicBezTo>
                  <a:pt x="614589" y="31613"/>
                  <a:pt x="610211" y="33803"/>
                  <a:pt x="597229" y="43656"/>
                </a:cubicBezTo>
                <a:lnTo>
                  <a:pt x="597229" y="31928"/>
                </a:lnTo>
                <a:lnTo>
                  <a:pt x="596137" y="31613"/>
                </a:lnTo>
                <a:cubicBezTo>
                  <a:pt x="588159" y="34586"/>
                  <a:pt x="582843" y="36306"/>
                  <a:pt x="574243" y="38652"/>
                </a:cubicBezTo>
                <a:lnTo>
                  <a:pt x="574243" y="413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5560D-72EB-464C-92E3-AC2A0F24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075" y="6746380"/>
            <a:ext cx="1334889" cy="236306"/>
          </a:xfrm>
          <a:custGeom xmlns:a="http://schemas.openxmlformats.org/drawingml/2006/main">
            <a:pathLst>
              <a:path w="1334889" h="236306">
                <a:moveTo>
                  <a:pt x="1245897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47315"/>
                </a:lnTo>
                <a:cubicBezTo>
                  <a:pt x="0" y="196464"/>
                  <a:pt x="39842" y="236306"/>
                  <a:pt x="88991" y="236306"/>
                </a:cubicBezTo>
                <a:lnTo>
                  <a:pt x="1245897" y="236306"/>
                </a:lnTo>
                <a:cubicBezTo>
                  <a:pt x="1295046" y="236306"/>
                  <a:pt x="1334889" y="196464"/>
                  <a:pt x="1334889" y="147315"/>
                </a:cubicBezTo>
                <a:lnTo>
                  <a:pt x="1334889" y="88991"/>
                </a:lnTo>
                <a:cubicBezTo>
                  <a:pt x="1334889" y="39842"/>
                  <a:pt x="1295046" y="0"/>
                  <a:pt x="1245897" y="0"/>
                </a:cubicBezTo>
                <a:close/>
                <a:moveTo>
                  <a:pt x="0" y="236306"/>
                </a:moveTo>
              </a:path>
            </a:pathLst>
          </a:custGeom>
          <a:solidFill xmlns:a="http://schemas.openxmlformats.org/drawingml/2006/main">
            <a:srgbClr val="E6FF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C8422-92C1-43FA-BEAA-714837A0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075" y="6746380"/>
            <a:ext cx="1334889" cy="236306"/>
          </a:xfrm>
          <a:custGeom xmlns:a="http://schemas.openxmlformats.org/drawingml/2006/main">
            <a:pathLst>
              <a:path w="1334889" h="236306" fill="none">
                <a:moveTo>
                  <a:pt x="1245897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47315"/>
                </a:lnTo>
                <a:cubicBezTo>
                  <a:pt x="0" y="196464"/>
                  <a:pt x="39842" y="236306"/>
                  <a:pt x="88991" y="236306"/>
                </a:cubicBezTo>
                <a:lnTo>
                  <a:pt x="1245897" y="236306"/>
                </a:lnTo>
                <a:cubicBezTo>
                  <a:pt x="1295046" y="236306"/>
                  <a:pt x="1334889" y="196464"/>
                  <a:pt x="1334889" y="147315"/>
                </a:cubicBezTo>
                <a:lnTo>
                  <a:pt x="1334889" y="88991"/>
                </a:lnTo>
                <a:cubicBezTo>
                  <a:pt x="1334889" y="39842"/>
                  <a:pt x="1295046" y="0"/>
                  <a:pt x="1245897" y="0"/>
                </a:cubicBezTo>
                <a:close/>
                <a:moveTo>
                  <a:pt x="0" y="236306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04" name="Text Mod:δ">
            <a:extLst xmlns:a="http://schemas.openxmlformats.org/drawingml/2006/main">
              <a:ext uri="{FF2B5EF4-FFF2-40B4-BE49-F238E27FC236}">
                <a16:creationId xmlns:a16="http://schemas.microsoft.com/office/drawing/2014/main" id="{381BA523-A958-47DA-AAB0-403B4F31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6388" y="6795855"/>
            <a:ext cx="456168" cy="113012"/>
          </a:xfrm>
          <a:custGeom xmlns:a="http://schemas.openxmlformats.org/drawingml/2006/main">
            <a:pathLst>
              <a:path w="456168" h="113012">
                <a:moveTo>
                  <a:pt x="103527" y="21557"/>
                </a:moveTo>
                <a:lnTo>
                  <a:pt x="103527" y="92412"/>
                </a:lnTo>
                <a:cubicBezTo>
                  <a:pt x="103527" y="105393"/>
                  <a:pt x="101649" y="107428"/>
                  <a:pt x="89295" y="108208"/>
                </a:cubicBezTo>
                <a:lnTo>
                  <a:pt x="89295" y="111179"/>
                </a:lnTo>
                <a:lnTo>
                  <a:pt x="133082" y="111179"/>
                </a:lnTo>
                <a:lnTo>
                  <a:pt x="133082" y="108208"/>
                </a:lnTo>
                <a:cubicBezTo>
                  <a:pt x="121667" y="107428"/>
                  <a:pt x="119479" y="105238"/>
                  <a:pt x="119479" y="94132"/>
                </a:cubicBezTo>
                <a:lnTo>
                  <a:pt x="119479" y="24686"/>
                </a:lnTo>
                <a:cubicBezTo>
                  <a:pt x="119479" y="13580"/>
                  <a:pt x="121512" y="11547"/>
                  <a:pt x="133082" y="10609"/>
                </a:cubicBezTo>
                <a:lnTo>
                  <a:pt x="133082" y="7636"/>
                </a:lnTo>
                <a:lnTo>
                  <a:pt x="101961" y="7636"/>
                </a:lnTo>
                <a:lnTo>
                  <a:pt x="67401" y="86625"/>
                </a:lnTo>
                <a:lnTo>
                  <a:pt x="31276" y="7636"/>
                </a:lnTo>
                <a:lnTo>
                  <a:pt x="313" y="7636"/>
                </a:lnTo>
                <a:lnTo>
                  <a:pt x="313" y="10609"/>
                </a:lnTo>
                <a:cubicBezTo>
                  <a:pt x="13136" y="11389"/>
                  <a:pt x="15169" y="13267"/>
                  <a:pt x="15169" y="24686"/>
                </a:cubicBezTo>
                <a:lnTo>
                  <a:pt x="15169" y="88188"/>
                </a:lnTo>
                <a:cubicBezTo>
                  <a:pt x="15169" y="104300"/>
                  <a:pt x="12979" y="107271"/>
                  <a:pt x="0" y="108208"/>
                </a:cubicBezTo>
                <a:lnTo>
                  <a:pt x="0" y="111179"/>
                </a:lnTo>
                <a:lnTo>
                  <a:pt x="36750" y="111179"/>
                </a:lnTo>
                <a:lnTo>
                  <a:pt x="36750" y="108208"/>
                </a:lnTo>
                <a:cubicBezTo>
                  <a:pt x="24709" y="107583"/>
                  <a:pt x="22051" y="103987"/>
                  <a:pt x="22051" y="88188"/>
                </a:cubicBezTo>
                <a:lnTo>
                  <a:pt x="22051" y="25153"/>
                </a:lnTo>
                <a:lnTo>
                  <a:pt x="61302" y="111179"/>
                </a:lnTo>
                <a:lnTo>
                  <a:pt x="63493" y="111179"/>
                </a:lnTo>
                <a:lnTo>
                  <a:pt x="103527" y="21557"/>
                </a:lnTo>
                <a:close/>
                <a:moveTo>
                  <a:pt x="176246" y="39249"/>
                </a:moveTo>
                <a:cubicBezTo>
                  <a:pt x="155916" y="39249"/>
                  <a:pt x="141684" y="54256"/>
                  <a:pt x="141684" y="75822"/>
                </a:cubicBezTo>
                <a:cubicBezTo>
                  <a:pt x="141684" y="96919"/>
                  <a:pt x="156228" y="112706"/>
                  <a:pt x="175931" y="112706"/>
                </a:cubicBezTo>
                <a:cubicBezTo>
                  <a:pt x="195637" y="112706"/>
                  <a:pt x="210649" y="96139"/>
                  <a:pt x="210649" y="74572"/>
                </a:cubicBezTo>
                <a:cubicBezTo>
                  <a:pt x="210649" y="54098"/>
                  <a:pt x="196262" y="39249"/>
                  <a:pt x="176246" y="39249"/>
                </a:cubicBezTo>
                <a:moveTo>
                  <a:pt x="174213" y="43630"/>
                </a:moveTo>
                <a:cubicBezTo>
                  <a:pt x="187349" y="43630"/>
                  <a:pt x="196575" y="58632"/>
                  <a:pt x="196575" y="80041"/>
                </a:cubicBezTo>
                <a:cubicBezTo>
                  <a:pt x="196575" y="97702"/>
                  <a:pt x="189538" y="108328"/>
                  <a:pt x="177809" y="108328"/>
                </a:cubicBezTo>
                <a:cubicBezTo>
                  <a:pt x="171710" y="108328"/>
                  <a:pt x="165924" y="104579"/>
                  <a:pt x="162640" y="98327"/>
                </a:cubicBezTo>
                <a:cubicBezTo>
                  <a:pt x="158261" y="90199"/>
                  <a:pt x="155758" y="79261"/>
                  <a:pt x="155758" y="68165"/>
                </a:cubicBezTo>
                <a:cubicBezTo>
                  <a:pt x="155758" y="53318"/>
                  <a:pt x="163108" y="43630"/>
                  <a:pt x="174213" y="43630"/>
                </a:cubicBezTo>
                <a:close/>
                <a:moveTo>
                  <a:pt x="269137" y="112706"/>
                </a:moveTo>
                <a:lnTo>
                  <a:pt x="292126" y="104577"/>
                </a:lnTo>
                <a:lnTo>
                  <a:pt x="292126" y="102076"/>
                </a:lnTo>
                <a:cubicBezTo>
                  <a:pt x="289310" y="102231"/>
                  <a:pt x="288998" y="102231"/>
                  <a:pt x="288528" y="102231"/>
                </a:cubicBezTo>
                <a:cubicBezTo>
                  <a:pt x="282898" y="102231"/>
                  <a:pt x="281648" y="100513"/>
                  <a:pt x="281648" y="93323"/>
                </a:cubicBezTo>
                <a:lnTo>
                  <a:pt x="281648" y="4689"/>
                </a:lnTo>
                <a:lnTo>
                  <a:pt x="280865" y="4376"/>
                </a:lnTo>
                <a:cubicBezTo>
                  <a:pt x="273358" y="7035"/>
                  <a:pt x="267887" y="8598"/>
                  <a:pt x="257876" y="11258"/>
                </a:cubicBezTo>
                <a:lnTo>
                  <a:pt x="257876" y="13759"/>
                </a:lnTo>
                <a:cubicBezTo>
                  <a:pt x="259129" y="13604"/>
                  <a:pt x="260067" y="13604"/>
                  <a:pt x="261317" y="13604"/>
                </a:cubicBezTo>
                <a:cubicBezTo>
                  <a:pt x="267104" y="13604"/>
                  <a:pt x="268512" y="15167"/>
                  <a:pt x="268512" y="21579"/>
                </a:cubicBezTo>
                <a:lnTo>
                  <a:pt x="268512" y="45973"/>
                </a:lnTo>
                <a:cubicBezTo>
                  <a:pt x="262568" y="40969"/>
                  <a:pt x="258346" y="39249"/>
                  <a:pt x="252090" y="39249"/>
                </a:cubicBezTo>
                <a:cubicBezTo>
                  <a:pt x="234107" y="39249"/>
                  <a:pt x="219563" y="56912"/>
                  <a:pt x="219563" y="79104"/>
                </a:cubicBezTo>
                <a:cubicBezTo>
                  <a:pt x="219563" y="99105"/>
                  <a:pt x="231291" y="112706"/>
                  <a:pt x="248494" y="112706"/>
                </a:cubicBezTo>
                <a:cubicBezTo>
                  <a:pt x="257251" y="112706"/>
                  <a:pt x="263195" y="109580"/>
                  <a:pt x="268512" y="102231"/>
                </a:cubicBezTo>
                <a:lnTo>
                  <a:pt x="268512" y="112239"/>
                </a:lnTo>
                <a:lnTo>
                  <a:pt x="269137" y="112706"/>
                </a:lnTo>
                <a:moveTo>
                  <a:pt x="268512" y="95199"/>
                </a:moveTo>
                <a:cubicBezTo>
                  <a:pt x="268512" y="96294"/>
                  <a:pt x="267417" y="98170"/>
                  <a:pt x="265854" y="99888"/>
                </a:cubicBezTo>
                <a:cubicBezTo>
                  <a:pt x="263038" y="103014"/>
                  <a:pt x="259129" y="104577"/>
                  <a:pt x="254593" y="104577"/>
                </a:cubicBezTo>
                <a:cubicBezTo>
                  <a:pt x="241614" y="104577"/>
                  <a:pt x="233012" y="92073"/>
                  <a:pt x="233012" y="72852"/>
                </a:cubicBezTo>
                <a:cubicBezTo>
                  <a:pt x="233012" y="55194"/>
                  <a:pt x="240674" y="43630"/>
                  <a:pt x="252560" y="43630"/>
                </a:cubicBezTo>
                <a:cubicBezTo>
                  <a:pt x="260850" y="43630"/>
                  <a:pt x="268512" y="50972"/>
                  <a:pt x="268512" y="59255"/>
                </a:cubicBezTo>
                <a:lnTo>
                  <a:pt x="268512" y="95199"/>
                </a:lnTo>
                <a:close/>
                <a:moveTo>
                  <a:pt x="314799" y="39401"/>
                </a:moveTo>
                <a:cubicBezTo>
                  <a:pt x="310108" y="39401"/>
                  <a:pt x="306199" y="43468"/>
                  <a:pt x="306199" y="48316"/>
                </a:cubicBezTo>
                <a:cubicBezTo>
                  <a:pt x="306199" y="52853"/>
                  <a:pt x="310108" y="56761"/>
                  <a:pt x="314644" y="56761"/>
                </a:cubicBezTo>
                <a:cubicBezTo>
                  <a:pt x="319490" y="56761"/>
                  <a:pt x="323556" y="52853"/>
                  <a:pt x="323556" y="48316"/>
                </a:cubicBezTo>
                <a:cubicBezTo>
                  <a:pt x="323556" y="43468"/>
                  <a:pt x="319490" y="39401"/>
                  <a:pt x="314799" y="39401"/>
                </a:cubicBezTo>
                <a:moveTo>
                  <a:pt x="314799" y="95502"/>
                </a:moveTo>
                <a:cubicBezTo>
                  <a:pt x="310108" y="95502"/>
                  <a:pt x="306199" y="99568"/>
                  <a:pt x="306199" y="104417"/>
                </a:cubicBezTo>
                <a:cubicBezTo>
                  <a:pt x="306199" y="108950"/>
                  <a:pt x="310108" y="112859"/>
                  <a:pt x="314644" y="112859"/>
                </a:cubicBezTo>
                <a:cubicBezTo>
                  <a:pt x="319490" y="112859"/>
                  <a:pt x="323556" y="108950"/>
                  <a:pt x="323556" y="104417"/>
                </a:cubicBezTo>
                <a:cubicBezTo>
                  <a:pt x="323556" y="99568"/>
                  <a:pt x="319490" y="95502"/>
                  <a:pt x="314799" y="95502"/>
                </a:cubicBezTo>
                <a:close/>
                <a:moveTo>
                  <a:pt x="426767" y="42830"/>
                </a:moveTo>
                <a:cubicBezTo>
                  <a:pt x="407219" y="47519"/>
                  <a:pt x="392050" y="67841"/>
                  <a:pt x="392050" y="86751"/>
                </a:cubicBezTo>
                <a:cubicBezTo>
                  <a:pt x="392050" y="101758"/>
                  <a:pt x="402058" y="113012"/>
                  <a:pt x="416759" y="113012"/>
                </a:cubicBezTo>
                <a:cubicBezTo>
                  <a:pt x="435055" y="113012"/>
                  <a:pt x="448036" y="88472"/>
                  <a:pt x="448036" y="66903"/>
                </a:cubicBezTo>
                <a:cubicBezTo>
                  <a:pt x="448036" y="52678"/>
                  <a:pt x="441781" y="44864"/>
                  <a:pt x="436463" y="37829"/>
                </a:cubicBezTo>
                <a:cubicBezTo>
                  <a:pt x="430833" y="30797"/>
                  <a:pt x="421606" y="19073"/>
                  <a:pt x="421606" y="12196"/>
                </a:cubicBezTo>
                <a:cubicBezTo>
                  <a:pt x="421606" y="8757"/>
                  <a:pt x="424734" y="5006"/>
                  <a:pt x="430208" y="5006"/>
                </a:cubicBezTo>
                <a:cubicBezTo>
                  <a:pt x="434900" y="5006"/>
                  <a:pt x="438028" y="7037"/>
                  <a:pt x="441311" y="9225"/>
                </a:cubicBezTo>
                <a:cubicBezTo>
                  <a:pt x="444440" y="11101"/>
                  <a:pt x="447566" y="13134"/>
                  <a:pt x="449911" y="13134"/>
                </a:cubicBezTo>
                <a:cubicBezTo>
                  <a:pt x="453822" y="13134"/>
                  <a:pt x="456168" y="9383"/>
                  <a:pt x="456168" y="6882"/>
                </a:cubicBezTo>
                <a:cubicBezTo>
                  <a:pt x="456168" y="3441"/>
                  <a:pt x="453665" y="2973"/>
                  <a:pt x="448036" y="1720"/>
                </a:cubicBezTo>
                <a:cubicBezTo>
                  <a:pt x="439903" y="0"/>
                  <a:pt x="437715" y="0"/>
                  <a:pt x="435212" y="0"/>
                </a:cubicBezTo>
                <a:cubicBezTo>
                  <a:pt x="423014" y="0"/>
                  <a:pt x="417385" y="6724"/>
                  <a:pt x="417385" y="16105"/>
                </a:cubicBezTo>
                <a:cubicBezTo>
                  <a:pt x="417385" y="24545"/>
                  <a:pt x="421918" y="33297"/>
                  <a:pt x="426767" y="42830"/>
                </a:cubicBezTo>
                <a:moveTo>
                  <a:pt x="428643" y="46269"/>
                </a:moveTo>
                <a:cubicBezTo>
                  <a:pt x="432554" y="53461"/>
                  <a:pt x="437245" y="61901"/>
                  <a:pt x="437245" y="73155"/>
                </a:cubicBezTo>
                <a:cubicBezTo>
                  <a:pt x="437245" y="83470"/>
                  <a:pt x="431304" y="109573"/>
                  <a:pt x="416759" y="109573"/>
                </a:cubicBezTo>
                <a:cubicBezTo>
                  <a:pt x="408157" y="109573"/>
                  <a:pt x="401745" y="103009"/>
                  <a:pt x="401745" y="91128"/>
                </a:cubicBezTo>
                <a:cubicBezTo>
                  <a:pt x="401745" y="81282"/>
                  <a:pt x="407532" y="51896"/>
                  <a:pt x="428643" y="462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Text c">
            <a:extLst xmlns:a="http://schemas.openxmlformats.org/drawingml/2006/main">
              <a:ext uri="{FF2B5EF4-FFF2-40B4-BE49-F238E27FC236}">
                <a16:creationId xmlns:a16="http://schemas.microsoft.com/office/drawing/2014/main" id="{9A73BDAC-0091-407D-BA6E-A00BACAC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8164" y="6882181"/>
            <a:ext cx="47400" cy="49389"/>
          </a:xfrm>
          <a:custGeom xmlns:a="http://schemas.openxmlformats.org/drawingml/2006/main">
            <a:pathLst>
              <a:path w="47400" h="49389">
                <a:moveTo>
                  <a:pt x="41159" y="6389"/>
                </a:moveTo>
                <a:cubicBezTo>
                  <a:pt x="37219" y="7047"/>
                  <a:pt x="35577" y="10112"/>
                  <a:pt x="35577" y="12521"/>
                </a:cubicBezTo>
                <a:cubicBezTo>
                  <a:pt x="35577" y="15476"/>
                  <a:pt x="37875" y="16570"/>
                  <a:pt x="39846" y="16570"/>
                </a:cubicBezTo>
                <a:cubicBezTo>
                  <a:pt x="42255" y="16570"/>
                  <a:pt x="46085" y="14819"/>
                  <a:pt x="46085" y="9564"/>
                </a:cubicBezTo>
                <a:cubicBezTo>
                  <a:pt x="46085" y="2081"/>
                  <a:pt x="37548" y="0"/>
                  <a:pt x="31637" y="0"/>
                </a:cubicBezTo>
                <a:cubicBezTo>
                  <a:pt x="15215" y="0"/>
                  <a:pt x="0" y="15148"/>
                  <a:pt x="0" y="30354"/>
                </a:cubicBezTo>
                <a:cubicBezTo>
                  <a:pt x="0" y="39761"/>
                  <a:pt x="6568" y="49389"/>
                  <a:pt x="20251" y="49389"/>
                </a:cubicBezTo>
                <a:cubicBezTo>
                  <a:pt x="38752" y="49389"/>
                  <a:pt x="47400" y="38559"/>
                  <a:pt x="47400" y="37027"/>
                </a:cubicBezTo>
                <a:cubicBezTo>
                  <a:pt x="47400" y="36370"/>
                  <a:pt x="46414" y="35168"/>
                  <a:pt x="45539" y="35168"/>
                </a:cubicBezTo>
                <a:cubicBezTo>
                  <a:pt x="44882" y="35168"/>
                  <a:pt x="44662" y="35387"/>
                  <a:pt x="43787" y="36260"/>
                </a:cubicBezTo>
                <a:cubicBezTo>
                  <a:pt x="35248" y="46324"/>
                  <a:pt x="22441" y="46324"/>
                  <a:pt x="20470" y="46324"/>
                </a:cubicBezTo>
                <a:cubicBezTo>
                  <a:pt x="12588" y="46324"/>
                  <a:pt x="9085" y="40965"/>
                  <a:pt x="9085" y="34182"/>
                </a:cubicBezTo>
                <a:cubicBezTo>
                  <a:pt x="9085" y="31010"/>
                  <a:pt x="10618" y="19087"/>
                  <a:pt x="16311" y="11535"/>
                </a:cubicBezTo>
                <a:cubicBezTo>
                  <a:pt x="20470" y="6167"/>
                  <a:pt x="26163" y="3067"/>
                  <a:pt x="31637" y="3067"/>
                </a:cubicBezTo>
                <a:cubicBezTo>
                  <a:pt x="33168" y="3067"/>
                  <a:pt x="38423" y="3287"/>
                  <a:pt x="41159" y="63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Text ·•+ϵ">
            <a:extLst xmlns:a="http://schemas.openxmlformats.org/drawingml/2006/main">
              <a:ext uri="{FF2B5EF4-FFF2-40B4-BE49-F238E27FC236}">
                <a16:creationId xmlns:a16="http://schemas.microsoft.com/office/drawing/2014/main" id="{70EAC798-B2B6-4B4A-B08A-37044667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278" y="6815861"/>
            <a:ext cx="392869" cy="104154"/>
          </a:xfrm>
          <a:custGeom xmlns:a="http://schemas.openxmlformats.org/drawingml/2006/main">
            <a:pathLst>
              <a:path w="392869" h="104154">
                <a:moveTo>
                  <a:pt x="16575" y="52037"/>
                </a:moveTo>
                <a:cubicBezTo>
                  <a:pt x="16575" y="47503"/>
                  <a:pt x="12824" y="43749"/>
                  <a:pt x="8287" y="43749"/>
                </a:cubicBezTo>
                <a:cubicBezTo>
                  <a:pt x="3751" y="43749"/>
                  <a:pt x="0" y="47503"/>
                  <a:pt x="0" y="52037"/>
                </a:cubicBezTo>
                <a:cubicBezTo>
                  <a:pt x="0" y="56573"/>
                  <a:pt x="3751" y="60324"/>
                  <a:pt x="8287" y="60324"/>
                </a:cubicBezTo>
                <a:cubicBezTo>
                  <a:pt x="12824" y="60324"/>
                  <a:pt x="16575" y="56573"/>
                  <a:pt x="16575" y="52037"/>
                </a:cubicBezTo>
                <a:close/>
                <a:moveTo>
                  <a:pt x="134178" y="52079"/>
                </a:moveTo>
                <a:cubicBezTo>
                  <a:pt x="134178" y="35362"/>
                  <a:pt x="120259" y="21767"/>
                  <a:pt x="103840" y="21767"/>
                </a:cubicBezTo>
                <a:cubicBezTo>
                  <a:pt x="86950" y="21767"/>
                  <a:pt x="73344" y="35674"/>
                  <a:pt x="73344" y="52079"/>
                </a:cubicBezTo>
                <a:cubicBezTo>
                  <a:pt x="73344" y="68642"/>
                  <a:pt x="86950" y="82394"/>
                  <a:pt x="103840" y="82394"/>
                </a:cubicBezTo>
                <a:cubicBezTo>
                  <a:pt x="120259" y="82394"/>
                  <a:pt x="134178" y="68797"/>
                  <a:pt x="134178" y="52079"/>
                </a:cubicBezTo>
                <a:close/>
                <a:moveTo>
                  <a:pt x="241656" y="55131"/>
                </a:moveTo>
                <a:lnTo>
                  <a:pt x="285286" y="55131"/>
                </a:lnTo>
                <a:cubicBezTo>
                  <a:pt x="287476" y="55131"/>
                  <a:pt x="290447" y="55131"/>
                  <a:pt x="290447" y="52005"/>
                </a:cubicBezTo>
                <a:cubicBezTo>
                  <a:pt x="290447" y="48877"/>
                  <a:pt x="287476" y="48877"/>
                  <a:pt x="285286" y="48877"/>
                </a:cubicBezTo>
                <a:lnTo>
                  <a:pt x="241656" y="48877"/>
                </a:lnTo>
                <a:lnTo>
                  <a:pt x="241656" y="5159"/>
                </a:lnTo>
                <a:cubicBezTo>
                  <a:pt x="241656" y="2973"/>
                  <a:pt x="241656" y="0"/>
                  <a:pt x="238528" y="0"/>
                </a:cubicBezTo>
                <a:cubicBezTo>
                  <a:pt x="235399" y="0"/>
                  <a:pt x="235399" y="2973"/>
                  <a:pt x="235399" y="5159"/>
                </a:cubicBezTo>
                <a:lnTo>
                  <a:pt x="235399" y="48877"/>
                </a:lnTo>
                <a:lnTo>
                  <a:pt x="191612" y="48877"/>
                </a:lnTo>
                <a:cubicBezTo>
                  <a:pt x="189424" y="48877"/>
                  <a:pt x="186453" y="48877"/>
                  <a:pt x="186453" y="52005"/>
                </a:cubicBezTo>
                <a:cubicBezTo>
                  <a:pt x="186453" y="55131"/>
                  <a:pt x="189424" y="55131"/>
                  <a:pt x="191612" y="55131"/>
                </a:cubicBezTo>
                <a:lnTo>
                  <a:pt x="235399" y="55131"/>
                </a:lnTo>
                <a:lnTo>
                  <a:pt x="235399" y="98993"/>
                </a:lnTo>
                <a:cubicBezTo>
                  <a:pt x="235399" y="101183"/>
                  <a:pt x="235399" y="104154"/>
                  <a:pt x="238528" y="104154"/>
                </a:cubicBezTo>
                <a:cubicBezTo>
                  <a:pt x="241656" y="104154"/>
                  <a:pt x="241656" y="101183"/>
                  <a:pt x="241656" y="98993"/>
                </a:cubicBezTo>
                <a:lnTo>
                  <a:pt x="241656" y="55131"/>
                </a:lnTo>
                <a:close/>
                <a:moveTo>
                  <a:pt x="380670" y="55857"/>
                </a:moveTo>
                <a:cubicBezTo>
                  <a:pt x="383173" y="55857"/>
                  <a:pt x="385987" y="55857"/>
                  <a:pt x="385987" y="53199"/>
                </a:cubicBezTo>
                <a:cubicBezTo>
                  <a:pt x="385987" y="51008"/>
                  <a:pt x="384111" y="51008"/>
                  <a:pt x="381453" y="51008"/>
                </a:cubicBezTo>
                <a:lnTo>
                  <a:pt x="356118" y="51008"/>
                </a:lnTo>
                <a:cubicBezTo>
                  <a:pt x="359872" y="37733"/>
                  <a:pt x="368629" y="28673"/>
                  <a:pt x="382861" y="28673"/>
                </a:cubicBezTo>
                <a:lnTo>
                  <a:pt x="387707" y="28673"/>
                </a:lnTo>
                <a:cubicBezTo>
                  <a:pt x="390368" y="28673"/>
                  <a:pt x="392869" y="28673"/>
                  <a:pt x="392869" y="26015"/>
                </a:cubicBezTo>
                <a:cubicBezTo>
                  <a:pt x="392869" y="23824"/>
                  <a:pt x="390836" y="23824"/>
                  <a:pt x="388177" y="23824"/>
                </a:cubicBezTo>
                <a:lnTo>
                  <a:pt x="382703" y="23824"/>
                </a:lnTo>
                <a:cubicBezTo>
                  <a:pt x="362375" y="23824"/>
                  <a:pt x="341419" y="39452"/>
                  <a:pt x="341419" y="63350"/>
                </a:cubicBezTo>
                <a:cubicBezTo>
                  <a:pt x="341419" y="80516"/>
                  <a:pt x="353147" y="92853"/>
                  <a:pt x="369725" y="92853"/>
                </a:cubicBezTo>
                <a:cubicBezTo>
                  <a:pt x="379890" y="92853"/>
                  <a:pt x="390053" y="86603"/>
                  <a:pt x="390053" y="84888"/>
                </a:cubicBezTo>
                <a:cubicBezTo>
                  <a:pt x="390053" y="84420"/>
                  <a:pt x="389898" y="82702"/>
                  <a:pt x="388490" y="82702"/>
                </a:cubicBezTo>
                <a:cubicBezTo>
                  <a:pt x="388177" y="82702"/>
                  <a:pt x="387865" y="82702"/>
                  <a:pt x="386457" y="83640"/>
                </a:cubicBezTo>
                <a:cubicBezTo>
                  <a:pt x="381608" y="86761"/>
                  <a:pt x="375824" y="89414"/>
                  <a:pt x="370037" y="89414"/>
                </a:cubicBezTo>
                <a:cubicBezTo>
                  <a:pt x="360967" y="89414"/>
                  <a:pt x="353147" y="82859"/>
                  <a:pt x="353147" y="69124"/>
                </a:cubicBezTo>
                <a:cubicBezTo>
                  <a:pt x="353147" y="63662"/>
                  <a:pt x="354398" y="57730"/>
                  <a:pt x="354868" y="55857"/>
                </a:cubicBezTo>
                <a:lnTo>
                  <a:pt x="380670" y="558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Text c">
            <a:extLst xmlns:a="http://schemas.openxmlformats.org/drawingml/2006/main">
              <a:ext uri="{FF2B5EF4-FFF2-40B4-BE49-F238E27FC236}">
                <a16:creationId xmlns:a16="http://schemas.microsoft.com/office/drawing/2014/main" id="{9E07D9B4-0996-45B5-BD5B-E88351AA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7613" y="6882181"/>
            <a:ext cx="47400" cy="49389"/>
          </a:xfrm>
          <a:custGeom xmlns:a="http://schemas.openxmlformats.org/drawingml/2006/main">
            <a:pathLst>
              <a:path w="47400" h="49389">
                <a:moveTo>
                  <a:pt x="41159" y="6389"/>
                </a:moveTo>
                <a:cubicBezTo>
                  <a:pt x="37219" y="7047"/>
                  <a:pt x="35577" y="10112"/>
                  <a:pt x="35577" y="12521"/>
                </a:cubicBezTo>
                <a:cubicBezTo>
                  <a:pt x="35577" y="15476"/>
                  <a:pt x="37875" y="16570"/>
                  <a:pt x="39846" y="16570"/>
                </a:cubicBezTo>
                <a:cubicBezTo>
                  <a:pt x="42255" y="16570"/>
                  <a:pt x="46085" y="14819"/>
                  <a:pt x="46085" y="9564"/>
                </a:cubicBezTo>
                <a:cubicBezTo>
                  <a:pt x="46085" y="2081"/>
                  <a:pt x="37548" y="0"/>
                  <a:pt x="31637" y="0"/>
                </a:cubicBezTo>
                <a:cubicBezTo>
                  <a:pt x="15215" y="0"/>
                  <a:pt x="0" y="15148"/>
                  <a:pt x="0" y="30354"/>
                </a:cubicBezTo>
                <a:cubicBezTo>
                  <a:pt x="0" y="39761"/>
                  <a:pt x="6568" y="49389"/>
                  <a:pt x="20251" y="49389"/>
                </a:cubicBezTo>
                <a:cubicBezTo>
                  <a:pt x="38752" y="49389"/>
                  <a:pt x="47400" y="38559"/>
                  <a:pt x="47400" y="37027"/>
                </a:cubicBezTo>
                <a:cubicBezTo>
                  <a:pt x="47400" y="36370"/>
                  <a:pt x="46414" y="35168"/>
                  <a:pt x="45539" y="35168"/>
                </a:cubicBezTo>
                <a:cubicBezTo>
                  <a:pt x="44882" y="35168"/>
                  <a:pt x="44662" y="35387"/>
                  <a:pt x="43787" y="36260"/>
                </a:cubicBezTo>
                <a:cubicBezTo>
                  <a:pt x="35248" y="46324"/>
                  <a:pt x="22441" y="46324"/>
                  <a:pt x="20470" y="46324"/>
                </a:cubicBezTo>
                <a:cubicBezTo>
                  <a:pt x="12588" y="46324"/>
                  <a:pt x="9085" y="40965"/>
                  <a:pt x="9085" y="34182"/>
                </a:cubicBezTo>
                <a:cubicBezTo>
                  <a:pt x="9085" y="31010"/>
                  <a:pt x="10618" y="19087"/>
                  <a:pt x="16311" y="11535"/>
                </a:cubicBezTo>
                <a:cubicBezTo>
                  <a:pt x="20470" y="6167"/>
                  <a:pt x="26163" y="3067"/>
                  <a:pt x="31637" y="3067"/>
                </a:cubicBezTo>
                <a:cubicBezTo>
                  <a:pt x="33168" y="3067"/>
                  <a:pt x="38423" y="3287"/>
                  <a:pt x="41159" y="63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64743-9BD8-48A5-B4C9-188E32AA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075" y="7077933"/>
            <a:ext cx="1334889" cy="208712"/>
          </a:xfrm>
          <a:custGeom xmlns:a="http://schemas.openxmlformats.org/drawingml/2006/main">
            <a:pathLst>
              <a:path w="1334889" h="208712">
                <a:moveTo>
                  <a:pt x="1245897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19721"/>
                </a:lnTo>
                <a:cubicBezTo>
                  <a:pt x="0" y="168870"/>
                  <a:pt x="39842" y="208712"/>
                  <a:pt x="88991" y="208712"/>
                </a:cubicBezTo>
                <a:lnTo>
                  <a:pt x="1245897" y="208712"/>
                </a:lnTo>
                <a:cubicBezTo>
                  <a:pt x="1295046" y="208712"/>
                  <a:pt x="1334889" y="168870"/>
                  <a:pt x="1334889" y="119721"/>
                </a:cubicBezTo>
                <a:lnTo>
                  <a:pt x="1334889" y="88991"/>
                </a:lnTo>
                <a:cubicBezTo>
                  <a:pt x="1334889" y="39842"/>
                  <a:pt x="1295046" y="0"/>
                  <a:pt x="1245897" y="0"/>
                </a:cubicBezTo>
                <a:close/>
                <a:moveTo>
                  <a:pt x="0" y="208712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9A4017-9054-4F97-B808-823F672E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075" y="7077933"/>
            <a:ext cx="1334889" cy="208712"/>
          </a:xfrm>
          <a:custGeom xmlns:a="http://schemas.openxmlformats.org/drawingml/2006/main">
            <a:pathLst>
              <a:path w="1334889" h="208712" fill="none">
                <a:moveTo>
                  <a:pt x="1245897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19721"/>
                </a:lnTo>
                <a:cubicBezTo>
                  <a:pt x="0" y="168870"/>
                  <a:pt x="39842" y="208712"/>
                  <a:pt x="88991" y="208712"/>
                </a:cubicBezTo>
                <a:lnTo>
                  <a:pt x="1245897" y="208712"/>
                </a:lnTo>
                <a:cubicBezTo>
                  <a:pt x="1295046" y="208712"/>
                  <a:pt x="1334889" y="168870"/>
                  <a:pt x="1334889" y="119721"/>
                </a:cubicBezTo>
                <a:lnTo>
                  <a:pt x="1334889" y="88991"/>
                </a:lnTo>
                <a:cubicBezTo>
                  <a:pt x="1334889" y="39842"/>
                  <a:pt x="1295046" y="0"/>
                  <a:pt x="1245897" y="0"/>
                </a:cubicBezTo>
                <a:close/>
                <a:moveTo>
                  <a:pt x="0" y="208712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10" name="Text MLP">
            <a:extLst xmlns:a="http://schemas.openxmlformats.org/drawingml/2006/main">
              <a:ext uri="{FF2B5EF4-FFF2-40B4-BE49-F238E27FC236}">
                <a16:creationId xmlns:a16="http://schemas.microsoft.com/office/drawing/2014/main" id="{E33F0E25-9C82-4B57-9A36-20E4E3C1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0640" y="7130917"/>
            <a:ext cx="317459" cy="103543"/>
          </a:xfrm>
          <a:custGeom xmlns:a="http://schemas.openxmlformats.org/drawingml/2006/main">
            <a:pathLst>
              <a:path w="317459" h="103543">
                <a:moveTo>
                  <a:pt x="103527" y="13921"/>
                </a:moveTo>
                <a:lnTo>
                  <a:pt x="103527" y="84776"/>
                </a:lnTo>
                <a:cubicBezTo>
                  <a:pt x="103527" y="97757"/>
                  <a:pt x="101649" y="99792"/>
                  <a:pt x="89295" y="100572"/>
                </a:cubicBezTo>
                <a:lnTo>
                  <a:pt x="89295" y="103543"/>
                </a:lnTo>
                <a:lnTo>
                  <a:pt x="133082" y="103543"/>
                </a:lnTo>
                <a:lnTo>
                  <a:pt x="133082" y="100572"/>
                </a:lnTo>
                <a:cubicBezTo>
                  <a:pt x="121667" y="99792"/>
                  <a:pt x="119479" y="97602"/>
                  <a:pt x="119479" y="86496"/>
                </a:cubicBezTo>
                <a:lnTo>
                  <a:pt x="119479" y="17050"/>
                </a:lnTo>
                <a:cubicBezTo>
                  <a:pt x="119479" y="5944"/>
                  <a:pt x="121512" y="3911"/>
                  <a:pt x="133082" y="2973"/>
                </a:cubicBezTo>
                <a:lnTo>
                  <a:pt x="133082" y="0"/>
                </a:lnTo>
                <a:lnTo>
                  <a:pt x="101961" y="0"/>
                </a:lnTo>
                <a:lnTo>
                  <a:pt x="67401" y="78989"/>
                </a:lnTo>
                <a:lnTo>
                  <a:pt x="31276" y="0"/>
                </a:lnTo>
                <a:lnTo>
                  <a:pt x="313" y="0"/>
                </a:lnTo>
                <a:lnTo>
                  <a:pt x="313" y="2973"/>
                </a:lnTo>
                <a:cubicBezTo>
                  <a:pt x="13136" y="3754"/>
                  <a:pt x="15169" y="5632"/>
                  <a:pt x="15169" y="17050"/>
                </a:cubicBezTo>
                <a:lnTo>
                  <a:pt x="15169" y="80552"/>
                </a:lnTo>
                <a:cubicBezTo>
                  <a:pt x="15169" y="96664"/>
                  <a:pt x="12979" y="99635"/>
                  <a:pt x="0" y="100572"/>
                </a:cubicBezTo>
                <a:lnTo>
                  <a:pt x="0" y="103543"/>
                </a:lnTo>
                <a:lnTo>
                  <a:pt x="36750" y="103543"/>
                </a:lnTo>
                <a:lnTo>
                  <a:pt x="36750" y="100572"/>
                </a:lnTo>
                <a:cubicBezTo>
                  <a:pt x="24709" y="99947"/>
                  <a:pt x="22051" y="96351"/>
                  <a:pt x="22051" y="80552"/>
                </a:cubicBezTo>
                <a:lnTo>
                  <a:pt x="22051" y="17517"/>
                </a:lnTo>
                <a:lnTo>
                  <a:pt x="61302" y="103543"/>
                </a:lnTo>
                <a:lnTo>
                  <a:pt x="63493" y="103543"/>
                </a:lnTo>
                <a:lnTo>
                  <a:pt x="103527" y="13921"/>
                </a:lnTo>
                <a:close/>
                <a:moveTo>
                  <a:pt x="226758" y="76331"/>
                </a:moveTo>
                <a:cubicBezTo>
                  <a:pt x="224100" y="82272"/>
                  <a:pt x="221909" y="85871"/>
                  <a:pt x="219563" y="88529"/>
                </a:cubicBezTo>
                <a:cubicBezTo>
                  <a:pt x="214089" y="94631"/>
                  <a:pt x="205489" y="97446"/>
                  <a:pt x="192508" y="97446"/>
                </a:cubicBezTo>
                <a:lnTo>
                  <a:pt x="182030" y="97446"/>
                </a:lnTo>
                <a:cubicBezTo>
                  <a:pt x="170615" y="97446"/>
                  <a:pt x="168582" y="96506"/>
                  <a:pt x="168582" y="91032"/>
                </a:cubicBezTo>
                <a:lnTo>
                  <a:pt x="168582" y="17050"/>
                </a:lnTo>
                <a:cubicBezTo>
                  <a:pt x="168582" y="5944"/>
                  <a:pt x="170772" y="3754"/>
                  <a:pt x="183126" y="2973"/>
                </a:cubicBezTo>
                <a:lnTo>
                  <a:pt x="183126" y="0"/>
                </a:lnTo>
                <a:lnTo>
                  <a:pt x="139026" y="0"/>
                </a:lnTo>
                <a:lnTo>
                  <a:pt x="139026" y="2973"/>
                </a:lnTo>
                <a:cubicBezTo>
                  <a:pt x="150599" y="3911"/>
                  <a:pt x="152632" y="6102"/>
                  <a:pt x="152632" y="17050"/>
                </a:cubicBezTo>
                <a:lnTo>
                  <a:pt x="152632" y="86496"/>
                </a:lnTo>
                <a:cubicBezTo>
                  <a:pt x="152632" y="97446"/>
                  <a:pt x="150441" y="99792"/>
                  <a:pt x="139026" y="100572"/>
                </a:cubicBezTo>
                <a:lnTo>
                  <a:pt x="139026" y="103543"/>
                </a:lnTo>
                <a:lnTo>
                  <a:pt x="223159" y="103543"/>
                </a:lnTo>
                <a:lnTo>
                  <a:pt x="230666" y="76333"/>
                </a:lnTo>
                <a:lnTo>
                  <a:pt x="226758" y="76331"/>
                </a:lnTo>
                <a:close/>
                <a:moveTo>
                  <a:pt x="264289" y="58024"/>
                </a:moveTo>
                <a:cubicBezTo>
                  <a:pt x="268355" y="58336"/>
                  <a:pt x="271013" y="58491"/>
                  <a:pt x="275079" y="58491"/>
                </a:cubicBezTo>
                <a:cubicBezTo>
                  <a:pt x="287278" y="58491"/>
                  <a:pt x="295722" y="56928"/>
                  <a:pt x="302447" y="53175"/>
                </a:cubicBezTo>
                <a:cubicBezTo>
                  <a:pt x="311830" y="48171"/>
                  <a:pt x="317459" y="38631"/>
                  <a:pt x="317459" y="28308"/>
                </a:cubicBezTo>
                <a:cubicBezTo>
                  <a:pt x="317459" y="21741"/>
                  <a:pt x="315270" y="15797"/>
                  <a:pt x="311047" y="11261"/>
                </a:cubicBezTo>
                <a:cubicBezTo>
                  <a:pt x="304793" y="4381"/>
                  <a:pt x="291186" y="0"/>
                  <a:pt x="276487" y="0"/>
                </a:cubicBezTo>
                <a:lnTo>
                  <a:pt x="235201" y="0"/>
                </a:lnTo>
                <a:lnTo>
                  <a:pt x="235201" y="2973"/>
                </a:lnTo>
                <a:cubicBezTo>
                  <a:pt x="246774" y="4224"/>
                  <a:pt x="248337" y="5787"/>
                  <a:pt x="248337" y="17050"/>
                </a:cubicBezTo>
                <a:lnTo>
                  <a:pt x="248337" y="84776"/>
                </a:lnTo>
                <a:cubicBezTo>
                  <a:pt x="248337" y="97914"/>
                  <a:pt x="247086" y="99477"/>
                  <a:pt x="235201" y="100572"/>
                </a:cubicBezTo>
                <a:lnTo>
                  <a:pt x="235201" y="103543"/>
                </a:lnTo>
                <a:lnTo>
                  <a:pt x="278988" y="103543"/>
                </a:lnTo>
                <a:lnTo>
                  <a:pt x="278988" y="100572"/>
                </a:lnTo>
                <a:cubicBezTo>
                  <a:pt x="266634" y="100105"/>
                  <a:pt x="264289" y="97914"/>
                  <a:pt x="264289" y="86496"/>
                </a:cubicBezTo>
                <a:lnTo>
                  <a:pt x="264289" y="58024"/>
                </a:lnTo>
                <a:moveTo>
                  <a:pt x="264289" y="11106"/>
                </a:moveTo>
                <a:cubicBezTo>
                  <a:pt x="264289" y="6882"/>
                  <a:pt x="265384" y="5787"/>
                  <a:pt x="269605" y="5787"/>
                </a:cubicBezTo>
                <a:cubicBezTo>
                  <a:pt x="290716" y="5787"/>
                  <a:pt x="300414" y="13139"/>
                  <a:pt x="300414" y="29248"/>
                </a:cubicBezTo>
                <a:cubicBezTo>
                  <a:pt x="300414" y="44417"/>
                  <a:pt x="291186" y="52237"/>
                  <a:pt x="273201" y="52237"/>
                </a:cubicBezTo>
                <a:cubicBezTo>
                  <a:pt x="270075" y="52237"/>
                  <a:pt x="267885" y="52082"/>
                  <a:pt x="264289" y="51767"/>
                </a:cubicBezTo>
                <a:lnTo>
                  <a:pt x="264289" y="111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41D8AB-40D6-4324-A696-DC5E52B5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133" y="7381891"/>
            <a:ext cx="312773" cy="312773"/>
          </a:xfrm>
          <a:custGeom xmlns:a="http://schemas.openxmlformats.org/drawingml/2006/main">
            <a:pathLst>
              <a:path w="312773" h="312773">
                <a:moveTo>
                  <a:pt x="312773" y="156387"/>
                </a:moveTo>
                <a:cubicBezTo>
                  <a:pt x="312773" y="70016"/>
                  <a:pt x="242758" y="0"/>
                  <a:pt x="156387" y="0"/>
                </a:cubicBezTo>
                <a:cubicBezTo>
                  <a:pt x="70016" y="0"/>
                  <a:pt x="0" y="70016"/>
                  <a:pt x="0" y="156387"/>
                </a:cubicBezTo>
                <a:cubicBezTo>
                  <a:pt x="0" y="242758"/>
                  <a:pt x="70016" y="312773"/>
                  <a:pt x="156387" y="312773"/>
                </a:cubicBezTo>
                <a:cubicBezTo>
                  <a:pt x="242758" y="312773"/>
                  <a:pt x="312773" y="242758"/>
                  <a:pt x="312773" y="156387"/>
                </a:cubicBezTo>
                <a:close/>
                <a:moveTo>
                  <a:pt x="156387" y="156387"/>
                </a:moveTo>
              </a:path>
            </a:pathLst>
          </a:custGeom>
          <a:solidFill xmlns:a="http://schemas.openxmlformats.org/drawingml/2006/main">
            <a:srgbClr val="FF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0CEEA-5BB3-4A61-8014-711C5119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133" y="7381891"/>
            <a:ext cx="312773" cy="312773"/>
          </a:xfrm>
          <a:custGeom xmlns:a="http://schemas.openxmlformats.org/drawingml/2006/main">
            <a:pathLst>
              <a:path w="312773" h="312773" fill="none">
                <a:moveTo>
                  <a:pt x="312773" y="156387"/>
                </a:moveTo>
                <a:cubicBezTo>
                  <a:pt x="312773" y="70016"/>
                  <a:pt x="242758" y="0"/>
                  <a:pt x="156387" y="0"/>
                </a:cubicBezTo>
                <a:cubicBezTo>
                  <a:pt x="70016" y="0"/>
                  <a:pt x="0" y="70016"/>
                  <a:pt x="0" y="156387"/>
                </a:cubicBezTo>
                <a:cubicBezTo>
                  <a:pt x="0" y="242758"/>
                  <a:pt x="70016" y="312773"/>
                  <a:pt x="156387" y="312773"/>
                </a:cubicBezTo>
                <a:cubicBezTo>
                  <a:pt x="242758" y="312773"/>
                  <a:pt x="312773" y="242758"/>
                  <a:pt x="312773" y="156387"/>
                </a:cubicBezTo>
                <a:close/>
                <a:moveTo>
                  <a:pt x="156387" y="156387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13" name="Text ∗">
            <a:extLst xmlns:a="http://schemas.openxmlformats.org/drawingml/2006/main">
              <a:ext uri="{FF2B5EF4-FFF2-40B4-BE49-F238E27FC236}">
                <a16:creationId xmlns:a16="http://schemas.microsoft.com/office/drawing/2014/main" id="{99FFF8D4-B620-4A82-9FD3-3ECDFF7B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0596" y="7501891"/>
            <a:ext cx="57706" cy="67349"/>
          </a:xfrm>
          <a:custGeom xmlns:a="http://schemas.openxmlformats.org/drawingml/2006/main">
            <a:pathLst>
              <a:path w="57706" h="67349">
                <a:moveTo>
                  <a:pt x="32842" y="5942"/>
                </a:moveTo>
                <a:cubicBezTo>
                  <a:pt x="32997" y="3754"/>
                  <a:pt x="32997" y="0"/>
                  <a:pt x="28933" y="0"/>
                </a:cubicBezTo>
                <a:cubicBezTo>
                  <a:pt x="26430" y="0"/>
                  <a:pt x="24397" y="2033"/>
                  <a:pt x="24867" y="4066"/>
                </a:cubicBezTo>
                <a:lnTo>
                  <a:pt x="24867" y="6097"/>
                </a:lnTo>
                <a:lnTo>
                  <a:pt x="27055" y="30317"/>
                </a:lnTo>
                <a:lnTo>
                  <a:pt x="7037" y="15785"/>
                </a:lnTo>
                <a:cubicBezTo>
                  <a:pt x="5632" y="15005"/>
                  <a:pt x="5319" y="14692"/>
                  <a:pt x="4224" y="14692"/>
                </a:cubicBezTo>
                <a:cubicBezTo>
                  <a:pt x="2033" y="14692"/>
                  <a:pt x="0" y="16878"/>
                  <a:pt x="0" y="19066"/>
                </a:cubicBezTo>
                <a:cubicBezTo>
                  <a:pt x="0" y="21567"/>
                  <a:pt x="1565" y="22192"/>
                  <a:pt x="3128" y="22972"/>
                </a:cubicBezTo>
                <a:lnTo>
                  <a:pt x="25335" y="33598"/>
                </a:lnTo>
                <a:lnTo>
                  <a:pt x="3754" y="44067"/>
                </a:lnTo>
                <a:cubicBezTo>
                  <a:pt x="1253" y="45317"/>
                  <a:pt x="0" y="45942"/>
                  <a:pt x="0" y="48285"/>
                </a:cubicBezTo>
                <a:cubicBezTo>
                  <a:pt x="0" y="50629"/>
                  <a:pt x="2033" y="52659"/>
                  <a:pt x="4224" y="52659"/>
                </a:cubicBezTo>
                <a:cubicBezTo>
                  <a:pt x="5319" y="52659"/>
                  <a:pt x="5632" y="52659"/>
                  <a:pt x="9540" y="49691"/>
                </a:cubicBezTo>
                <a:lnTo>
                  <a:pt x="27055" y="37034"/>
                </a:lnTo>
                <a:lnTo>
                  <a:pt x="24709" y="63285"/>
                </a:lnTo>
                <a:cubicBezTo>
                  <a:pt x="24709" y="66569"/>
                  <a:pt x="27525" y="67349"/>
                  <a:pt x="28776" y="67349"/>
                </a:cubicBezTo>
                <a:cubicBezTo>
                  <a:pt x="30651" y="67349"/>
                  <a:pt x="32997" y="66256"/>
                  <a:pt x="32997" y="63285"/>
                </a:cubicBezTo>
                <a:lnTo>
                  <a:pt x="30651" y="37034"/>
                </a:lnTo>
                <a:lnTo>
                  <a:pt x="50669" y="51566"/>
                </a:lnTo>
                <a:cubicBezTo>
                  <a:pt x="52077" y="52347"/>
                  <a:pt x="52390" y="52659"/>
                  <a:pt x="53485" y="52659"/>
                </a:cubicBezTo>
                <a:cubicBezTo>
                  <a:pt x="55673" y="52659"/>
                  <a:pt x="57706" y="50474"/>
                  <a:pt x="57706" y="48285"/>
                </a:cubicBezTo>
                <a:cubicBezTo>
                  <a:pt x="57706" y="45942"/>
                  <a:pt x="56298" y="45159"/>
                  <a:pt x="54423" y="44222"/>
                </a:cubicBezTo>
                <a:cubicBezTo>
                  <a:pt x="45040" y="39535"/>
                  <a:pt x="44727" y="39535"/>
                  <a:pt x="32372" y="33753"/>
                </a:cubicBezTo>
                <a:lnTo>
                  <a:pt x="53953" y="23285"/>
                </a:lnTo>
                <a:cubicBezTo>
                  <a:pt x="56456" y="22034"/>
                  <a:pt x="57706" y="21409"/>
                  <a:pt x="57706" y="19066"/>
                </a:cubicBezTo>
                <a:cubicBezTo>
                  <a:pt x="57706" y="16723"/>
                  <a:pt x="55673" y="14692"/>
                  <a:pt x="53485" y="14692"/>
                </a:cubicBezTo>
                <a:cubicBezTo>
                  <a:pt x="52390" y="14692"/>
                  <a:pt x="52077" y="14692"/>
                  <a:pt x="48166" y="17660"/>
                </a:cubicBezTo>
                <a:lnTo>
                  <a:pt x="30651" y="30317"/>
                </a:lnTo>
                <a:lnTo>
                  <a:pt x="32842" y="59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52C1E2-5701-4CFF-9C1C-617F6911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133" y="7923401"/>
            <a:ext cx="312773" cy="312773"/>
          </a:xfrm>
          <a:custGeom xmlns:a="http://schemas.openxmlformats.org/drawingml/2006/main">
            <a:pathLst>
              <a:path w="312773" h="312773">
                <a:moveTo>
                  <a:pt x="312773" y="156386"/>
                </a:moveTo>
                <a:cubicBezTo>
                  <a:pt x="312773" y="70016"/>
                  <a:pt x="242758" y="0"/>
                  <a:pt x="156387" y="0"/>
                </a:cubicBezTo>
                <a:cubicBezTo>
                  <a:pt x="70016" y="0"/>
                  <a:pt x="0" y="70016"/>
                  <a:pt x="0" y="156386"/>
                </a:cubicBezTo>
                <a:cubicBezTo>
                  <a:pt x="0" y="242758"/>
                  <a:pt x="70016" y="312773"/>
                  <a:pt x="156387" y="312773"/>
                </a:cubicBezTo>
                <a:cubicBezTo>
                  <a:pt x="242758" y="312773"/>
                  <a:pt x="312773" y="242758"/>
                  <a:pt x="312773" y="156386"/>
                </a:cubicBezTo>
                <a:close/>
                <a:moveTo>
                  <a:pt x="156387" y="156386"/>
                </a:moveTo>
              </a:path>
            </a:pathLst>
          </a:custGeom>
          <a:solidFill xmlns:a="http://schemas.openxmlformats.org/drawingml/2006/main">
            <a:srgbClr val="FF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9D401E-E83A-44AA-9D53-8FDE996A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133" y="7923401"/>
            <a:ext cx="312773" cy="312773"/>
          </a:xfrm>
          <a:custGeom xmlns:a="http://schemas.openxmlformats.org/drawingml/2006/main">
            <a:pathLst>
              <a:path w="312773" h="312773" fill="none">
                <a:moveTo>
                  <a:pt x="312773" y="156386"/>
                </a:moveTo>
                <a:cubicBezTo>
                  <a:pt x="312773" y="70016"/>
                  <a:pt x="242758" y="0"/>
                  <a:pt x="156387" y="0"/>
                </a:cubicBezTo>
                <a:cubicBezTo>
                  <a:pt x="70016" y="0"/>
                  <a:pt x="0" y="70016"/>
                  <a:pt x="0" y="156386"/>
                </a:cubicBezTo>
                <a:cubicBezTo>
                  <a:pt x="0" y="242758"/>
                  <a:pt x="70016" y="312773"/>
                  <a:pt x="156387" y="312773"/>
                </a:cubicBezTo>
                <a:cubicBezTo>
                  <a:pt x="242758" y="312773"/>
                  <a:pt x="312773" y="242758"/>
                  <a:pt x="312773" y="156386"/>
                </a:cubicBezTo>
                <a:close/>
                <a:moveTo>
                  <a:pt x="156387" y="156386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16" name="Text +">
            <a:extLst xmlns:a="http://schemas.openxmlformats.org/drawingml/2006/main">
              <a:ext uri="{FF2B5EF4-FFF2-40B4-BE49-F238E27FC236}">
                <a16:creationId xmlns:a16="http://schemas.microsoft.com/office/drawing/2014/main" id="{3D059201-B7C4-4CB5-A60E-88839B5A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466" y="8027629"/>
            <a:ext cx="103994" cy="104154"/>
          </a:xfrm>
          <a:custGeom xmlns:a="http://schemas.openxmlformats.org/drawingml/2006/main">
            <a:pathLst>
              <a:path w="103994" h="104154">
                <a:moveTo>
                  <a:pt x="55203" y="55131"/>
                </a:moveTo>
                <a:lnTo>
                  <a:pt x="98833" y="55131"/>
                </a:lnTo>
                <a:cubicBezTo>
                  <a:pt x="101023" y="55131"/>
                  <a:pt x="103994" y="55131"/>
                  <a:pt x="103994" y="52005"/>
                </a:cubicBezTo>
                <a:cubicBezTo>
                  <a:pt x="103994" y="48877"/>
                  <a:pt x="101023" y="48877"/>
                  <a:pt x="98833" y="48877"/>
                </a:cubicBezTo>
                <a:lnTo>
                  <a:pt x="55203" y="48877"/>
                </a:lnTo>
                <a:lnTo>
                  <a:pt x="55203" y="5159"/>
                </a:lnTo>
                <a:cubicBezTo>
                  <a:pt x="55203" y="2973"/>
                  <a:pt x="55203" y="0"/>
                  <a:pt x="52075" y="0"/>
                </a:cubicBezTo>
                <a:cubicBezTo>
                  <a:pt x="48946" y="0"/>
                  <a:pt x="48946" y="2973"/>
                  <a:pt x="48946" y="5159"/>
                </a:cubicBezTo>
                <a:lnTo>
                  <a:pt x="48946" y="48877"/>
                </a:lnTo>
                <a:lnTo>
                  <a:pt x="5159" y="48877"/>
                </a:lnTo>
                <a:cubicBezTo>
                  <a:pt x="2971" y="48877"/>
                  <a:pt x="0" y="48877"/>
                  <a:pt x="0" y="52005"/>
                </a:cubicBezTo>
                <a:cubicBezTo>
                  <a:pt x="0" y="55131"/>
                  <a:pt x="2971" y="55131"/>
                  <a:pt x="5159" y="55131"/>
                </a:cubicBezTo>
                <a:lnTo>
                  <a:pt x="48946" y="55131"/>
                </a:lnTo>
                <a:lnTo>
                  <a:pt x="48946" y="98993"/>
                </a:lnTo>
                <a:cubicBezTo>
                  <a:pt x="48946" y="101183"/>
                  <a:pt x="48946" y="104154"/>
                  <a:pt x="52075" y="104154"/>
                </a:cubicBezTo>
                <a:cubicBezTo>
                  <a:pt x="55203" y="104154"/>
                  <a:pt x="55203" y="101183"/>
                  <a:pt x="55203" y="98993"/>
                </a:cubicBezTo>
                <a:lnTo>
                  <a:pt x="55203" y="551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0D6FBF-F358-4F4D-86E6-BAFD2200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5207" y="1946941"/>
            <a:ext cx="294813" cy="294813"/>
          </a:xfrm>
          <a:custGeom xmlns:a="http://schemas.openxmlformats.org/drawingml/2006/main">
            <a:pathLst>
              <a:path w="294813" h="294813">
                <a:moveTo>
                  <a:pt x="294813" y="147406"/>
                </a:moveTo>
                <a:cubicBezTo>
                  <a:pt x="294813" y="65995"/>
                  <a:pt x="228818" y="0"/>
                  <a:pt x="147406" y="0"/>
                </a:cubicBezTo>
                <a:cubicBezTo>
                  <a:pt x="65995" y="0"/>
                  <a:pt x="0" y="65995"/>
                  <a:pt x="0" y="147406"/>
                </a:cubicBezTo>
                <a:cubicBezTo>
                  <a:pt x="0" y="228818"/>
                  <a:pt x="65995" y="294813"/>
                  <a:pt x="147406" y="294813"/>
                </a:cubicBezTo>
                <a:cubicBezTo>
                  <a:pt x="228818" y="294813"/>
                  <a:pt x="294813" y="228818"/>
                  <a:pt x="294813" y="147406"/>
                </a:cubicBezTo>
                <a:close/>
                <a:moveTo>
                  <a:pt x="147406" y="147406"/>
                </a:moveTo>
              </a:path>
            </a:pathLst>
          </a:custGeom>
          <a:solidFill xmlns:a="http://schemas.openxmlformats.org/drawingml/2006/main">
            <a:srgbClr val="F6A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566B6E-5768-4E58-A21F-DEEADD4B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5207" y="1946941"/>
            <a:ext cx="294813" cy="294813"/>
          </a:xfrm>
          <a:custGeom xmlns:a="http://schemas.openxmlformats.org/drawingml/2006/main">
            <a:pathLst>
              <a:path w="294813" h="294813" fill="none">
                <a:moveTo>
                  <a:pt x="294813" y="147406"/>
                </a:moveTo>
                <a:cubicBezTo>
                  <a:pt x="294813" y="65995"/>
                  <a:pt x="228818" y="0"/>
                  <a:pt x="147406" y="0"/>
                </a:cubicBezTo>
                <a:cubicBezTo>
                  <a:pt x="65995" y="0"/>
                  <a:pt x="0" y="65995"/>
                  <a:pt x="0" y="147406"/>
                </a:cubicBezTo>
                <a:cubicBezTo>
                  <a:pt x="0" y="228818"/>
                  <a:pt x="65995" y="294813"/>
                  <a:pt x="147406" y="294813"/>
                </a:cubicBezTo>
                <a:cubicBezTo>
                  <a:pt x="228818" y="294813"/>
                  <a:pt x="294813" y="228818"/>
                  <a:pt x="294813" y="147406"/>
                </a:cubicBezTo>
                <a:close/>
                <a:moveTo>
                  <a:pt x="147406" y="147406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19" name="Text α">
            <a:extLst xmlns:a="http://schemas.openxmlformats.org/drawingml/2006/main">
              <a:ext uri="{FF2B5EF4-FFF2-40B4-BE49-F238E27FC236}">
                <a16:creationId xmlns:a16="http://schemas.microsoft.com/office/drawing/2014/main" id="{A47FFA45-5792-4724-B7FE-052097A4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467" y="2061772"/>
            <a:ext cx="67213" cy="49389"/>
          </a:xfrm>
          <a:custGeom xmlns:a="http://schemas.openxmlformats.org/drawingml/2006/main">
            <a:pathLst>
              <a:path w="67213" h="49389">
                <a:moveTo>
                  <a:pt x="53092" y="32854"/>
                </a:moveTo>
                <a:cubicBezTo>
                  <a:pt x="63163" y="22450"/>
                  <a:pt x="67213" y="7884"/>
                  <a:pt x="67213" y="6680"/>
                </a:cubicBezTo>
                <a:cubicBezTo>
                  <a:pt x="67213" y="5257"/>
                  <a:pt x="65899" y="5257"/>
                  <a:pt x="65353" y="5257"/>
                </a:cubicBezTo>
                <a:cubicBezTo>
                  <a:pt x="63819" y="5257"/>
                  <a:pt x="63819" y="5586"/>
                  <a:pt x="63054" y="7994"/>
                </a:cubicBezTo>
                <a:cubicBezTo>
                  <a:pt x="61083" y="15222"/>
                  <a:pt x="57470" y="21903"/>
                  <a:pt x="52873" y="27816"/>
                </a:cubicBezTo>
                <a:cubicBezTo>
                  <a:pt x="52763" y="26174"/>
                  <a:pt x="52544" y="18837"/>
                  <a:pt x="52326" y="17851"/>
                </a:cubicBezTo>
                <a:cubicBezTo>
                  <a:pt x="50684" y="7009"/>
                  <a:pt x="42474" y="0"/>
                  <a:pt x="31526" y="0"/>
                </a:cubicBezTo>
                <a:cubicBezTo>
                  <a:pt x="15434" y="0"/>
                  <a:pt x="0" y="15003"/>
                  <a:pt x="0" y="30335"/>
                </a:cubicBezTo>
                <a:cubicBezTo>
                  <a:pt x="0" y="40411"/>
                  <a:pt x="7335" y="49389"/>
                  <a:pt x="20033" y="49389"/>
                </a:cubicBezTo>
                <a:cubicBezTo>
                  <a:pt x="30103" y="49389"/>
                  <a:pt x="39190" y="44792"/>
                  <a:pt x="45320" y="40082"/>
                </a:cubicBezTo>
                <a:cubicBezTo>
                  <a:pt x="47837" y="48076"/>
                  <a:pt x="53420" y="49389"/>
                  <a:pt x="56704" y="49389"/>
                </a:cubicBezTo>
                <a:cubicBezTo>
                  <a:pt x="63054" y="49389"/>
                  <a:pt x="66995" y="44026"/>
                  <a:pt x="66995" y="41726"/>
                </a:cubicBezTo>
                <a:cubicBezTo>
                  <a:pt x="66995" y="40411"/>
                  <a:pt x="65680" y="40411"/>
                  <a:pt x="65134" y="40411"/>
                </a:cubicBezTo>
                <a:cubicBezTo>
                  <a:pt x="63711" y="40411"/>
                  <a:pt x="63492" y="40849"/>
                  <a:pt x="63273" y="41507"/>
                </a:cubicBezTo>
                <a:cubicBezTo>
                  <a:pt x="61740" y="45668"/>
                  <a:pt x="58346" y="46324"/>
                  <a:pt x="57033" y="46324"/>
                </a:cubicBezTo>
                <a:cubicBezTo>
                  <a:pt x="55501" y="46324"/>
                  <a:pt x="53638" y="46324"/>
                  <a:pt x="53092" y="32854"/>
                </a:cubicBezTo>
                <a:moveTo>
                  <a:pt x="44553" y="36577"/>
                </a:moveTo>
                <a:cubicBezTo>
                  <a:pt x="33825" y="45338"/>
                  <a:pt x="24521" y="46324"/>
                  <a:pt x="20360" y="46324"/>
                </a:cubicBezTo>
                <a:cubicBezTo>
                  <a:pt x="13136" y="46324"/>
                  <a:pt x="9085" y="41507"/>
                  <a:pt x="9085" y="34169"/>
                </a:cubicBezTo>
                <a:cubicBezTo>
                  <a:pt x="9085" y="30992"/>
                  <a:pt x="10618" y="19055"/>
                  <a:pt x="16311" y="11499"/>
                </a:cubicBezTo>
                <a:cubicBezTo>
                  <a:pt x="21345" y="4928"/>
                  <a:pt x="27586" y="3067"/>
                  <a:pt x="31418" y="3067"/>
                </a:cubicBezTo>
                <a:cubicBezTo>
                  <a:pt x="40175" y="3067"/>
                  <a:pt x="42693" y="11499"/>
                  <a:pt x="43568" y="18289"/>
                </a:cubicBezTo>
                <a:cubicBezTo>
                  <a:pt x="44224" y="22997"/>
                  <a:pt x="44006" y="30773"/>
                  <a:pt x="44553" y="365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Text c">
            <a:extLst xmlns:a="http://schemas.openxmlformats.org/drawingml/2006/main">
              <a:ext uri="{FF2B5EF4-FFF2-40B4-BE49-F238E27FC236}">
                <a16:creationId xmlns:a16="http://schemas.microsoft.com/office/drawing/2014/main" id="{874F9C7A-5A87-4682-AE23-E636E81A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342" y="2091135"/>
            <a:ext cx="38236" cy="35431"/>
          </a:xfrm>
          <a:custGeom xmlns:a="http://schemas.openxmlformats.org/drawingml/2006/main">
            <a:pathLst>
              <a:path w="38236" h="35431">
                <a:moveTo>
                  <a:pt x="31903" y="4395"/>
                </a:moveTo>
                <a:cubicBezTo>
                  <a:pt x="30495" y="4788"/>
                  <a:pt x="28305" y="6430"/>
                  <a:pt x="28305" y="9089"/>
                </a:cubicBezTo>
                <a:cubicBezTo>
                  <a:pt x="28305" y="11121"/>
                  <a:pt x="29791" y="12294"/>
                  <a:pt x="31746" y="12294"/>
                </a:cubicBezTo>
                <a:cubicBezTo>
                  <a:pt x="33622" y="12294"/>
                  <a:pt x="36594" y="10808"/>
                  <a:pt x="36594" y="6900"/>
                </a:cubicBezTo>
                <a:cubicBezTo>
                  <a:pt x="36594" y="1017"/>
                  <a:pt x="29009" y="0"/>
                  <a:pt x="24708" y="0"/>
                </a:cubicBezTo>
                <a:cubicBezTo>
                  <a:pt x="11494" y="0"/>
                  <a:pt x="0" y="10808"/>
                  <a:pt x="0" y="21205"/>
                </a:cubicBezTo>
                <a:cubicBezTo>
                  <a:pt x="0" y="28005"/>
                  <a:pt x="5004" y="35431"/>
                  <a:pt x="16811" y="35431"/>
                </a:cubicBezTo>
                <a:cubicBezTo>
                  <a:pt x="18296" y="35431"/>
                  <a:pt x="24552" y="35431"/>
                  <a:pt x="29870" y="33399"/>
                </a:cubicBezTo>
                <a:cubicBezTo>
                  <a:pt x="35109" y="31366"/>
                  <a:pt x="38236" y="27771"/>
                  <a:pt x="38236" y="26911"/>
                </a:cubicBezTo>
                <a:cubicBezTo>
                  <a:pt x="38236" y="26286"/>
                  <a:pt x="37219" y="25113"/>
                  <a:pt x="36515" y="25113"/>
                </a:cubicBezTo>
                <a:cubicBezTo>
                  <a:pt x="36125" y="25113"/>
                  <a:pt x="36046" y="25191"/>
                  <a:pt x="34795" y="26442"/>
                </a:cubicBezTo>
                <a:cubicBezTo>
                  <a:pt x="31276" y="30428"/>
                  <a:pt x="24708" y="32772"/>
                  <a:pt x="16890" y="32772"/>
                </a:cubicBezTo>
                <a:cubicBezTo>
                  <a:pt x="10322" y="32772"/>
                  <a:pt x="7193" y="29099"/>
                  <a:pt x="7193" y="23706"/>
                </a:cubicBezTo>
                <a:cubicBezTo>
                  <a:pt x="7193" y="15734"/>
                  <a:pt x="12355" y="2659"/>
                  <a:pt x="24708" y="2659"/>
                </a:cubicBezTo>
                <a:cubicBezTo>
                  <a:pt x="25568" y="2659"/>
                  <a:pt x="29478" y="2659"/>
                  <a:pt x="31903" y="43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6688BE-EEB6-4657-821A-0F067906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384" y="2287355"/>
            <a:ext cx="308459" cy="308459"/>
          </a:xfrm>
          <a:custGeom xmlns:a="http://schemas.openxmlformats.org/drawingml/2006/main">
            <a:pathLst>
              <a:path w="308459" h="308459">
                <a:moveTo>
                  <a:pt x="308459" y="154229"/>
                </a:moveTo>
                <a:cubicBezTo>
                  <a:pt x="308459" y="69050"/>
                  <a:pt x="239409" y="0"/>
                  <a:pt x="154229" y="0"/>
                </a:cubicBezTo>
                <a:cubicBezTo>
                  <a:pt x="69050" y="0"/>
                  <a:pt x="0" y="69050"/>
                  <a:pt x="0" y="154229"/>
                </a:cubicBezTo>
                <a:cubicBezTo>
                  <a:pt x="0" y="239409"/>
                  <a:pt x="69050" y="308459"/>
                  <a:pt x="154229" y="308459"/>
                </a:cubicBezTo>
                <a:cubicBezTo>
                  <a:pt x="239409" y="308459"/>
                  <a:pt x="308459" y="239409"/>
                  <a:pt x="308459" y="154229"/>
                </a:cubicBezTo>
                <a:close/>
                <a:moveTo>
                  <a:pt x="154229" y="154229"/>
                </a:moveTo>
              </a:path>
            </a:pathLst>
          </a:custGeom>
          <a:solidFill xmlns:a="http://schemas.openxmlformats.org/drawingml/2006/main">
            <a:srgbClr val="F6A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60A070-5333-4A78-976A-F73E9D21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384" y="2287355"/>
            <a:ext cx="308459" cy="308459"/>
          </a:xfrm>
          <a:custGeom xmlns:a="http://schemas.openxmlformats.org/drawingml/2006/main">
            <a:pathLst>
              <a:path w="308459" h="308459" fill="none">
                <a:moveTo>
                  <a:pt x="308459" y="154229"/>
                </a:moveTo>
                <a:cubicBezTo>
                  <a:pt x="308459" y="69050"/>
                  <a:pt x="239409" y="0"/>
                  <a:pt x="154229" y="0"/>
                </a:cubicBezTo>
                <a:cubicBezTo>
                  <a:pt x="69050" y="0"/>
                  <a:pt x="0" y="69050"/>
                  <a:pt x="0" y="154229"/>
                </a:cubicBezTo>
                <a:cubicBezTo>
                  <a:pt x="0" y="239409"/>
                  <a:pt x="69050" y="308459"/>
                  <a:pt x="154229" y="308459"/>
                </a:cubicBezTo>
                <a:cubicBezTo>
                  <a:pt x="239409" y="308459"/>
                  <a:pt x="308459" y="239409"/>
                  <a:pt x="308459" y="154229"/>
                </a:cubicBezTo>
                <a:close/>
                <a:moveTo>
                  <a:pt x="154229" y="154229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23" name="Text β">
            <a:extLst xmlns:a="http://schemas.openxmlformats.org/drawingml/2006/main">
              <a:ext uri="{FF2B5EF4-FFF2-40B4-BE49-F238E27FC236}">
                <a16:creationId xmlns:a16="http://schemas.microsoft.com/office/drawing/2014/main" id="{98CAAEC8-7585-4253-B171-F9B3C815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020" y="2391759"/>
            <a:ext cx="64148" cy="98459"/>
          </a:xfrm>
          <a:custGeom xmlns:a="http://schemas.openxmlformats.org/drawingml/2006/main">
            <a:pathLst>
              <a:path w="64148" h="98459">
                <a:moveTo>
                  <a:pt x="64148" y="15237"/>
                </a:moveTo>
                <a:cubicBezTo>
                  <a:pt x="64148" y="5587"/>
                  <a:pt x="55828" y="0"/>
                  <a:pt x="46195" y="0"/>
                </a:cubicBezTo>
                <a:cubicBezTo>
                  <a:pt x="31197" y="0"/>
                  <a:pt x="20141" y="17101"/>
                  <a:pt x="17405" y="28177"/>
                </a:cubicBezTo>
                <a:lnTo>
                  <a:pt x="219" y="97146"/>
                </a:lnTo>
                <a:cubicBezTo>
                  <a:pt x="0" y="97913"/>
                  <a:pt x="1094" y="98459"/>
                  <a:pt x="1751" y="98459"/>
                </a:cubicBezTo>
                <a:cubicBezTo>
                  <a:pt x="2736" y="98459"/>
                  <a:pt x="3611" y="98351"/>
                  <a:pt x="3830" y="97694"/>
                </a:cubicBezTo>
                <a:lnTo>
                  <a:pt x="11165" y="68411"/>
                </a:lnTo>
                <a:cubicBezTo>
                  <a:pt x="13465" y="73437"/>
                  <a:pt x="18718" y="78141"/>
                  <a:pt x="27586" y="78141"/>
                </a:cubicBezTo>
                <a:cubicBezTo>
                  <a:pt x="42911" y="78141"/>
                  <a:pt x="60208" y="67100"/>
                  <a:pt x="60208" y="50385"/>
                </a:cubicBezTo>
                <a:cubicBezTo>
                  <a:pt x="60208" y="43939"/>
                  <a:pt x="57251" y="37384"/>
                  <a:pt x="51669" y="33768"/>
                </a:cubicBezTo>
                <a:cubicBezTo>
                  <a:pt x="57033" y="30370"/>
                  <a:pt x="64148" y="24120"/>
                  <a:pt x="64148" y="15237"/>
                </a:cubicBezTo>
                <a:moveTo>
                  <a:pt x="42474" y="33658"/>
                </a:moveTo>
                <a:cubicBezTo>
                  <a:pt x="40832" y="33988"/>
                  <a:pt x="40065" y="34428"/>
                  <a:pt x="36890" y="34428"/>
                </a:cubicBezTo>
                <a:cubicBezTo>
                  <a:pt x="35139" y="34428"/>
                  <a:pt x="32512" y="34317"/>
                  <a:pt x="31745" y="33878"/>
                </a:cubicBezTo>
                <a:cubicBezTo>
                  <a:pt x="32841" y="33217"/>
                  <a:pt x="35906" y="33108"/>
                  <a:pt x="36890" y="33108"/>
                </a:cubicBezTo>
                <a:cubicBezTo>
                  <a:pt x="38532" y="33108"/>
                  <a:pt x="40940" y="33217"/>
                  <a:pt x="42474" y="33658"/>
                </a:cubicBezTo>
                <a:moveTo>
                  <a:pt x="56922" y="13264"/>
                </a:moveTo>
                <a:cubicBezTo>
                  <a:pt x="56922" y="19075"/>
                  <a:pt x="54078" y="27629"/>
                  <a:pt x="47289" y="31465"/>
                </a:cubicBezTo>
                <a:cubicBezTo>
                  <a:pt x="45210" y="30808"/>
                  <a:pt x="43130" y="30041"/>
                  <a:pt x="37000" y="30041"/>
                </a:cubicBezTo>
                <a:cubicBezTo>
                  <a:pt x="33168" y="30041"/>
                  <a:pt x="27695" y="30262"/>
                  <a:pt x="27695" y="34209"/>
                </a:cubicBezTo>
                <a:cubicBezTo>
                  <a:pt x="27695" y="36945"/>
                  <a:pt x="31089" y="37384"/>
                  <a:pt x="36671" y="37384"/>
                </a:cubicBezTo>
                <a:cubicBezTo>
                  <a:pt x="40394" y="37384"/>
                  <a:pt x="43678" y="36836"/>
                  <a:pt x="47071" y="35851"/>
                </a:cubicBezTo>
                <a:cubicBezTo>
                  <a:pt x="50355" y="38148"/>
                  <a:pt x="52107" y="42627"/>
                  <a:pt x="52107" y="47435"/>
                </a:cubicBezTo>
                <a:cubicBezTo>
                  <a:pt x="52107" y="63276"/>
                  <a:pt x="41269" y="75076"/>
                  <a:pt x="27913" y="75076"/>
                </a:cubicBezTo>
                <a:cubicBezTo>
                  <a:pt x="19485" y="75076"/>
                  <a:pt x="13465" y="69941"/>
                  <a:pt x="13465" y="61310"/>
                </a:cubicBezTo>
                <a:cubicBezTo>
                  <a:pt x="13465" y="60218"/>
                  <a:pt x="13573" y="59126"/>
                  <a:pt x="13792" y="58142"/>
                </a:cubicBezTo>
                <a:lnTo>
                  <a:pt x="21018" y="29056"/>
                </a:lnTo>
                <a:cubicBezTo>
                  <a:pt x="23646" y="18638"/>
                  <a:pt x="33279" y="3065"/>
                  <a:pt x="45977" y="3065"/>
                </a:cubicBezTo>
                <a:cubicBezTo>
                  <a:pt x="52436" y="3065"/>
                  <a:pt x="56922" y="6575"/>
                  <a:pt x="56922" y="13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Text c">
            <a:extLst xmlns:a="http://schemas.openxmlformats.org/drawingml/2006/main">
              <a:ext uri="{FF2B5EF4-FFF2-40B4-BE49-F238E27FC236}">
                <a16:creationId xmlns:a16="http://schemas.microsoft.com/office/drawing/2014/main" id="{720BD068-D9DE-4B27-8C42-B3E1927D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146" y="2449987"/>
            <a:ext cx="38236" cy="35431"/>
          </a:xfrm>
          <a:custGeom xmlns:a="http://schemas.openxmlformats.org/drawingml/2006/main">
            <a:pathLst>
              <a:path w="38236" h="35431">
                <a:moveTo>
                  <a:pt x="31903" y="4395"/>
                </a:moveTo>
                <a:cubicBezTo>
                  <a:pt x="30495" y="4788"/>
                  <a:pt x="28305" y="6430"/>
                  <a:pt x="28305" y="9089"/>
                </a:cubicBezTo>
                <a:cubicBezTo>
                  <a:pt x="28305" y="11121"/>
                  <a:pt x="29791" y="12294"/>
                  <a:pt x="31746" y="12294"/>
                </a:cubicBezTo>
                <a:cubicBezTo>
                  <a:pt x="33622" y="12294"/>
                  <a:pt x="36594" y="10808"/>
                  <a:pt x="36594" y="6900"/>
                </a:cubicBezTo>
                <a:cubicBezTo>
                  <a:pt x="36594" y="1017"/>
                  <a:pt x="29009" y="0"/>
                  <a:pt x="24708" y="0"/>
                </a:cubicBezTo>
                <a:cubicBezTo>
                  <a:pt x="11494" y="0"/>
                  <a:pt x="0" y="10808"/>
                  <a:pt x="0" y="21205"/>
                </a:cubicBezTo>
                <a:cubicBezTo>
                  <a:pt x="0" y="28005"/>
                  <a:pt x="5004" y="35431"/>
                  <a:pt x="16811" y="35431"/>
                </a:cubicBezTo>
                <a:cubicBezTo>
                  <a:pt x="18296" y="35431"/>
                  <a:pt x="24552" y="35431"/>
                  <a:pt x="29870" y="33399"/>
                </a:cubicBezTo>
                <a:cubicBezTo>
                  <a:pt x="35109" y="31366"/>
                  <a:pt x="38236" y="27771"/>
                  <a:pt x="38236" y="26911"/>
                </a:cubicBezTo>
                <a:cubicBezTo>
                  <a:pt x="38236" y="26286"/>
                  <a:pt x="37219" y="25113"/>
                  <a:pt x="36515" y="25113"/>
                </a:cubicBezTo>
                <a:cubicBezTo>
                  <a:pt x="36125" y="25113"/>
                  <a:pt x="36046" y="25191"/>
                  <a:pt x="34795" y="26442"/>
                </a:cubicBezTo>
                <a:cubicBezTo>
                  <a:pt x="31276" y="30428"/>
                  <a:pt x="24708" y="32772"/>
                  <a:pt x="16890" y="32772"/>
                </a:cubicBezTo>
                <a:cubicBezTo>
                  <a:pt x="10322" y="32772"/>
                  <a:pt x="7193" y="29099"/>
                  <a:pt x="7193" y="23706"/>
                </a:cubicBezTo>
                <a:cubicBezTo>
                  <a:pt x="7193" y="15734"/>
                  <a:pt x="12355" y="2659"/>
                  <a:pt x="24708" y="2659"/>
                </a:cubicBezTo>
                <a:cubicBezTo>
                  <a:pt x="25568" y="2659"/>
                  <a:pt x="29478" y="2659"/>
                  <a:pt x="31903" y="43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B8BBB8-3984-4303-8D90-81EE6A42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918" y="5339235"/>
            <a:ext cx="285390" cy="285390"/>
          </a:xfrm>
          <a:custGeom xmlns:a="http://schemas.openxmlformats.org/drawingml/2006/main">
            <a:pathLst>
              <a:path w="285390" h="285390">
                <a:moveTo>
                  <a:pt x="285390" y="142695"/>
                </a:moveTo>
                <a:cubicBezTo>
                  <a:pt x="285390" y="63886"/>
                  <a:pt x="221504" y="0"/>
                  <a:pt x="142695" y="0"/>
                </a:cubicBezTo>
                <a:cubicBezTo>
                  <a:pt x="63886" y="0"/>
                  <a:pt x="0" y="63886"/>
                  <a:pt x="0" y="142695"/>
                </a:cubicBezTo>
                <a:cubicBezTo>
                  <a:pt x="0" y="221504"/>
                  <a:pt x="63886" y="285390"/>
                  <a:pt x="142695" y="285390"/>
                </a:cubicBezTo>
                <a:cubicBezTo>
                  <a:pt x="221504" y="285390"/>
                  <a:pt x="285390" y="221504"/>
                  <a:pt x="285390" y="142695"/>
                </a:cubicBezTo>
                <a:close/>
                <a:moveTo>
                  <a:pt x="142695" y="142695"/>
                </a:moveTo>
              </a:path>
            </a:pathLst>
          </a:custGeom>
          <a:solidFill xmlns:a="http://schemas.openxmlformats.org/drawingml/2006/main">
            <a:srgbClr val="F6A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7F23D6-2428-43C0-A4E8-0BDEE7B3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918" y="5339235"/>
            <a:ext cx="285390" cy="285390"/>
          </a:xfrm>
          <a:custGeom xmlns:a="http://schemas.openxmlformats.org/drawingml/2006/main">
            <a:pathLst>
              <a:path w="285390" h="285390" fill="none">
                <a:moveTo>
                  <a:pt x="285390" y="142695"/>
                </a:moveTo>
                <a:cubicBezTo>
                  <a:pt x="285390" y="63886"/>
                  <a:pt x="221504" y="0"/>
                  <a:pt x="142695" y="0"/>
                </a:cubicBezTo>
                <a:cubicBezTo>
                  <a:pt x="63886" y="0"/>
                  <a:pt x="0" y="63886"/>
                  <a:pt x="0" y="142695"/>
                </a:cubicBezTo>
                <a:cubicBezTo>
                  <a:pt x="0" y="221504"/>
                  <a:pt x="63886" y="285390"/>
                  <a:pt x="142695" y="285390"/>
                </a:cubicBezTo>
                <a:cubicBezTo>
                  <a:pt x="221504" y="285390"/>
                  <a:pt x="285390" y="221504"/>
                  <a:pt x="285390" y="142695"/>
                </a:cubicBezTo>
                <a:close/>
                <a:moveTo>
                  <a:pt x="142695" y="142695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27" name="Text γ">
            <a:extLst xmlns:a="http://schemas.openxmlformats.org/drawingml/2006/main">
              <a:ext uri="{FF2B5EF4-FFF2-40B4-BE49-F238E27FC236}">
                <a16:creationId xmlns:a16="http://schemas.microsoft.com/office/drawing/2014/main" id="{9B0F6E2E-9AFA-4E2C-A96A-ED1DC002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203" y="5446492"/>
            <a:ext cx="63163" cy="71732"/>
          </a:xfrm>
          <a:custGeom xmlns:a="http://schemas.openxmlformats.org/drawingml/2006/main">
            <a:pathLst>
              <a:path w="63163" h="71732">
                <a:moveTo>
                  <a:pt x="45210" y="32963"/>
                </a:moveTo>
                <a:cubicBezTo>
                  <a:pt x="44662" y="26610"/>
                  <a:pt x="40940" y="0"/>
                  <a:pt x="23098" y="0"/>
                </a:cubicBezTo>
                <a:cubicBezTo>
                  <a:pt x="16638" y="0"/>
                  <a:pt x="11056" y="3504"/>
                  <a:pt x="7991" y="6351"/>
                </a:cubicBezTo>
                <a:cubicBezTo>
                  <a:pt x="1313" y="12372"/>
                  <a:pt x="0" y="19381"/>
                  <a:pt x="0" y="19710"/>
                </a:cubicBezTo>
                <a:cubicBezTo>
                  <a:pt x="0" y="21025"/>
                  <a:pt x="1423" y="21025"/>
                  <a:pt x="1751" y="21025"/>
                </a:cubicBezTo>
                <a:cubicBezTo>
                  <a:pt x="3174" y="21025"/>
                  <a:pt x="3284" y="20806"/>
                  <a:pt x="3830" y="19162"/>
                </a:cubicBezTo>
                <a:cubicBezTo>
                  <a:pt x="6130" y="12701"/>
                  <a:pt x="14230" y="8758"/>
                  <a:pt x="21564" y="8758"/>
                </a:cubicBezTo>
                <a:cubicBezTo>
                  <a:pt x="39190" y="8758"/>
                  <a:pt x="41488" y="26392"/>
                  <a:pt x="41488" y="37563"/>
                </a:cubicBezTo>
                <a:cubicBezTo>
                  <a:pt x="41488" y="43038"/>
                  <a:pt x="41159" y="44244"/>
                  <a:pt x="40722" y="45449"/>
                </a:cubicBezTo>
                <a:cubicBezTo>
                  <a:pt x="38204" y="53662"/>
                  <a:pt x="34920" y="65819"/>
                  <a:pt x="34920" y="69106"/>
                </a:cubicBezTo>
                <a:cubicBezTo>
                  <a:pt x="34920" y="70310"/>
                  <a:pt x="35358" y="71732"/>
                  <a:pt x="36781" y="71732"/>
                </a:cubicBezTo>
                <a:cubicBezTo>
                  <a:pt x="37548" y="71732"/>
                  <a:pt x="38752" y="71732"/>
                  <a:pt x="40503" y="66039"/>
                </a:cubicBezTo>
                <a:cubicBezTo>
                  <a:pt x="41817" y="61766"/>
                  <a:pt x="43897" y="53662"/>
                  <a:pt x="44772" y="45776"/>
                </a:cubicBezTo>
                <a:cubicBezTo>
                  <a:pt x="45210" y="41944"/>
                  <a:pt x="51340" y="27158"/>
                  <a:pt x="53638" y="21902"/>
                </a:cubicBezTo>
                <a:cubicBezTo>
                  <a:pt x="55172" y="18506"/>
                  <a:pt x="57470" y="13358"/>
                  <a:pt x="62615" y="3832"/>
                </a:cubicBezTo>
                <a:cubicBezTo>
                  <a:pt x="62944" y="3286"/>
                  <a:pt x="63163" y="2846"/>
                  <a:pt x="63163" y="2409"/>
                </a:cubicBezTo>
                <a:cubicBezTo>
                  <a:pt x="63163" y="1096"/>
                  <a:pt x="61740" y="1096"/>
                  <a:pt x="61411" y="1096"/>
                </a:cubicBezTo>
                <a:cubicBezTo>
                  <a:pt x="61083" y="1096"/>
                  <a:pt x="60098" y="1096"/>
                  <a:pt x="59769" y="1644"/>
                </a:cubicBezTo>
                <a:cubicBezTo>
                  <a:pt x="58456" y="3942"/>
                  <a:pt x="50136" y="19602"/>
                  <a:pt x="45210" y="329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Text c">
            <a:extLst xmlns:a="http://schemas.openxmlformats.org/drawingml/2006/main">
              <a:ext uri="{FF2B5EF4-FFF2-40B4-BE49-F238E27FC236}">
                <a16:creationId xmlns:a16="http://schemas.microsoft.com/office/drawing/2014/main" id="{CCFB070F-BDB5-4A69-97DF-866BE994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4540" y="5475855"/>
            <a:ext cx="38236" cy="35431"/>
          </a:xfrm>
          <a:custGeom xmlns:a="http://schemas.openxmlformats.org/drawingml/2006/main">
            <a:pathLst>
              <a:path w="38236" h="35431">
                <a:moveTo>
                  <a:pt x="31903" y="4395"/>
                </a:moveTo>
                <a:cubicBezTo>
                  <a:pt x="30495" y="4788"/>
                  <a:pt x="28305" y="6430"/>
                  <a:pt x="28305" y="9089"/>
                </a:cubicBezTo>
                <a:cubicBezTo>
                  <a:pt x="28305" y="11121"/>
                  <a:pt x="29791" y="12294"/>
                  <a:pt x="31746" y="12294"/>
                </a:cubicBezTo>
                <a:cubicBezTo>
                  <a:pt x="33622" y="12294"/>
                  <a:pt x="36594" y="10808"/>
                  <a:pt x="36594" y="6900"/>
                </a:cubicBezTo>
                <a:cubicBezTo>
                  <a:pt x="36594" y="1017"/>
                  <a:pt x="29009" y="0"/>
                  <a:pt x="24708" y="0"/>
                </a:cubicBezTo>
                <a:cubicBezTo>
                  <a:pt x="11494" y="0"/>
                  <a:pt x="0" y="10808"/>
                  <a:pt x="0" y="21205"/>
                </a:cubicBezTo>
                <a:cubicBezTo>
                  <a:pt x="0" y="28005"/>
                  <a:pt x="5004" y="35431"/>
                  <a:pt x="16811" y="35431"/>
                </a:cubicBezTo>
                <a:cubicBezTo>
                  <a:pt x="18296" y="35431"/>
                  <a:pt x="24552" y="35431"/>
                  <a:pt x="29870" y="33399"/>
                </a:cubicBezTo>
                <a:cubicBezTo>
                  <a:pt x="35109" y="31366"/>
                  <a:pt x="38236" y="27771"/>
                  <a:pt x="38236" y="26911"/>
                </a:cubicBezTo>
                <a:cubicBezTo>
                  <a:pt x="38236" y="26286"/>
                  <a:pt x="37219" y="25113"/>
                  <a:pt x="36515" y="25113"/>
                </a:cubicBezTo>
                <a:cubicBezTo>
                  <a:pt x="36125" y="25113"/>
                  <a:pt x="36046" y="25191"/>
                  <a:pt x="34795" y="26442"/>
                </a:cubicBezTo>
                <a:cubicBezTo>
                  <a:pt x="31276" y="30428"/>
                  <a:pt x="24708" y="32772"/>
                  <a:pt x="16890" y="32772"/>
                </a:cubicBezTo>
                <a:cubicBezTo>
                  <a:pt x="10322" y="32772"/>
                  <a:pt x="7193" y="29099"/>
                  <a:pt x="7193" y="23706"/>
                </a:cubicBezTo>
                <a:cubicBezTo>
                  <a:pt x="7193" y="15734"/>
                  <a:pt x="12355" y="2659"/>
                  <a:pt x="24708" y="2659"/>
                </a:cubicBezTo>
                <a:cubicBezTo>
                  <a:pt x="25568" y="2659"/>
                  <a:pt x="29478" y="2659"/>
                  <a:pt x="31903" y="43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61DEE-BEE3-4809-9E55-2B72F6FC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5390" y="6545428"/>
            <a:ext cx="294447" cy="294447"/>
          </a:xfrm>
          <a:custGeom xmlns:a="http://schemas.openxmlformats.org/drawingml/2006/main">
            <a:pathLst>
              <a:path w="294447" h="294447">
                <a:moveTo>
                  <a:pt x="294447" y="147223"/>
                </a:moveTo>
                <a:cubicBezTo>
                  <a:pt x="294447" y="65913"/>
                  <a:pt x="228533" y="0"/>
                  <a:pt x="147223" y="0"/>
                </a:cubicBezTo>
                <a:cubicBezTo>
                  <a:pt x="65913" y="0"/>
                  <a:pt x="0" y="65913"/>
                  <a:pt x="0" y="147223"/>
                </a:cubicBezTo>
                <a:cubicBezTo>
                  <a:pt x="0" y="228533"/>
                  <a:pt x="65913" y="294447"/>
                  <a:pt x="147223" y="294447"/>
                </a:cubicBezTo>
                <a:cubicBezTo>
                  <a:pt x="228533" y="294447"/>
                  <a:pt x="294447" y="228533"/>
                  <a:pt x="294447" y="147223"/>
                </a:cubicBezTo>
                <a:close/>
                <a:moveTo>
                  <a:pt x="147223" y="147223"/>
                </a:moveTo>
              </a:path>
            </a:pathLst>
          </a:custGeom>
          <a:solidFill xmlns:a="http://schemas.openxmlformats.org/drawingml/2006/main">
            <a:srgbClr val="F6A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4A190-86D9-4805-AE69-24190DF4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5390" y="6545428"/>
            <a:ext cx="294447" cy="294447"/>
          </a:xfrm>
          <a:custGeom xmlns:a="http://schemas.openxmlformats.org/drawingml/2006/main">
            <a:pathLst>
              <a:path w="294447" h="294447" fill="none">
                <a:moveTo>
                  <a:pt x="294447" y="147223"/>
                </a:moveTo>
                <a:cubicBezTo>
                  <a:pt x="294447" y="65913"/>
                  <a:pt x="228533" y="0"/>
                  <a:pt x="147223" y="0"/>
                </a:cubicBezTo>
                <a:cubicBezTo>
                  <a:pt x="65913" y="0"/>
                  <a:pt x="0" y="65913"/>
                  <a:pt x="0" y="147223"/>
                </a:cubicBezTo>
                <a:cubicBezTo>
                  <a:pt x="0" y="228533"/>
                  <a:pt x="65913" y="294447"/>
                  <a:pt x="147223" y="294447"/>
                </a:cubicBezTo>
                <a:cubicBezTo>
                  <a:pt x="228533" y="294447"/>
                  <a:pt x="294447" y="228533"/>
                  <a:pt x="294447" y="147223"/>
                </a:cubicBezTo>
                <a:close/>
                <a:moveTo>
                  <a:pt x="147223" y="147223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31" name="Text δ">
            <a:extLst xmlns:a="http://schemas.openxmlformats.org/drawingml/2006/main">
              <a:ext uri="{FF2B5EF4-FFF2-40B4-BE49-F238E27FC236}">
                <a16:creationId xmlns:a16="http://schemas.microsoft.com/office/drawing/2014/main" id="{34F5DA74-F880-48EC-A4B4-D5FC26CA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585" y="6644635"/>
            <a:ext cx="48277" cy="79429"/>
          </a:xfrm>
          <a:custGeom xmlns:a="http://schemas.openxmlformats.org/drawingml/2006/main">
            <a:pathLst>
              <a:path w="48277" h="79429">
                <a:moveTo>
                  <a:pt x="25617" y="30526"/>
                </a:moveTo>
                <a:cubicBezTo>
                  <a:pt x="9195" y="34683"/>
                  <a:pt x="0" y="48796"/>
                  <a:pt x="0" y="60283"/>
                </a:cubicBezTo>
                <a:cubicBezTo>
                  <a:pt x="0" y="71879"/>
                  <a:pt x="8868" y="79429"/>
                  <a:pt x="19705" y="79429"/>
                </a:cubicBezTo>
                <a:cubicBezTo>
                  <a:pt x="32951" y="79429"/>
                  <a:pt x="43241" y="63893"/>
                  <a:pt x="43241" y="47921"/>
                </a:cubicBezTo>
                <a:cubicBezTo>
                  <a:pt x="43241" y="37309"/>
                  <a:pt x="37548" y="31074"/>
                  <a:pt x="34154" y="27354"/>
                </a:cubicBezTo>
                <a:cubicBezTo>
                  <a:pt x="30105" y="22759"/>
                  <a:pt x="21893" y="13787"/>
                  <a:pt x="21893" y="8756"/>
                </a:cubicBezTo>
                <a:cubicBezTo>
                  <a:pt x="21893" y="7333"/>
                  <a:pt x="23427" y="4161"/>
                  <a:pt x="27915" y="4161"/>
                </a:cubicBezTo>
                <a:cubicBezTo>
                  <a:pt x="31637" y="4161"/>
                  <a:pt x="34702" y="5911"/>
                  <a:pt x="37110" y="7224"/>
                </a:cubicBezTo>
                <a:cubicBezTo>
                  <a:pt x="38096" y="7770"/>
                  <a:pt x="42036" y="10067"/>
                  <a:pt x="43678" y="10067"/>
                </a:cubicBezTo>
                <a:cubicBezTo>
                  <a:pt x="46306" y="10067"/>
                  <a:pt x="48277" y="7662"/>
                  <a:pt x="48277" y="5474"/>
                </a:cubicBezTo>
                <a:cubicBezTo>
                  <a:pt x="48277" y="2738"/>
                  <a:pt x="46853" y="2519"/>
                  <a:pt x="40942" y="1315"/>
                </a:cubicBezTo>
                <a:cubicBezTo>
                  <a:pt x="39628" y="1096"/>
                  <a:pt x="34593" y="0"/>
                  <a:pt x="31089" y="0"/>
                </a:cubicBezTo>
                <a:cubicBezTo>
                  <a:pt x="22879" y="0"/>
                  <a:pt x="18282" y="4817"/>
                  <a:pt x="18282" y="11490"/>
                </a:cubicBezTo>
                <a:cubicBezTo>
                  <a:pt x="18282" y="17288"/>
                  <a:pt x="21785" y="23961"/>
                  <a:pt x="25617" y="30526"/>
                </a:cubicBezTo>
                <a:moveTo>
                  <a:pt x="27477" y="33479"/>
                </a:moveTo>
                <a:cubicBezTo>
                  <a:pt x="30542" y="38403"/>
                  <a:pt x="34483" y="44747"/>
                  <a:pt x="34483" y="52625"/>
                </a:cubicBezTo>
                <a:cubicBezTo>
                  <a:pt x="34483" y="61596"/>
                  <a:pt x="29119" y="76364"/>
                  <a:pt x="19924" y="76364"/>
                </a:cubicBezTo>
                <a:cubicBezTo>
                  <a:pt x="13902" y="76364"/>
                  <a:pt x="7991" y="72427"/>
                  <a:pt x="7991" y="63347"/>
                </a:cubicBezTo>
                <a:cubicBezTo>
                  <a:pt x="7991" y="56126"/>
                  <a:pt x="12152" y="37199"/>
                  <a:pt x="27477" y="334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Text c">
            <a:extLst xmlns:a="http://schemas.openxmlformats.org/drawingml/2006/main">
              <a:ext uri="{FF2B5EF4-FFF2-40B4-BE49-F238E27FC236}">
                <a16:creationId xmlns:a16="http://schemas.microsoft.com/office/drawing/2014/main" id="{790538A4-532D-4C2C-93E7-3C85EB23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114" y="6703824"/>
            <a:ext cx="38236" cy="35431"/>
          </a:xfrm>
          <a:custGeom xmlns:a="http://schemas.openxmlformats.org/drawingml/2006/main">
            <a:pathLst>
              <a:path w="38236" h="35431">
                <a:moveTo>
                  <a:pt x="31903" y="4395"/>
                </a:moveTo>
                <a:cubicBezTo>
                  <a:pt x="30495" y="4788"/>
                  <a:pt x="28305" y="6430"/>
                  <a:pt x="28305" y="9089"/>
                </a:cubicBezTo>
                <a:cubicBezTo>
                  <a:pt x="28305" y="11121"/>
                  <a:pt x="29791" y="12294"/>
                  <a:pt x="31746" y="12294"/>
                </a:cubicBezTo>
                <a:cubicBezTo>
                  <a:pt x="33622" y="12294"/>
                  <a:pt x="36594" y="10808"/>
                  <a:pt x="36594" y="6900"/>
                </a:cubicBezTo>
                <a:cubicBezTo>
                  <a:pt x="36594" y="1017"/>
                  <a:pt x="29009" y="0"/>
                  <a:pt x="24708" y="0"/>
                </a:cubicBezTo>
                <a:cubicBezTo>
                  <a:pt x="11494" y="0"/>
                  <a:pt x="0" y="10808"/>
                  <a:pt x="0" y="21205"/>
                </a:cubicBezTo>
                <a:cubicBezTo>
                  <a:pt x="0" y="28005"/>
                  <a:pt x="5004" y="35431"/>
                  <a:pt x="16811" y="35431"/>
                </a:cubicBezTo>
                <a:cubicBezTo>
                  <a:pt x="18296" y="35431"/>
                  <a:pt x="24552" y="35431"/>
                  <a:pt x="29870" y="33399"/>
                </a:cubicBezTo>
                <a:cubicBezTo>
                  <a:pt x="35109" y="31366"/>
                  <a:pt x="38236" y="27771"/>
                  <a:pt x="38236" y="26911"/>
                </a:cubicBezTo>
                <a:cubicBezTo>
                  <a:pt x="38236" y="26286"/>
                  <a:pt x="37219" y="25113"/>
                  <a:pt x="36515" y="25113"/>
                </a:cubicBezTo>
                <a:cubicBezTo>
                  <a:pt x="36125" y="25113"/>
                  <a:pt x="36046" y="25191"/>
                  <a:pt x="34795" y="26442"/>
                </a:cubicBezTo>
                <a:cubicBezTo>
                  <a:pt x="31276" y="30428"/>
                  <a:pt x="24708" y="32772"/>
                  <a:pt x="16890" y="32772"/>
                </a:cubicBezTo>
                <a:cubicBezTo>
                  <a:pt x="10322" y="32772"/>
                  <a:pt x="7193" y="29099"/>
                  <a:pt x="7193" y="23706"/>
                </a:cubicBezTo>
                <a:cubicBezTo>
                  <a:pt x="7193" y="15734"/>
                  <a:pt x="12355" y="2659"/>
                  <a:pt x="24708" y="2659"/>
                </a:cubicBezTo>
                <a:cubicBezTo>
                  <a:pt x="25568" y="2659"/>
                  <a:pt x="29478" y="2659"/>
                  <a:pt x="31903" y="43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46D764-5366-4F61-90AD-96FDB813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397" y="6900197"/>
            <a:ext cx="272432" cy="272432"/>
          </a:xfrm>
          <a:custGeom xmlns:a="http://schemas.openxmlformats.org/drawingml/2006/main">
            <a:pathLst>
              <a:path w="272432" h="272432">
                <a:moveTo>
                  <a:pt x="272432" y="136216"/>
                </a:moveTo>
                <a:cubicBezTo>
                  <a:pt x="272432" y="60985"/>
                  <a:pt x="211447" y="0"/>
                  <a:pt x="136216" y="0"/>
                </a:cubicBezTo>
                <a:cubicBezTo>
                  <a:pt x="60985" y="0"/>
                  <a:pt x="0" y="60985"/>
                  <a:pt x="0" y="136216"/>
                </a:cubicBezTo>
                <a:cubicBezTo>
                  <a:pt x="0" y="211447"/>
                  <a:pt x="60985" y="272432"/>
                  <a:pt x="136216" y="272432"/>
                </a:cubicBezTo>
                <a:cubicBezTo>
                  <a:pt x="211447" y="272432"/>
                  <a:pt x="272432" y="211447"/>
                  <a:pt x="272432" y="136216"/>
                </a:cubicBezTo>
                <a:close/>
                <a:moveTo>
                  <a:pt x="136216" y="136216"/>
                </a:moveTo>
              </a:path>
            </a:pathLst>
          </a:custGeom>
          <a:solidFill xmlns:a="http://schemas.openxmlformats.org/drawingml/2006/main">
            <a:srgbClr val="F6A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8A6275-DE8B-4454-A6F3-5D132336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397" y="6900197"/>
            <a:ext cx="272432" cy="272432"/>
          </a:xfrm>
          <a:custGeom xmlns:a="http://schemas.openxmlformats.org/drawingml/2006/main">
            <a:pathLst>
              <a:path w="272432" h="272432" fill="none">
                <a:moveTo>
                  <a:pt x="272432" y="136216"/>
                </a:moveTo>
                <a:cubicBezTo>
                  <a:pt x="272432" y="60985"/>
                  <a:pt x="211447" y="0"/>
                  <a:pt x="136216" y="0"/>
                </a:cubicBezTo>
                <a:cubicBezTo>
                  <a:pt x="60985" y="0"/>
                  <a:pt x="0" y="60985"/>
                  <a:pt x="0" y="136216"/>
                </a:cubicBezTo>
                <a:cubicBezTo>
                  <a:pt x="0" y="211447"/>
                  <a:pt x="60985" y="272432"/>
                  <a:pt x="136216" y="272432"/>
                </a:cubicBezTo>
                <a:cubicBezTo>
                  <a:pt x="211447" y="272432"/>
                  <a:pt x="272432" y="211447"/>
                  <a:pt x="272432" y="136216"/>
                </a:cubicBezTo>
                <a:close/>
                <a:moveTo>
                  <a:pt x="136216" y="136216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35" name="Text ϵ">
            <a:extLst xmlns:a="http://schemas.openxmlformats.org/drawingml/2006/main">
              <a:ext uri="{FF2B5EF4-FFF2-40B4-BE49-F238E27FC236}">
                <a16:creationId xmlns:a16="http://schemas.microsoft.com/office/drawing/2014/main" id="{0B506944-A72D-413E-AA79-764FA084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706" y="7004947"/>
            <a:ext cx="39190" cy="48213"/>
          </a:xfrm>
          <a:custGeom xmlns:a="http://schemas.openxmlformats.org/drawingml/2006/main">
            <a:pathLst>
              <a:path w="39190" h="48213">
                <a:moveTo>
                  <a:pt x="30761" y="22650"/>
                </a:moveTo>
                <a:cubicBezTo>
                  <a:pt x="32403" y="22650"/>
                  <a:pt x="34483" y="22650"/>
                  <a:pt x="34483" y="20570"/>
                </a:cubicBezTo>
                <a:cubicBezTo>
                  <a:pt x="34483" y="18708"/>
                  <a:pt x="32841" y="18708"/>
                  <a:pt x="30761" y="18708"/>
                </a:cubicBezTo>
                <a:lnTo>
                  <a:pt x="11166" y="18708"/>
                </a:lnTo>
                <a:cubicBezTo>
                  <a:pt x="14450" y="8754"/>
                  <a:pt x="21566" y="3942"/>
                  <a:pt x="31199" y="3942"/>
                </a:cubicBezTo>
                <a:lnTo>
                  <a:pt x="35358" y="3942"/>
                </a:lnTo>
                <a:cubicBezTo>
                  <a:pt x="37110" y="3942"/>
                  <a:pt x="39190" y="3942"/>
                  <a:pt x="39190" y="1862"/>
                </a:cubicBezTo>
                <a:cubicBezTo>
                  <a:pt x="39190" y="0"/>
                  <a:pt x="37657" y="0"/>
                  <a:pt x="35577" y="0"/>
                </a:cubicBezTo>
                <a:lnTo>
                  <a:pt x="30870" y="0"/>
                </a:lnTo>
                <a:cubicBezTo>
                  <a:pt x="16311" y="0"/>
                  <a:pt x="0" y="10177"/>
                  <a:pt x="0" y="26801"/>
                </a:cubicBezTo>
                <a:cubicBezTo>
                  <a:pt x="0" y="39579"/>
                  <a:pt x="9743" y="48213"/>
                  <a:pt x="22441" y="48213"/>
                </a:cubicBezTo>
                <a:cubicBezTo>
                  <a:pt x="25725" y="48213"/>
                  <a:pt x="30322" y="47667"/>
                  <a:pt x="36125" y="44385"/>
                </a:cubicBezTo>
                <a:cubicBezTo>
                  <a:pt x="38315" y="43184"/>
                  <a:pt x="38533" y="42855"/>
                  <a:pt x="38533" y="42200"/>
                </a:cubicBezTo>
                <a:cubicBezTo>
                  <a:pt x="38533" y="41872"/>
                  <a:pt x="38533" y="40015"/>
                  <a:pt x="36891" y="40015"/>
                </a:cubicBezTo>
                <a:cubicBezTo>
                  <a:pt x="36452" y="40015"/>
                  <a:pt x="36233" y="40125"/>
                  <a:pt x="35577" y="40561"/>
                </a:cubicBezTo>
                <a:cubicBezTo>
                  <a:pt x="31745" y="43073"/>
                  <a:pt x="27148" y="45148"/>
                  <a:pt x="22660" y="45148"/>
                </a:cubicBezTo>
                <a:cubicBezTo>
                  <a:pt x="18280" y="45148"/>
                  <a:pt x="9195" y="42965"/>
                  <a:pt x="9195" y="30514"/>
                </a:cubicBezTo>
                <a:cubicBezTo>
                  <a:pt x="9195" y="28984"/>
                  <a:pt x="9195" y="26801"/>
                  <a:pt x="10181" y="22650"/>
                </a:cubicBezTo>
                <a:lnTo>
                  <a:pt x="30761" y="226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Text c">
            <a:extLst xmlns:a="http://schemas.openxmlformats.org/drawingml/2006/main">
              <a:ext uri="{FF2B5EF4-FFF2-40B4-BE49-F238E27FC236}">
                <a16:creationId xmlns:a16="http://schemas.microsoft.com/office/drawing/2014/main" id="{9ABF7380-43FE-4AF8-9619-37EBFA11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7759" y="7033134"/>
            <a:ext cx="38236" cy="35431"/>
          </a:xfrm>
          <a:custGeom xmlns:a="http://schemas.openxmlformats.org/drawingml/2006/main">
            <a:pathLst>
              <a:path w="38236" h="35431">
                <a:moveTo>
                  <a:pt x="31903" y="4395"/>
                </a:moveTo>
                <a:cubicBezTo>
                  <a:pt x="30495" y="4788"/>
                  <a:pt x="28305" y="6430"/>
                  <a:pt x="28305" y="9089"/>
                </a:cubicBezTo>
                <a:cubicBezTo>
                  <a:pt x="28305" y="11121"/>
                  <a:pt x="29791" y="12294"/>
                  <a:pt x="31746" y="12294"/>
                </a:cubicBezTo>
                <a:cubicBezTo>
                  <a:pt x="33622" y="12294"/>
                  <a:pt x="36594" y="10808"/>
                  <a:pt x="36594" y="6900"/>
                </a:cubicBezTo>
                <a:cubicBezTo>
                  <a:pt x="36594" y="1017"/>
                  <a:pt x="29009" y="0"/>
                  <a:pt x="24708" y="0"/>
                </a:cubicBezTo>
                <a:cubicBezTo>
                  <a:pt x="11494" y="0"/>
                  <a:pt x="0" y="10808"/>
                  <a:pt x="0" y="21205"/>
                </a:cubicBezTo>
                <a:cubicBezTo>
                  <a:pt x="0" y="28005"/>
                  <a:pt x="5004" y="35431"/>
                  <a:pt x="16811" y="35431"/>
                </a:cubicBezTo>
                <a:cubicBezTo>
                  <a:pt x="18296" y="35431"/>
                  <a:pt x="24552" y="35431"/>
                  <a:pt x="29870" y="33399"/>
                </a:cubicBezTo>
                <a:cubicBezTo>
                  <a:pt x="35109" y="31366"/>
                  <a:pt x="38236" y="27771"/>
                  <a:pt x="38236" y="26911"/>
                </a:cubicBezTo>
                <a:cubicBezTo>
                  <a:pt x="38236" y="26286"/>
                  <a:pt x="37219" y="25113"/>
                  <a:pt x="36515" y="25113"/>
                </a:cubicBezTo>
                <a:cubicBezTo>
                  <a:pt x="36125" y="25113"/>
                  <a:pt x="36046" y="25191"/>
                  <a:pt x="34795" y="26442"/>
                </a:cubicBezTo>
                <a:cubicBezTo>
                  <a:pt x="31276" y="30428"/>
                  <a:pt x="24708" y="32772"/>
                  <a:pt x="16890" y="32772"/>
                </a:cubicBezTo>
                <a:cubicBezTo>
                  <a:pt x="10322" y="32772"/>
                  <a:pt x="7193" y="29099"/>
                  <a:pt x="7193" y="23706"/>
                </a:cubicBezTo>
                <a:cubicBezTo>
                  <a:pt x="7193" y="15734"/>
                  <a:pt x="12355" y="2659"/>
                  <a:pt x="24708" y="2659"/>
                </a:cubicBezTo>
                <a:cubicBezTo>
                  <a:pt x="25568" y="2659"/>
                  <a:pt x="29478" y="2659"/>
                  <a:pt x="31903" y="43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E3892-970F-4C76-AD40-078295EF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786" y="7389451"/>
            <a:ext cx="297654" cy="297654"/>
          </a:xfrm>
          <a:custGeom xmlns:a="http://schemas.openxmlformats.org/drawingml/2006/main">
            <a:pathLst>
              <a:path w="297654" h="297654">
                <a:moveTo>
                  <a:pt x="297654" y="148827"/>
                </a:moveTo>
                <a:cubicBezTo>
                  <a:pt x="297654" y="66631"/>
                  <a:pt x="231023" y="0"/>
                  <a:pt x="148827" y="0"/>
                </a:cubicBezTo>
                <a:cubicBezTo>
                  <a:pt x="66631" y="0"/>
                  <a:pt x="0" y="66631"/>
                  <a:pt x="0" y="148827"/>
                </a:cubicBezTo>
                <a:cubicBezTo>
                  <a:pt x="0" y="231023"/>
                  <a:pt x="66631" y="297654"/>
                  <a:pt x="148827" y="297654"/>
                </a:cubicBezTo>
                <a:cubicBezTo>
                  <a:pt x="231023" y="297654"/>
                  <a:pt x="297654" y="231023"/>
                  <a:pt x="297654" y="148827"/>
                </a:cubicBezTo>
                <a:close/>
                <a:moveTo>
                  <a:pt x="148827" y="148827"/>
                </a:moveTo>
              </a:path>
            </a:pathLst>
          </a:custGeom>
          <a:solidFill xmlns:a="http://schemas.openxmlformats.org/drawingml/2006/main">
            <a:srgbClr val="F6A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A30B1-86D6-44EA-AC32-1D101C2E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786" y="7389451"/>
            <a:ext cx="297654" cy="297654"/>
          </a:xfrm>
          <a:custGeom xmlns:a="http://schemas.openxmlformats.org/drawingml/2006/main">
            <a:pathLst>
              <a:path w="297654" h="297654" fill="none">
                <a:moveTo>
                  <a:pt x="297654" y="148827"/>
                </a:moveTo>
                <a:cubicBezTo>
                  <a:pt x="297654" y="66631"/>
                  <a:pt x="231023" y="0"/>
                  <a:pt x="148827" y="0"/>
                </a:cubicBezTo>
                <a:cubicBezTo>
                  <a:pt x="66631" y="0"/>
                  <a:pt x="0" y="66631"/>
                  <a:pt x="0" y="148827"/>
                </a:cubicBezTo>
                <a:cubicBezTo>
                  <a:pt x="0" y="231023"/>
                  <a:pt x="66631" y="297654"/>
                  <a:pt x="148827" y="297654"/>
                </a:cubicBezTo>
                <a:cubicBezTo>
                  <a:pt x="231023" y="297654"/>
                  <a:pt x="297654" y="231023"/>
                  <a:pt x="297654" y="148827"/>
                </a:cubicBezTo>
                <a:close/>
                <a:moveTo>
                  <a:pt x="148827" y="148827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39" name="Text ζ">
            <a:extLst xmlns:a="http://schemas.openxmlformats.org/drawingml/2006/main">
              <a:ext uri="{FF2B5EF4-FFF2-40B4-BE49-F238E27FC236}">
                <a16:creationId xmlns:a16="http://schemas.microsoft.com/office/drawing/2014/main" id="{DB5E1F9F-2B51-4DB4-9E5C-D5FA4393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992" y="7489032"/>
            <a:ext cx="50466" cy="98885"/>
          </a:xfrm>
          <a:custGeom xmlns:a="http://schemas.openxmlformats.org/drawingml/2006/main">
            <a:pathLst>
              <a:path w="50466" h="98885">
                <a:moveTo>
                  <a:pt x="32184" y="14348"/>
                </a:moveTo>
                <a:cubicBezTo>
                  <a:pt x="34374" y="16538"/>
                  <a:pt x="37658" y="16538"/>
                  <a:pt x="39628" y="16538"/>
                </a:cubicBezTo>
                <a:cubicBezTo>
                  <a:pt x="43022" y="16538"/>
                  <a:pt x="50466" y="16538"/>
                  <a:pt x="50466" y="12483"/>
                </a:cubicBezTo>
                <a:cubicBezTo>
                  <a:pt x="50466" y="9197"/>
                  <a:pt x="44774" y="9087"/>
                  <a:pt x="40723" y="9087"/>
                </a:cubicBezTo>
                <a:cubicBezTo>
                  <a:pt x="38863" y="9087"/>
                  <a:pt x="36344" y="9087"/>
                  <a:pt x="33497" y="10182"/>
                </a:cubicBezTo>
                <a:cubicBezTo>
                  <a:pt x="33389" y="9745"/>
                  <a:pt x="32841" y="8211"/>
                  <a:pt x="32841" y="6240"/>
                </a:cubicBezTo>
                <a:cubicBezTo>
                  <a:pt x="32841" y="5803"/>
                  <a:pt x="33060" y="3723"/>
                  <a:pt x="33279" y="2519"/>
                </a:cubicBezTo>
                <a:cubicBezTo>
                  <a:pt x="33389" y="2409"/>
                  <a:pt x="33497" y="1971"/>
                  <a:pt x="33497" y="1752"/>
                </a:cubicBezTo>
                <a:cubicBezTo>
                  <a:pt x="33497" y="877"/>
                  <a:pt x="32732" y="0"/>
                  <a:pt x="31747" y="0"/>
                </a:cubicBezTo>
                <a:cubicBezTo>
                  <a:pt x="29228" y="0"/>
                  <a:pt x="29228" y="4161"/>
                  <a:pt x="29228" y="6022"/>
                </a:cubicBezTo>
                <a:cubicBezTo>
                  <a:pt x="29228" y="7336"/>
                  <a:pt x="29228" y="9307"/>
                  <a:pt x="30324" y="11606"/>
                </a:cubicBezTo>
                <a:cubicBezTo>
                  <a:pt x="16202" y="18838"/>
                  <a:pt x="0" y="38111"/>
                  <a:pt x="0" y="57712"/>
                </a:cubicBezTo>
                <a:cubicBezTo>
                  <a:pt x="0" y="63736"/>
                  <a:pt x="1642" y="68882"/>
                  <a:pt x="6130" y="73482"/>
                </a:cubicBezTo>
                <a:cubicBezTo>
                  <a:pt x="9743" y="77095"/>
                  <a:pt x="12589" y="77862"/>
                  <a:pt x="26492" y="82133"/>
                </a:cubicBezTo>
                <a:cubicBezTo>
                  <a:pt x="30432" y="83227"/>
                  <a:pt x="34483" y="84542"/>
                  <a:pt x="34483" y="89361"/>
                </a:cubicBezTo>
                <a:cubicBezTo>
                  <a:pt x="34483" y="92317"/>
                  <a:pt x="32622" y="95820"/>
                  <a:pt x="29009" y="95820"/>
                </a:cubicBezTo>
                <a:cubicBezTo>
                  <a:pt x="27148" y="95820"/>
                  <a:pt x="23756" y="95382"/>
                  <a:pt x="20033" y="92755"/>
                </a:cubicBezTo>
                <a:cubicBezTo>
                  <a:pt x="19376" y="92317"/>
                  <a:pt x="19157" y="92097"/>
                  <a:pt x="18609" y="92097"/>
                </a:cubicBezTo>
                <a:cubicBezTo>
                  <a:pt x="17407" y="92097"/>
                  <a:pt x="17078" y="93084"/>
                  <a:pt x="17078" y="93630"/>
                </a:cubicBezTo>
                <a:cubicBezTo>
                  <a:pt x="17078" y="95274"/>
                  <a:pt x="23427" y="98885"/>
                  <a:pt x="29009" y="98885"/>
                </a:cubicBezTo>
                <a:cubicBezTo>
                  <a:pt x="36673" y="98885"/>
                  <a:pt x="41380" y="91111"/>
                  <a:pt x="41380" y="85417"/>
                </a:cubicBezTo>
                <a:cubicBezTo>
                  <a:pt x="41380" y="80600"/>
                  <a:pt x="38425" y="76985"/>
                  <a:pt x="34483" y="75233"/>
                </a:cubicBezTo>
                <a:cubicBezTo>
                  <a:pt x="33389" y="74795"/>
                  <a:pt x="28353" y="73262"/>
                  <a:pt x="25288" y="72387"/>
                </a:cubicBezTo>
                <a:cubicBezTo>
                  <a:pt x="16859" y="69868"/>
                  <a:pt x="13902" y="68992"/>
                  <a:pt x="11166" y="65815"/>
                </a:cubicBezTo>
                <a:cubicBezTo>
                  <a:pt x="8211" y="62531"/>
                  <a:pt x="7116" y="58808"/>
                  <a:pt x="7116" y="54208"/>
                </a:cubicBezTo>
                <a:cubicBezTo>
                  <a:pt x="7116" y="38002"/>
                  <a:pt x="20691" y="20480"/>
                  <a:pt x="32184" y="14348"/>
                </a:cubicBezTo>
                <a:moveTo>
                  <a:pt x="46197" y="12813"/>
                </a:moveTo>
                <a:cubicBezTo>
                  <a:pt x="44664" y="13254"/>
                  <a:pt x="42803" y="13473"/>
                  <a:pt x="39738" y="13473"/>
                </a:cubicBezTo>
                <a:cubicBezTo>
                  <a:pt x="37110" y="13473"/>
                  <a:pt x="36891" y="13473"/>
                  <a:pt x="35687" y="12813"/>
                </a:cubicBezTo>
                <a:cubicBezTo>
                  <a:pt x="37439" y="12154"/>
                  <a:pt x="38971" y="12154"/>
                  <a:pt x="40613" y="12154"/>
                </a:cubicBezTo>
                <a:cubicBezTo>
                  <a:pt x="43678" y="12154"/>
                  <a:pt x="44116" y="12262"/>
                  <a:pt x="46197" y="12703"/>
                </a:cubicBezTo>
                <a:lnTo>
                  <a:pt x="46197" y="128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Text c">
            <a:extLst xmlns:a="http://schemas.openxmlformats.org/drawingml/2006/main">
              <a:ext uri="{FF2B5EF4-FFF2-40B4-BE49-F238E27FC236}">
                <a16:creationId xmlns:a16="http://schemas.microsoft.com/office/drawing/2014/main" id="{DBD90061-AC54-427A-9F65-C93E1B90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145" y="7546618"/>
            <a:ext cx="38236" cy="35431"/>
          </a:xfrm>
          <a:custGeom xmlns:a="http://schemas.openxmlformats.org/drawingml/2006/main">
            <a:pathLst>
              <a:path w="38236" h="35431">
                <a:moveTo>
                  <a:pt x="31903" y="4395"/>
                </a:moveTo>
                <a:cubicBezTo>
                  <a:pt x="30495" y="4788"/>
                  <a:pt x="28305" y="6430"/>
                  <a:pt x="28305" y="9089"/>
                </a:cubicBezTo>
                <a:cubicBezTo>
                  <a:pt x="28305" y="11121"/>
                  <a:pt x="29791" y="12294"/>
                  <a:pt x="31746" y="12294"/>
                </a:cubicBezTo>
                <a:cubicBezTo>
                  <a:pt x="33622" y="12294"/>
                  <a:pt x="36594" y="10808"/>
                  <a:pt x="36594" y="6900"/>
                </a:cubicBezTo>
                <a:cubicBezTo>
                  <a:pt x="36594" y="1017"/>
                  <a:pt x="29009" y="0"/>
                  <a:pt x="24708" y="0"/>
                </a:cubicBezTo>
                <a:cubicBezTo>
                  <a:pt x="11494" y="0"/>
                  <a:pt x="0" y="10808"/>
                  <a:pt x="0" y="21205"/>
                </a:cubicBezTo>
                <a:cubicBezTo>
                  <a:pt x="0" y="28005"/>
                  <a:pt x="5004" y="35431"/>
                  <a:pt x="16811" y="35431"/>
                </a:cubicBezTo>
                <a:cubicBezTo>
                  <a:pt x="18296" y="35431"/>
                  <a:pt x="24552" y="35431"/>
                  <a:pt x="29870" y="33399"/>
                </a:cubicBezTo>
                <a:cubicBezTo>
                  <a:pt x="35109" y="31366"/>
                  <a:pt x="38236" y="27771"/>
                  <a:pt x="38236" y="26911"/>
                </a:cubicBezTo>
                <a:cubicBezTo>
                  <a:pt x="38236" y="26286"/>
                  <a:pt x="37219" y="25113"/>
                  <a:pt x="36515" y="25113"/>
                </a:cubicBezTo>
                <a:cubicBezTo>
                  <a:pt x="36125" y="25113"/>
                  <a:pt x="36046" y="25191"/>
                  <a:pt x="34795" y="26442"/>
                </a:cubicBezTo>
                <a:cubicBezTo>
                  <a:pt x="31276" y="30428"/>
                  <a:pt x="24708" y="32772"/>
                  <a:pt x="16890" y="32772"/>
                </a:cubicBezTo>
                <a:cubicBezTo>
                  <a:pt x="10322" y="32772"/>
                  <a:pt x="7193" y="29099"/>
                  <a:pt x="7193" y="23706"/>
                </a:cubicBezTo>
                <a:cubicBezTo>
                  <a:pt x="7193" y="15734"/>
                  <a:pt x="12355" y="2659"/>
                  <a:pt x="24708" y="2659"/>
                </a:cubicBezTo>
                <a:cubicBezTo>
                  <a:pt x="25568" y="2659"/>
                  <a:pt x="29478" y="2659"/>
                  <a:pt x="31903" y="43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512CA0-0B2D-4A14-9EF1-04BDE024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911" y="243126"/>
            <a:ext cx="275043" cy="275043"/>
          </a:xfrm>
          <a:custGeom xmlns:a="http://schemas.openxmlformats.org/drawingml/2006/main">
            <a:pathLst>
              <a:path w="275043" h="275043">
                <a:moveTo>
                  <a:pt x="275043" y="137522"/>
                </a:moveTo>
                <a:cubicBezTo>
                  <a:pt x="275043" y="61570"/>
                  <a:pt x="213474" y="0"/>
                  <a:pt x="137522" y="0"/>
                </a:cubicBezTo>
                <a:cubicBezTo>
                  <a:pt x="61569" y="0"/>
                  <a:pt x="0" y="61570"/>
                  <a:pt x="0" y="137522"/>
                </a:cubicBezTo>
                <a:cubicBezTo>
                  <a:pt x="0" y="213474"/>
                  <a:pt x="61569" y="275043"/>
                  <a:pt x="137522" y="275043"/>
                </a:cubicBezTo>
                <a:cubicBezTo>
                  <a:pt x="213474" y="275043"/>
                  <a:pt x="275043" y="213474"/>
                  <a:pt x="275043" y="137522"/>
                </a:cubicBezTo>
                <a:close/>
                <a:moveTo>
                  <a:pt x="137522" y="137522"/>
                </a:moveTo>
              </a:path>
            </a:pathLst>
          </a:custGeom>
          <a:solidFill xmlns:a="http://schemas.openxmlformats.org/drawingml/2006/main">
            <a:srgbClr val="F6A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45B257-91E9-4793-8B7B-A9FB1D19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911" y="243126"/>
            <a:ext cx="275043" cy="275043"/>
          </a:xfrm>
          <a:custGeom xmlns:a="http://schemas.openxmlformats.org/drawingml/2006/main">
            <a:pathLst>
              <a:path w="275043" h="275043" fill="none">
                <a:moveTo>
                  <a:pt x="275043" y="137522"/>
                </a:moveTo>
                <a:cubicBezTo>
                  <a:pt x="275043" y="61570"/>
                  <a:pt x="213474" y="0"/>
                  <a:pt x="137522" y="0"/>
                </a:cubicBezTo>
                <a:cubicBezTo>
                  <a:pt x="61569" y="0"/>
                  <a:pt x="0" y="61570"/>
                  <a:pt x="0" y="137522"/>
                </a:cubicBezTo>
                <a:cubicBezTo>
                  <a:pt x="0" y="213474"/>
                  <a:pt x="61569" y="275043"/>
                  <a:pt x="137522" y="275043"/>
                </a:cubicBezTo>
                <a:cubicBezTo>
                  <a:pt x="213474" y="275043"/>
                  <a:pt x="275043" y="213474"/>
                  <a:pt x="275043" y="137522"/>
                </a:cubicBezTo>
                <a:close/>
                <a:moveTo>
                  <a:pt x="137522" y="137522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43" name="Text y">
            <a:extLst xmlns:a="http://schemas.openxmlformats.org/drawingml/2006/main">
              <a:ext uri="{FF2B5EF4-FFF2-40B4-BE49-F238E27FC236}">
                <a16:creationId xmlns:a16="http://schemas.microsoft.com/office/drawing/2014/main" id="{67C0ABFD-882E-428B-AE93-C83DC441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829" y="329942"/>
            <a:ext cx="72093" cy="101253"/>
          </a:xfrm>
          <a:custGeom xmlns:a="http://schemas.openxmlformats.org/drawingml/2006/main">
            <a:pathLst>
              <a:path w="72093" h="101253">
                <a:moveTo>
                  <a:pt x="71468" y="9543"/>
                </a:moveTo>
                <a:cubicBezTo>
                  <a:pt x="72093" y="7352"/>
                  <a:pt x="72093" y="7039"/>
                  <a:pt x="72093" y="5944"/>
                </a:cubicBezTo>
                <a:cubicBezTo>
                  <a:pt x="72093" y="3128"/>
                  <a:pt x="69905" y="1720"/>
                  <a:pt x="67559" y="1720"/>
                </a:cubicBezTo>
                <a:cubicBezTo>
                  <a:pt x="65994" y="1720"/>
                  <a:pt x="63493" y="2661"/>
                  <a:pt x="62085" y="5006"/>
                </a:cubicBezTo>
                <a:cubicBezTo>
                  <a:pt x="61772" y="5789"/>
                  <a:pt x="60522" y="10638"/>
                  <a:pt x="59894" y="13454"/>
                </a:cubicBezTo>
                <a:cubicBezTo>
                  <a:pt x="58801" y="17520"/>
                  <a:pt x="57706" y="21743"/>
                  <a:pt x="56768" y="25967"/>
                </a:cubicBezTo>
                <a:lnTo>
                  <a:pt x="49731" y="54124"/>
                </a:lnTo>
                <a:cubicBezTo>
                  <a:pt x="49104" y="56473"/>
                  <a:pt x="42379" y="67423"/>
                  <a:pt x="32059" y="67423"/>
                </a:cubicBezTo>
                <a:cubicBezTo>
                  <a:pt x="24084" y="67423"/>
                  <a:pt x="22364" y="60539"/>
                  <a:pt x="22364" y="54752"/>
                </a:cubicBezTo>
                <a:cubicBezTo>
                  <a:pt x="22364" y="47555"/>
                  <a:pt x="25022" y="37858"/>
                  <a:pt x="30339" y="24091"/>
                </a:cubicBezTo>
                <a:cubicBezTo>
                  <a:pt x="32842" y="17677"/>
                  <a:pt x="33467" y="15957"/>
                  <a:pt x="33467" y="12828"/>
                </a:cubicBezTo>
                <a:cubicBezTo>
                  <a:pt x="33467" y="5789"/>
                  <a:pt x="28463" y="0"/>
                  <a:pt x="20643" y="0"/>
                </a:cubicBezTo>
                <a:cubicBezTo>
                  <a:pt x="5787" y="0"/>
                  <a:pt x="0" y="22684"/>
                  <a:pt x="0" y="24091"/>
                </a:cubicBezTo>
                <a:cubicBezTo>
                  <a:pt x="0" y="25654"/>
                  <a:pt x="1563" y="25654"/>
                  <a:pt x="1876" y="25654"/>
                </a:cubicBezTo>
                <a:cubicBezTo>
                  <a:pt x="3441" y="25654"/>
                  <a:pt x="3596" y="25342"/>
                  <a:pt x="4379" y="22839"/>
                </a:cubicBezTo>
                <a:cubicBezTo>
                  <a:pt x="8602" y="8135"/>
                  <a:pt x="14857" y="3441"/>
                  <a:pt x="20173" y="3441"/>
                </a:cubicBezTo>
                <a:cubicBezTo>
                  <a:pt x="21424" y="3441"/>
                  <a:pt x="24084" y="3441"/>
                  <a:pt x="24084" y="8447"/>
                </a:cubicBezTo>
                <a:cubicBezTo>
                  <a:pt x="24084" y="12358"/>
                  <a:pt x="22519" y="16427"/>
                  <a:pt x="21424" y="19398"/>
                </a:cubicBezTo>
                <a:cubicBezTo>
                  <a:pt x="15169" y="35980"/>
                  <a:pt x="12354" y="44897"/>
                  <a:pt x="12354" y="52249"/>
                </a:cubicBezTo>
                <a:cubicBezTo>
                  <a:pt x="12354" y="66170"/>
                  <a:pt x="22206" y="70861"/>
                  <a:pt x="31434" y="70861"/>
                </a:cubicBezTo>
                <a:cubicBezTo>
                  <a:pt x="37533" y="70861"/>
                  <a:pt x="42850" y="68203"/>
                  <a:pt x="47228" y="63824"/>
                </a:cubicBezTo>
                <a:cubicBezTo>
                  <a:pt x="45195" y="71957"/>
                  <a:pt x="43320" y="79619"/>
                  <a:pt x="37063" y="87906"/>
                </a:cubicBezTo>
                <a:cubicBezTo>
                  <a:pt x="32997" y="93242"/>
                  <a:pt x="27055" y="97814"/>
                  <a:pt x="19861" y="97814"/>
                </a:cubicBezTo>
                <a:cubicBezTo>
                  <a:pt x="17672" y="97814"/>
                  <a:pt x="10635" y="97339"/>
                  <a:pt x="7975" y="91192"/>
                </a:cubicBezTo>
                <a:cubicBezTo>
                  <a:pt x="10478" y="91192"/>
                  <a:pt x="12511" y="91192"/>
                  <a:pt x="14699" y="89314"/>
                </a:cubicBezTo>
                <a:cubicBezTo>
                  <a:pt x="16265" y="87906"/>
                  <a:pt x="17828" y="85873"/>
                  <a:pt x="17828" y="82902"/>
                </a:cubicBezTo>
                <a:cubicBezTo>
                  <a:pt x="17828" y="78056"/>
                  <a:pt x="13606" y="77428"/>
                  <a:pt x="12041" y="77428"/>
                </a:cubicBezTo>
                <a:cubicBezTo>
                  <a:pt x="8445" y="77428"/>
                  <a:pt x="3283" y="79932"/>
                  <a:pt x="3283" y="87594"/>
                </a:cubicBezTo>
                <a:cubicBezTo>
                  <a:pt x="3283" y="95449"/>
                  <a:pt x="10165" y="101253"/>
                  <a:pt x="19861" y="101253"/>
                </a:cubicBezTo>
                <a:cubicBezTo>
                  <a:pt x="35968" y="101253"/>
                  <a:pt x="52077" y="86969"/>
                  <a:pt x="56456" y="69299"/>
                </a:cubicBezTo>
                <a:lnTo>
                  <a:pt x="71468" y="95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ACFFDE-AA5D-4FF8-B9E0-42486A2A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988" y="746906"/>
            <a:ext cx="1334889" cy="211111"/>
          </a:xfrm>
          <a:custGeom xmlns:a="http://schemas.openxmlformats.org/drawingml/2006/main">
            <a:pathLst>
              <a:path w="1334889" h="211111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22119"/>
                </a:lnTo>
                <a:cubicBezTo>
                  <a:pt x="0" y="171268"/>
                  <a:pt x="39842" y="211111"/>
                  <a:pt x="88991" y="211111"/>
                </a:cubicBezTo>
                <a:lnTo>
                  <a:pt x="1245898" y="211111"/>
                </a:lnTo>
                <a:cubicBezTo>
                  <a:pt x="1295047" y="211111"/>
                  <a:pt x="1334889" y="171268"/>
                  <a:pt x="1334889" y="122119"/>
                </a:cubicBezTo>
                <a:lnTo>
                  <a:pt x="1334889" y="88991"/>
                </a:lnTo>
                <a:cubicBezTo>
                  <a:pt x="1334889" y="39842"/>
                  <a:pt x="1295047" y="0"/>
                  <a:pt x="1245898" y="0"/>
                </a:cubicBezTo>
                <a:close/>
                <a:moveTo>
                  <a:pt x="0" y="211111"/>
                </a:moveTo>
              </a:path>
            </a:pathLst>
          </a:custGeom>
          <a:solidFill xmlns:a="http://schemas.openxmlformats.org/drawingml/2006/main">
            <a:srgbClr val="E6FF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7BC2CD-3D3F-4816-913D-812B5B74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988" y="746906"/>
            <a:ext cx="1334889" cy="211111"/>
          </a:xfrm>
          <a:custGeom xmlns:a="http://schemas.openxmlformats.org/drawingml/2006/main">
            <a:pathLst>
              <a:path w="1334889" h="211111" fill="none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22119"/>
                </a:lnTo>
                <a:cubicBezTo>
                  <a:pt x="0" y="171268"/>
                  <a:pt x="39842" y="211111"/>
                  <a:pt x="88991" y="211111"/>
                </a:cubicBezTo>
                <a:lnTo>
                  <a:pt x="1245898" y="211111"/>
                </a:lnTo>
                <a:cubicBezTo>
                  <a:pt x="1295047" y="211111"/>
                  <a:pt x="1334889" y="171268"/>
                  <a:pt x="1334889" y="122119"/>
                </a:cubicBezTo>
                <a:lnTo>
                  <a:pt x="1334889" y="88991"/>
                </a:lnTo>
                <a:cubicBezTo>
                  <a:pt x="1334889" y="39842"/>
                  <a:pt x="1295047" y="0"/>
                  <a:pt x="1245898" y="0"/>
                </a:cubicBezTo>
                <a:close/>
                <a:moveTo>
                  <a:pt x="0" y="211111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46" name="Text SiLU">
            <a:extLst xmlns:a="http://schemas.openxmlformats.org/drawingml/2006/main">
              <a:ext uri="{FF2B5EF4-FFF2-40B4-BE49-F238E27FC236}">
                <a16:creationId xmlns:a16="http://schemas.microsoft.com/office/drawing/2014/main" id="{A114D1D9-5580-4E7C-AF32-3DBF5A4F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527" y="795642"/>
            <a:ext cx="331376" cy="113775"/>
          </a:xfrm>
          <a:custGeom xmlns:a="http://schemas.openxmlformats.org/drawingml/2006/main">
            <a:pathLst>
              <a:path w="331376" h="113775">
                <a:moveTo>
                  <a:pt x="45820" y="49612"/>
                </a:moveTo>
                <a:lnTo>
                  <a:pt x="25802" y="44759"/>
                </a:lnTo>
                <a:cubicBezTo>
                  <a:pt x="16107" y="42413"/>
                  <a:pt x="10008" y="33961"/>
                  <a:pt x="10008" y="24884"/>
                </a:cubicBezTo>
                <a:cubicBezTo>
                  <a:pt x="10008" y="13926"/>
                  <a:pt x="18453" y="4381"/>
                  <a:pt x="30651" y="4381"/>
                </a:cubicBezTo>
                <a:cubicBezTo>
                  <a:pt x="56766" y="4381"/>
                  <a:pt x="60207" y="30047"/>
                  <a:pt x="61145" y="37092"/>
                </a:cubicBezTo>
                <a:cubicBezTo>
                  <a:pt x="61302" y="38029"/>
                  <a:pt x="61302" y="38970"/>
                  <a:pt x="63023" y="38970"/>
                </a:cubicBezTo>
                <a:cubicBezTo>
                  <a:pt x="65056" y="38970"/>
                  <a:pt x="65056" y="38187"/>
                  <a:pt x="65056" y="35214"/>
                </a:cubicBezTo>
                <a:lnTo>
                  <a:pt x="65056" y="3754"/>
                </a:lnTo>
                <a:cubicBezTo>
                  <a:pt x="65056" y="1095"/>
                  <a:pt x="65056" y="0"/>
                  <a:pt x="63335" y="0"/>
                </a:cubicBezTo>
                <a:cubicBezTo>
                  <a:pt x="62240" y="0"/>
                  <a:pt x="62083" y="157"/>
                  <a:pt x="60990" y="2033"/>
                </a:cubicBezTo>
                <a:lnTo>
                  <a:pt x="55516" y="10953"/>
                </a:lnTo>
                <a:cubicBezTo>
                  <a:pt x="50824" y="6414"/>
                  <a:pt x="44413" y="0"/>
                  <a:pt x="30494" y="0"/>
                </a:cubicBezTo>
                <a:cubicBezTo>
                  <a:pt x="13136" y="0"/>
                  <a:pt x="0" y="13771"/>
                  <a:pt x="0" y="30360"/>
                </a:cubicBezTo>
                <a:cubicBezTo>
                  <a:pt x="0" y="43351"/>
                  <a:pt x="8287" y="54776"/>
                  <a:pt x="20486" y="59002"/>
                </a:cubicBezTo>
                <a:cubicBezTo>
                  <a:pt x="22206" y="59627"/>
                  <a:pt x="30181" y="61505"/>
                  <a:pt x="41129" y="64166"/>
                </a:cubicBezTo>
                <a:cubicBezTo>
                  <a:pt x="45350" y="65263"/>
                  <a:pt x="50042" y="66359"/>
                  <a:pt x="54420" y="72148"/>
                </a:cubicBezTo>
                <a:cubicBezTo>
                  <a:pt x="57704" y="76219"/>
                  <a:pt x="59269" y="81382"/>
                  <a:pt x="59269" y="86549"/>
                </a:cubicBezTo>
                <a:cubicBezTo>
                  <a:pt x="59269" y="97659"/>
                  <a:pt x="51450" y="108929"/>
                  <a:pt x="38313" y="108929"/>
                </a:cubicBezTo>
                <a:cubicBezTo>
                  <a:pt x="33777" y="108929"/>
                  <a:pt x="21894" y="108146"/>
                  <a:pt x="13604" y="100477"/>
                </a:cubicBezTo>
                <a:cubicBezTo>
                  <a:pt x="4534" y="92025"/>
                  <a:pt x="4064" y="82010"/>
                  <a:pt x="3909" y="76374"/>
                </a:cubicBezTo>
                <a:cubicBezTo>
                  <a:pt x="3751" y="74811"/>
                  <a:pt x="2501" y="74811"/>
                  <a:pt x="2031" y="74811"/>
                </a:cubicBezTo>
                <a:cubicBezTo>
                  <a:pt x="0" y="74811"/>
                  <a:pt x="0" y="75906"/>
                  <a:pt x="0" y="78722"/>
                </a:cubicBezTo>
                <a:lnTo>
                  <a:pt x="0" y="110024"/>
                </a:lnTo>
                <a:cubicBezTo>
                  <a:pt x="0" y="112683"/>
                  <a:pt x="0" y="113775"/>
                  <a:pt x="1718" y="113775"/>
                </a:cubicBezTo>
                <a:cubicBezTo>
                  <a:pt x="2813" y="113775"/>
                  <a:pt x="2971" y="113463"/>
                  <a:pt x="4064" y="111745"/>
                </a:cubicBezTo>
                <a:cubicBezTo>
                  <a:pt x="4064" y="111587"/>
                  <a:pt x="4534" y="111117"/>
                  <a:pt x="9695" y="102825"/>
                </a:cubicBezTo>
                <a:cubicBezTo>
                  <a:pt x="14542" y="108146"/>
                  <a:pt x="24552" y="113775"/>
                  <a:pt x="38468" y="113775"/>
                </a:cubicBezTo>
                <a:cubicBezTo>
                  <a:pt x="56766" y="113775"/>
                  <a:pt x="69277" y="98442"/>
                  <a:pt x="69277" y="81227"/>
                </a:cubicBezTo>
                <a:cubicBezTo>
                  <a:pt x="69277" y="65576"/>
                  <a:pt x="58957" y="52740"/>
                  <a:pt x="45820" y="49612"/>
                </a:cubicBezTo>
                <a:close/>
                <a:moveTo>
                  <a:pt x="105870" y="41081"/>
                </a:moveTo>
                <a:lnTo>
                  <a:pt x="83976" y="42802"/>
                </a:lnTo>
                <a:lnTo>
                  <a:pt x="83976" y="47651"/>
                </a:lnTo>
                <a:cubicBezTo>
                  <a:pt x="94141" y="47651"/>
                  <a:pt x="95549" y="48591"/>
                  <a:pt x="95549" y="56260"/>
                </a:cubicBezTo>
                <a:lnTo>
                  <a:pt x="95549" y="98372"/>
                </a:lnTo>
                <a:cubicBezTo>
                  <a:pt x="95549" y="105416"/>
                  <a:pt x="93829" y="105416"/>
                  <a:pt x="83351" y="105416"/>
                </a:cubicBezTo>
                <a:lnTo>
                  <a:pt x="83351" y="110263"/>
                </a:lnTo>
                <a:cubicBezTo>
                  <a:pt x="88355" y="110108"/>
                  <a:pt x="96800" y="109795"/>
                  <a:pt x="100553" y="109795"/>
                </a:cubicBezTo>
                <a:cubicBezTo>
                  <a:pt x="106027" y="109795"/>
                  <a:pt x="111501" y="110108"/>
                  <a:pt x="116818" y="110263"/>
                </a:cubicBezTo>
                <a:lnTo>
                  <a:pt x="116818" y="105416"/>
                </a:lnTo>
                <a:cubicBezTo>
                  <a:pt x="106497" y="105416"/>
                  <a:pt x="105870" y="104634"/>
                  <a:pt x="105870" y="98527"/>
                </a:cubicBezTo>
                <a:lnTo>
                  <a:pt x="105870" y="41081"/>
                </a:lnTo>
                <a:moveTo>
                  <a:pt x="106497" y="13940"/>
                </a:moveTo>
                <a:cubicBezTo>
                  <a:pt x="106497" y="8936"/>
                  <a:pt x="102586" y="5651"/>
                  <a:pt x="98207" y="5651"/>
                </a:cubicBezTo>
                <a:cubicBezTo>
                  <a:pt x="93361" y="5651"/>
                  <a:pt x="89920" y="9874"/>
                  <a:pt x="89920" y="13940"/>
                </a:cubicBezTo>
                <a:cubicBezTo>
                  <a:pt x="89920" y="18162"/>
                  <a:pt x="93361" y="22228"/>
                  <a:pt x="98207" y="22228"/>
                </a:cubicBezTo>
                <a:cubicBezTo>
                  <a:pt x="102586" y="22228"/>
                  <a:pt x="106497" y="18944"/>
                  <a:pt x="106497" y="13940"/>
                </a:cubicBezTo>
                <a:close/>
                <a:moveTo>
                  <a:pt x="212682" y="69945"/>
                </a:moveTo>
                <a:lnTo>
                  <a:pt x="208771" y="69945"/>
                </a:lnTo>
                <a:cubicBezTo>
                  <a:pt x="207050" y="85885"/>
                  <a:pt x="204862" y="105416"/>
                  <a:pt x="177337" y="105416"/>
                </a:cubicBezTo>
                <a:lnTo>
                  <a:pt x="164513" y="105416"/>
                </a:lnTo>
                <a:cubicBezTo>
                  <a:pt x="157164" y="105416"/>
                  <a:pt x="156851" y="104324"/>
                  <a:pt x="156851" y="99167"/>
                </a:cubicBezTo>
                <a:lnTo>
                  <a:pt x="156851" y="15864"/>
                </a:lnTo>
                <a:cubicBezTo>
                  <a:pt x="156851" y="10550"/>
                  <a:pt x="156851" y="8361"/>
                  <a:pt x="171708" y="8361"/>
                </a:cubicBezTo>
                <a:lnTo>
                  <a:pt x="176869" y="8361"/>
                </a:lnTo>
                <a:lnTo>
                  <a:pt x="176869" y="3513"/>
                </a:lnTo>
                <a:cubicBezTo>
                  <a:pt x="171238" y="3983"/>
                  <a:pt x="157008" y="3983"/>
                  <a:pt x="150597" y="3983"/>
                </a:cubicBezTo>
                <a:cubicBezTo>
                  <a:pt x="144497" y="3983"/>
                  <a:pt x="132299" y="3983"/>
                  <a:pt x="126825" y="3513"/>
                </a:cubicBezTo>
                <a:lnTo>
                  <a:pt x="126825" y="8361"/>
                </a:lnTo>
                <a:lnTo>
                  <a:pt x="130579" y="8361"/>
                </a:lnTo>
                <a:cubicBezTo>
                  <a:pt x="142619" y="8361"/>
                  <a:pt x="142932" y="10082"/>
                  <a:pt x="142932" y="15709"/>
                </a:cubicBezTo>
                <a:lnTo>
                  <a:pt x="142932" y="98072"/>
                </a:lnTo>
                <a:cubicBezTo>
                  <a:pt x="142932" y="103698"/>
                  <a:pt x="142619" y="105416"/>
                  <a:pt x="130579" y="105416"/>
                </a:cubicBezTo>
                <a:lnTo>
                  <a:pt x="126825" y="105416"/>
                </a:lnTo>
                <a:lnTo>
                  <a:pt x="126825" y="110263"/>
                </a:lnTo>
                <a:lnTo>
                  <a:pt x="208303" y="110263"/>
                </a:lnTo>
                <a:lnTo>
                  <a:pt x="212682" y="69945"/>
                </a:lnTo>
                <a:close/>
                <a:moveTo>
                  <a:pt x="310422" y="74207"/>
                </a:moveTo>
                <a:cubicBezTo>
                  <a:pt x="310422" y="96416"/>
                  <a:pt x="295253" y="108929"/>
                  <a:pt x="280396" y="108929"/>
                </a:cubicBezTo>
                <a:cubicBezTo>
                  <a:pt x="273044" y="108929"/>
                  <a:pt x="254591" y="105018"/>
                  <a:pt x="254591" y="75302"/>
                </a:cubicBezTo>
                <a:lnTo>
                  <a:pt x="254591" y="15713"/>
                </a:lnTo>
                <a:cubicBezTo>
                  <a:pt x="254591" y="10082"/>
                  <a:pt x="254904" y="8361"/>
                  <a:pt x="266945" y="8361"/>
                </a:cubicBezTo>
                <a:lnTo>
                  <a:pt x="270698" y="8361"/>
                </a:lnTo>
                <a:lnTo>
                  <a:pt x="270698" y="3513"/>
                </a:lnTo>
                <a:cubicBezTo>
                  <a:pt x="265227" y="3983"/>
                  <a:pt x="253654" y="3983"/>
                  <a:pt x="247712" y="3983"/>
                </a:cubicBezTo>
                <a:cubicBezTo>
                  <a:pt x="241768" y="3983"/>
                  <a:pt x="230040" y="3983"/>
                  <a:pt x="224566" y="3513"/>
                </a:cubicBezTo>
                <a:lnTo>
                  <a:pt x="224566" y="8361"/>
                </a:lnTo>
                <a:lnTo>
                  <a:pt x="228319" y="8361"/>
                </a:lnTo>
                <a:cubicBezTo>
                  <a:pt x="240360" y="8361"/>
                  <a:pt x="240673" y="10082"/>
                  <a:pt x="240673" y="15713"/>
                </a:cubicBezTo>
                <a:lnTo>
                  <a:pt x="240673" y="74677"/>
                </a:lnTo>
                <a:cubicBezTo>
                  <a:pt x="240673" y="96728"/>
                  <a:pt x="258815" y="113775"/>
                  <a:pt x="280084" y="113775"/>
                </a:cubicBezTo>
                <a:cubicBezTo>
                  <a:pt x="298066" y="113775"/>
                  <a:pt x="312140" y="99231"/>
                  <a:pt x="314801" y="81401"/>
                </a:cubicBezTo>
                <a:cubicBezTo>
                  <a:pt x="315269" y="78273"/>
                  <a:pt x="315269" y="76865"/>
                  <a:pt x="315269" y="70611"/>
                </a:cubicBezTo>
                <a:lnTo>
                  <a:pt x="315269" y="20562"/>
                </a:lnTo>
                <a:cubicBezTo>
                  <a:pt x="315269" y="15401"/>
                  <a:pt x="315269" y="8361"/>
                  <a:pt x="331376" y="8361"/>
                </a:cubicBezTo>
                <a:lnTo>
                  <a:pt x="331376" y="3513"/>
                </a:lnTo>
                <a:cubicBezTo>
                  <a:pt x="325746" y="3670"/>
                  <a:pt x="318239" y="3983"/>
                  <a:pt x="312923" y="3983"/>
                </a:cubicBezTo>
                <a:cubicBezTo>
                  <a:pt x="307449" y="3983"/>
                  <a:pt x="299944" y="3670"/>
                  <a:pt x="294313" y="3513"/>
                </a:cubicBezTo>
                <a:lnTo>
                  <a:pt x="294313" y="8361"/>
                </a:lnTo>
                <a:cubicBezTo>
                  <a:pt x="310422" y="8361"/>
                  <a:pt x="310422" y="15713"/>
                  <a:pt x="310422" y="19935"/>
                </a:cubicBezTo>
                <a:lnTo>
                  <a:pt x="310422" y="742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47713-B194-4804-9682-DC565FE8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988" y="1053263"/>
            <a:ext cx="1334889" cy="212697"/>
          </a:xfrm>
          <a:custGeom xmlns:a="http://schemas.openxmlformats.org/drawingml/2006/main">
            <a:pathLst>
              <a:path w="1334889" h="212697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23706"/>
                </a:lnTo>
                <a:cubicBezTo>
                  <a:pt x="0" y="172855"/>
                  <a:pt x="39842" y="212697"/>
                  <a:pt x="88991" y="212697"/>
                </a:cubicBezTo>
                <a:lnTo>
                  <a:pt x="1245898" y="212697"/>
                </a:lnTo>
                <a:cubicBezTo>
                  <a:pt x="1295047" y="212697"/>
                  <a:pt x="1334889" y="172855"/>
                  <a:pt x="1334889" y="123706"/>
                </a:cubicBezTo>
                <a:lnTo>
                  <a:pt x="1334889" y="88991"/>
                </a:lnTo>
                <a:cubicBezTo>
                  <a:pt x="1334889" y="39842"/>
                  <a:pt x="1295047" y="0"/>
                  <a:pt x="1245898" y="0"/>
                </a:cubicBezTo>
                <a:close/>
                <a:moveTo>
                  <a:pt x="0" y="212697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DAA08-B892-46AC-9C95-67018410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988" y="1053263"/>
            <a:ext cx="1334889" cy="212697"/>
          </a:xfrm>
          <a:custGeom xmlns:a="http://schemas.openxmlformats.org/drawingml/2006/main">
            <a:pathLst>
              <a:path w="1334889" h="212697" fill="none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23706"/>
                </a:lnTo>
                <a:cubicBezTo>
                  <a:pt x="0" y="172855"/>
                  <a:pt x="39842" y="212697"/>
                  <a:pt x="88991" y="212697"/>
                </a:cubicBezTo>
                <a:lnTo>
                  <a:pt x="1245898" y="212697"/>
                </a:lnTo>
                <a:cubicBezTo>
                  <a:pt x="1295047" y="212697"/>
                  <a:pt x="1334889" y="172855"/>
                  <a:pt x="1334889" y="123706"/>
                </a:cubicBezTo>
                <a:lnTo>
                  <a:pt x="1334889" y="88991"/>
                </a:lnTo>
                <a:cubicBezTo>
                  <a:pt x="1334889" y="39842"/>
                  <a:pt x="1295047" y="0"/>
                  <a:pt x="1245898" y="0"/>
                </a:cubicBezTo>
                <a:close/>
                <a:moveTo>
                  <a:pt x="0" y="212697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49" name="Text Linear">
            <a:extLst xmlns:a="http://schemas.openxmlformats.org/drawingml/2006/main">
              <a:ext uri="{FF2B5EF4-FFF2-40B4-BE49-F238E27FC236}">
                <a16:creationId xmlns:a16="http://schemas.microsoft.com/office/drawing/2014/main" id="{0F95C34D-44AB-43D2-BE68-231413F7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235" y="1105295"/>
            <a:ext cx="406597" cy="108278"/>
          </a:xfrm>
          <a:custGeom xmlns:a="http://schemas.openxmlformats.org/drawingml/2006/main">
            <a:pathLst>
              <a:path w="406597" h="108278">
                <a:moveTo>
                  <a:pt x="87732" y="79538"/>
                </a:moveTo>
                <a:cubicBezTo>
                  <a:pt x="85074" y="85480"/>
                  <a:pt x="82883" y="89078"/>
                  <a:pt x="80538" y="91736"/>
                </a:cubicBezTo>
                <a:cubicBezTo>
                  <a:pt x="75064" y="97838"/>
                  <a:pt x="66464" y="100654"/>
                  <a:pt x="53483" y="100654"/>
                </a:cubicBezTo>
                <a:lnTo>
                  <a:pt x="43005" y="100654"/>
                </a:lnTo>
                <a:cubicBezTo>
                  <a:pt x="31589" y="100654"/>
                  <a:pt x="29556" y="99713"/>
                  <a:pt x="29556" y="94239"/>
                </a:cubicBezTo>
                <a:lnTo>
                  <a:pt x="29556" y="20257"/>
                </a:lnTo>
                <a:cubicBezTo>
                  <a:pt x="29556" y="9151"/>
                  <a:pt x="31746" y="6961"/>
                  <a:pt x="44100" y="6180"/>
                </a:cubicBezTo>
                <a:lnTo>
                  <a:pt x="44100" y="3207"/>
                </a:lnTo>
                <a:lnTo>
                  <a:pt x="0" y="3207"/>
                </a:lnTo>
                <a:lnTo>
                  <a:pt x="0" y="6180"/>
                </a:lnTo>
                <a:cubicBezTo>
                  <a:pt x="11573" y="7118"/>
                  <a:pt x="13606" y="9309"/>
                  <a:pt x="13606" y="20257"/>
                </a:cubicBezTo>
                <a:lnTo>
                  <a:pt x="13606" y="89703"/>
                </a:lnTo>
                <a:cubicBezTo>
                  <a:pt x="13606" y="100654"/>
                  <a:pt x="11416" y="102999"/>
                  <a:pt x="0" y="103780"/>
                </a:cubicBezTo>
                <a:lnTo>
                  <a:pt x="0" y="106750"/>
                </a:lnTo>
                <a:lnTo>
                  <a:pt x="84134" y="106750"/>
                </a:lnTo>
                <a:lnTo>
                  <a:pt x="91641" y="79540"/>
                </a:lnTo>
                <a:lnTo>
                  <a:pt x="87732" y="79538"/>
                </a:lnTo>
                <a:close/>
                <a:moveTo>
                  <a:pt x="121041" y="34820"/>
                </a:moveTo>
                <a:lnTo>
                  <a:pt x="96802" y="43372"/>
                </a:lnTo>
                <a:lnTo>
                  <a:pt x="96802" y="45720"/>
                </a:lnTo>
                <a:lnTo>
                  <a:pt x="98055" y="45563"/>
                </a:lnTo>
                <a:cubicBezTo>
                  <a:pt x="99930" y="45250"/>
                  <a:pt x="101963" y="45093"/>
                  <a:pt x="103371" y="45093"/>
                </a:cubicBezTo>
                <a:cubicBezTo>
                  <a:pt x="107125" y="45093"/>
                  <a:pt x="108530" y="47596"/>
                  <a:pt x="108530" y="54482"/>
                </a:cubicBezTo>
                <a:lnTo>
                  <a:pt x="108530" y="90791"/>
                </a:lnTo>
                <a:cubicBezTo>
                  <a:pt x="108530" y="102059"/>
                  <a:pt x="106967" y="103780"/>
                  <a:pt x="96177" y="104405"/>
                </a:cubicBezTo>
                <a:lnTo>
                  <a:pt x="96177" y="106750"/>
                </a:lnTo>
                <a:lnTo>
                  <a:pt x="133239" y="106750"/>
                </a:lnTo>
                <a:lnTo>
                  <a:pt x="133239" y="104405"/>
                </a:lnTo>
                <a:cubicBezTo>
                  <a:pt x="122919" y="103624"/>
                  <a:pt x="121666" y="102059"/>
                  <a:pt x="121666" y="90791"/>
                </a:cubicBezTo>
                <a:lnTo>
                  <a:pt x="121666" y="35290"/>
                </a:lnTo>
                <a:lnTo>
                  <a:pt x="121041" y="34820"/>
                </a:lnTo>
                <a:moveTo>
                  <a:pt x="113691" y="0"/>
                </a:moveTo>
                <a:cubicBezTo>
                  <a:pt x="109470" y="0"/>
                  <a:pt x="105872" y="3598"/>
                  <a:pt x="105872" y="7977"/>
                </a:cubicBezTo>
                <a:cubicBezTo>
                  <a:pt x="105872" y="12356"/>
                  <a:pt x="109313" y="15952"/>
                  <a:pt x="113691" y="15952"/>
                </a:cubicBezTo>
                <a:cubicBezTo>
                  <a:pt x="118228" y="15952"/>
                  <a:pt x="121824" y="12511"/>
                  <a:pt x="121824" y="7977"/>
                </a:cubicBezTo>
                <a:cubicBezTo>
                  <a:pt x="121824" y="3598"/>
                  <a:pt x="118228" y="0"/>
                  <a:pt x="113691" y="0"/>
                </a:cubicBezTo>
                <a:close/>
                <a:moveTo>
                  <a:pt x="139650" y="44518"/>
                </a:moveTo>
                <a:cubicBezTo>
                  <a:pt x="140588" y="44047"/>
                  <a:pt x="142153" y="43892"/>
                  <a:pt x="143874" y="43892"/>
                </a:cubicBezTo>
                <a:cubicBezTo>
                  <a:pt x="148253" y="43892"/>
                  <a:pt x="149658" y="46238"/>
                  <a:pt x="149658" y="53898"/>
                </a:cubicBezTo>
                <a:lnTo>
                  <a:pt x="149658" y="92679"/>
                </a:lnTo>
                <a:cubicBezTo>
                  <a:pt x="149658" y="101591"/>
                  <a:pt x="147938" y="103780"/>
                  <a:pt x="139963" y="104405"/>
                </a:cubicBezTo>
                <a:lnTo>
                  <a:pt x="139963" y="106750"/>
                </a:lnTo>
                <a:lnTo>
                  <a:pt x="173117" y="106750"/>
                </a:lnTo>
                <a:lnTo>
                  <a:pt x="173117" y="104405"/>
                </a:lnTo>
                <a:cubicBezTo>
                  <a:pt x="165140" y="103780"/>
                  <a:pt x="162794" y="101904"/>
                  <a:pt x="162794" y="96275"/>
                </a:cubicBezTo>
                <a:lnTo>
                  <a:pt x="162794" y="52335"/>
                </a:lnTo>
                <a:cubicBezTo>
                  <a:pt x="170301" y="45298"/>
                  <a:pt x="173742" y="43422"/>
                  <a:pt x="178904" y="43422"/>
                </a:cubicBezTo>
                <a:cubicBezTo>
                  <a:pt x="186566" y="43422"/>
                  <a:pt x="190319" y="48269"/>
                  <a:pt x="190319" y="58589"/>
                </a:cubicBezTo>
                <a:lnTo>
                  <a:pt x="190319" y="91271"/>
                </a:lnTo>
                <a:cubicBezTo>
                  <a:pt x="190319" y="101121"/>
                  <a:pt x="188286" y="103780"/>
                  <a:pt x="180467" y="104405"/>
                </a:cubicBezTo>
                <a:lnTo>
                  <a:pt x="180467" y="106750"/>
                </a:lnTo>
                <a:lnTo>
                  <a:pt x="212996" y="106750"/>
                </a:lnTo>
                <a:lnTo>
                  <a:pt x="212996" y="104405"/>
                </a:lnTo>
                <a:cubicBezTo>
                  <a:pt x="205331" y="103624"/>
                  <a:pt x="203456" y="101746"/>
                  <a:pt x="203456" y="94087"/>
                </a:cubicBezTo>
                <a:lnTo>
                  <a:pt x="203456" y="58277"/>
                </a:lnTo>
                <a:cubicBezTo>
                  <a:pt x="203456" y="43580"/>
                  <a:pt x="196574" y="34820"/>
                  <a:pt x="185003" y="34820"/>
                </a:cubicBezTo>
                <a:cubicBezTo>
                  <a:pt x="177808" y="34820"/>
                  <a:pt x="172960" y="37481"/>
                  <a:pt x="162327" y="47488"/>
                </a:cubicBezTo>
                <a:lnTo>
                  <a:pt x="162327" y="35135"/>
                </a:lnTo>
                <a:lnTo>
                  <a:pt x="161231" y="34820"/>
                </a:lnTo>
                <a:cubicBezTo>
                  <a:pt x="153569" y="37636"/>
                  <a:pt x="148253" y="39356"/>
                  <a:pt x="139650" y="41859"/>
                </a:cubicBezTo>
                <a:lnTo>
                  <a:pt x="139650" y="44518"/>
                </a:lnTo>
                <a:close/>
                <a:moveTo>
                  <a:pt x="279144" y="81060"/>
                </a:moveTo>
                <a:cubicBezTo>
                  <a:pt x="271639" y="92951"/>
                  <a:pt x="264913" y="97489"/>
                  <a:pt x="254905" y="97489"/>
                </a:cubicBezTo>
                <a:cubicBezTo>
                  <a:pt x="245992" y="97489"/>
                  <a:pt x="239268" y="92951"/>
                  <a:pt x="234732" y="84033"/>
                </a:cubicBezTo>
                <a:cubicBezTo>
                  <a:pt x="231916" y="78087"/>
                  <a:pt x="230823" y="72923"/>
                  <a:pt x="230510" y="63378"/>
                </a:cubicBezTo>
                <a:lnTo>
                  <a:pt x="278676" y="63378"/>
                </a:lnTo>
                <a:cubicBezTo>
                  <a:pt x="277424" y="53232"/>
                  <a:pt x="275861" y="48713"/>
                  <a:pt x="271952" y="43725"/>
                </a:cubicBezTo>
                <a:cubicBezTo>
                  <a:pt x="267258" y="38106"/>
                  <a:pt x="260066" y="34820"/>
                  <a:pt x="251934" y="34820"/>
                </a:cubicBezTo>
                <a:cubicBezTo>
                  <a:pt x="244114" y="34820"/>
                  <a:pt x="236765" y="37636"/>
                  <a:pt x="230823" y="42945"/>
                </a:cubicBezTo>
                <a:cubicBezTo>
                  <a:pt x="223471" y="49335"/>
                  <a:pt x="219250" y="60407"/>
                  <a:pt x="219250" y="73236"/>
                </a:cubicBezTo>
                <a:cubicBezTo>
                  <a:pt x="219250" y="94829"/>
                  <a:pt x="230510" y="108278"/>
                  <a:pt x="248493" y="108278"/>
                </a:cubicBezTo>
                <a:cubicBezTo>
                  <a:pt x="263350" y="108278"/>
                  <a:pt x="275078" y="99052"/>
                  <a:pt x="281647" y="82156"/>
                </a:cubicBezTo>
                <a:lnTo>
                  <a:pt x="279144" y="81060"/>
                </a:lnTo>
                <a:moveTo>
                  <a:pt x="230823" y="58374"/>
                </a:moveTo>
                <a:cubicBezTo>
                  <a:pt x="232541" y="46219"/>
                  <a:pt x="237860" y="40451"/>
                  <a:pt x="247398" y="40451"/>
                </a:cubicBezTo>
                <a:cubicBezTo>
                  <a:pt x="256938" y="40451"/>
                  <a:pt x="260691" y="44816"/>
                  <a:pt x="262724" y="58374"/>
                </a:cubicBezTo>
                <a:lnTo>
                  <a:pt x="230823" y="58374"/>
                </a:lnTo>
                <a:close/>
                <a:moveTo>
                  <a:pt x="353895" y="96397"/>
                </a:moveTo>
                <a:cubicBezTo>
                  <a:pt x="351237" y="98582"/>
                  <a:pt x="349361" y="99365"/>
                  <a:pt x="347016" y="99365"/>
                </a:cubicBezTo>
                <a:cubicBezTo>
                  <a:pt x="343420" y="99365"/>
                  <a:pt x="342324" y="97177"/>
                  <a:pt x="342324" y="90302"/>
                </a:cubicBezTo>
                <a:lnTo>
                  <a:pt x="342324" y="59828"/>
                </a:lnTo>
                <a:cubicBezTo>
                  <a:pt x="342324" y="51700"/>
                  <a:pt x="341542" y="47169"/>
                  <a:pt x="339196" y="43417"/>
                </a:cubicBezTo>
                <a:cubicBezTo>
                  <a:pt x="335755" y="37793"/>
                  <a:pt x="329031" y="34820"/>
                  <a:pt x="319806" y="34820"/>
                </a:cubicBezTo>
                <a:cubicBezTo>
                  <a:pt x="305104" y="34820"/>
                  <a:pt x="293533" y="42480"/>
                  <a:pt x="293533" y="52325"/>
                </a:cubicBezTo>
                <a:cubicBezTo>
                  <a:pt x="293533" y="55921"/>
                  <a:pt x="296659" y="59045"/>
                  <a:pt x="300258" y="59045"/>
                </a:cubicBezTo>
                <a:cubicBezTo>
                  <a:pt x="304009" y="59045"/>
                  <a:pt x="307295" y="55921"/>
                  <a:pt x="307295" y="52483"/>
                </a:cubicBezTo>
                <a:cubicBezTo>
                  <a:pt x="307295" y="51858"/>
                  <a:pt x="307137" y="51075"/>
                  <a:pt x="306982" y="49982"/>
                </a:cubicBezTo>
                <a:cubicBezTo>
                  <a:pt x="306669" y="48576"/>
                  <a:pt x="306512" y="47326"/>
                  <a:pt x="306512" y="46231"/>
                </a:cubicBezTo>
                <a:cubicBezTo>
                  <a:pt x="306512" y="42012"/>
                  <a:pt x="311516" y="38573"/>
                  <a:pt x="317772" y="38573"/>
                </a:cubicBezTo>
                <a:cubicBezTo>
                  <a:pt x="325435" y="38573"/>
                  <a:pt x="329656" y="43105"/>
                  <a:pt x="329656" y="51545"/>
                </a:cubicBezTo>
                <a:lnTo>
                  <a:pt x="329656" y="61078"/>
                </a:lnTo>
                <a:cubicBezTo>
                  <a:pt x="305574" y="70766"/>
                  <a:pt x="302916" y="72016"/>
                  <a:pt x="296191" y="77956"/>
                </a:cubicBezTo>
                <a:cubicBezTo>
                  <a:pt x="292750" y="81082"/>
                  <a:pt x="290560" y="86393"/>
                  <a:pt x="290560" y="91550"/>
                </a:cubicBezTo>
                <a:cubicBezTo>
                  <a:pt x="290560" y="101398"/>
                  <a:pt x="297442" y="108278"/>
                  <a:pt x="306982" y="108278"/>
                </a:cubicBezTo>
                <a:cubicBezTo>
                  <a:pt x="313861" y="108278"/>
                  <a:pt x="320273" y="104994"/>
                  <a:pt x="329813" y="96862"/>
                </a:cubicBezTo>
                <a:cubicBezTo>
                  <a:pt x="330596" y="104994"/>
                  <a:pt x="333409" y="108278"/>
                  <a:pt x="339821" y="108278"/>
                </a:cubicBezTo>
                <a:cubicBezTo>
                  <a:pt x="345138" y="108278"/>
                  <a:pt x="348424" y="106402"/>
                  <a:pt x="353895" y="100460"/>
                </a:cubicBezTo>
                <a:lnTo>
                  <a:pt x="353895" y="96397"/>
                </a:lnTo>
                <a:moveTo>
                  <a:pt x="329656" y="87479"/>
                </a:moveTo>
                <a:cubicBezTo>
                  <a:pt x="329656" y="92328"/>
                  <a:pt x="328876" y="93736"/>
                  <a:pt x="325590" y="95611"/>
                </a:cubicBezTo>
                <a:cubicBezTo>
                  <a:pt x="321839" y="97802"/>
                  <a:pt x="317460" y="99208"/>
                  <a:pt x="314174" y="99208"/>
                </a:cubicBezTo>
                <a:cubicBezTo>
                  <a:pt x="308702" y="99208"/>
                  <a:pt x="304324" y="93891"/>
                  <a:pt x="304324" y="87167"/>
                </a:cubicBezTo>
                <a:lnTo>
                  <a:pt x="304324" y="86541"/>
                </a:lnTo>
                <a:cubicBezTo>
                  <a:pt x="304324" y="77314"/>
                  <a:pt x="310733" y="71685"/>
                  <a:pt x="329656" y="64803"/>
                </a:cubicBezTo>
                <a:lnTo>
                  <a:pt x="329656" y="87479"/>
                </a:lnTo>
                <a:close/>
                <a:moveTo>
                  <a:pt x="355303" y="45768"/>
                </a:moveTo>
                <a:cubicBezTo>
                  <a:pt x="357494" y="45298"/>
                  <a:pt x="358901" y="45140"/>
                  <a:pt x="360777" y="45140"/>
                </a:cubicBezTo>
                <a:cubicBezTo>
                  <a:pt x="364686" y="45140"/>
                  <a:pt x="366093" y="47643"/>
                  <a:pt x="366093" y="54523"/>
                </a:cubicBezTo>
                <a:lnTo>
                  <a:pt x="366093" y="93617"/>
                </a:lnTo>
                <a:cubicBezTo>
                  <a:pt x="366093" y="101434"/>
                  <a:pt x="364998" y="102529"/>
                  <a:pt x="354990" y="104405"/>
                </a:cubicBezTo>
                <a:lnTo>
                  <a:pt x="354990" y="106750"/>
                </a:lnTo>
                <a:lnTo>
                  <a:pt x="392523" y="106750"/>
                </a:lnTo>
                <a:lnTo>
                  <a:pt x="392523" y="104405"/>
                </a:lnTo>
                <a:cubicBezTo>
                  <a:pt x="381888" y="103937"/>
                  <a:pt x="379230" y="101591"/>
                  <a:pt x="379230" y="92679"/>
                </a:cubicBezTo>
                <a:lnTo>
                  <a:pt x="379230" y="57494"/>
                </a:lnTo>
                <a:cubicBezTo>
                  <a:pt x="379230" y="52490"/>
                  <a:pt x="385954" y="44673"/>
                  <a:pt x="390178" y="44673"/>
                </a:cubicBezTo>
                <a:cubicBezTo>
                  <a:pt x="391116" y="44673"/>
                  <a:pt x="392523" y="45455"/>
                  <a:pt x="394244" y="47018"/>
                </a:cubicBezTo>
                <a:cubicBezTo>
                  <a:pt x="396745" y="49206"/>
                  <a:pt x="398465" y="50144"/>
                  <a:pt x="400498" y="50144"/>
                </a:cubicBezTo>
                <a:cubicBezTo>
                  <a:pt x="404252" y="50144"/>
                  <a:pt x="406597" y="47486"/>
                  <a:pt x="406597" y="43110"/>
                </a:cubicBezTo>
                <a:cubicBezTo>
                  <a:pt x="406597" y="37948"/>
                  <a:pt x="403314" y="34820"/>
                  <a:pt x="397997" y="34820"/>
                </a:cubicBezTo>
                <a:cubicBezTo>
                  <a:pt x="391428" y="34820"/>
                  <a:pt x="386894" y="38418"/>
                  <a:pt x="379230" y="49519"/>
                </a:cubicBezTo>
                <a:lnTo>
                  <a:pt x="379230" y="35135"/>
                </a:lnTo>
                <a:lnTo>
                  <a:pt x="378449" y="34820"/>
                </a:lnTo>
                <a:cubicBezTo>
                  <a:pt x="370160" y="38261"/>
                  <a:pt x="364531" y="40294"/>
                  <a:pt x="355303" y="43265"/>
                </a:cubicBezTo>
                <a:lnTo>
                  <a:pt x="355303" y="457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91F971-A3FF-4E9D-824C-7C0F386D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844" y="1816028"/>
            <a:ext cx="1334889" cy="242569"/>
          </a:xfrm>
          <a:custGeom xmlns:a="http://schemas.openxmlformats.org/drawingml/2006/main">
            <a:pathLst>
              <a:path w="1334889" h="242569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53578"/>
                </a:lnTo>
                <a:cubicBezTo>
                  <a:pt x="0" y="202727"/>
                  <a:pt x="39842" y="242569"/>
                  <a:pt x="88991" y="242569"/>
                </a:cubicBezTo>
                <a:lnTo>
                  <a:pt x="1245898" y="242569"/>
                </a:lnTo>
                <a:cubicBezTo>
                  <a:pt x="1295047" y="242569"/>
                  <a:pt x="1334889" y="202727"/>
                  <a:pt x="1334889" y="153578"/>
                </a:cubicBezTo>
                <a:lnTo>
                  <a:pt x="1334889" y="88991"/>
                </a:lnTo>
                <a:cubicBezTo>
                  <a:pt x="1334889" y="39842"/>
                  <a:pt x="1295047" y="0"/>
                  <a:pt x="1245898" y="0"/>
                </a:cubicBezTo>
                <a:close/>
                <a:moveTo>
                  <a:pt x="0" y="242569"/>
                </a:moveTo>
              </a:path>
            </a:pathLst>
          </a:custGeom>
          <a:solidFill xmlns:a="http://schemas.openxmlformats.org/drawingml/2006/main">
            <a:srgbClr val="E6FF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093676-E8B9-4242-B2BF-FAF7DD7B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844" y="1816028"/>
            <a:ext cx="1334889" cy="242569"/>
          </a:xfrm>
          <a:custGeom xmlns:a="http://schemas.openxmlformats.org/drawingml/2006/main">
            <a:pathLst>
              <a:path w="1334889" h="242569" fill="none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53578"/>
                </a:lnTo>
                <a:cubicBezTo>
                  <a:pt x="0" y="202727"/>
                  <a:pt x="39842" y="242569"/>
                  <a:pt x="88991" y="242569"/>
                </a:cubicBezTo>
                <a:lnTo>
                  <a:pt x="1245898" y="242569"/>
                </a:lnTo>
                <a:cubicBezTo>
                  <a:pt x="1295047" y="242569"/>
                  <a:pt x="1334889" y="202727"/>
                  <a:pt x="1334889" y="153578"/>
                </a:cubicBezTo>
                <a:lnTo>
                  <a:pt x="1334889" y="88991"/>
                </a:lnTo>
                <a:cubicBezTo>
                  <a:pt x="1334889" y="39842"/>
                  <a:pt x="1295047" y="0"/>
                  <a:pt x="1245898" y="0"/>
                </a:cubicBezTo>
                <a:close/>
                <a:moveTo>
                  <a:pt x="0" y="242569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52" name="Text Layernorm">
            <a:extLst xmlns:a="http://schemas.openxmlformats.org/drawingml/2006/main">
              <a:ext uri="{FF2B5EF4-FFF2-40B4-BE49-F238E27FC236}">
                <a16:creationId xmlns:a16="http://schemas.microsoft.com/office/drawing/2014/main" id="{F0F09F72-A028-4E0C-A549-F13B0FB1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733" y="1869074"/>
            <a:ext cx="692471" cy="137604"/>
          </a:xfrm>
          <a:custGeom xmlns:a="http://schemas.openxmlformats.org/drawingml/2006/main">
            <a:pathLst>
              <a:path w="692471" h="137604">
                <a:moveTo>
                  <a:pt x="87732" y="76331"/>
                </a:moveTo>
                <a:cubicBezTo>
                  <a:pt x="85074" y="82272"/>
                  <a:pt x="82883" y="85871"/>
                  <a:pt x="80538" y="88529"/>
                </a:cubicBezTo>
                <a:cubicBezTo>
                  <a:pt x="75064" y="94631"/>
                  <a:pt x="66464" y="97446"/>
                  <a:pt x="53483" y="97446"/>
                </a:cubicBezTo>
                <a:lnTo>
                  <a:pt x="43005" y="97446"/>
                </a:lnTo>
                <a:cubicBezTo>
                  <a:pt x="31589" y="97446"/>
                  <a:pt x="29556" y="96506"/>
                  <a:pt x="29556" y="91032"/>
                </a:cubicBezTo>
                <a:lnTo>
                  <a:pt x="29556" y="17050"/>
                </a:lnTo>
                <a:cubicBezTo>
                  <a:pt x="29556" y="5944"/>
                  <a:pt x="31746" y="3754"/>
                  <a:pt x="44100" y="2973"/>
                </a:cubicBezTo>
                <a:lnTo>
                  <a:pt x="44100" y="0"/>
                </a:lnTo>
                <a:lnTo>
                  <a:pt x="0" y="0"/>
                </a:lnTo>
                <a:lnTo>
                  <a:pt x="0" y="2973"/>
                </a:lnTo>
                <a:cubicBezTo>
                  <a:pt x="11573" y="3911"/>
                  <a:pt x="13606" y="6102"/>
                  <a:pt x="13606" y="17050"/>
                </a:cubicBezTo>
                <a:lnTo>
                  <a:pt x="13606" y="86496"/>
                </a:lnTo>
                <a:cubicBezTo>
                  <a:pt x="13606" y="97446"/>
                  <a:pt x="11416" y="99792"/>
                  <a:pt x="0" y="100572"/>
                </a:cubicBezTo>
                <a:lnTo>
                  <a:pt x="0" y="103543"/>
                </a:lnTo>
                <a:lnTo>
                  <a:pt x="84134" y="103543"/>
                </a:lnTo>
                <a:lnTo>
                  <a:pt x="91641" y="76333"/>
                </a:lnTo>
                <a:lnTo>
                  <a:pt x="87732" y="76331"/>
                </a:lnTo>
                <a:close/>
                <a:moveTo>
                  <a:pt x="162795" y="93189"/>
                </a:moveTo>
                <a:cubicBezTo>
                  <a:pt x="160137" y="95375"/>
                  <a:pt x="158261" y="96158"/>
                  <a:pt x="155916" y="96158"/>
                </a:cubicBezTo>
                <a:cubicBezTo>
                  <a:pt x="152319" y="96158"/>
                  <a:pt x="151224" y="93970"/>
                  <a:pt x="151224" y="87095"/>
                </a:cubicBezTo>
                <a:lnTo>
                  <a:pt x="151224" y="56620"/>
                </a:lnTo>
                <a:cubicBezTo>
                  <a:pt x="151224" y="48493"/>
                  <a:pt x="150442" y="43962"/>
                  <a:pt x="148096" y="40210"/>
                </a:cubicBezTo>
                <a:cubicBezTo>
                  <a:pt x="144655" y="34586"/>
                  <a:pt x="137931" y="31613"/>
                  <a:pt x="128705" y="31613"/>
                </a:cubicBezTo>
                <a:cubicBezTo>
                  <a:pt x="114004" y="31613"/>
                  <a:pt x="102433" y="39273"/>
                  <a:pt x="102433" y="49118"/>
                </a:cubicBezTo>
                <a:cubicBezTo>
                  <a:pt x="102433" y="52714"/>
                  <a:pt x="105559" y="55838"/>
                  <a:pt x="109157" y="55838"/>
                </a:cubicBezTo>
                <a:cubicBezTo>
                  <a:pt x="112909" y="55838"/>
                  <a:pt x="116194" y="52714"/>
                  <a:pt x="116194" y="49276"/>
                </a:cubicBezTo>
                <a:cubicBezTo>
                  <a:pt x="116194" y="48650"/>
                  <a:pt x="116037" y="47868"/>
                  <a:pt x="115882" y="46775"/>
                </a:cubicBezTo>
                <a:cubicBezTo>
                  <a:pt x="115569" y="45369"/>
                  <a:pt x="115412" y="44119"/>
                  <a:pt x="115412" y="43024"/>
                </a:cubicBezTo>
                <a:cubicBezTo>
                  <a:pt x="115412" y="38805"/>
                  <a:pt x="120416" y="35366"/>
                  <a:pt x="126672" y="35366"/>
                </a:cubicBezTo>
                <a:cubicBezTo>
                  <a:pt x="134334" y="35366"/>
                  <a:pt x="138556" y="39898"/>
                  <a:pt x="138556" y="48338"/>
                </a:cubicBezTo>
                <a:lnTo>
                  <a:pt x="138556" y="57871"/>
                </a:lnTo>
                <a:cubicBezTo>
                  <a:pt x="114474" y="67559"/>
                  <a:pt x="111816" y="68809"/>
                  <a:pt x="105091" y="74749"/>
                </a:cubicBezTo>
                <a:cubicBezTo>
                  <a:pt x="101650" y="77875"/>
                  <a:pt x="99460" y="83186"/>
                  <a:pt x="99460" y="88343"/>
                </a:cubicBezTo>
                <a:cubicBezTo>
                  <a:pt x="99460" y="98191"/>
                  <a:pt x="106342" y="105070"/>
                  <a:pt x="115882" y="105070"/>
                </a:cubicBezTo>
                <a:cubicBezTo>
                  <a:pt x="122761" y="105070"/>
                  <a:pt x="129173" y="101787"/>
                  <a:pt x="138713" y="93655"/>
                </a:cubicBezTo>
                <a:cubicBezTo>
                  <a:pt x="139496" y="101787"/>
                  <a:pt x="142309" y="105070"/>
                  <a:pt x="148721" y="105070"/>
                </a:cubicBezTo>
                <a:cubicBezTo>
                  <a:pt x="154038" y="105070"/>
                  <a:pt x="157323" y="103195"/>
                  <a:pt x="162795" y="97253"/>
                </a:cubicBezTo>
                <a:lnTo>
                  <a:pt x="162795" y="93189"/>
                </a:lnTo>
                <a:moveTo>
                  <a:pt x="138556" y="84272"/>
                </a:moveTo>
                <a:cubicBezTo>
                  <a:pt x="138556" y="89121"/>
                  <a:pt x="137775" y="90529"/>
                  <a:pt x="134490" y="92404"/>
                </a:cubicBezTo>
                <a:cubicBezTo>
                  <a:pt x="130738" y="94595"/>
                  <a:pt x="126360" y="96000"/>
                  <a:pt x="123074" y="96000"/>
                </a:cubicBezTo>
                <a:cubicBezTo>
                  <a:pt x="117602" y="96000"/>
                  <a:pt x="113224" y="90684"/>
                  <a:pt x="113224" y="83960"/>
                </a:cubicBezTo>
                <a:lnTo>
                  <a:pt x="113224" y="83334"/>
                </a:lnTo>
                <a:cubicBezTo>
                  <a:pt x="113224" y="74107"/>
                  <a:pt x="119633" y="68478"/>
                  <a:pt x="138556" y="61596"/>
                </a:cubicBezTo>
                <a:lnTo>
                  <a:pt x="138556" y="84272"/>
                </a:lnTo>
                <a:close/>
                <a:moveTo>
                  <a:pt x="237391" y="33140"/>
                </a:moveTo>
                <a:lnTo>
                  <a:pt x="216280" y="33140"/>
                </a:lnTo>
                <a:lnTo>
                  <a:pt x="216280" y="35488"/>
                </a:lnTo>
                <a:cubicBezTo>
                  <a:pt x="221284" y="35488"/>
                  <a:pt x="223787" y="36894"/>
                  <a:pt x="223787" y="39397"/>
                </a:cubicBezTo>
                <a:cubicBezTo>
                  <a:pt x="223787" y="40022"/>
                  <a:pt x="223629" y="40960"/>
                  <a:pt x="223159" y="42055"/>
                </a:cubicBezTo>
                <a:lnTo>
                  <a:pt x="207990" y="85215"/>
                </a:lnTo>
                <a:lnTo>
                  <a:pt x="190007" y="45651"/>
                </a:lnTo>
                <a:cubicBezTo>
                  <a:pt x="189067" y="43463"/>
                  <a:pt x="188442" y="41430"/>
                  <a:pt x="188442" y="39709"/>
                </a:cubicBezTo>
                <a:cubicBezTo>
                  <a:pt x="188442" y="36894"/>
                  <a:pt x="190788" y="35801"/>
                  <a:pt x="197512" y="35488"/>
                </a:cubicBezTo>
                <a:lnTo>
                  <a:pt x="197512" y="33140"/>
                </a:lnTo>
                <a:lnTo>
                  <a:pt x="165298" y="33140"/>
                </a:lnTo>
                <a:lnTo>
                  <a:pt x="165298" y="35331"/>
                </a:lnTo>
                <a:cubicBezTo>
                  <a:pt x="169364" y="35956"/>
                  <a:pt x="172022" y="37676"/>
                  <a:pt x="173273" y="40334"/>
                </a:cubicBezTo>
                <a:lnTo>
                  <a:pt x="191100" y="78805"/>
                </a:lnTo>
                <a:lnTo>
                  <a:pt x="191570" y="80056"/>
                </a:lnTo>
                <a:lnTo>
                  <a:pt x="193916" y="84747"/>
                </a:lnTo>
                <a:cubicBezTo>
                  <a:pt x="198295" y="92567"/>
                  <a:pt x="200798" y="98196"/>
                  <a:pt x="200798" y="100541"/>
                </a:cubicBezTo>
                <a:cubicBezTo>
                  <a:pt x="200798" y="102887"/>
                  <a:pt x="197200" y="112737"/>
                  <a:pt x="194541" y="117429"/>
                </a:cubicBezTo>
                <a:cubicBezTo>
                  <a:pt x="192353" y="121495"/>
                  <a:pt x="188912" y="124466"/>
                  <a:pt x="186722" y="124466"/>
                </a:cubicBezTo>
                <a:cubicBezTo>
                  <a:pt x="185784" y="124466"/>
                  <a:pt x="184376" y="124153"/>
                  <a:pt x="182813" y="123373"/>
                </a:cubicBezTo>
                <a:cubicBezTo>
                  <a:pt x="179842" y="122278"/>
                  <a:pt x="177184" y="121652"/>
                  <a:pt x="174526" y="121652"/>
                </a:cubicBezTo>
                <a:cubicBezTo>
                  <a:pt x="170927" y="121652"/>
                  <a:pt x="167801" y="124781"/>
                  <a:pt x="167801" y="128532"/>
                </a:cubicBezTo>
                <a:cubicBezTo>
                  <a:pt x="167801" y="133693"/>
                  <a:pt x="172805" y="137604"/>
                  <a:pt x="179372" y="137604"/>
                </a:cubicBezTo>
                <a:cubicBezTo>
                  <a:pt x="189850" y="137604"/>
                  <a:pt x="197357" y="128847"/>
                  <a:pt x="205802" y="106328"/>
                </a:cubicBezTo>
                <a:lnTo>
                  <a:pt x="229884" y="42525"/>
                </a:lnTo>
                <a:cubicBezTo>
                  <a:pt x="231917" y="37519"/>
                  <a:pt x="233637" y="35956"/>
                  <a:pt x="237391" y="35488"/>
                </a:cubicBezTo>
                <a:lnTo>
                  <a:pt x="237391" y="33140"/>
                </a:lnTo>
                <a:close/>
                <a:moveTo>
                  <a:pt x="305106" y="77853"/>
                </a:moveTo>
                <a:cubicBezTo>
                  <a:pt x="297601" y="89744"/>
                  <a:pt x="290874" y="94282"/>
                  <a:pt x="280866" y="94282"/>
                </a:cubicBezTo>
                <a:cubicBezTo>
                  <a:pt x="271954" y="94282"/>
                  <a:pt x="265229" y="89744"/>
                  <a:pt x="260693" y="80826"/>
                </a:cubicBezTo>
                <a:cubicBezTo>
                  <a:pt x="257877" y="74880"/>
                  <a:pt x="256784" y="69716"/>
                  <a:pt x="256472" y="60171"/>
                </a:cubicBezTo>
                <a:lnTo>
                  <a:pt x="304638" y="60171"/>
                </a:lnTo>
                <a:cubicBezTo>
                  <a:pt x="303385" y="50025"/>
                  <a:pt x="301822" y="45505"/>
                  <a:pt x="297913" y="40518"/>
                </a:cubicBezTo>
                <a:cubicBezTo>
                  <a:pt x="293220" y="34899"/>
                  <a:pt x="286028" y="31613"/>
                  <a:pt x="277895" y="31613"/>
                </a:cubicBezTo>
                <a:cubicBezTo>
                  <a:pt x="270076" y="31613"/>
                  <a:pt x="262726" y="34429"/>
                  <a:pt x="256784" y="39738"/>
                </a:cubicBezTo>
                <a:cubicBezTo>
                  <a:pt x="249432" y="46128"/>
                  <a:pt x="245211" y="57200"/>
                  <a:pt x="245211" y="70029"/>
                </a:cubicBezTo>
                <a:cubicBezTo>
                  <a:pt x="245211" y="91622"/>
                  <a:pt x="256472" y="105070"/>
                  <a:pt x="274454" y="105070"/>
                </a:cubicBezTo>
                <a:cubicBezTo>
                  <a:pt x="289311" y="105070"/>
                  <a:pt x="301039" y="95845"/>
                  <a:pt x="307609" y="78948"/>
                </a:cubicBezTo>
                <a:lnTo>
                  <a:pt x="305106" y="77853"/>
                </a:lnTo>
                <a:moveTo>
                  <a:pt x="256784" y="55167"/>
                </a:moveTo>
                <a:cubicBezTo>
                  <a:pt x="258502" y="43012"/>
                  <a:pt x="263821" y="37244"/>
                  <a:pt x="273359" y="37244"/>
                </a:cubicBezTo>
                <a:cubicBezTo>
                  <a:pt x="282899" y="37244"/>
                  <a:pt x="286653" y="41609"/>
                  <a:pt x="288686" y="55167"/>
                </a:cubicBezTo>
                <a:lnTo>
                  <a:pt x="256784" y="55167"/>
                </a:lnTo>
                <a:close/>
                <a:moveTo>
                  <a:pt x="311830" y="42561"/>
                </a:moveTo>
                <a:cubicBezTo>
                  <a:pt x="314020" y="42091"/>
                  <a:pt x="315428" y="41933"/>
                  <a:pt x="317304" y="41933"/>
                </a:cubicBezTo>
                <a:cubicBezTo>
                  <a:pt x="321212" y="41933"/>
                  <a:pt x="322620" y="44436"/>
                  <a:pt x="322620" y="51316"/>
                </a:cubicBezTo>
                <a:lnTo>
                  <a:pt x="322620" y="90409"/>
                </a:lnTo>
                <a:cubicBezTo>
                  <a:pt x="322620" y="98227"/>
                  <a:pt x="321525" y="99322"/>
                  <a:pt x="311517" y="101198"/>
                </a:cubicBezTo>
                <a:lnTo>
                  <a:pt x="311517" y="103543"/>
                </a:lnTo>
                <a:lnTo>
                  <a:pt x="349050" y="103543"/>
                </a:lnTo>
                <a:lnTo>
                  <a:pt x="349050" y="101198"/>
                </a:lnTo>
                <a:cubicBezTo>
                  <a:pt x="338415" y="100730"/>
                  <a:pt x="335757" y="98384"/>
                  <a:pt x="335757" y="89472"/>
                </a:cubicBezTo>
                <a:lnTo>
                  <a:pt x="335757" y="54287"/>
                </a:lnTo>
                <a:cubicBezTo>
                  <a:pt x="335757" y="49283"/>
                  <a:pt x="342481" y="41466"/>
                  <a:pt x="346705" y="41466"/>
                </a:cubicBezTo>
                <a:cubicBezTo>
                  <a:pt x="347642" y="41466"/>
                  <a:pt x="349050" y="42248"/>
                  <a:pt x="350771" y="43811"/>
                </a:cubicBezTo>
                <a:cubicBezTo>
                  <a:pt x="353271" y="45999"/>
                  <a:pt x="354992" y="46937"/>
                  <a:pt x="357025" y="46937"/>
                </a:cubicBezTo>
                <a:cubicBezTo>
                  <a:pt x="360779" y="46937"/>
                  <a:pt x="363124" y="44279"/>
                  <a:pt x="363124" y="39903"/>
                </a:cubicBezTo>
                <a:cubicBezTo>
                  <a:pt x="363124" y="34741"/>
                  <a:pt x="359841" y="31613"/>
                  <a:pt x="354524" y="31613"/>
                </a:cubicBezTo>
                <a:cubicBezTo>
                  <a:pt x="347955" y="31613"/>
                  <a:pt x="343421" y="35211"/>
                  <a:pt x="335757" y="46312"/>
                </a:cubicBezTo>
                <a:lnTo>
                  <a:pt x="335757" y="31928"/>
                </a:lnTo>
                <a:lnTo>
                  <a:pt x="334976" y="31613"/>
                </a:lnTo>
                <a:cubicBezTo>
                  <a:pt x="326686" y="35054"/>
                  <a:pt x="321057" y="37087"/>
                  <a:pt x="311830" y="40058"/>
                </a:cubicBezTo>
                <a:lnTo>
                  <a:pt x="311830" y="42561"/>
                </a:lnTo>
                <a:close/>
                <a:moveTo>
                  <a:pt x="365314" y="41310"/>
                </a:moveTo>
                <a:cubicBezTo>
                  <a:pt x="366252" y="40840"/>
                  <a:pt x="367817" y="40685"/>
                  <a:pt x="369538" y="40685"/>
                </a:cubicBezTo>
                <a:cubicBezTo>
                  <a:pt x="373917" y="40685"/>
                  <a:pt x="375322" y="43031"/>
                  <a:pt x="375322" y="50691"/>
                </a:cubicBezTo>
                <a:lnTo>
                  <a:pt x="375322" y="89472"/>
                </a:lnTo>
                <a:cubicBezTo>
                  <a:pt x="375322" y="98384"/>
                  <a:pt x="373602" y="100572"/>
                  <a:pt x="365627" y="101198"/>
                </a:cubicBezTo>
                <a:lnTo>
                  <a:pt x="365627" y="103543"/>
                </a:lnTo>
                <a:lnTo>
                  <a:pt x="398781" y="103543"/>
                </a:lnTo>
                <a:lnTo>
                  <a:pt x="398781" y="101198"/>
                </a:lnTo>
                <a:cubicBezTo>
                  <a:pt x="390804" y="100572"/>
                  <a:pt x="388458" y="98697"/>
                  <a:pt x="388458" y="93068"/>
                </a:cubicBezTo>
                <a:lnTo>
                  <a:pt x="388458" y="49128"/>
                </a:lnTo>
                <a:cubicBezTo>
                  <a:pt x="395965" y="42091"/>
                  <a:pt x="399406" y="40215"/>
                  <a:pt x="404568" y="40215"/>
                </a:cubicBezTo>
                <a:cubicBezTo>
                  <a:pt x="412230" y="40215"/>
                  <a:pt x="415983" y="45062"/>
                  <a:pt x="415983" y="55382"/>
                </a:cubicBezTo>
                <a:lnTo>
                  <a:pt x="415983" y="88064"/>
                </a:lnTo>
                <a:cubicBezTo>
                  <a:pt x="415983" y="97914"/>
                  <a:pt x="413950" y="100572"/>
                  <a:pt x="406131" y="101198"/>
                </a:cubicBezTo>
                <a:lnTo>
                  <a:pt x="406131" y="103543"/>
                </a:lnTo>
                <a:lnTo>
                  <a:pt x="438660" y="103543"/>
                </a:lnTo>
                <a:lnTo>
                  <a:pt x="438660" y="101198"/>
                </a:lnTo>
                <a:cubicBezTo>
                  <a:pt x="430995" y="100417"/>
                  <a:pt x="429120" y="98539"/>
                  <a:pt x="429120" y="90880"/>
                </a:cubicBezTo>
                <a:lnTo>
                  <a:pt x="429120" y="55069"/>
                </a:lnTo>
                <a:cubicBezTo>
                  <a:pt x="429120" y="40373"/>
                  <a:pt x="422238" y="31613"/>
                  <a:pt x="410667" y="31613"/>
                </a:cubicBezTo>
                <a:cubicBezTo>
                  <a:pt x="403472" y="31613"/>
                  <a:pt x="398624" y="34273"/>
                  <a:pt x="387991" y="44281"/>
                </a:cubicBezTo>
                <a:lnTo>
                  <a:pt x="387991" y="31928"/>
                </a:lnTo>
                <a:lnTo>
                  <a:pt x="386895" y="31613"/>
                </a:lnTo>
                <a:cubicBezTo>
                  <a:pt x="379233" y="34429"/>
                  <a:pt x="373917" y="36149"/>
                  <a:pt x="365314" y="38652"/>
                </a:cubicBezTo>
                <a:lnTo>
                  <a:pt x="365314" y="41310"/>
                </a:lnTo>
                <a:close/>
                <a:moveTo>
                  <a:pt x="480102" y="31613"/>
                </a:moveTo>
                <a:cubicBezTo>
                  <a:pt x="459771" y="31613"/>
                  <a:pt x="445540" y="46620"/>
                  <a:pt x="445540" y="68187"/>
                </a:cubicBezTo>
                <a:cubicBezTo>
                  <a:pt x="445540" y="89283"/>
                  <a:pt x="460084" y="105070"/>
                  <a:pt x="479787" y="105070"/>
                </a:cubicBezTo>
                <a:cubicBezTo>
                  <a:pt x="499492" y="105070"/>
                  <a:pt x="514504" y="88503"/>
                  <a:pt x="514504" y="66936"/>
                </a:cubicBezTo>
                <a:cubicBezTo>
                  <a:pt x="514504" y="46462"/>
                  <a:pt x="500117" y="31613"/>
                  <a:pt x="480102" y="31613"/>
                </a:cubicBezTo>
                <a:moveTo>
                  <a:pt x="478069" y="35994"/>
                </a:moveTo>
                <a:cubicBezTo>
                  <a:pt x="491205" y="35994"/>
                  <a:pt x="500430" y="50996"/>
                  <a:pt x="500430" y="72405"/>
                </a:cubicBezTo>
                <a:cubicBezTo>
                  <a:pt x="500430" y="90066"/>
                  <a:pt x="493393" y="100692"/>
                  <a:pt x="481665" y="100692"/>
                </a:cubicBezTo>
                <a:cubicBezTo>
                  <a:pt x="475566" y="100692"/>
                  <a:pt x="469779" y="96943"/>
                  <a:pt x="466495" y="90691"/>
                </a:cubicBezTo>
                <a:cubicBezTo>
                  <a:pt x="462117" y="82564"/>
                  <a:pt x="459614" y="71625"/>
                  <a:pt x="459614" y="60529"/>
                </a:cubicBezTo>
                <a:cubicBezTo>
                  <a:pt x="459614" y="45682"/>
                  <a:pt x="466963" y="35994"/>
                  <a:pt x="478069" y="35994"/>
                </a:cubicBezTo>
                <a:close/>
                <a:moveTo>
                  <a:pt x="520290" y="42561"/>
                </a:moveTo>
                <a:cubicBezTo>
                  <a:pt x="522481" y="42091"/>
                  <a:pt x="523889" y="41933"/>
                  <a:pt x="525764" y="41933"/>
                </a:cubicBezTo>
                <a:cubicBezTo>
                  <a:pt x="529673" y="41933"/>
                  <a:pt x="531081" y="44436"/>
                  <a:pt x="531081" y="51316"/>
                </a:cubicBezTo>
                <a:lnTo>
                  <a:pt x="531081" y="90409"/>
                </a:lnTo>
                <a:cubicBezTo>
                  <a:pt x="531081" y="98227"/>
                  <a:pt x="529985" y="99322"/>
                  <a:pt x="519978" y="101198"/>
                </a:cubicBezTo>
                <a:lnTo>
                  <a:pt x="519978" y="103543"/>
                </a:lnTo>
                <a:lnTo>
                  <a:pt x="557511" y="103543"/>
                </a:lnTo>
                <a:lnTo>
                  <a:pt x="557511" y="101198"/>
                </a:lnTo>
                <a:cubicBezTo>
                  <a:pt x="546875" y="100730"/>
                  <a:pt x="544217" y="98384"/>
                  <a:pt x="544217" y="89472"/>
                </a:cubicBezTo>
                <a:lnTo>
                  <a:pt x="544217" y="54287"/>
                </a:lnTo>
                <a:cubicBezTo>
                  <a:pt x="544217" y="49283"/>
                  <a:pt x="550941" y="41466"/>
                  <a:pt x="555165" y="41466"/>
                </a:cubicBezTo>
                <a:cubicBezTo>
                  <a:pt x="556103" y="41466"/>
                  <a:pt x="557511" y="42248"/>
                  <a:pt x="559231" y="43811"/>
                </a:cubicBezTo>
                <a:cubicBezTo>
                  <a:pt x="561732" y="45999"/>
                  <a:pt x="563452" y="46937"/>
                  <a:pt x="565485" y="46937"/>
                </a:cubicBezTo>
                <a:cubicBezTo>
                  <a:pt x="569239" y="46937"/>
                  <a:pt x="571585" y="44279"/>
                  <a:pt x="571585" y="39903"/>
                </a:cubicBezTo>
                <a:cubicBezTo>
                  <a:pt x="571585" y="34741"/>
                  <a:pt x="568301" y="31613"/>
                  <a:pt x="562985" y="31613"/>
                </a:cubicBezTo>
                <a:cubicBezTo>
                  <a:pt x="556415" y="31613"/>
                  <a:pt x="551881" y="35211"/>
                  <a:pt x="544217" y="46312"/>
                </a:cubicBezTo>
                <a:lnTo>
                  <a:pt x="544217" y="31928"/>
                </a:lnTo>
                <a:lnTo>
                  <a:pt x="543437" y="31613"/>
                </a:lnTo>
                <a:cubicBezTo>
                  <a:pt x="535147" y="35054"/>
                  <a:pt x="529518" y="37087"/>
                  <a:pt x="520290" y="40058"/>
                </a:cubicBezTo>
                <a:lnTo>
                  <a:pt x="520290" y="42561"/>
                </a:lnTo>
                <a:close/>
                <a:moveTo>
                  <a:pt x="574245" y="41310"/>
                </a:moveTo>
                <a:cubicBezTo>
                  <a:pt x="576278" y="40840"/>
                  <a:pt x="577529" y="40685"/>
                  <a:pt x="579249" y="40685"/>
                </a:cubicBezTo>
                <a:cubicBezTo>
                  <a:pt x="583315" y="40685"/>
                  <a:pt x="584723" y="43186"/>
                  <a:pt x="584723" y="50691"/>
                </a:cubicBezTo>
                <a:lnTo>
                  <a:pt x="584723" y="90252"/>
                </a:lnTo>
                <a:cubicBezTo>
                  <a:pt x="584723" y="98697"/>
                  <a:pt x="582533" y="101043"/>
                  <a:pt x="573775" y="101198"/>
                </a:cubicBezTo>
                <a:lnTo>
                  <a:pt x="573775" y="103543"/>
                </a:lnTo>
                <a:lnTo>
                  <a:pt x="608492" y="103543"/>
                </a:lnTo>
                <a:lnTo>
                  <a:pt x="608492" y="101198"/>
                </a:lnTo>
                <a:cubicBezTo>
                  <a:pt x="600205" y="100885"/>
                  <a:pt x="597859" y="99167"/>
                  <a:pt x="597859" y="93068"/>
                </a:cubicBezTo>
                <a:lnTo>
                  <a:pt x="597859" y="48973"/>
                </a:lnTo>
                <a:cubicBezTo>
                  <a:pt x="597859" y="48660"/>
                  <a:pt x="599110" y="47095"/>
                  <a:pt x="600205" y="46002"/>
                </a:cubicBezTo>
                <a:cubicBezTo>
                  <a:pt x="604114" y="42403"/>
                  <a:pt x="610838" y="39745"/>
                  <a:pt x="616312" y="39745"/>
                </a:cubicBezTo>
                <a:cubicBezTo>
                  <a:pt x="623192" y="39745"/>
                  <a:pt x="626632" y="45219"/>
                  <a:pt x="626632" y="56165"/>
                </a:cubicBezTo>
                <a:lnTo>
                  <a:pt x="626632" y="90097"/>
                </a:lnTo>
                <a:cubicBezTo>
                  <a:pt x="626632" y="98854"/>
                  <a:pt x="624912" y="100572"/>
                  <a:pt x="615999" y="101198"/>
                </a:cubicBezTo>
                <a:lnTo>
                  <a:pt x="615999" y="103543"/>
                </a:lnTo>
                <a:lnTo>
                  <a:pt x="651029" y="103543"/>
                </a:lnTo>
                <a:lnTo>
                  <a:pt x="651029" y="101198"/>
                </a:lnTo>
                <a:cubicBezTo>
                  <a:pt x="642114" y="101043"/>
                  <a:pt x="639769" y="98384"/>
                  <a:pt x="639769" y="88689"/>
                </a:cubicBezTo>
                <a:lnTo>
                  <a:pt x="639769" y="49285"/>
                </a:lnTo>
                <a:cubicBezTo>
                  <a:pt x="644460" y="42561"/>
                  <a:pt x="649621" y="39745"/>
                  <a:pt x="656816" y="39745"/>
                </a:cubicBezTo>
                <a:cubicBezTo>
                  <a:pt x="665728" y="39745"/>
                  <a:pt x="668544" y="43969"/>
                  <a:pt x="668544" y="56947"/>
                </a:cubicBezTo>
                <a:lnTo>
                  <a:pt x="668544" y="89939"/>
                </a:lnTo>
                <a:cubicBezTo>
                  <a:pt x="668544" y="98854"/>
                  <a:pt x="667294" y="100105"/>
                  <a:pt x="658224" y="101198"/>
                </a:cubicBezTo>
                <a:lnTo>
                  <a:pt x="658224" y="103543"/>
                </a:lnTo>
                <a:lnTo>
                  <a:pt x="692471" y="103543"/>
                </a:lnTo>
                <a:lnTo>
                  <a:pt x="692471" y="101198"/>
                </a:lnTo>
                <a:lnTo>
                  <a:pt x="688405" y="100885"/>
                </a:lnTo>
                <a:cubicBezTo>
                  <a:pt x="683714" y="100572"/>
                  <a:pt x="681680" y="97759"/>
                  <a:pt x="681680" y="91660"/>
                </a:cubicBezTo>
                <a:lnTo>
                  <a:pt x="681680" y="59448"/>
                </a:lnTo>
                <a:cubicBezTo>
                  <a:pt x="681680" y="40998"/>
                  <a:pt x="675581" y="31613"/>
                  <a:pt x="663540" y="31613"/>
                </a:cubicBezTo>
                <a:cubicBezTo>
                  <a:pt x="654470" y="31613"/>
                  <a:pt x="646493" y="35679"/>
                  <a:pt x="638048" y="44749"/>
                </a:cubicBezTo>
                <a:cubicBezTo>
                  <a:pt x="635235" y="35836"/>
                  <a:pt x="629918" y="31613"/>
                  <a:pt x="621473" y="31613"/>
                </a:cubicBezTo>
                <a:cubicBezTo>
                  <a:pt x="614592" y="31613"/>
                  <a:pt x="610213" y="33803"/>
                  <a:pt x="597232" y="43656"/>
                </a:cubicBezTo>
                <a:lnTo>
                  <a:pt x="597232" y="31928"/>
                </a:lnTo>
                <a:lnTo>
                  <a:pt x="596139" y="31613"/>
                </a:lnTo>
                <a:cubicBezTo>
                  <a:pt x="588162" y="34586"/>
                  <a:pt x="582845" y="36306"/>
                  <a:pt x="574245" y="38652"/>
                </a:cubicBezTo>
                <a:lnTo>
                  <a:pt x="574245" y="413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E3187-12CC-4A0E-A0C7-B8EDA205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844" y="2153844"/>
            <a:ext cx="1334889" cy="243257"/>
          </a:xfrm>
          <a:custGeom xmlns:a="http://schemas.openxmlformats.org/drawingml/2006/main">
            <a:pathLst>
              <a:path w="1334889" h="243257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54266"/>
                </a:lnTo>
                <a:cubicBezTo>
                  <a:pt x="0" y="203415"/>
                  <a:pt x="39842" y="243257"/>
                  <a:pt x="88991" y="243257"/>
                </a:cubicBezTo>
                <a:lnTo>
                  <a:pt x="1245898" y="243257"/>
                </a:lnTo>
                <a:cubicBezTo>
                  <a:pt x="1295047" y="243257"/>
                  <a:pt x="1334889" y="203415"/>
                  <a:pt x="1334889" y="154266"/>
                </a:cubicBezTo>
                <a:lnTo>
                  <a:pt x="1334889" y="88991"/>
                </a:lnTo>
                <a:cubicBezTo>
                  <a:pt x="1334889" y="39842"/>
                  <a:pt x="1295047" y="0"/>
                  <a:pt x="1245898" y="0"/>
                </a:cubicBezTo>
                <a:close/>
                <a:moveTo>
                  <a:pt x="0" y="243257"/>
                </a:moveTo>
              </a:path>
            </a:pathLst>
          </a:custGeom>
          <a:solidFill xmlns:a="http://schemas.openxmlformats.org/drawingml/2006/main">
            <a:srgbClr val="E6FF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A8EF47-56C1-491E-9AD7-C2F6740C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844" y="2153844"/>
            <a:ext cx="1334889" cy="243257"/>
          </a:xfrm>
          <a:custGeom xmlns:a="http://schemas.openxmlformats.org/drawingml/2006/main">
            <a:pathLst>
              <a:path w="1334889" h="243257" fill="none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54266"/>
                </a:lnTo>
                <a:cubicBezTo>
                  <a:pt x="0" y="203415"/>
                  <a:pt x="39842" y="243257"/>
                  <a:pt x="88991" y="243257"/>
                </a:cubicBezTo>
                <a:lnTo>
                  <a:pt x="1245898" y="243257"/>
                </a:lnTo>
                <a:cubicBezTo>
                  <a:pt x="1295047" y="243257"/>
                  <a:pt x="1334889" y="203415"/>
                  <a:pt x="1334889" y="154266"/>
                </a:cubicBezTo>
                <a:lnTo>
                  <a:pt x="1334889" y="88991"/>
                </a:lnTo>
                <a:cubicBezTo>
                  <a:pt x="1334889" y="39842"/>
                  <a:pt x="1295047" y="0"/>
                  <a:pt x="1245898" y="0"/>
                </a:cubicBezTo>
                <a:close/>
                <a:moveTo>
                  <a:pt x="0" y="243257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55" name="Text Mod:α">
            <a:extLst xmlns:a="http://schemas.openxmlformats.org/drawingml/2006/main">
              <a:ext uri="{FF2B5EF4-FFF2-40B4-BE49-F238E27FC236}">
                <a16:creationId xmlns:a16="http://schemas.microsoft.com/office/drawing/2014/main" id="{D3C1ADA5-8C7A-42B1-AA49-AD919336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344" y="2207760"/>
            <a:ext cx="479624" cy="108483"/>
          </a:xfrm>
          <a:custGeom xmlns:a="http://schemas.openxmlformats.org/drawingml/2006/main">
            <a:pathLst>
              <a:path w="479624" h="108483">
                <a:moveTo>
                  <a:pt x="103527" y="17181"/>
                </a:moveTo>
                <a:lnTo>
                  <a:pt x="103527" y="88035"/>
                </a:lnTo>
                <a:cubicBezTo>
                  <a:pt x="103527" y="101016"/>
                  <a:pt x="101649" y="103052"/>
                  <a:pt x="89295" y="103832"/>
                </a:cubicBezTo>
                <a:lnTo>
                  <a:pt x="89295" y="106803"/>
                </a:lnTo>
                <a:lnTo>
                  <a:pt x="133082" y="106803"/>
                </a:lnTo>
                <a:lnTo>
                  <a:pt x="133082" y="103832"/>
                </a:lnTo>
                <a:cubicBezTo>
                  <a:pt x="121667" y="103052"/>
                  <a:pt x="119479" y="100861"/>
                  <a:pt x="119479" y="89756"/>
                </a:cubicBezTo>
                <a:lnTo>
                  <a:pt x="119479" y="20309"/>
                </a:lnTo>
                <a:cubicBezTo>
                  <a:pt x="119479" y="9204"/>
                  <a:pt x="121512" y="7171"/>
                  <a:pt x="133082" y="6233"/>
                </a:cubicBezTo>
                <a:lnTo>
                  <a:pt x="133082" y="3260"/>
                </a:lnTo>
                <a:lnTo>
                  <a:pt x="101961" y="3260"/>
                </a:lnTo>
                <a:lnTo>
                  <a:pt x="67401" y="82249"/>
                </a:lnTo>
                <a:lnTo>
                  <a:pt x="31276" y="3260"/>
                </a:lnTo>
                <a:lnTo>
                  <a:pt x="313" y="3260"/>
                </a:lnTo>
                <a:lnTo>
                  <a:pt x="313" y="6233"/>
                </a:lnTo>
                <a:cubicBezTo>
                  <a:pt x="13136" y="7013"/>
                  <a:pt x="15169" y="8891"/>
                  <a:pt x="15169" y="20309"/>
                </a:cubicBezTo>
                <a:lnTo>
                  <a:pt x="15169" y="83812"/>
                </a:lnTo>
                <a:cubicBezTo>
                  <a:pt x="15169" y="99923"/>
                  <a:pt x="12979" y="102894"/>
                  <a:pt x="0" y="103832"/>
                </a:cubicBezTo>
                <a:lnTo>
                  <a:pt x="0" y="106803"/>
                </a:lnTo>
                <a:lnTo>
                  <a:pt x="36750" y="106803"/>
                </a:lnTo>
                <a:lnTo>
                  <a:pt x="36750" y="103832"/>
                </a:lnTo>
                <a:cubicBezTo>
                  <a:pt x="24709" y="103207"/>
                  <a:pt x="22051" y="99611"/>
                  <a:pt x="22051" y="83812"/>
                </a:cubicBezTo>
                <a:lnTo>
                  <a:pt x="22051" y="20777"/>
                </a:lnTo>
                <a:lnTo>
                  <a:pt x="61302" y="106803"/>
                </a:lnTo>
                <a:lnTo>
                  <a:pt x="63493" y="106803"/>
                </a:lnTo>
                <a:lnTo>
                  <a:pt x="103527" y="17181"/>
                </a:lnTo>
                <a:close/>
                <a:moveTo>
                  <a:pt x="176246" y="34872"/>
                </a:moveTo>
                <a:cubicBezTo>
                  <a:pt x="155915" y="34872"/>
                  <a:pt x="141683" y="49879"/>
                  <a:pt x="141683" y="71446"/>
                </a:cubicBezTo>
                <a:cubicBezTo>
                  <a:pt x="141683" y="92543"/>
                  <a:pt x="156227" y="108330"/>
                  <a:pt x="175931" y="108330"/>
                </a:cubicBezTo>
                <a:cubicBezTo>
                  <a:pt x="195636" y="108330"/>
                  <a:pt x="210648" y="91762"/>
                  <a:pt x="210648" y="70196"/>
                </a:cubicBezTo>
                <a:cubicBezTo>
                  <a:pt x="210648" y="49722"/>
                  <a:pt x="196261" y="34872"/>
                  <a:pt x="176246" y="34872"/>
                </a:cubicBezTo>
                <a:moveTo>
                  <a:pt x="174212" y="39253"/>
                </a:moveTo>
                <a:cubicBezTo>
                  <a:pt x="187349" y="39253"/>
                  <a:pt x="196574" y="54256"/>
                  <a:pt x="196574" y="75665"/>
                </a:cubicBezTo>
                <a:cubicBezTo>
                  <a:pt x="196574" y="93325"/>
                  <a:pt x="189537" y="103951"/>
                  <a:pt x="177808" y="103951"/>
                </a:cubicBezTo>
                <a:cubicBezTo>
                  <a:pt x="171709" y="103951"/>
                  <a:pt x="165923" y="100203"/>
                  <a:pt x="162639" y="93951"/>
                </a:cubicBezTo>
                <a:cubicBezTo>
                  <a:pt x="158260" y="85823"/>
                  <a:pt x="155757" y="74885"/>
                  <a:pt x="155757" y="63789"/>
                </a:cubicBezTo>
                <a:cubicBezTo>
                  <a:pt x="155757" y="48942"/>
                  <a:pt x="163107" y="39253"/>
                  <a:pt x="174212" y="39253"/>
                </a:cubicBezTo>
                <a:close/>
                <a:moveTo>
                  <a:pt x="269136" y="108330"/>
                </a:moveTo>
                <a:lnTo>
                  <a:pt x="292125" y="100200"/>
                </a:lnTo>
                <a:lnTo>
                  <a:pt x="292125" y="97699"/>
                </a:lnTo>
                <a:cubicBezTo>
                  <a:pt x="289310" y="97855"/>
                  <a:pt x="288997" y="97855"/>
                  <a:pt x="288527" y="97855"/>
                </a:cubicBezTo>
                <a:cubicBezTo>
                  <a:pt x="282898" y="97855"/>
                  <a:pt x="281647" y="96136"/>
                  <a:pt x="281647" y="88947"/>
                </a:cubicBezTo>
                <a:lnTo>
                  <a:pt x="281647" y="313"/>
                </a:lnTo>
                <a:lnTo>
                  <a:pt x="280865" y="0"/>
                </a:lnTo>
                <a:cubicBezTo>
                  <a:pt x="273358" y="2658"/>
                  <a:pt x="267886" y="4221"/>
                  <a:pt x="257876" y="6882"/>
                </a:cubicBezTo>
                <a:lnTo>
                  <a:pt x="257876" y="9383"/>
                </a:lnTo>
                <a:cubicBezTo>
                  <a:pt x="259129" y="9228"/>
                  <a:pt x="260066" y="9228"/>
                  <a:pt x="261317" y="9228"/>
                </a:cubicBezTo>
                <a:cubicBezTo>
                  <a:pt x="267103" y="9228"/>
                  <a:pt x="268511" y="10791"/>
                  <a:pt x="268511" y="17202"/>
                </a:cubicBezTo>
                <a:lnTo>
                  <a:pt x="268511" y="41597"/>
                </a:lnTo>
                <a:cubicBezTo>
                  <a:pt x="262567" y="36593"/>
                  <a:pt x="258346" y="34872"/>
                  <a:pt x="252089" y="34872"/>
                </a:cubicBezTo>
                <a:cubicBezTo>
                  <a:pt x="234107" y="34872"/>
                  <a:pt x="219563" y="52535"/>
                  <a:pt x="219563" y="74727"/>
                </a:cubicBezTo>
                <a:cubicBezTo>
                  <a:pt x="219563" y="94729"/>
                  <a:pt x="231291" y="108330"/>
                  <a:pt x="248493" y="108330"/>
                </a:cubicBezTo>
                <a:cubicBezTo>
                  <a:pt x="257251" y="108330"/>
                  <a:pt x="263195" y="105204"/>
                  <a:pt x="268511" y="97855"/>
                </a:cubicBezTo>
                <a:lnTo>
                  <a:pt x="268511" y="107862"/>
                </a:lnTo>
                <a:lnTo>
                  <a:pt x="269136" y="108330"/>
                </a:lnTo>
                <a:moveTo>
                  <a:pt x="268511" y="90822"/>
                </a:moveTo>
                <a:cubicBezTo>
                  <a:pt x="268511" y="91918"/>
                  <a:pt x="267416" y="93793"/>
                  <a:pt x="265853" y="95511"/>
                </a:cubicBezTo>
                <a:cubicBezTo>
                  <a:pt x="263037" y="98637"/>
                  <a:pt x="259129" y="100200"/>
                  <a:pt x="254592" y="100200"/>
                </a:cubicBezTo>
                <a:cubicBezTo>
                  <a:pt x="241614" y="100200"/>
                  <a:pt x="233011" y="87696"/>
                  <a:pt x="233011" y="68475"/>
                </a:cubicBezTo>
                <a:cubicBezTo>
                  <a:pt x="233011" y="50817"/>
                  <a:pt x="240674" y="39253"/>
                  <a:pt x="252559" y="39253"/>
                </a:cubicBezTo>
                <a:cubicBezTo>
                  <a:pt x="260849" y="39253"/>
                  <a:pt x="268511" y="46596"/>
                  <a:pt x="268511" y="54879"/>
                </a:cubicBezTo>
                <a:lnTo>
                  <a:pt x="268511" y="90822"/>
                </a:lnTo>
                <a:close/>
                <a:moveTo>
                  <a:pt x="314800" y="35025"/>
                </a:moveTo>
                <a:cubicBezTo>
                  <a:pt x="310109" y="35025"/>
                  <a:pt x="306200" y="39091"/>
                  <a:pt x="306200" y="43940"/>
                </a:cubicBezTo>
                <a:cubicBezTo>
                  <a:pt x="306200" y="48476"/>
                  <a:pt x="310109" y="52385"/>
                  <a:pt x="314645" y="52385"/>
                </a:cubicBezTo>
                <a:cubicBezTo>
                  <a:pt x="319491" y="52385"/>
                  <a:pt x="323557" y="48476"/>
                  <a:pt x="323557" y="43940"/>
                </a:cubicBezTo>
                <a:cubicBezTo>
                  <a:pt x="323557" y="39091"/>
                  <a:pt x="319491" y="35025"/>
                  <a:pt x="314800" y="35025"/>
                </a:cubicBezTo>
                <a:moveTo>
                  <a:pt x="314800" y="91125"/>
                </a:moveTo>
                <a:cubicBezTo>
                  <a:pt x="310109" y="91125"/>
                  <a:pt x="306200" y="95191"/>
                  <a:pt x="306200" y="100040"/>
                </a:cubicBezTo>
                <a:cubicBezTo>
                  <a:pt x="306200" y="104574"/>
                  <a:pt x="310109" y="108483"/>
                  <a:pt x="314645" y="108483"/>
                </a:cubicBezTo>
                <a:cubicBezTo>
                  <a:pt x="319491" y="108483"/>
                  <a:pt x="323557" y="104574"/>
                  <a:pt x="323557" y="100040"/>
                </a:cubicBezTo>
                <a:cubicBezTo>
                  <a:pt x="323557" y="95191"/>
                  <a:pt x="319491" y="91125"/>
                  <a:pt x="314800" y="91125"/>
                </a:cubicBezTo>
                <a:close/>
                <a:moveTo>
                  <a:pt x="460076" y="69847"/>
                </a:moveTo>
                <a:cubicBezTo>
                  <a:pt x="460076" y="45286"/>
                  <a:pt x="445531" y="37621"/>
                  <a:pt x="433961" y="37621"/>
                </a:cubicBezTo>
                <a:cubicBezTo>
                  <a:pt x="412535" y="37621"/>
                  <a:pt x="391891" y="59992"/>
                  <a:pt x="391891" y="82048"/>
                </a:cubicBezTo>
                <a:cubicBezTo>
                  <a:pt x="391891" y="96597"/>
                  <a:pt x="401276" y="108483"/>
                  <a:pt x="417226" y="108483"/>
                </a:cubicBezTo>
                <a:cubicBezTo>
                  <a:pt x="427079" y="108483"/>
                  <a:pt x="438339" y="104887"/>
                  <a:pt x="450223" y="95344"/>
                </a:cubicBezTo>
                <a:cubicBezTo>
                  <a:pt x="452256" y="103636"/>
                  <a:pt x="457417" y="108483"/>
                  <a:pt x="464454" y="108483"/>
                </a:cubicBezTo>
                <a:cubicBezTo>
                  <a:pt x="472744" y="108483"/>
                  <a:pt x="477590" y="99880"/>
                  <a:pt x="477590" y="97377"/>
                </a:cubicBezTo>
                <a:cubicBezTo>
                  <a:pt x="477590" y="96284"/>
                  <a:pt x="476653" y="95814"/>
                  <a:pt x="475715" y="95814"/>
                </a:cubicBezTo>
                <a:cubicBezTo>
                  <a:pt x="474620" y="95814"/>
                  <a:pt x="474150" y="96284"/>
                  <a:pt x="473682" y="97377"/>
                </a:cubicBezTo>
                <a:cubicBezTo>
                  <a:pt x="470866" y="105044"/>
                  <a:pt x="465237" y="105044"/>
                  <a:pt x="464924" y="105044"/>
                </a:cubicBezTo>
                <a:cubicBezTo>
                  <a:pt x="460076" y="105044"/>
                  <a:pt x="460076" y="92841"/>
                  <a:pt x="460076" y="89088"/>
                </a:cubicBezTo>
                <a:cubicBezTo>
                  <a:pt x="460076" y="85802"/>
                  <a:pt x="460076" y="85489"/>
                  <a:pt x="461641" y="83614"/>
                </a:cubicBezTo>
                <a:cubicBezTo>
                  <a:pt x="476340" y="65154"/>
                  <a:pt x="479624" y="47009"/>
                  <a:pt x="479624" y="46851"/>
                </a:cubicBezTo>
                <a:cubicBezTo>
                  <a:pt x="479624" y="46539"/>
                  <a:pt x="479468" y="45286"/>
                  <a:pt x="477748" y="45286"/>
                </a:cubicBezTo>
                <a:cubicBezTo>
                  <a:pt x="476183" y="45286"/>
                  <a:pt x="476183" y="45756"/>
                  <a:pt x="475402" y="48572"/>
                </a:cubicBezTo>
                <a:cubicBezTo>
                  <a:pt x="472587" y="58427"/>
                  <a:pt x="467425" y="70315"/>
                  <a:pt x="460076" y="79545"/>
                </a:cubicBezTo>
                <a:lnTo>
                  <a:pt x="460076" y="69847"/>
                </a:lnTo>
                <a:moveTo>
                  <a:pt x="449598" y="91278"/>
                </a:moveTo>
                <a:cubicBezTo>
                  <a:pt x="435836" y="103324"/>
                  <a:pt x="423795" y="105044"/>
                  <a:pt x="417539" y="105044"/>
                </a:cubicBezTo>
                <a:cubicBezTo>
                  <a:pt x="408156" y="105044"/>
                  <a:pt x="403465" y="98005"/>
                  <a:pt x="403465" y="87992"/>
                </a:cubicBezTo>
                <a:cubicBezTo>
                  <a:pt x="403465" y="80328"/>
                  <a:pt x="407531" y="63433"/>
                  <a:pt x="412535" y="55456"/>
                </a:cubicBezTo>
                <a:cubicBezTo>
                  <a:pt x="419884" y="44035"/>
                  <a:pt x="428329" y="41062"/>
                  <a:pt x="433803" y="41062"/>
                </a:cubicBezTo>
                <a:cubicBezTo>
                  <a:pt x="449285" y="41062"/>
                  <a:pt x="449285" y="61555"/>
                  <a:pt x="449285" y="73758"/>
                </a:cubicBezTo>
                <a:cubicBezTo>
                  <a:pt x="449285" y="79545"/>
                  <a:pt x="449285" y="88617"/>
                  <a:pt x="449598" y="912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Text x">
            <a:extLst xmlns:a="http://schemas.openxmlformats.org/drawingml/2006/main">
              <a:ext uri="{FF2B5EF4-FFF2-40B4-BE49-F238E27FC236}">
                <a16:creationId xmlns:a16="http://schemas.microsoft.com/office/drawing/2014/main" id="{08094074-ED92-4305-A73F-3AFBD354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1118" y="2289694"/>
            <a:ext cx="58566" cy="49389"/>
          </a:xfrm>
          <a:custGeom xmlns:a="http://schemas.openxmlformats.org/drawingml/2006/main">
            <a:pathLst>
              <a:path w="58566" h="49389">
                <a:moveTo>
                  <a:pt x="22004" y="36714"/>
                </a:moveTo>
                <a:cubicBezTo>
                  <a:pt x="20910" y="40436"/>
                  <a:pt x="17297" y="46324"/>
                  <a:pt x="11714" y="46324"/>
                </a:cubicBezTo>
                <a:cubicBezTo>
                  <a:pt x="11385" y="46324"/>
                  <a:pt x="8101" y="46324"/>
                  <a:pt x="5803" y="44801"/>
                </a:cubicBezTo>
                <a:cubicBezTo>
                  <a:pt x="10291" y="43384"/>
                  <a:pt x="10618" y="39452"/>
                  <a:pt x="10618" y="38794"/>
                </a:cubicBezTo>
                <a:cubicBezTo>
                  <a:pt x="10618" y="36387"/>
                  <a:pt x="8758" y="34743"/>
                  <a:pt x="6240" y="34743"/>
                </a:cubicBezTo>
                <a:cubicBezTo>
                  <a:pt x="3175" y="34743"/>
                  <a:pt x="0" y="37371"/>
                  <a:pt x="0" y="41421"/>
                </a:cubicBezTo>
                <a:cubicBezTo>
                  <a:pt x="0" y="46872"/>
                  <a:pt x="6130" y="49389"/>
                  <a:pt x="11495" y="49389"/>
                </a:cubicBezTo>
                <a:cubicBezTo>
                  <a:pt x="16530" y="49389"/>
                  <a:pt x="21018" y="46215"/>
                  <a:pt x="23756" y="41640"/>
                </a:cubicBezTo>
                <a:cubicBezTo>
                  <a:pt x="26382" y="47420"/>
                  <a:pt x="32403" y="49389"/>
                  <a:pt x="36781" y="49389"/>
                </a:cubicBezTo>
                <a:cubicBezTo>
                  <a:pt x="49371" y="49389"/>
                  <a:pt x="56049" y="35729"/>
                  <a:pt x="56049" y="32660"/>
                </a:cubicBezTo>
                <a:cubicBezTo>
                  <a:pt x="56049" y="31234"/>
                  <a:pt x="54626" y="31234"/>
                  <a:pt x="54297" y="31234"/>
                </a:cubicBezTo>
                <a:cubicBezTo>
                  <a:pt x="52765" y="31234"/>
                  <a:pt x="52655" y="31782"/>
                  <a:pt x="52217" y="33098"/>
                </a:cubicBezTo>
                <a:cubicBezTo>
                  <a:pt x="49919" y="40655"/>
                  <a:pt x="43351" y="46324"/>
                  <a:pt x="37221" y="46324"/>
                </a:cubicBezTo>
                <a:cubicBezTo>
                  <a:pt x="32841" y="46324"/>
                  <a:pt x="30542" y="43384"/>
                  <a:pt x="30542" y="39232"/>
                </a:cubicBezTo>
                <a:cubicBezTo>
                  <a:pt x="30542" y="36387"/>
                  <a:pt x="33170" y="26407"/>
                  <a:pt x="36235" y="14231"/>
                </a:cubicBezTo>
                <a:cubicBezTo>
                  <a:pt x="38423" y="5801"/>
                  <a:pt x="43351" y="3067"/>
                  <a:pt x="46962" y="3067"/>
                </a:cubicBezTo>
                <a:cubicBezTo>
                  <a:pt x="47181" y="3067"/>
                  <a:pt x="50575" y="3067"/>
                  <a:pt x="52873" y="4597"/>
                </a:cubicBezTo>
                <a:cubicBezTo>
                  <a:pt x="49371" y="5582"/>
                  <a:pt x="48058" y="8647"/>
                  <a:pt x="48058" y="10618"/>
                </a:cubicBezTo>
                <a:cubicBezTo>
                  <a:pt x="48058" y="13027"/>
                  <a:pt x="49919" y="14669"/>
                  <a:pt x="52436" y="14669"/>
                </a:cubicBezTo>
                <a:cubicBezTo>
                  <a:pt x="54953" y="14669"/>
                  <a:pt x="58566" y="12589"/>
                  <a:pt x="58566" y="7991"/>
                </a:cubicBezTo>
                <a:cubicBezTo>
                  <a:pt x="58566" y="1862"/>
                  <a:pt x="51561" y="0"/>
                  <a:pt x="47181" y="0"/>
                </a:cubicBezTo>
                <a:cubicBezTo>
                  <a:pt x="41709" y="0"/>
                  <a:pt x="37329" y="3613"/>
                  <a:pt x="34920" y="7772"/>
                </a:cubicBezTo>
                <a:cubicBezTo>
                  <a:pt x="32951" y="3286"/>
                  <a:pt x="27915" y="0"/>
                  <a:pt x="21785" y="0"/>
                </a:cubicBezTo>
                <a:cubicBezTo>
                  <a:pt x="9524" y="0"/>
                  <a:pt x="2519" y="13465"/>
                  <a:pt x="2519" y="16754"/>
                </a:cubicBezTo>
                <a:cubicBezTo>
                  <a:pt x="2519" y="18178"/>
                  <a:pt x="4051" y="18178"/>
                  <a:pt x="4380" y="18178"/>
                </a:cubicBezTo>
                <a:cubicBezTo>
                  <a:pt x="5803" y="18178"/>
                  <a:pt x="5911" y="17741"/>
                  <a:pt x="6459" y="16314"/>
                </a:cubicBezTo>
                <a:cubicBezTo>
                  <a:pt x="9195" y="7772"/>
                  <a:pt x="16092" y="3067"/>
                  <a:pt x="21456" y="3067"/>
                </a:cubicBezTo>
                <a:cubicBezTo>
                  <a:pt x="25069" y="3067"/>
                  <a:pt x="28024" y="5036"/>
                  <a:pt x="28024" y="10289"/>
                </a:cubicBezTo>
                <a:cubicBezTo>
                  <a:pt x="28024" y="12479"/>
                  <a:pt x="26711" y="17960"/>
                  <a:pt x="25725" y="21690"/>
                </a:cubicBezTo>
                <a:lnTo>
                  <a:pt x="22004" y="367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Text ·•+β">
            <a:extLst xmlns:a="http://schemas.openxmlformats.org/drawingml/2006/main">
              <a:ext uri="{FF2B5EF4-FFF2-40B4-BE49-F238E27FC236}">
                <a16:creationId xmlns:a16="http://schemas.microsoft.com/office/drawing/2014/main" id="{967D8432-21F5-42DF-B394-3DBAC4DC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802" y="2204145"/>
            <a:ext cx="423991" cy="140809"/>
          </a:xfrm>
          <a:custGeom xmlns:a="http://schemas.openxmlformats.org/drawingml/2006/main">
            <a:pathLst>
              <a:path w="423991" h="140809">
                <a:moveTo>
                  <a:pt x="16575" y="71281"/>
                </a:moveTo>
                <a:cubicBezTo>
                  <a:pt x="16575" y="66748"/>
                  <a:pt x="12824" y="62994"/>
                  <a:pt x="8287" y="62994"/>
                </a:cubicBezTo>
                <a:cubicBezTo>
                  <a:pt x="3751" y="62994"/>
                  <a:pt x="0" y="66748"/>
                  <a:pt x="0" y="71281"/>
                </a:cubicBezTo>
                <a:cubicBezTo>
                  <a:pt x="0" y="75818"/>
                  <a:pt x="3751" y="79569"/>
                  <a:pt x="8287" y="79569"/>
                </a:cubicBezTo>
                <a:cubicBezTo>
                  <a:pt x="12824" y="79569"/>
                  <a:pt x="16575" y="75818"/>
                  <a:pt x="16575" y="71281"/>
                </a:cubicBezTo>
                <a:close/>
                <a:moveTo>
                  <a:pt x="134177" y="71324"/>
                </a:moveTo>
                <a:cubicBezTo>
                  <a:pt x="134177" y="54606"/>
                  <a:pt x="120258" y="41012"/>
                  <a:pt x="103839" y="41012"/>
                </a:cubicBezTo>
                <a:cubicBezTo>
                  <a:pt x="86949" y="41012"/>
                  <a:pt x="73343" y="54919"/>
                  <a:pt x="73343" y="71324"/>
                </a:cubicBezTo>
                <a:cubicBezTo>
                  <a:pt x="73343" y="87887"/>
                  <a:pt x="86949" y="101639"/>
                  <a:pt x="103839" y="101639"/>
                </a:cubicBezTo>
                <a:cubicBezTo>
                  <a:pt x="120258" y="101639"/>
                  <a:pt x="134177" y="88042"/>
                  <a:pt x="134177" y="71324"/>
                </a:cubicBezTo>
                <a:close/>
                <a:moveTo>
                  <a:pt x="241640" y="74376"/>
                </a:moveTo>
                <a:lnTo>
                  <a:pt x="285270" y="74376"/>
                </a:lnTo>
                <a:cubicBezTo>
                  <a:pt x="287461" y="74376"/>
                  <a:pt x="290431" y="74376"/>
                  <a:pt x="290431" y="71250"/>
                </a:cubicBezTo>
                <a:cubicBezTo>
                  <a:pt x="290431" y="68122"/>
                  <a:pt x="287461" y="68122"/>
                  <a:pt x="285270" y="68122"/>
                </a:cubicBezTo>
                <a:lnTo>
                  <a:pt x="241640" y="68122"/>
                </a:lnTo>
                <a:lnTo>
                  <a:pt x="241640" y="24404"/>
                </a:lnTo>
                <a:cubicBezTo>
                  <a:pt x="241640" y="22218"/>
                  <a:pt x="241640" y="19245"/>
                  <a:pt x="238512" y="19245"/>
                </a:cubicBezTo>
                <a:cubicBezTo>
                  <a:pt x="235383" y="19245"/>
                  <a:pt x="235383" y="22218"/>
                  <a:pt x="235383" y="24404"/>
                </a:cubicBezTo>
                <a:lnTo>
                  <a:pt x="235383" y="68122"/>
                </a:lnTo>
                <a:lnTo>
                  <a:pt x="191596" y="68122"/>
                </a:lnTo>
                <a:cubicBezTo>
                  <a:pt x="189408" y="68122"/>
                  <a:pt x="186437" y="68122"/>
                  <a:pt x="186437" y="71250"/>
                </a:cubicBezTo>
                <a:cubicBezTo>
                  <a:pt x="186437" y="74376"/>
                  <a:pt x="189408" y="74376"/>
                  <a:pt x="191596" y="74376"/>
                </a:cubicBezTo>
                <a:lnTo>
                  <a:pt x="235383" y="74376"/>
                </a:lnTo>
                <a:lnTo>
                  <a:pt x="235383" y="118238"/>
                </a:lnTo>
                <a:cubicBezTo>
                  <a:pt x="235383" y="120428"/>
                  <a:pt x="235383" y="123399"/>
                  <a:pt x="238512" y="123399"/>
                </a:cubicBezTo>
                <a:cubicBezTo>
                  <a:pt x="241640" y="123399"/>
                  <a:pt x="241640" y="120428"/>
                  <a:pt x="241640" y="118238"/>
                </a:cubicBezTo>
                <a:lnTo>
                  <a:pt x="241640" y="74376"/>
                </a:lnTo>
                <a:close/>
                <a:moveTo>
                  <a:pt x="423991" y="21455"/>
                </a:moveTo>
                <a:cubicBezTo>
                  <a:pt x="423991" y="9705"/>
                  <a:pt x="415389" y="0"/>
                  <a:pt x="402722" y="0"/>
                </a:cubicBezTo>
                <a:cubicBezTo>
                  <a:pt x="393652" y="0"/>
                  <a:pt x="389274" y="2503"/>
                  <a:pt x="383800" y="6574"/>
                </a:cubicBezTo>
                <a:cubicBezTo>
                  <a:pt x="375200" y="12838"/>
                  <a:pt x="366597" y="28033"/>
                  <a:pt x="363626" y="39938"/>
                </a:cubicBezTo>
                <a:lnTo>
                  <a:pt x="338762" y="139246"/>
                </a:lnTo>
                <a:cubicBezTo>
                  <a:pt x="338604" y="139871"/>
                  <a:pt x="339387" y="140809"/>
                  <a:pt x="340638" y="140809"/>
                </a:cubicBezTo>
                <a:cubicBezTo>
                  <a:pt x="341888" y="140809"/>
                  <a:pt x="342358" y="140496"/>
                  <a:pt x="342513" y="140029"/>
                </a:cubicBezTo>
                <a:lnTo>
                  <a:pt x="353461" y="96795"/>
                </a:lnTo>
                <a:cubicBezTo>
                  <a:pt x="356432" y="106159"/>
                  <a:pt x="363314" y="111938"/>
                  <a:pt x="374730" y="111938"/>
                </a:cubicBezTo>
                <a:cubicBezTo>
                  <a:pt x="386145" y="111938"/>
                  <a:pt x="397874" y="106471"/>
                  <a:pt x="404911" y="99604"/>
                </a:cubicBezTo>
                <a:cubicBezTo>
                  <a:pt x="412418" y="92426"/>
                  <a:pt x="417422" y="82437"/>
                  <a:pt x="417422" y="70888"/>
                </a:cubicBezTo>
                <a:cubicBezTo>
                  <a:pt x="417422" y="59653"/>
                  <a:pt x="411635" y="51535"/>
                  <a:pt x="406006" y="47615"/>
                </a:cubicBezTo>
                <a:cubicBezTo>
                  <a:pt x="415076" y="42444"/>
                  <a:pt x="423991" y="32732"/>
                  <a:pt x="423991" y="21455"/>
                </a:cubicBezTo>
                <a:moveTo>
                  <a:pt x="395841" y="47457"/>
                </a:moveTo>
                <a:cubicBezTo>
                  <a:pt x="393808" y="48247"/>
                  <a:pt x="392087" y="48562"/>
                  <a:pt x="388336" y="48562"/>
                </a:cubicBezTo>
                <a:cubicBezTo>
                  <a:pt x="386145" y="48562"/>
                  <a:pt x="383017" y="48720"/>
                  <a:pt x="381454" y="47932"/>
                </a:cubicBezTo>
                <a:cubicBezTo>
                  <a:pt x="381767" y="46355"/>
                  <a:pt x="387396" y="46668"/>
                  <a:pt x="389116" y="46668"/>
                </a:cubicBezTo>
                <a:cubicBezTo>
                  <a:pt x="392400" y="46668"/>
                  <a:pt x="393808" y="46668"/>
                  <a:pt x="395841" y="47457"/>
                </a:cubicBezTo>
                <a:moveTo>
                  <a:pt x="415233" y="17851"/>
                </a:moveTo>
                <a:cubicBezTo>
                  <a:pt x="415233" y="28816"/>
                  <a:pt x="409289" y="40093"/>
                  <a:pt x="401160" y="44947"/>
                </a:cubicBezTo>
                <a:cubicBezTo>
                  <a:pt x="396936" y="43384"/>
                  <a:pt x="393808" y="43069"/>
                  <a:pt x="389116" y="43069"/>
                </a:cubicBezTo>
                <a:cubicBezTo>
                  <a:pt x="385833" y="43069"/>
                  <a:pt x="377075" y="42914"/>
                  <a:pt x="377075" y="48090"/>
                </a:cubicBezTo>
                <a:cubicBezTo>
                  <a:pt x="376918" y="52473"/>
                  <a:pt x="385050" y="52006"/>
                  <a:pt x="387866" y="52006"/>
                </a:cubicBezTo>
                <a:cubicBezTo>
                  <a:pt x="393652" y="52006"/>
                  <a:pt x="395998" y="51848"/>
                  <a:pt x="400689" y="49972"/>
                </a:cubicBezTo>
                <a:cubicBezTo>
                  <a:pt x="406631" y="55594"/>
                  <a:pt x="407414" y="60434"/>
                  <a:pt x="407569" y="67611"/>
                </a:cubicBezTo>
                <a:cubicBezTo>
                  <a:pt x="407884" y="76662"/>
                  <a:pt x="404130" y="88367"/>
                  <a:pt x="399752" y="94454"/>
                </a:cubicBezTo>
                <a:cubicBezTo>
                  <a:pt x="393652" y="102880"/>
                  <a:pt x="383174" y="108499"/>
                  <a:pt x="374260" y="108499"/>
                </a:cubicBezTo>
                <a:cubicBezTo>
                  <a:pt x="362376" y="108499"/>
                  <a:pt x="356432" y="99449"/>
                  <a:pt x="356432" y="88367"/>
                </a:cubicBezTo>
                <a:cubicBezTo>
                  <a:pt x="356432" y="86806"/>
                  <a:pt x="356432" y="84465"/>
                  <a:pt x="357215" y="81502"/>
                </a:cubicBezTo>
                <a:lnTo>
                  <a:pt x="367223" y="41974"/>
                </a:lnTo>
                <a:cubicBezTo>
                  <a:pt x="370663" y="28504"/>
                  <a:pt x="381924" y="3596"/>
                  <a:pt x="400689" y="3596"/>
                </a:cubicBezTo>
                <a:cubicBezTo>
                  <a:pt x="409759" y="3596"/>
                  <a:pt x="415233" y="8452"/>
                  <a:pt x="415233" y="178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Text x">
            <a:extLst xmlns:a="http://schemas.openxmlformats.org/drawingml/2006/main">
              <a:ext uri="{FF2B5EF4-FFF2-40B4-BE49-F238E27FC236}">
                <a16:creationId xmlns:a16="http://schemas.microsoft.com/office/drawing/2014/main" id="{7D65AAB8-5B15-4DD7-B4B4-F8EB37C3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0579" y="2289694"/>
            <a:ext cx="58566" cy="49389"/>
          </a:xfrm>
          <a:custGeom xmlns:a="http://schemas.openxmlformats.org/drawingml/2006/main">
            <a:pathLst>
              <a:path w="58566" h="49389">
                <a:moveTo>
                  <a:pt x="22004" y="36714"/>
                </a:moveTo>
                <a:cubicBezTo>
                  <a:pt x="20910" y="40436"/>
                  <a:pt x="17297" y="46324"/>
                  <a:pt x="11714" y="46324"/>
                </a:cubicBezTo>
                <a:cubicBezTo>
                  <a:pt x="11385" y="46324"/>
                  <a:pt x="8101" y="46324"/>
                  <a:pt x="5803" y="44801"/>
                </a:cubicBezTo>
                <a:cubicBezTo>
                  <a:pt x="10291" y="43384"/>
                  <a:pt x="10618" y="39452"/>
                  <a:pt x="10618" y="38794"/>
                </a:cubicBezTo>
                <a:cubicBezTo>
                  <a:pt x="10618" y="36387"/>
                  <a:pt x="8758" y="34743"/>
                  <a:pt x="6240" y="34743"/>
                </a:cubicBezTo>
                <a:cubicBezTo>
                  <a:pt x="3175" y="34743"/>
                  <a:pt x="0" y="37371"/>
                  <a:pt x="0" y="41421"/>
                </a:cubicBezTo>
                <a:cubicBezTo>
                  <a:pt x="0" y="46872"/>
                  <a:pt x="6130" y="49389"/>
                  <a:pt x="11495" y="49389"/>
                </a:cubicBezTo>
                <a:cubicBezTo>
                  <a:pt x="16530" y="49389"/>
                  <a:pt x="21018" y="46215"/>
                  <a:pt x="23756" y="41640"/>
                </a:cubicBezTo>
                <a:cubicBezTo>
                  <a:pt x="26382" y="47420"/>
                  <a:pt x="32403" y="49389"/>
                  <a:pt x="36781" y="49389"/>
                </a:cubicBezTo>
                <a:cubicBezTo>
                  <a:pt x="49371" y="49389"/>
                  <a:pt x="56049" y="35729"/>
                  <a:pt x="56049" y="32660"/>
                </a:cubicBezTo>
                <a:cubicBezTo>
                  <a:pt x="56049" y="31234"/>
                  <a:pt x="54626" y="31234"/>
                  <a:pt x="54297" y="31234"/>
                </a:cubicBezTo>
                <a:cubicBezTo>
                  <a:pt x="52765" y="31234"/>
                  <a:pt x="52655" y="31782"/>
                  <a:pt x="52217" y="33098"/>
                </a:cubicBezTo>
                <a:cubicBezTo>
                  <a:pt x="49919" y="40655"/>
                  <a:pt x="43351" y="46324"/>
                  <a:pt x="37221" y="46324"/>
                </a:cubicBezTo>
                <a:cubicBezTo>
                  <a:pt x="32841" y="46324"/>
                  <a:pt x="30542" y="43384"/>
                  <a:pt x="30542" y="39232"/>
                </a:cubicBezTo>
                <a:cubicBezTo>
                  <a:pt x="30542" y="36387"/>
                  <a:pt x="33170" y="26407"/>
                  <a:pt x="36235" y="14231"/>
                </a:cubicBezTo>
                <a:cubicBezTo>
                  <a:pt x="38423" y="5801"/>
                  <a:pt x="43351" y="3067"/>
                  <a:pt x="46962" y="3067"/>
                </a:cubicBezTo>
                <a:cubicBezTo>
                  <a:pt x="47181" y="3067"/>
                  <a:pt x="50575" y="3067"/>
                  <a:pt x="52873" y="4597"/>
                </a:cubicBezTo>
                <a:cubicBezTo>
                  <a:pt x="49371" y="5582"/>
                  <a:pt x="48058" y="8647"/>
                  <a:pt x="48058" y="10618"/>
                </a:cubicBezTo>
                <a:cubicBezTo>
                  <a:pt x="48058" y="13027"/>
                  <a:pt x="49919" y="14669"/>
                  <a:pt x="52436" y="14669"/>
                </a:cubicBezTo>
                <a:cubicBezTo>
                  <a:pt x="54953" y="14669"/>
                  <a:pt x="58566" y="12589"/>
                  <a:pt x="58566" y="7991"/>
                </a:cubicBezTo>
                <a:cubicBezTo>
                  <a:pt x="58566" y="1862"/>
                  <a:pt x="51561" y="0"/>
                  <a:pt x="47181" y="0"/>
                </a:cubicBezTo>
                <a:cubicBezTo>
                  <a:pt x="41709" y="0"/>
                  <a:pt x="37329" y="3613"/>
                  <a:pt x="34920" y="7772"/>
                </a:cubicBezTo>
                <a:cubicBezTo>
                  <a:pt x="32951" y="3286"/>
                  <a:pt x="27915" y="0"/>
                  <a:pt x="21785" y="0"/>
                </a:cubicBezTo>
                <a:cubicBezTo>
                  <a:pt x="9524" y="0"/>
                  <a:pt x="2519" y="13465"/>
                  <a:pt x="2519" y="16754"/>
                </a:cubicBezTo>
                <a:cubicBezTo>
                  <a:pt x="2519" y="18178"/>
                  <a:pt x="4051" y="18178"/>
                  <a:pt x="4380" y="18178"/>
                </a:cubicBezTo>
                <a:cubicBezTo>
                  <a:pt x="5803" y="18178"/>
                  <a:pt x="5911" y="17741"/>
                  <a:pt x="6459" y="16314"/>
                </a:cubicBezTo>
                <a:cubicBezTo>
                  <a:pt x="9195" y="7772"/>
                  <a:pt x="16092" y="3067"/>
                  <a:pt x="21456" y="3067"/>
                </a:cubicBezTo>
                <a:cubicBezTo>
                  <a:pt x="25069" y="3067"/>
                  <a:pt x="28024" y="5036"/>
                  <a:pt x="28024" y="10289"/>
                </a:cubicBezTo>
                <a:cubicBezTo>
                  <a:pt x="28024" y="12479"/>
                  <a:pt x="26711" y="17960"/>
                  <a:pt x="25725" y="21690"/>
                </a:cubicBezTo>
                <a:lnTo>
                  <a:pt x="22004" y="367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4EA70-5D43-443F-A5F2-311335B9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844" y="2492347"/>
            <a:ext cx="1334889" cy="212698"/>
          </a:xfrm>
          <a:custGeom xmlns:a="http://schemas.openxmlformats.org/drawingml/2006/main">
            <a:pathLst>
              <a:path w="1334889" h="212698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23706"/>
                </a:lnTo>
                <a:cubicBezTo>
                  <a:pt x="0" y="172856"/>
                  <a:pt x="39842" y="212698"/>
                  <a:pt x="88991" y="212698"/>
                </a:cubicBezTo>
                <a:lnTo>
                  <a:pt x="1245898" y="212698"/>
                </a:lnTo>
                <a:cubicBezTo>
                  <a:pt x="1295047" y="212698"/>
                  <a:pt x="1334889" y="172856"/>
                  <a:pt x="1334889" y="123706"/>
                </a:cubicBezTo>
                <a:lnTo>
                  <a:pt x="1334889" y="88991"/>
                </a:lnTo>
                <a:cubicBezTo>
                  <a:pt x="1334889" y="39842"/>
                  <a:pt x="1295047" y="0"/>
                  <a:pt x="1245898" y="0"/>
                </a:cubicBezTo>
                <a:close/>
                <a:moveTo>
                  <a:pt x="0" y="212698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C0A723-849C-4DDD-804E-5E249082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844" y="2492347"/>
            <a:ext cx="1334889" cy="212698"/>
          </a:xfrm>
          <a:custGeom xmlns:a="http://schemas.openxmlformats.org/drawingml/2006/main">
            <a:pathLst>
              <a:path w="1334889" h="212698" fill="none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23706"/>
                </a:lnTo>
                <a:cubicBezTo>
                  <a:pt x="0" y="172856"/>
                  <a:pt x="39842" y="212698"/>
                  <a:pt x="88991" y="212698"/>
                </a:cubicBezTo>
                <a:lnTo>
                  <a:pt x="1245898" y="212698"/>
                </a:lnTo>
                <a:cubicBezTo>
                  <a:pt x="1295047" y="212698"/>
                  <a:pt x="1334889" y="172856"/>
                  <a:pt x="1334889" y="123706"/>
                </a:cubicBezTo>
                <a:lnTo>
                  <a:pt x="1334889" y="88991"/>
                </a:lnTo>
                <a:cubicBezTo>
                  <a:pt x="1334889" y="39842"/>
                  <a:pt x="1295047" y="0"/>
                  <a:pt x="1245898" y="0"/>
                </a:cubicBezTo>
                <a:close/>
                <a:moveTo>
                  <a:pt x="0" y="212698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61" name="Text Linear">
            <a:extLst xmlns:a="http://schemas.openxmlformats.org/drawingml/2006/main">
              <a:ext uri="{FF2B5EF4-FFF2-40B4-BE49-F238E27FC236}">
                <a16:creationId xmlns:a16="http://schemas.microsoft.com/office/drawing/2014/main" id="{2007AA61-E5E6-4882-88E0-F28AE7C6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4063" y="2544360"/>
            <a:ext cx="406599" cy="108278"/>
          </a:xfrm>
          <a:custGeom xmlns:a="http://schemas.openxmlformats.org/drawingml/2006/main">
            <a:pathLst>
              <a:path w="406599" h="108278">
                <a:moveTo>
                  <a:pt x="87732" y="79538"/>
                </a:moveTo>
                <a:cubicBezTo>
                  <a:pt x="85074" y="85480"/>
                  <a:pt x="82883" y="89078"/>
                  <a:pt x="80538" y="91736"/>
                </a:cubicBezTo>
                <a:cubicBezTo>
                  <a:pt x="75064" y="97838"/>
                  <a:pt x="66464" y="100654"/>
                  <a:pt x="53483" y="100654"/>
                </a:cubicBezTo>
                <a:lnTo>
                  <a:pt x="43005" y="100654"/>
                </a:lnTo>
                <a:cubicBezTo>
                  <a:pt x="31589" y="100654"/>
                  <a:pt x="29556" y="99713"/>
                  <a:pt x="29556" y="94239"/>
                </a:cubicBezTo>
                <a:lnTo>
                  <a:pt x="29556" y="20257"/>
                </a:lnTo>
                <a:cubicBezTo>
                  <a:pt x="29556" y="9151"/>
                  <a:pt x="31746" y="6961"/>
                  <a:pt x="44100" y="6180"/>
                </a:cubicBezTo>
                <a:lnTo>
                  <a:pt x="44100" y="3207"/>
                </a:lnTo>
                <a:lnTo>
                  <a:pt x="0" y="3207"/>
                </a:lnTo>
                <a:lnTo>
                  <a:pt x="0" y="6180"/>
                </a:lnTo>
                <a:cubicBezTo>
                  <a:pt x="11573" y="7118"/>
                  <a:pt x="13606" y="9309"/>
                  <a:pt x="13606" y="20257"/>
                </a:cubicBezTo>
                <a:lnTo>
                  <a:pt x="13606" y="89703"/>
                </a:lnTo>
                <a:cubicBezTo>
                  <a:pt x="13606" y="100654"/>
                  <a:pt x="11416" y="102999"/>
                  <a:pt x="0" y="103780"/>
                </a:cubicBezTo>
                <a:lnTo>
                  <a:pt x="0" y="106750"/>
                </a:lnTo>
                <a:lnTo>
                  <a:pt x="84134" y="106750"/>
                </a:lnTo>
                <a:lnTo>
                  <a:pt x="91641" y="79540"/>
                </a:lnTo>
                <a:lnTo>
                  <a:pt x="87732" y="79538"/>
                </a:lnTo>
                <a:close/>
                <a:moveTo>
                  <a:pt x="121040" y="34820"/>
                </a:moveTo>
                <a:lnTo>
                  <a:pt x="96801" y="43372"/>
                </a:lnTo>
                <a:lnTo>
                  <a:pt x="96801" y="45720"/>
                </a:lnTo>
                <a:lnTo>
                  <a:pt x="98053" y="45563"/>
                </a:lnTo>
                <a:cubicBezTo>
                  <a:pt x="99929" y="45250"/>
                  <a:pt x="101962" y="45093"/>
                  <a:pt x="103370" y="45093"/>
                </a:cubicBezTo>
                <a:cubicBezTo>
                  <a:pt x="107123" y="45093"/>
                  <a:pt x="108529" y="47596"/>
                  <a:pt x="108529" y="54482"/>
                </a:cubicBezTo>
                <a:lnTo>
                  <a:pt x="108529" y="90791"/>
                </a:lnTo>
                <a:cubicBezTo>
                  <a:pt x="108529" y="102059"/>
                  <a:pt x="106966" y="103780"/>
                  <a:pt x="96175" y="104405"/>
                </a:cubicBezTo>
                <a:lnTo>
                  <a:pt x="96175" y="106750"/>
                </a:lnTo>
                <a:lnTo>
                  <a:pt x="133238" y="106750"/>
                </a:lnTo>
                <a:lnTo>
                  <a:pt x="133238" y="104405"/>
                </a:lnTo>
                <a:cubicBezTo>
                  <a:pt x="122918" y="103624"/>
                  <a:pt x="121665" y="102059"/>
                  <a:pt x="121665" y="90791"/>
                </a:cubicBezTo>
                <a:lnTo>
                  <a:pt x="121665" y="35290"/>
                </a:lnTo>
                <a:lnTo>
                  <a:pt x="121040" y="34820"/>
                </a:lnTo>
                <a:moveTo>
                  <a:pt x="113690" y="0"/>
                </a:moveTo>
                <a:cubicBezTo>
                  <a:pt x="109469" y="0"/>
                  <a:pt x="105871" y="3598"/>
                  <a:pt x="105871" y="7977"/>
                </a:cubicBezTo>
                <a:cubicBezTo>
                  <a:pt x="105871" y="12356"/>
                  <a:pt x="109312" y="15952"/>
                  <a:pt x="113690" y="15952"/>
                </a:cubicBezTo>
                <a:cubicBezTo>
                  <a:pt x="118227" y="15952"/>
                  <a:pt x="121823" y="12511"/>
                  <a:pt x="121823" y="7977"/>
                </a:cubicBezTo>
                <a:cubicBezTo>
                  <a:pt x="121823" y="3598"/>
                  <a:pt x="118227" y="0"/>
                  <a:pt x="113690" y="0"/>
                </a:cubicBezTo>
                <a:close/>
                <a:moveTo>
                  <a:pt x="139650" y="44518"/>
                </a:moveTo>
                <a:cubicBezTo>
                  <a:pt x="140588" y="44047"/>
                  <a:pt x="142153" y="43892"/>
                  <a:pt x="143874" y="43892"/>
                </a:cubicBezTo>
                <a:cubicBezTo>
                  <a:pt x="148253" y="43892"/>
                  <a:pt x="149658" y="46238"/>
                  <a:pt x="149658" y="53898"/>
                </a:cubicBezTo>
                <a:lnTo>
                  <a:pt x="149658" y="92679"/>
                </a:lnTo>
                <a:cubicBezTo>
                  <a:pt x="149658" y="101591"/>
                  <a:pt x="147938" y="103780"/>
                  <a:pt x="139963" y="104405"/>
                </a:cubicBezTo>
                <a:lnTo>
                  <a:pt x="139963" y="106750"/>
                </a:lnTo>
                <a:lnTo>
                  <a:pt x="173117" y="106750"/>
                </a:lnTo>
                <a:lnTo>
                  <a:pt x="173117" y="104405"/>
                </a:lnTo>
                <a:cubicBezTo>
                  <a:pt x="165140" y="103780"/>
                  <a:pt x="162794" y="101904"/>
                  <a:pt x="162794" y="96275"/>
                </a:cubicBezTo>
                <a:lnTo>
                  <a:pt x="162794" y="52335"/>
                </a:lnTo>
                <a:cubicBezTo>
                  <a:pt x="170301" y="45298"/>
                  <a:pt x="173742" y="43422"/>
                  <a:pt x="178904" y="43422"/>
                </a:cubicBezTo>
                <a:cubicBezTo>
                  <a:pt x="186566" y="43422"/>
                  <a:pt x="190319" y="48269"/>
                  <a:pt x="190319" y="58589"/>
                </a:cubicBezTo>
                <a:lnTo>
                  <a:pt x="190319" y="91271"/>
                </a:lnTo>
                <a:cubicBezTo>
                  <a:pt x="190319" y="101121"/>
                  <a:pt x="188286" y="103780"/>
                  <a:pt x="180467" y="104405"/>
                </a:cubicBezTo>
                <a:lnTo>
                  <a:pt x="180467" y="106750"/>
                </a:lnTo>
                <a:lnTo>
                  <a:pt x="212996" y="106750"/>
                </a:lnTo>
                <a:lnTo>
                  <a:pt x="212996" y="104405"/>
                </a:lnTo>
                <a:cubicBezTo>
                  <a:pt x="205331" y="103624"/>
                  <a:pt x="203456" y="101746"/>
                  <a:pt x="203456" y="94087"/>
                </a:cubicBezTo>
                <a:lnTo>
                  <a:pt x="203456" y="58277"/>
                </a:lnTo>
                <a:cubicBezTo>
                  <a:pt x="203456" y="43580"/>
                  <a:pt x="196574" y="34820"/>
                  <a:pt x="185003" y="34820"/>
                </a:cubicBezTo>
                <a:cubicBezTo>
                  <a:pt x="177808" y="34820"/>
                  <a:pt x="172960" y="37481"/>
                  <a:pt x="162327" y="47488"/>
                </a:cubicBezTo>
                <a:lnTo>
                  <a:pt x="162327" y="35135"/>
                </a:lnTo>
                <a:lnTo>
                  <a:pt x="161231" y="34820"/>
                </a:lnTo>
                <a:cubicBezTo>
                  <a:pt x="153569" y="37636"/>
                  <a:pt x="148253" y="39356"/>
                  <a:pt x="139650" y="41859"/>
                </a:cubicBezTo>
                <a:lnTo>
                  <a:pt x="139650" y="44518"/>
                </a:lnTo>
                <a:close/>
                <a:moveTo>
                  <a:pt x="279144" y="81060"/>
                </a:moveTo>
                <a:cubicBezTo>
                  <a:pt x="271640" y="92951"/>
                  <a:pt x="264913" y="97489"/>
                  <a:pt x="254905" y="97489"/>
                </a:cubicBezTo>
                <a:cubicBezTo>
                  <a:pt x="245992" y="97489"/>
                  <a:pt x="239268" y="92951"/>
                  <a:pt x="234732" y="84033"/>
                </a:cubicBezTo>
                <a:cubicBezTo>
                  <a:pt x="231916" y="78087"/>
                  <a:pt x="230823" y="72923"/>
                  <a:pt x="230511" y="63378"/>
                </a:cubicBezTo>
                <a:lnTo>
                  <a:pt x="278677" y="63378"/>
                </a:lnTo>
                <a:cubicBezTo>
                  <a:pt x="277424" y="53232"/>
                  <a:pt x="275861" y="48713"/>
                  <a:pt x="271952" y="43725"/>
                </a:cubicBezTo>
                <a:cubicBezTo>
                  <a:pt x="267258" y="38106"/>
                  <a:pt x="260066" y="34820"/>
                  <a:pt x="251934" y="34820"/>
                </a:cubicBezTo>
                <a:cubicBezTo>
                  <a:pt x="244114" y="34820"/>
                  <a:pt x="236765" y="37636"/>
                  <a:pt x="230823" y="42945"/>
                </a:cubicBezTo>
                <a:cubicBezTo>
                  <a:pt x="223471" y="49335"/>
                  <a:pt x="219250" y="60407"/>
                  <a:pt x="219250" y="73236"/>
                </a:cubicBezTo>
                <a:cubicBezTo>
                  <a:pt x="219250" y="94829"/>
                  <a:pt x="230511" y="108278"/>
                  <a:pt x="248493" y="108278"/>
                </a:cubicBezTo>
                <a:cubicBezTo>
                  <a:pt x="263350" y="108278"/>
                  <a:pt x="275078" y="99052"/>
                  <a:pt x="281647" y="82156"/>
                </a:cubicBezTo>
                <a:lnTo>
                  <a:pt x="279144" y="81060"/>
                </a:lnTo>
                <a:moveTo>
                  <a:pt x="230823" y="58374"/>
                </a:moveTo>
                <a:cubicBezTo>
                  <a:pt x="232541" y="46219"/>
                  <a:pt x="237860" y="40451"/>
                  <a:pt x="247398" y="40451"/>
                </a:cubicBezTo>
                <a:cubicBezTo>
                  <a:pt x="256938" y="40451"/>
                  <a:pt x="260692" y="44816"/>
                  <a:pt x="262725" y="58374"/>
                </a:cubicBezTo>
                <a:lnTo>
                  <a:pt x="230823" y="58374"/>
                </a:lnTo>
                <a:close/>
                <a:moveTo>
                  <a:pt x="353897" y="96397"/>
                </a:moveTo>
                <a:cubicBezTo>
                  <a:pt x="351238" y="98582"/>
                  <a:pt x="349363" y="99365"/>
                  <a:pt x="347017" y="99365"/>
                </a:cubicBezTo>
                <a:cubicBezTo>
                  <a:pt x="343421" y="99365"/>
                  <a:pt x="342326" y="97177"/>
                  <a:pt x="342326" y="90302"/>
                </a:cubicBezTo>
                <a:lnTo>
                  <a:pt x="342326" y="59828"/>
                </a:lnTo>
                <a:cubicBezTo>
                  <a:pt x="342326" y="51700"/>
                  <a:pt x="341543" y="47169"/>
                  <a:pt x="339197" y="43417"/>
                </a:cubicBezTo>
                <a:cubicBezTo>
                  <a:pt x="335757" y="37793"/>
                  <a:pt x="329032" y="34820"/>
                  <a:pt x="319807" y="34820"/>
                </a:cubicBezTo>
                <a:cubicBezTo>
                  <a:pt x="305105" y="34820"/>
                  <a:pt x="293535" y="42480"/>
                  <a:pt x="293535" y="52325"/>
                </a:cubicBezTo>
                <a:cubicBezTo>
                  <a:pt x="293535" y="55921"/>
                  <a:pt x="296661" y="59045"/>
                  <a:pt x="300259" y="59045"/>
                </a:cubicBezTo>
                <a:cubicBezTo>
                  <a:pt x="304010" y="59045"/>
                  <a:pt x="307296" y="55921"/>
                  <a:pt x="307296" y="52483"/>
                </a:cubicBezTo>
                <a:cubicBezTo>
                  <a:pt x="307296" y="51858"/>
                  <a:pt x="307138" y="51075"/>
                  <a:pt x="306983" y="49982"/>
                </a:cubicBezTo>
                <a:cubicBezTo>
                  <a:pt x="306671" y="48576"/>
                  <a:pt x="306513" y="47326"/>
                  <a:pt x="306513" y="46231"/>
                </a:cubicBezTo>
                <a:cubicBezTo>
                  <a:pt x="306513" y="42012"/>
                  <a:pt x="311517" y="38573"/>
                  <a:pt x="317774" y="38573"/>
                </a:cubicBezTo>
                <a:cubicBezTo>
                  <a:pt x="325436" y="38573"/>
                  <a:pt x="329657" y="43105"/>
                  <a:pt x="329657" y="51545"/>
                </a:cubicBezTo>
                <a:lnTo>
                  <a:pt x="329657" y="61078"/>
                </a:lnTo>
                <a:cubicBezTo>
                  <a:pt x="305575" y="70766"/>
                  <a:pt x="302917" y="72016"/>
                  <a:pt x="296193" y="77956"/>
                </a:cubicBezTo>
                <a:cubicBezTo>
                  <a:pt x="292752" y="81082"/>
                  <a:pt x="290561" y="86393"/>
                  <a:pt x="290561" y="91550"/>
                </a:cubicBezTo>
                <a:cubicBezTo>
                  <a:pt x="290561" y="101398"/>
                  <a:pt x="297443" y="108278"/>
                  <a:pt x="306983" y="108278"/>
                </a:cubicBezTo>
                <a:cubicBezTo>
                  <a:pt x="313863" y="108278"/>
                  <a:pt x="320275" y="104994"/>
                  <a:pt x="329815" y="96862"/>
                </a:cubicBezTo>
                <a:cubicBezTo>
                  <a:pt x="330597" y="104994"/>
                  <a:pt x="333411" y="108278"/>
                  <a:pt x="339823" y="108278"/>
                </a:cubicBezTo>
                <a:cubicBezTo>
                  <a:pt x="345139" y="108278"/>
                  <a:pt x="348425" y="106402"/>
                  <a:pt x="353897" y="100460"/>
                </a:cubicBezTo>
                <a:lnTo>
                  <a:pt x="353897" y="96397"/>
                </a:lnTo>
                <a:moveTo>
                  <a:pt x="329657" y="87479"/>
                </a:moveTo>
                <a:cubicBezTo>
                  <a:pt x="329657" y="92328"/>
                  <a:pt x="328877" y="93736"/>
                  <a:pt x="325591" y="95611"/>
                </a:cubicBezTo>
                <a:cubicBezTo>
                  <a:pt x="321840" y="97802"/>
                  <a:pt x="317461" y="99208"/>
                  <a:pt x="314175" y="99208"/>
                </a:cubicBezTo>
                <a:cubicBezTo>
                  <a:pt x="308704" y="99208"/>
                  <a:pt x="304325" y="93891"/>
                  <a:pt x="304325" y="87167"/>
                </a:cubicBezTo>
                <a:lnTo>
                  <a:pt x="304325" y="86541"/>
                </a:lnTo>
                <a:cubicBezTo>
                  <a:pt x="304325" y="77314"/>
                  <a:pt x="310735" y="71685"/>
                  <a:pt x="329657" y="64803"/>
                </a:cubicBezTo>
                <a:lnTo>
                  <a:pt x="329657" y="87479"/>
                </a:lnTo>
                <a:close/>
                <a:moveTo>
                  <a:pt x="355304" y="45768"/>
                </a:moveTo>
                <a:cubicBezTo>
                  <a:pt x="357495" y="45298"/>
                  <a:pt x="358903" y="45140"/>
                  <a:pt x="360778" y="45140"/>
                </a:cubicBezTo>
                <a:cubicBezTo>
                  <a:pt x="364687" y="45140"/>
                  <a:pt x="366095" y="47643"/>
                  <a:pt x="366095" y="54523"/>
                </a:cubicBezTo>
                <a:lnTo>
                  <a:pt x="366095" y="93617"/>
                </a:lnTo>
                <a:cubicBezTo>
                  <a:pt x="366095" y="101434"/>
                  <a:pt x="365000" y="102529"/>
                  <a:pt x="354992" y="104405"/>
                </a:cubicBezTo>
                <a:lnTo>
                  <a:pt x="354992" y="106750"/>
                </a:lnTo>
                <a:lnTo>
                  <a:pt x="392525" y="106750"/>
                </a:lnTo>
                <a:lnTo>
                  <a:pt x="392525" y="104405"/>
                </a:lnTo>
                <a:cubicBezTo>
                  <a:pt x="381889" y="103937"/>
                  <a:pt x="379231" y="101591"/>
                  <a:pt x="379231" y="92679"/>
                </a:cubicBezTo>
                <a:lnTo>
                  <a:pt x="379231" y="57494"/>
                </a:lnTo>
                <a:cubicBezTo>
                  <a:pt x="379231" y="52490"/>
                  <a:pt x="385956" y="44673"/>
                  <a:pt x="390179" y="44673"/>
                </a:cubicBezTo>
                <a:cubicBezTo>
                  <a:pt x="391117" y="44673"/>
                  <a:pt x="392525" y="45455"/>
                  <a:pt x="394245" y="47018"/>
                </a:cubicBezTo>
                <a:cubicBezTo>
                  <a:pt x="396746" y="49206"/>
                  <a:pt x="398467" y="50144"/>
                  <a:pt x="400500" y="50144"/>
                </a:cubicBezTo>
                <a:cubicBezTo>
                  <a:pt x="404253" y="50144"/>
                  <a:pt x="406599" y="47486"/>
                  <a:pt x="406599" y="43110"/>
                </a:cubicBezTo>
                <a:cubicBezTo>
                  <a:pt x="406599" y="37948"/>
                  <a:pt x="403315" y="34820"/>
                  <a:pt x="397999" y="34820"/>
                </a:cubicBezTo>
                <a:cubicBezTo>
                  <a:pt x="391430" y="34820"/>
                  <a:pt x="386896" y="38418"/>
                  <a:pt x="379231" y="49519"/>
                </a:cubicBezTo>
                <a:lnTo>
                  <a:pt x="379231" y="35135"/>
                </a:lnTo>
                <a:lnTo>
                  <a:pt x="378451" y="34820"/>
                </a:lnTo>
                <a:cubicBezTo>
                  <a:pt x="370161" y="38261"/>
                  <a:pt x="364532" y="40294"/>
                  <a:pt x="355304" y="43265"/>
                </a:cubicBezTo>
                <a:lnTo>
                  <a:pt x="355304" y="457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347A59-D3C8-41A5-AF41-1D86E7DE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844" y="5025106"/>
            <a:ext cx="1334889" cy="212697"/>
          </a:xfrm>
          <a:custGeom xmlns:a="http://schemas.openxmlformats.org/drawingml/2006/main">
            <a:pathLst>
              <a:path w="1334889" h="212697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23706"/>
                </a:lnTo>
                <a:cubicBezTo>
                  <a:pt x="0" y="172855"/>
                  <a:pt x="39842" y="212697"/>
                  <a:pt x="88991" y="212697"/>
                </a:cubicBezTo>
                <a:lnTo>
                  <a:pt x="1245898" y="212697"/>
                </a:lnTo>
                <a:cubicBezTo>
                  <a:pt x="1295047" y="212697"/>
                  <a:pt x="1334889" y="172855"/>
                  <a:pt x="1334889" y="123706"/>
                </a:cubicBezTo>
                <a:lnTo>
                  <a:pt x="1334889" y="88991"/>
                </a:lnTo>
                <a:cubicBezTo>
                  <a:pt x="1334889" y="39842"/>
                  <a:pt x="1295047" y="0"/>
                  <a:pt x="1245898" y="0"/>
                </a:cubicBezTo>
                <a:close/>
                <a:moveTo>
                  <a:pt x="0" y="212697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3CC9F8-71DA-4128-B39F-1A7E0CED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844" y="5025106"/>
            <a:ext cx="1334889" cy="212697"/>
          </a:xfrm>
          <a:custGeom xmlns:a="http://schemas.openxmlformats.org/drawingml/2006/main">
            <a:pathLst>
              <a:path w="1334889" h="212697" fill="none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23706"/>
                </a:lnTo>
                <a:cubicBezTo>
                  <a:pt x="0" y="172855"/>
                  <a:pt x="39842" y="212697"/>
                  <a:pt x="88991" y="212697"/>
                </a:cubicBezTo>
                <a:lnTo>
                  <a:pt x="1245898" y="212697"/>
                </a:lnTo>
                <a:cubicBezTo>
                  <a:pt x="1295047" y="212697"/>
                  <a:pt x="1334889" y="172855"/>
                  <a:pt x="1334889" y="123706"/>
                </a:cubicBezTo>
                <a:lnTo>
                  <a:pt x="1334889" y="88991"/>
                </a:lnTo>
                <a:cubicBezTo>
                  <a:pt x="1334889" y="39842"/>
                  <a:pt x="1295047" y="0"/>
                  <a:pt x="1245898" y="0"/>
                </a:cubicBezTo>
                <a:close/>
                <a:moveTo>
                  <a:pt x="0" y="212697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64" name="Text Linear">
            <a:extLst xmlns:a="http://schemas.openxmlformats.org/drawingml/2006/main">
              <a:ext uri="{FF2B5EF4-FFF2-40B4-BE49-F238E27FC236}">
                <a16:creationId xmlns:a16="http://schemas.microsoft.com/office/drawing/2014/main" id="{04EBA07F-6629-4BB7-9491-C1FC7B11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4063" y="5077087"/>
            <a:ext cx="406599" cy="108278"/>
          </a:xfrm>
          <a:custGeom xmlns:a="http://schemas.openxmlformats.org/drawingml/2006/main">
            <a:pathLst>
              <a:path w="406599" h="108278">
                <a:moveTo>
                  <a:pt x="87732" y="79538"/>
                </a:moveTo>
                <a:cubicBezTo>
                  <a:pt x="85074" y="85480"/>
                  <a:pt x="82883" y="89078"/>
                  <a:pt x="80538" y="91736"/>
                </a:cubicBezTo>
                <a:cubicBezTo>
                  <a:pt x="75064" y="97838"/>
                  <a:pt x="66464" y="100654"/>
                  <a:pt x="53483" y="100654"/>
                </a:cubicBezTo>
                <a:lnTo>
                  <a:pt x="43005" y="100654"/>
                </a:lnTo>
                <a:cubicBezTo>
                  <a:pt x="31589" y="100654"/>
                  <a:pt x="29556" y="99713"/>
                  <a:pt x="29556" y="94239"/>
                </a:cubicBezTo>
                <a:lnTo>
                  <a:pt x="29556" y="20257"/>
                </a:lnTo>
                <a:cubicBezTo>
                  <a:pt x="29556" y="9151"/>
                  <a:pt x="31746" y="6961"/>
                  <a:pt x="44100" y="6180"/>
                </a:cubicBezTo>
                <a:lnTo>
                  <a:pt x="44100" y="3207"/>
                </a:lnTo>
                <a:lnTo>
                  <a:pt x="0" y="3207"/>
                </a:lnTo>
                <a:lnTo>
                  <a:pt x="0" y="6180"/>
                </a:lnTo>
                <a:cubicBezTo>
                  <a:pt x="11573" y="7118"/>
                  <a:pt x="13606" y="9309"/>
                  <a:pt x="13606" y="20257"/>
                </a:cubicBezTo>
                <a:lnTo>
                  <a:pt x="13606" y="89703"/>
                </a:lnTo>
                <a:cubicBezTo>
                  <a:pt x="13606" y="100654"/>
                  <a:pt x="11416" y="102999"/>
                  <a:pt x="0" y="103780"/>
                </a:cubicBezTo>
                <a:lnTo>
                  <a:pt x="0" y="106750"/>
                </a:lnTo>
                <a:lnTo>
                  <a:pt x="84134" y="106750"/>
                </a:lnTo>
                <a:lnTo>
                  <a:pt x="91641" y="79540"/>
                </a:lnTo>
                <a:lnTo>
                  <a:pt x="87732" y="79538"/>
                </a:lnTo>
                <a:close/>
                <a:moveTo>
                  <a:pt x="121040" y="34820"/>
                </a:moveTo>
                <a:lnTo>
                  <a:pt x="96801" y="43372"/>
                </a:lnTo>
                <a:lnTo>
                  <a:pt x="96801" y="45720"/>
                </a:lnTo>
                <a:lnTo>
                  <a:pt x="98053" y="45563"/>
                </a:lnTo>
                <a:cubicBezTo>
                  <a:pt x="99929" y="45250"/>
                  <a:pt x="101962" y="45093"/>
                  <a:pt x="103370" y="45093"/>
                </a:cubicBezTo>
                <a:cubicBezTo>
                  <a:pt x="107123" y="45093"/>
                  <a:pt x="108529" y="47596"/>
                  <a:pt x="108529" y="54482"/>
                </a:cubicBezTo>
                <a:lnTo>
                  <a:pt x="108529" y="90791"/>
                </a:lnTo>
                <a:cubicBezTo>
                  <a:pt x="108529" y="102059"/>
                  <a:pt x="106966" y="103780"/>
                  <a:pt x="96175" y="104405"/>
                </a:cubicBezTo>
                <a:lnTo>
                  <a:pt x="96175" y="106750"/>
                </a:lnTo>
                <a:lnTo>
                  <a:pt x="133238" y="106750"/>
                </a:lnTo>
                <a:lnTo>
                  <a:pt x="133238" y="104405"/>
                </a:lnTo>
                <a:cubicBezTo>
                  <a:pt x="122918" y="103624"/>
                  <a:pt x="121665" y="102059"/>
                  <a:pt x="121665" y="90791"/>
                </a:cubicBezTo>
                <a:lnTo>
                  <a:pt x="121665" y="35290"/>
                </a:lnTo>
                <a:lnTo>
                  <a:pt x="121040" y="34820"/>
                </a:lnTo>
                <a:moveTo>
                  <a:pt x="113690" y="0"/>
                </a:moveTo>
                <a:cubicBezTo>
                  <a:pt x="109469" y="0"/>
                  <a:pt x="105871" y="3598"/>
                  <a:pt x="105871" y="7977"/>
                </a:cubicBezTo>
                <a:cubicBezTo>
                  <a:pt x="105871" y="12356"/>
                  <a:pt x="109312" y="15952"/>
                  <a:pt x="113690" y="15952"/>
                </a:cubicBezTo>
                <a:cubicBezTo>
                  <a:pt x="118227" y="15952"/>
                  <a:pt x="121823" y="12511"/>
                  <a:pt x="121823" y="7977"/>
                </a:cubicBezTo>
                <a:cubicBezTo>
                  <a:pt x="121823" y="3598"/>
                  <a:pt x="118227" y="0"/>
                  <a:pt x="113690" y="0"/>
                </a:cubicBezTo>
                <a:close/>
                <a:moveTo>
                  <a:pt x="139650" y="44518"/>
                </a:moveTo>
                <a:cubicBezTo>
                  <a:pt x="140588" y="44047"/>
                  <a:pt x="142153" y="43892"/>
                  <a:pt x="143874" y="43892"/>
                </a:cubicBezTo>
                <a:cubicBezTo>
                  <a:pt x="148253" y="43892"/>
                  <a:pt x="149658" y="46238"/>
                  <a:pt x="149658" y="53898"/>
                </a:cubicBezTo>
                <a:lnTo>
                  <a:pt x="149658" y="92679"/>
                </a:lnTo>
                <a:cubicBezTo>
                  <a:pt x="149658" y="101591"/>
                  <a:pt x="147938" y="103780"/>
                  <a:pt x="139963" y="104405"/>
                </a:cubicBezTo>
                <a:lnTo>
                  <a:pt x="139963" y="106750"/>
                </a:lnTo>
                <a:lnTo>
                  <a:pt x="173117" y="106750"/>
                </a:lnTo>
                <a:lnTo>
                  <a:pt x="173117" y="104405"/>
                </a:lnTo>
                <a:cubicBezTo>
                  <a:pt x="165140" y="103780"/>
                  <a:pt x="162794" y="101904"/>
                  <a:pt x="162794" y="96275"/>
                </a:cubicBezTo>
                <a:lnTo>
                  <a:pt x="162794" y="52335"/>
                </a:lnTo>
                <a:cubicBezTo>
                  <a:pt x="170301" y="45298"/>
                  <a:pt x="173742" y="43422"/>
                  <a:pt x="178904" y="43422"/>
                </a:cubicBezTo>
                <a:cubicBezTo>
                  <a:pt x="186566" y="43422"/>
                  <a:pt x="190319" y="48269"/>
                  <a:pt x="190319" y="58589"/>
                </a:cubicBezTo>
                <a:lnTo>
                  <a:pt x="190319" y="91271"/>
                </a:lnTo>
                <a:cubicBezTo>
                  <a:pt x="190319" y="101121"/>
                  <a:pt x="188286" y="103780"/>
                  <a:pt x="180467" y="104405"/>
                </a:cubicBezTo>
                <a:lnTo>
                  <a:pt x="180467" y="106750"/>
                </a:lnTo>
                <a:lnTo>
                  <a:pt x="212996" y="106750"/>
                </a:lnTo>
                <a:lnTo>
                  <a:pt x="212996" y="104405"/>
                </a:lnTo>
                <a:cubicBezTo>
                  <a:pt x="205331" y="103624"/>
                  <a:pt x="203456" y="101746"/>
                  <a:pt x="203456" y="94087"/>
                </a:cubicBezTo>
                <a:lnTo>
                  <a:pt x="203456" y="58277"/>
                </a:lnTo>
                <a:cubicBezTo>
                  <a:pt x="203456" y="43580"/>
                  <a:pt x="196574" y="34820"/>
                  <a:pt x="185003" y="34820"/>
                </a:cubicBezTo>
                <a:cubicBezTo>
                  <a:pt x="177808" y="34820"/>
                  <a:pt x="172960" y="37481"/>
                  <a:pt x="162327" y="47488"/>
                </a:cubicBezTo>
                <a:lnTo>
                  <a:pt x="162327" y="35135"/>
                </a:lnTo>
                <a:lnTo>
                  <a:pt x="161231" y="34820"/>
                </a:lnTo>
                <a:cubicBezTo>
                  <a:pt x="153569" y="37636"/>
                  <a:pt x="148253" y="39356"/>
                  <a:pt x="139650" y="41859"/>
                </a:cubicBezTo>
                <a:lnTo>
                  <a:pt x="139650" y="44518"/>
                </a:lnTo>
                <a:close/>
                <a:moveTo>
                  <a:pt x="279144" y="81060"/>
                </a:moveTo>
                <a:cubicBezTo>
                  <a:pt x="271640" y="92951"/>
                  <a:pt x="264913" y="97489"/>
                  <a:pt x="254905" y="97489"/>
                </a:cubicBezTo>
                <a:cubicBezTo>
                  <a:pt x="245992" y="97489"/>
                  <a:pt x="239268" y="92951"/>
                  <a:pt x="234732" y="84033"/>
                </a:cubicBezTo>
                <a:cubicBezTo>
                  <a:pt x="231916" y="78087"/>
                  <a:pt x="230823" y="72923"/>
                  <a:pt x="230511" y="63378"/>
                </a:cubicBezTo>
                <a:lnTo>
                  <a:pt x="278677" y="63378"/>
                </a:lnTo>
                <a:cubicBezTo>
                  <a:pt x="277424" y="53232"/>
                  <a:pt x="275861" y="48713"/>
                  <a:pt x="271952" y="43725"/>
                </a:cubicBezTo>
                <a:cubicBezTo>
                  <a:pt x="267258" y="38106"/>
                  <a:pt x="260066" y="34820"/>
                  <a:pt x="251934" y="34820"/>
                </a:cubicBezTo>
                <a:cubicBezTo>
                  <a:pt x="244114" y="34820"/>
                  <a:pt x="236765" y="37636"/>
                  <a:pt x="230823" y="42945"/>
                </a:cubicBezTo>
                <a:cubicBezTo>
                  <a:pt x="223471" y="49335"/>
                  <a:pt x="219250" y="60407"/>
                  <a:pt x="219250" y="73236"/>
                </a:cubicBezTo>
                <a:cubicBezTo>
                  <a:pt x="219250" y="94829"/>
                  <a:pt x="230511" y="108278"/>
                  <a:pt x="248493" y="108278"/>
                </a:cubicBezTo>
                <a:cubicBezTo>
                  <a:pt x="263350" y="108278"/>
                  <a:pt x="275078" y="99052"/>
                  <a:pt x="281647" y="82156"/>
                </a:cubicBezTo>
                <a:lnTo>
                  <a:pt x="279144" y="81060"/>
                </a:lnTo>
                <a:moveTo>
                  <a:pt x="230823" y="58374"/>
                </a:moveTo>
                <a:cubicBezTo>
                  <a:pt x="232541" y="46219"/>
                  <a:pt x="237860" y="40451"/>
                  <a:pt x="247398" y="40451"/>
                </a:cubicBezTo>
                <a:cubicBezTo>
                  <a:pt x="256938" y="40451"/>
                  <a:pt x="260692" y="44816"/>
                  <a:pt x="262725" y="58374"/>
                </a:cubicBezTo>
                <a:lnTo>
                  <a:pt x="230823" y="58374"/>
                </a:lnTo>
                <a:close/>
                <a:moveTo>
                  <a:pt x="353897" y="96397"/>
                </a:moveTo>
                <a:cubicBezTo>
                  <a:pt x="351238" y="98582"/>
                  <a:pt x="349363" y="99365"/>
                  <a:pt x="347017" y="99365"/>
                </a:cubicBezTo>
                <a:cubicBezTo>
                  <a:pt x="343421" y="99365"/>
                  <a:pt x="342326" y="97177"/>
                  <a:pt x="342326" y="90302"/>
                </a:cubicBezTo>
                <a:lnTo>
                  <a:pt x="342326" y="59828"/>
                </a:lnTo>
                <a:cubicBezTo>
                  <a:pt x="342326" y="51700"/>
                  <a:pt x="341543" y="47169"/>
                  <a:pt x="339197" y="43417"/>
                </a:cubicBezTo>
                <a:cubicBezTo>
                  <a:pt x="335757" y="37793"/>
                  <a:pt x="329032" y="34820"/>
                  <a:pt x="319807" y="34820"/>
                </a:cubicBezTo>
                <a:cubicBezTo>
                  <a:pt x="305105" y="34820"/>
                  <a:pt x="293535" y="42480"/>
                  <a:pt x="293535" y="52325"/>
                </a:cubicBezTo>
                <a:cubicBezTo>
                  <a:pt x="293535" y="55921"/>
                  <a:pt x="296661" y="59045"/>
                  <a:pt x="300259" y="59045"/>
                </a:cubicBezTo>
                <a:cubicBezTo>
                  <a:pt x="304010" y="59045"/>
                  <a:pt x="307296" y="55921"/>
                  <a:pt x="307296" y="52483"/>
                </a:cubicBezTo>
                <a:cubicBezTo>
                  <a:pt x="307296" y="51858"/>
                  <a:pt x="307138" y="51075"/>
                  <a:pt x="306983" y="49982"/>
                </a:cubicBezTo>
                <a:cubicBezTo>
                  <a:pt x="306671" y="48576"/>
                  <a:pt x="306513" y="47326"/>
                  <a:pt x="306513" y="46231"/>
                </a:cubicBezTo>
                <a:cubicBezTo>
                  <a:pt x="306513" y="42012"/>
                  <a:pt x="311517" y="38573"/>
                  <a:pt x="317774" y="38573"/>
                </a:cubicBezTo>
                <a:cubicBezTo>
                  <a:pt x="325436" y="38573"/>
                  <a:pt x="329657" y="43105"/>
                  <a:pt x="329657" y="51545"/>
                </a:cubicBezTo>
                <a:lnTo>
                  <a:pt x="329657" y="61078"/>
                </a:lnTo>
                <a:cubicBezTo>
                  <a:pt x="305575" y="70766"/>
                  <a:pt x="302917" y="72016"/>
                  <a:pt x="296193" y="77956"/>
                </a:cubicBezTo>
                <a:cubicBezTo>
                  <a:pt x="292752" y="81082"/>
                  <a:pt x="290561" y="86393"/>
                  <a:pt x="290561" y="91550"/>
                </a:cubicBezTo>
                <a:cubicBezTo>
                  <a:pt x="290561" y="101398"/>
                  <a:pt x="297443" y="108278"/>
                  <a:pt x="306983" y="108278"/>
                </a:cubicBezTo>
                <a:cubicBezTo>
                  <a:pt x="313863" y="108278"/>
                  <a:pt x="320275" y="104994"/>
                  <a:pt x="329815" y="96862"/>
                </a:cubicBezTo>
                <a:cubicBezTo>
                  <a:pt x="330597" y="104994"/>
                  <a:pt x="333411" y="108278"/>
                  <a:pt x="339823" y="108278"/>
                </a:cubicBezTo>
                <a:cubicBezTo>
                  <a:pt x="345139" y="108278"/>
                  <a:pt x="348425" y="106402"/>
                  <a:pt x="353897" y="100460"/>
                </a:cubicBezTo>
                <a:lnTo>
                  <a:pt x="353897" y="96397"/>
                </a:lnTo>
                <a:moveTo>
                  <a:pt x="329657" y="87479"/>
                </a:moveTo>
                <a:cubicBezTo>
                  <a:pt x="329657" y="92328"/>
                  <a:pt x="328877" y="93736"/>
                  <a:pt x="325591" y="95611"/>
                </a:cubicBezTo>
                <a:cubicBezTo>
                  <a:pt x="321840" y="97802"/>
                  <a:pt x="317461" y="99208"/>
                  <a:pt x="314175" y="99208"/>
                </a:cubicBezTo>
                <a:cubicBezTo>
                  <a:pt x="308704" y="99208"/>
                  <a:pt x="304325" y="93891"/>
                  <a:pt x="304325" y="87167"/>
                </a:cubicBezTo>
                <a:lnTo>
                  <a:pt x="304325" y="86541"/>
                </a:lnTo>
                <a:cubicBezTo>
                  <a:pt x="304325" y="77314"/>
                  <a:pt x="310735" y="71685"/>
                  <a:pt x="329657" y="64803"/>
                </a:cubicBezTo>
                <a:lnTo>
                  <a:pt x="329657" y="87479"/>
                </a:lnTo>
                <a:close/>
                <a:moveTo>
                  <a:pt x="355304" y="45768"/>
                </a:moveTo>
                <a:cubicBezTo>
                  <a:pt x="357495" y="45298"/>
                  <a:pt x="358903" y="45140"/>
                  <a:pt x="360778" y="45140"/>
                </a:cubicBezTo>
                <a:cubicBezTo>
                  <a:pt x="364687" y="45140"/>
                  <a:pt x="366095" y="47643"/>
                  <a:pt x="366095" y="54523"/>
                </a:cubicBezTo>
                <a:lnTo>
                  <a:pt x="366095" y="93617"/>
                </a:lnTo>
                <a:cubicBezTo>
                  <a:pt x="366095" y="101434"/>
                  <a:pt x="365000" y="102529"/>
                  <a:pt x="354992" y="104405"/>
                </a:cubicBezTo>
                <a:lnTo>
                  <a:pt x="354992" y="106750"/>
                </a:lnTo>
                <a:lnTo>
                  <a:pt x="392525" y="106750"/>
                </a:lnTo>
                <a:lnTo>
                  <a:pt x="392525" y="104405"/>
                </a:lnTo>
                <a:cubicBezTo>
                  <a:pt x="381889" y="103937"/>
                  <a:pt x="379231" y="101591"/>
                  <a:pt x="379231" y="92679"/>
                </a:cubicBezTo>
                <a:lnTo>
                  <a:pt x="379231" y="57494"/>
                </a:lnTo>
                <a:cubicBezTo>
                  <a:pt x="379231" y="52490"/>
                  <a:pt x="385956" y="44673"/>
                  <a:pt x="390179" y="44673"/>
                </a:cubicBezTo>
                <a:cubicBezTo>
                  <a:pt x="391117" y="44673"/>
                  <a:pt x="392525" y="45455"/>
                  <a:pt x="394245" y="47018"/>
                </a:cubicBezTo>
                <a:cubicBezTo>
                  <a:pt x="396746" y="49206"/>
                  <a:pt x="398467" y="50144"/>
                  <a:pt x="400500" y="50144"/>
                </a:cubicBezTo>
                <a:cubicBezTo>
                  <a:pt x="404253" y="50144"/>
                  <a:pt x="406599" y="47486"/>
                  <a:pt x="406599" y="43110"/>
                </a:cubicBezTo>
                <a:cubicBezTo>
                  <a:pt x="406599" y="37948"/>
                  <a:pt x="403315" y="34820"/>
                  <a:pt x="397999" y="34820"/>
                </a:cubicBezTo>
                <a:cubicBezTo>
                  <a:pt x="391430" y="34820"/>
                  <a:pt x="386896" y="38418"/>
                  <a:pt x="379231" y="49519"/>
                </a:cubicBezTo>
                <a:lnTo>
                  <a:pt x="379231" y="35135"/>
                </a:lnTo>
                <a:lnTo>
                  <a:pt x="378451" y="34820"/>
                </a:lnTo>
                <a:cubicBezTo>
                  <a:pt x="370161" y="38261"/>
                  <a:pt x="364532" y="40294"/>
                  <a:pt x="355304" y="43265"/>
                </a:cubicBezTo>
                <a:lnTo>
                  <a:pt x="355304" y="457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0183A-D450-48FA-90F1-A6070E27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901" y="5333050"/>
            <a:ext cx="312773" cy="312773"/>
          </a:xfrm>
          <a:custGeom xmlns:a="http://schemas.openxmlformats.org/drawingml/2006/main">
            <a:pathLst>
              <a:path w="312773" h="312773">
                <a:moveTo>
                  <a:pt x="312773" y="156386"/>
                </a:moveTo>
                <a:cubicBezTo>
                  <a:pt x="312773" y="70015"/>
                  <a:pt x="242758" y="0"/>
                  <a:pt x="156387" y="0"/>
                </a:cubicBezTo>
                <a:cubicBezTo>
                  <a:pt x="70016" y="0"/>
                  <a:pt x="0" y="70015"/>
                  <a:pt x="0" y="156386"/>
                </a:cubicBezTo>
                <a:cubicBezTo>
                  <a:pt x="0" y="242757"/>
                  <a:pt x="70016" y="312773"/>
                  <a:pt x="156387" y="312773"/>
                </a:cubicBezTo>
                <a:cubicBezTo>
                  <a:pt x="242758" y="312773"/>
                  <a:pt x="312773" y="242757"/>
                  <a:pt x="312773" y="156386"/>
                </a:cubicBezTo>
                <a:close/>
                <a:moveTo>
                  <a:pt x="156387" y="156386"/>
                </a:moveTo>
              </a:path>
            </a:pathLst>
          </a:custGeom>
          <a:solidFill xmlns:a="http://schemas.openxmlformats.org/drawingml/2006/main">
            <a:srgbClr val="FF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2D5F2-902A-44D9-961E-0F1F4D92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901" y="5333050"/>
            <a:ext cx="312773" cy="312773"/>
          </a:xfrm>
          <a:custGeom xmlns:a="http://schemas.openxmlformats.org/drawingml/2006/main">
            <a:pathLst>
              <a:path w="312773" h="312773" fill="none">
                <a:moveTo>
                  <a:pt x="312773" y="156386"/>
                </a:moveTo>
                <a:cubicBezTo>
                  <a:pt x="312773" y="70015"/>
                  <a:pt x="242758" y="0"/>
                  <a:pt x="156387" y="0"/>
                </a:cubicBezTo>
                <a:cubicBezTo>
                  <a:pt x="70016" y="0"/>
                  <a:pt x="0" y="70015"/>
                  <a:pt x="0" y="156386"/>
                </a:cubicBezTo>
                <a:cubicBezTo>
                  <a:pt x="0" y="242757"/>
                  <a:pt x="70016" y="312773"/>
                  <a:pt x="156387" y="312773"/>
                </a:cubicBezTo>
                <a:cubicBezTo>
                  <a:pt x="242758" y="312773"/>
                  <a:pt x="312773" y="242757"/>
                  <a:pt x="312773" y="156386"/>
                </a:cubicBezTo>
                <a:close/>
                <a:moveTo>
                  <a:pt x="156387" y="156386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67" name="Text ∗">
            <a:extLst xmlns:a="http://schemas.openxmlformats.org/drawingml/2006/main">
              <a:ext uri="{FF2B5EF4-FFF2-40B4-BE49-F238E27FC236}">
                <a16:creationId xmlns:a16="http://schemas.microsoft.com/office/drawing/2014/main" id="{3266FA10-87D2-4AC6-819D-91A31CF8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7327" y="5453073"/>
            <a:ext cx="57706" cy="67349"/>
          </a:xfrm>
          <a:custGeom xmlns:a="http://schemas.openxmlformats.org/drawingml/2006/main">
            <a:pathLst>
              <a:path w="57706" h="67349">
                <a:moveTo>
                  <a:pt x="32842" y="5942"/>
                </a:moveTo>
                <a:cubicBezTo>
                  <a:pt x="32997" y="3754"/>
                  <a:pt x="32997" y="0"/>
                  <a:pt x="28933" y="0"/>
                </a:cubicBezTo>
                <a:cubicBezTo>
                  <a:pt x="26430" y="0"/>
                  <a:pt x="24397" y="2033"/>
                  <a:pt x="24867" y="4066"/>
                </a:cubicBezTo>
                <a:lnTo>
                  <a:pt x="24867" y="6097"/>
                </a:lnTo>
                <a:lnTo>
                  <a:pt x="27055" y="30317"/>
                </a:lnTo>
                <a:lnTo>
                  <a:pt x="7037" y="15785"/>
                </a:lnTo>
                <a:cubicBezTo>
                  <a:pt x="5632" y="15005"/>
                  <a:pt x="5319" y="14692"/>
                  <a:pt x="4224" y="14692"/>
                </a:cubicBezTo>
                <a:cubicBezTo>
                  <a:pt x="2033" y="14692"/>
                  <a:pt x="0" y="16878"/>
                  <a:pt x="0" y="19066"/>
                </a:cubicBezTo>
                <a:cubicBezTo>
                  <a:pt x="0" y="21567"/>
                  <a:pt x="1565" y="22192"/>
                  <a:pt x="3128" y="22972"/>
                </a:cubicBezTo>
                <a:lnTo>
                  <a:pt x="25335" y="33598"/>
                </a:lnTo>
                <a:lnTo>
                  <a:pt x="3754" y="44067"/>
                </a:lnTo>
                <a:cubicBezTo>
                  <a:pt x="1253" y="45317"/>
                  <a:pt x="0" y="45942"/>
                  <a:pt x="0" y="48285"/>
                </a:cubicBezTo>
                <a:cubicBezTo>
                  <a:pt x="0" y="50629"/>
                  <a:pt x="2033" y="52659"/>
                  <a:pt x="4224" y="52659"/>
                </a:cubicBezTo>
                <a:cubicBezTo>
                  <a:pt x="5319" y="52659"/>
                  <a:pt x="5632" y="52659"/>
                  <a:pt x="9540" y="49691"/>
                </a:cubicBezTo>
                <a:lnTo>
                  <a:pt x="27055" y="37034"/>
                </a:lnTo>
                <a:lnTo>
                  <a:pt x="24709" y="63285"/>
                </a:lnTo>
                <a:cubicBezTo>
                  <a:pt x="24709" y="66569"/>
                  <a:pt x="27525" y="67349"/>
                  <a:pt x="28776" y="67349"/>
                </a:cubicBezTo>
                <a:cubicBezTo>
                  <a:pt x="30651" y="67349"/>
                  <a:pt x="32997" y="66256"/>
                  <a:pt x="32997" y="63285"/>
                </a:cubicBezTo>
                <a:lnTo>
                  <a:pt x="30651" y="37034"/>
                </a:lnTo>
                <a:lnTo>
                  <a:pt x="50669" y="51566"/>
                </a:lnTo>
                <a:cubicBezTo>
                  <a:pt x="52077" y="52347"/>
                  <a:pt x="52390" y="52659"/>
                  <a:pt x="53485" y="52659"/>
                </a:cubicBezTo>
                <a:cubicBezTo>
                  <a:pt x="55673" y="52659"/>
                  <a:pt x="57706" y="50474"/>
                  <a:pt x="57706" y="48285"/>
                </a:cubicBezTo>
                <a:cubicBezTo>
                  <a:pt x="57706" y="45942"/>
                  <a:pt x="56298" y="45159"/>
                  <a:pt x="54423" y="44222"/>
                </a:cubicBezTo>
                <a:cubicBezTo>
                  <a:pt x="45040" y="39535"/>
                  <a:pt x="44727" y="39535"/>
                  <a:pt x="32372" y="33753"/>
                </a:cubicBezTo>
                <a:lnTo>
                  <a:pt x="53953" y="23285"/>
                </a:lnTo>
                <a:cubicBezTo>
                  <a:pt x="56456" y="22034"/>
                  <a:pt x="57706" y="21409"/>
                  <a:pt x="57706" y="19066"/>
                </a:cubicBezTo>
                <a:cubicBezTo>
                  <a:pt x="57706" y="16723"/>
                  <a:pt x="55673" y="14692"/>
                  <a:pt x="53485" y="14692"/>
                </a:cubicBezTo>
                <a:cubicBezTo>
                  <a:pt x="52390" y="14692"/>
                  <a:pt x="52077" y="14692"/>
                  <a:pt x="48166" y="17660"/>
                </a:cubicBezTo>
                <a:lnTo>
                  <a:pt x="30651" y="30317"/>
                </a:lnTo>
                <a:lnTo>
                  <a:pt x="32842" y="59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99BA6D-4310-48CD-8F10-4526CFA4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901" y="5874560"/>
            <a:ext cx="312773" cy="312774"/>
          </a:xfrm>
          <a:custGeom xmlns:a="http://schemas.openxmlformats.org/drawingml/2006/main">
            <a:pathLst>
              <a:path w="312773" h="312774">
                <a:moveTo>
                  <a:pt x="312773" y="156387"/>
                </a:moveTo>
                <a:cubicBezTo>
                  <a:pt x="312773" y="70016"/>
                  <a:pt x="242758" y="0"/>
                  <a:pt x="156387" y="0"/>
                </a:cubicBezTo>
                <a:cubicBezTo>
                  <a:pt x="70016" y="0"/>
                  <a:pt x="0" y="70016"/>
                  <a:pt x="0" y="156387"/>
                </a:cubicBezTo>
                <a:cubicBezTo>
                  <a:pt x="0" y="242758"/>
                  <a:pt x="70016" y="312774"/>
                  <a:pt x="156387" y="312774"/>
                </a:cubicBezTo>
                <a:cubicBezTo>
                  <a:pt x="242758" y="312774"/>
                  <a:pt x="312773" y="242758"/>
                  <a:pt x="312773" y="156387"/>
                </a:cubicBezTo>
                <a:close/>
                <a:moveTo>
                  <a:pt x="156387" y="156387"/>
                </a:moveTo>
              </a:path>
            </a:pathLst>
          </a:custGeom>
          <a:solidFill xmlns:a="http://schemas.openxmlformats.org/drawingml/2006/main">
            <a:srgbClr val="FF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C1223-BFC2-4EFC-B1DD-9DE0B6DA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901" y="5874560"/>
            <a:ext cx="312773" cy="312774"/>
          </a:xfrm>
          <a:custGeom xmlns:a="http://schemas.openxmlformats.org/drawingml/2006/main">
            <a:pathLst>
              <a:path w="312773" h="312774" fill="none">
                <a:moveTo>
                  <a:pt x="312773" y="156387"/>
                </a:moveTo>
                <a:cubicBezTo>
                  <a:pt x="312773" y="70016"/>
                  <a:pt x="242758" y="0"/>
                  <a:pt x="156387" y="0"/>
                </a:cubicBezTo>
                <a:cubicBezTo>
                  <a:pt x="70016" y="0"/>
                  <a:pt x="0" y="70016"/>
                  <a:pt x="0" y="156387"/>
                </a:cubicBezTo>
                <a:cubicBezTo>
                  <a:pt x="0" y="242758"/>
                  <a:pt x="70016" y="312774"/>
                  <a:pt x="156387" y="312774"/>
                </a:cubicBezTo>
                <a:cubicBezTo>
                  <a:pt x="242758" y="312774"/>
                  <a:pt x="312773" y="242758"/>
                  <a:pt x="312773" y="156387"/>
                </a:cubicBezTo>
                <a:close/>
                <a:moveTo>
                  <a:pt x="156387" y="156387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70" name="Text +">
            <a:extLst xmlns:a="http://schemas.openxmlformats.org/drawingml/2006/main">
              <a:ext uri="{FF2B5EF4-FFF2-40B4-BE49-F238E27FC236}">
                <a16:creationId xmlns:a16="http://schemas.microsoft.com/office/drawing/2014/main" id="{7537262C-AE9C-4A1C-9E7B-C1076106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212" y="5978813"/>
            <a:ext cx="103994" cy="104154"/>
          </a:xfrm>
          <a:custGeom xmlns:a="http://schemas.openxmlformats.org/drawingml/2006/main">
            <a:pathLst>
              <a:path w="103994" h="104154">
                <a:moveTo>
                  <a:pt x="55203" y="55131"/>
                </a:moveTo>
                <a:lnTo>
                  <a:pt x="98833" y="55131"/>
                </a:lnTo>
                <a:cubicBezTo>
                  <a:pt x="101023" y="55131"/>
                  <a:pt x="103994" y="55131"/>
                  <a:pt x="103994" y="52005"/>
                </a:cubicBezTo>
                <a:cubicBezTo>
                  <a:pt x="103994" y="48877"/>
                  <a:pt x="101023" y="48877"/>
                  <a:pt x="98833" y="48877"/>
                </a:cubicBezTo>
                <a:lnTo>
                  <a:pt x="55203" y="48877"/>
                </a:lnTo>
                <a:lnTo>
                  <a:pt x="55203" y="5159"/>
                </a:lnTo>
                <a:cubicBezTo>
                  <a:pt x="55203" y="2973"/>
                  <a:pt x="55203" y="0"/>
                  <a:pt x="52075" y="0"/>
                </a:cubicBezTo>
                <a:cubicBezTo>
                  <a:pt x="48946" y="0"/>
                  <a:pt x="48946" y="2973"/>
                  <a:pt x="48946" y="5159"/>
                </a:cubicBezTo>
                <a:lnTo>
                  <a:pt x="48946" y="48877"/>
                </a:lnTo>
                <a:lnTo>
                  <a:pt x="5159" y="48877"/>
                </a:lnTo>
                <a:cubicBezTo>
                  <a:pt x="2971" y="48877"/>
                  <a:pt x="0" y="48877"/>
                  <a:pt x="0" y="52005"/>
                </a:cubicBezTo>
                <a:cubicBezTo>
                  <a:pt x="0" y="55131"/>
                  <a:pt x="2971" y="55131"/>
                  <a:pt x="5159" y="55131"/>
                </a:cubicBezTo>
                <a:lnTo>
                  <a:pt x="48946" y="55131"/>
                </a:lnTo>
                <a:lnTo>
                  <a:pt x="48946" y="98993"/>
                </a:lnTo>
                <a:cubicBezTo>
                  <a:pt x="48946" y="101183"/>
                  <a:pt x="48946" y="104154"/>
                  <a:pt x="52075" y="104154"/>
                </a:cubicBezTo>
                <a:cubicBezTo>
                  <a:pt x="55203" y="104154"/>
                  <a:pt x="55203" y="101183"/>
                  <a:pt x="55203" y="98993"/>
                </a:cubicBezTo>
                <a:lnTo>
                  <a:pt x="55203" y="551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518E8F-1578-489C-9941-6B9B40BA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844" y="6416070"/>
            <a:ext cx="1334889" cy="242569"/>
          </a:xfrm>
          <a:custGeom xmlns:a="http://schemas.openxmlformats.org/drawingml/2006/main">
            <a:pathLst>
              <a:path w="1334889" h="242569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53578"/>
                </a:lnTo>
                <a:cubicBezTo>
                  <a:pt x="0" y="202727"/>
                  <a:pt x="39842" y="242569"/>
                  <a:pt x="88991" y="242569"/>
                </a:cubicBezTo>
                <a:lnTo>
                  <a:pt x="1245898" y="242569"/>
                </a:lnTo>
                <a:cubicBezTo>
                  <a:pt x="1295047" y="242569"/>
                  <a:pt x="1334889" y="202727"/>
                  <a:pt x="1334889" y="153578"/>
                </a:cubicBezTo>
                <a:lnTo>
                  <a:pt x="1334889" y="88991"/>
                </a:lnTo>
                <a:cubicBezTo>
                  <a:pt x="1334889" y="39842"/>
                  <a:pt x="1295047" y="0"/>
                  <a:pt x="1245898" y="0"/>
                </a:cubicBezTo>
                <a:close/>
                <a:moveTo>
                  <a:pt x="0" y="242569"/>
                </a:moveTo>
              </a:path>
            </a:pathLst>
          </a:custGeom>
          <a:solidFill xmlns:a="http://schemas.openxmlformats.org/drawingml/2006/main">
            <a:srgbClr val="E6FF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8BB19-8FF1-40D4-88DF-2DC7F601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844" y="6416070"/>
            <a:ext cx="1334889" cy="242569"/>
          </a:xfrm>
          <a:custGeom xmlns:a="http://schemas.openxmlformats.org/drawingml/2006/main">
            <a:pathLst>
              <a:path w="1334889" h="242569" fill="none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53578"/>
                </a:lnTo>
                <a:cubicBezTo>
                  <a:pt x="0" y="202727"/>
                  <a:pt x="39842" y="242569"/>
                  <a:pt x="88991" y="242569"/>
                </a:cubicBezTo>
                <a:lnTo>
                  <a:pt x="1245898" y="242569"/>
                </a:lnTo>
                <a:cubicBezTo>
                  <a:pt x="1295047" y="242569"/>
                  <a:pt x="1334889" y="202727"/>
                  <a:pt x="1334889" y="153578"/>
                </a:cubicBezTo>
                <a:lnTo>
                  <a:pt x="1334889" y="88991"/>
                </a:lnTo>
                <a:cubicBezTo>
                  <a:pt x="1334889" y="39842"/>
                  <a:pt x="1295047" y="0"/>
                  <a:pt x="1245898" y="0"/>
                </a:cubicBezTo>
                <a:close/>
                <a:moveTo>
                  <a:pt x="0" y="242569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73" name="Text Layernorm">
            <a:extLst xmlns:a="http://schemas.openxmlformats.org/drawingml/2006/main">
              <a:ext uri="{FF2B5EF4-FFF2-40B4-BE49-F238E27FC236}">
                <a16:creationId xmlns:a16="http://schemas.microsoft.com/office/drawing/2014/main" id="{5863C7C9-76B1-433D-8459-BF2FDF45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733" y="6469048"/>
            <a:ext cx="692471" cy="137604"/>
          </a:xfrm>
          <a:custGeom xmlns:a="http://schemas.openxmlformats.org/drawingml/2006/main">
            <a:pathLst>
              <a:path w="692471" h="137604">
                <a:moveTo>
                  <a:pt x="87732" y="76331"/>
                </a:moveTo>
                <a:cubicBezTo>
                  <a:pt x="85074" y="82272"/>
                  <a:pt x="82883" y="85871"/>
                  <a:pt x="80538" y="88529"/>
                </a:cubicBezTo>
                <a:cubicBezTo>
                  <a:pt x="75064" y="94631"/>
                  <a:pt x="66464" y="97446"/>
                  <a:pt x="53483" y="97446"/>
                </a:cubicBezTo>
                <a:lnTo>
                  <a:pt x="43005" y="97446"/>
                </a:lnTo>
                <a:cubicBezTo>
                  <a:pt x="31589" y="97446"/>
                  <a:pt x="29556" y="96506"/>
                  <a:pt x="29556" y="91032"/>
                </a:cubicBezTo>
                <a:lnTo>
                  <a:pt x="29556" y="17050"/>
                </a:lnTo>
                <a:cubicBezTo>
                  <a:pt x="29556" y="5944"/>
                  <a:pt x="31746" y="3754"/>
                  <a:pt x="44100" y="2973"/>
                </a:cubicBezTo>
                <a:lnTo>
                  <a:pt x="44100" y="0"/>
                </a:lnTo>
                <a:lnTo>
                  <a:pt x="0" y="0"/>
                </a:lnTo>
                <a:lnTo>
                  <a:pt x="0" y="2973"/>
                </a:lnTo>
                <a:cubicBezTo>
                  <a:pt x="11573" y="3911"/>
                  <a:pt x="13606" y="6102"/>
                  <a:pt x="13606" y="17050"/>
                </a:cubicBezTo>
                <a:lnTo>
                  <a:pt x="13606" y="86496"/>
                </a:lnTo>
                <a:cubicBezTo>
                  <a:pt x="13606" y="97446"/>
                  <a:pt x="11416" y="99792"/>
                  <a:pt x="0" y="100572"/>
                </a:cubicBezTo>
                <a:lnTo>
                  <a:pt x="0" y="103543"/>
                </a:lnTo>
                <a:lnTo>
                  <a:pt x="84134" y="103543"/>
                </a:lnTo>
                <a:lnTo>
                  <a:pt x="91641" y="76333"/>
                </a:lnTo>
                <a:lnTo>
                  <a:pt x="87732" y="76331"/>
                </a:lnTo>
                <a:close/>
                <a:moveTo>
                  <a:pt x="162795" y="93189"/>
                </a:moveTo>
                <a:cubicBezTo>
                  <a:pt x="160137" y="95375"/>
                  <a:pt x="158261" y="96158"/>
                  <a:pt x="155916" y="96158"/>
                </a:cubicBezTo>
                <a:cubicBezTo>
                  <a:pt x="152319" y="96158"/>
                  <a:pt x="151224" y="93970"/>
                  <a:pt x="151224" y="87095"/>
                </a:cubicBezTo>
                <a:lnTo>
                  <a:pt x="151224" y="56620"/>
                </a:lnTo>
                <a:cubicBezTo>
                  <a:pt x="151224" y="48493"/>
                  <a:pt x="150442" y="43962"/>
                  <a:pt x="148096" y="40210"/>
                </a:cubicBezTo>
                <a:cubicBezTo>
                  <a:pt x="144655" y="34586"/>
                  <a:pt x="137931" y="31613"/>
                  <a:pt x="128705" y="31613"/>
                </a:cubicBezTo>
                <a:cubicBezTo>
                  <a:pt x="114004" y="31613"/>
                  <a:pt x="102433" y="39273"/>
                  <a:pt x="102433" y="49118"/>
                </a:cubicBezTo>
                <a:cubicBezTo>
                  <a:pt x="102433" y="52714"/>
                  <a:pt x="105559" y="55838"/>
                  <a:pt x="109157" y="55838"/>
                </a:cubicBezTo>
                <a:cubicBezTo>
                  <a:pt x="112909" y="55838"/>
                  <a:pt x="116194" y="52714"/>
                  <a:pt x="116194" y="49276"/>
                </a:cubicBezTo>
                <a:cubicBezTo>
                  <a:pt x="116194" y="48650"/>
                  <a:pt x="116037" y="47868"/>
                  <a:pt x="115882" y="46775"/>
                </a:cubicBezTo>
                <a:cubicBezTo>
                  <a:pt x="115569" y="45369"/>
                  <a:pt x="115412" y="44119"/>
                  <a:pt x="115412" y="43024"/>
                </a:cubicBezTo>
                <a:cubicBezTo>
                  <a:pt x="115412" y="38805"/>
                  <a:pt x="120416" y="35366"/>
                  <a:pt x="126672" y="35366"/>
                </a:cubicBezTo>
                <a:cubicBezTo>
                  <a:pt x="134334" y="35366"/>
                  <a:pt x="138556" y="39898"/>
                  <a:pt x="138556" y="48338"/>
                </a:cubicBezTo>
                <a:lnTo>
                  <a:pt x="138556" y="57871"/>
                </a:lnTo>
                <a:cubicBezTo>
                  <a:pt x="114474" y="67559"/>
                  <a:pt x="111816" y="68809"/>
                  <a:pt x="105091" y="74749"/>
                </a:cubicBezTo>
                <a:cubicBezTo>
                  <a:pt x="101650" y="77875"/>
                  <a:pt x="99460" y="83186"/>
                  <a:pt x="99460" y="88343"/>
                </a:cubicBezTo>
                <a:cubicBezTo>
                  <a:pt x="99460" y="98191"/>
                  <a:pt x="106342" y="105070"/>
                  <a:pt x="115882" y="105070"/>
                </a:cubicBezTo>
                <a:cubicBezTo>
                  <a:pt x="122761" y="105070"/>
                  <a:pt x="129173" y="101787"/>
                  <a:pt x="138713" y="93655"/>
                </a:cubicBezTo>
                <a:cubicBezTo>
                  <a:pt x="139496" y="101787"/>
                  <a:pt x="142309" y="105070"/>
                  <a:pt x="148721" y="105070"/>
                </a:cubicBezTo>
                <a:cubicBezTo>
                  <a:pt x="154038" y="105070"/>
                  <a:pt x="157323" y="103195"/>
                  <a:pt x="162795" y="97253"/>
                </a:cubicBezTo>
                <a:lnTo>
                  <a:pt x="162795" y="93189"/>
                </a:lnTo>
                <a:moveTo>
                  <a:pt x="138556" y="84272"/>
                </a:moveTo>
                <a:cubicBezTo>
                  <a:pt x="138556" y="89121"/>
                  <a:pt x="137775" y="90529"/>
                  <a:pt x="134490" y="92404"/>
                </a:cubicBezTo>
                <a:cubicBezTo>
                  <a:pt x="130738" y="94595"/>
                  <a:pt x="126360" y="96000"/>
                  <a:pt x="123074" y="96000"/>
                </a:cubicBezTo>
                <a:cubicBezTo>
                  <a:pt x="117602" y="96000"/>
                  <a:pt x="113224" y="90684"/>
                  <a:pt x="113224" y="83960"/>
                </a:cubicBezTo>
                <a:lnTo>
                  <a:pt x="113224" y="83334"/>
                </a:lnTo>
                <a:cubicBezTo>
                  <a:pt x="113224" y="74107"/>
                  <a:pt x="119633" y="68478"/>
                  <a:pt x="138556" y="61596"/>
                </a:cubicBezTo>
                <a:lnTo>
                  <a:pt x="138556" y="84272"/>
                </a:lnTo>
                <a:close/>
                <a:moveTo>
                  <a:pt x="237391" y="33140"/>
                </a:moveTo>
                <a:lnTo>
                  <a:pt x="216280" y="33140"/>
                </a:lnTo>
                <a:lnTo>
                  <a:pt x="216280" y="35488"/>
                </a:lnTo>
                <a:cubicBezTo>
                  <a:pt x="221284" y="35488"/>
                  <a:pt x="223787" y="36894"/>
                  <a:pt x="223787" y="39397"/>
                </a:cubicBezTo>
                <a:cubicBezTo>
                  <a:pt x="223787" y="40022"/>
                  <a:pt x="223629" y="40960"/>
                  <a:pt x="223159" y="42055"/>
                </a:cubicBezTo>
                <a:lnTo>
                  <a:pt x="207990" y="85215"/>
                </a:lnTo>
                <a:lnTo>
                  <a:pt x="190007" y="45651"/>
                </a:lnTo>
                <a:cubicBezTo>
                  <a:pt x="189067" y="43463"/>
                  <a:pt x="188442" y="41430"/>
                  <a:pt x="188442" y="39709"/>
                </a:cubicBezTo>
                <a:cubicBezTo>
                  <a:pt x="188442" y="36894"/>
                  <a:pt x="190788" y="35801"/>
                  <a:pt x="197512" y="35488"/>
                </a:cubicBezTo>
                <a:lnTo>
                  <a:pt x="197512" y="33140"/>
                </a:lnTo>
                <a:lnTo>
                  <a:pt x="165298" y="33140"/>
                </a:lnTo>
                <a:lnTo>
                  <a:pt x="165298" y="35331"/>
                </a:lnTo>
                <a:cubicBezTo>
                  <a:pt x="169364" y="35956"/>
                  <a:pt x="172022" y="37676"/>
                  <a:pt x="173273" y="40334"/>
                </a:cubicBezTo>
                <a:lnTo>
                  <a:pt x="191100" y="78805"/>
                </a:lnTo>
                <a:lnTo>
                  <a:pt x="191570" y="80056"/>
                </a:lnTo>
                <a:lnTo>
                  <a:pt x="193916" y="84747"/>
                </a:lnTo>
                <a:cubicBezTo>
                  <a:pt x="198295" y="92567"/>
                  <a:pt x="200798" y="98196"/>
                  <a:pt x="200798" y="100541"/>
                </a:cubicBezTo>
                <a:cubicBezTo>
                  <a:pt x="200798" y="102887"/>
                  <a:pt x="197200" y="112737"/>
                  <a:pt x="194541" y="117429"/>
                </a:cubicBezTo>
                <a:cubicBezTo>
                  <a:pt x="192353" y="121495"/>
                  <a:pt x="188912" y="124466"/>
                  <a:pt x="186722" y="124466"/>
                </a:cubicBezTo>
                <a:cubicBezTo>
                  <a:pt x="185784" y="124466"/>
                  <a:pt x="184376" y="124153"/>
                  <a:pt x="182813" y="123373"/>
                </a:cubicBezTo>
                <a:cubicBezTo>
                  <a:pt x="179842" y="122278"/>
                  <a:pt x="177184" y="121652"/>
                  <a:pt x="174526" y="121652"/>
                </a:cubicBezTo>
                <a:cubicBezTo>
                  <a:pt x="170927" y="121652"/>
                  <a:pt x="167801" y="124781"/>
                  <a:pt x="167801" y="128532"/>
                </a:cubicBezTo>
                <a:cubicBezTo>
                  <a:pt x="167801" y="133693"/>
                  <a:pt x="172805" y="137604"/>
                  <a:pt x="179372" y="137604"/>
                </a:cubicBezTo>
                <a:cubicBezTo>
                  <a:pt x="189850" y="137604"/>
                  <a:pt x="197357" y="128847"/>
                  <a:pt x="205802" y="106328"/>
                </a:cubicBezTo>
                <a:lnTo>
                  <a:pt x="229884" y="42525"/>
                </a:lnTo>
                <a:cubicBezTo>
                  <a:pt x="231917" y="37519"/>
                  <a:pt x="233637" y="35956"/>
                  <a:pt x="237391" y="35488"/>
                </a:cubicBezTo>
                <a:lnTo>
                  <a:pt x="237391" y="33140"/>
                </a:lnTo>
                <a:close/>
                <a:moveTo>
                  <a:pt x="305106" y="77853"/>
                </a:moveTo>
                <a:cubicBezTo>
                  <a:pt x="297601" y="89744"/>
                  <a:pt x="290874" y="94282"/>
                  <a:pt x="280866" y="94282"/>
                </a:cubicBezTo>
                <a:cubicBezTo>
                  <a:pt x="271954" y="94282"/>
                  <a:pt x="265229" y="89744"/>
                  <a:pt x="260693" y="80826"/>
                </a:cubicBezTo>
                <a:cubicBezTo>
                  <a:pt x="257877" y="74880"/>
                  <a:pt x="256784" y="69716"/>
                  <a:pt x="256472" y="60171"/>
                </a:cubicBezTo>
                <a:lnTo>
                  <a:pt x="304638" y="60171"/>
                </a:lnTo>
                <a:cubicBezTo>
                  <a:pt x="303385" y="50025"/>
                  <a:pt x="301822" y="45505"/>
                  <a:pt x="297913" y="40518"/>
                </a:cubicBezTo>
                <a:cubicBezTo>
                  <a:pt x="293220" y="34899"/>
                  <a:pt x="286028" y="31613"/>
                  <a:pt x="277895" y="31613"/>
                </a:cubicBezTo>
                <a:cubicBezTo>
                  <a:pt x="270076" y="31613"/>
                  <a:pt x="262726" y="34429"/>
                  <a:pt x="256784" y="39738"/>
                </a:cubicBezTo>
                <a:cubicBezTo>
                  <a:pt x="249432" y="46128"/>
                  <a:pt x="245211" y="57200"/>
                  <a:pt x="245211" y="70029"/>
                </a:cubicBezTo>
                <a:cubicBezTo>
                  <a:pt x="245211" y="91622"/>
                  <a:pt x="256472" y="105070"/>
                  <a:pt x="274454" y="105070"/>
                </a:cubicBezTo>
                <a:cubicBezTo>
                  <a:pt x="289311" y="105070"/>
                  <a:pt x="301039" y="95845"/>
                  <a:pt x="307609" y="78948"/>
                </a:cubicBezTo>
                <a:lnTo>
                  <a:pt x="305106" y="77853"/>
                </a:lnTo>
                <a:moveTo>
                  <a:pt x="256784" y="55167"/>
                </a:moveTo>
                <a:cubicBezTo>
                  <a:pt x="258502" y="43012"/>
                  <a:pt x="263821" y="37244"/>
                  <a:pt x="273359" y="37244"/>
                </a:cubicBezTo>
                <a:cubicBezTo>
                  <a:pt x="282899" y="37244"/>
                  <a:pt x="286653" y="41609"/>
                  <a:pt x="288686" y="55167"/>
                </a:cubicBezTo>
                <a:lnTo>
                  <a:pt x="256784" y="55167"/>
                </a:lnTo>
                <a:close/>
                <a:moveTo>
                  <a:pt x="311830" y="42561"/>
                </a:moveTo>
                <a:cubicBezTo>
                  <a:pt x="314020" y="42091"/>
                  <a:pt x="315428" y="41933"/>
                  <a:pt x="317304" y="41933"/>
                </a:cubicBezTo>
                <a:cubicBezTo>
                  <a:pt x="321212" y="41933"/>
                  <a:pt x="322620" y="44436"/>
                  <a:pt x="322620" y="51316"/>
                </a:cubicBezTo>
                <a:lnTo>
                  <a:pt x="322620" y="90409"/>
                </a:lnTo>
                <a:cubicBezTo>
                  <a:pt x="322620" y="98227"/>
                  <a:pt x="321525" y="99322"/>
                  <a:pt x="311517" y="101198"/>
                </a:cubicBezTo>
                <a:lnTo>
                  <a:pt x="311517" y="103543"/>
                </a:lnTo>
                <a:lnTo>
                  <a:pt x="349050" y="103543"/>
                </a:lnTo>
                <a:lnTo>
                  <a:pt x="349050" y="101198"/>
                </a:lnTo>
                <a:cubicBezTo>
                  <a:pt x="338415" y="100730"/>
                  <a:pt x="335757" y="98384"/>
                  <a:pt x="335757" y="89472"/>
                </a:cubicBezTo>
                <a:lnTo>
                  <a:pt x="335757" y="54287"/>
                </a:lnTo>
                <a:cubicBezTo>
                  <a:pt x="335757" y="49283"/>
                  <a:pt x="342481" y="41466"/>
                  <a:pt x="346705" y="41466"/>
                </a:cubicBezTo>
                <a:cubicBezTo>
                  <a:pt x="347642" y="41466"/>
                  <a:pt x="349050" y="42248"/>
                  <a:pt x="350771" y="43811"/>
                </a:cubicBezTo>
                <a:cubicBezTo>
                  <a:pt x="353271" y="45999"/>
                  <a:pt x="354992" y="46937"/>
                  <a:pt x="357025" y="46937"/>
                </a:cubicBezTo>
                <a:cubicBezTo>
                  <a:pt x="360779" y="46937"/>
                  <a:pt x="363124" y="44279"/>
                  <a:pt x="363124" y="39903"/>
                </a:cubicBezTo>
                <a:cubicBezTo>
                  <a:pt x="363124" y="34741"/>
                  <a:pt x="359841" y="31613"/>
                  <a:pt x="354524" y="31613"/>
                </a:cubicBezTo>
                <a:cubicBezTo>
                  <a:pt x="347955" y="31613"/>
                  <a:pt x="343421" y="35211"/>
                  <a:pt x="335757" y="46312"/>
                </a:cubicBezTo>
                <a:lnTo>
                  <a:pt x="335757" y="31928"/>
                </a:lnTo>
                <a:lnTo>
                  <a:pt x="334976" y="31613"/>
                </a:lnTo>
                <a:cubicBezTo>
                  <a:pt x="326686" y="35054"/>
                  <a:pt x="321057" y="37087"/>
                  <a:pt x="311830" y="40058"/>
                </a:cubicBezTo>
                <a:lnTo>
                  <a:pt x="311830" y="42561"/>
                </a:lnTo>
                <a:close/>
                <a:moveTo>
                  <a:pt x="365314" y="41310"/>
                </a:moveTo>
                <a:cubicBezTo>
                  <a:pt x="366252" y="40840"/>
                  <a:pt x="367817" y="40685"/>
                  <a:pt x="369538" y="40685"/>
                </a:cubicBezTo>
                <a:cubicBezTo>
                  <a:pt x="373917" y="40685"/>
                  <a:pt x="375322" y="43031"/>
                  <a:pt x="375322" y="50691"/>
                </a:cubicBezTo>
                <a:lnTo>
                  <a:pt x="375322" y="89472"/>
                </a:lnTo>
                <a:cubicBezTo>
                  <a:pt x="375322" y="98384"/>
                  <a:pt x="373602" y="100572"/>
                  <a:pt x="365627" y="101198"/>
                </a:cubicBezTo>
                <a:lnTo>
                  <a:pt x="365627" y="103543"/>
                </a:lnTo>
                <a:lnTo>
                  <a:pt x="398781" y="103543"/>
                </a:lnTo>
                <a:lnTo>
                  <a:pt x="398781" y="101198"/>
                </a:lnTo>
                <a:cubicBezTo>
                  <a:pt x="390804" y="100572"/>
                  <a:pt x="388458" y="98697"/>
                  <a:pt x="388458" y="93068"/>
                </a:cubicBezTo>
                <a:lnTo>
                  <a:pt x="388458" y="49128"/>
                </a:lnTo>
                <a:cubicBezTo>
                  <a:pt x="395965" y="42091"/>
                  <a:pt x="399406" y="40215"/>
                  <a:pt x="404568" y="40215"/>
                </a:cubicBezTo>
                <a:cubicBezTo>
                  <a:pt x="412230" y="40215"/>
                  <a:pt x="415983" y="45062"/>
                  <a:pt x="415983" y="55382"/>
                </a:cubicBezTo>
                <a:lnTo>
                  <a:pt x="415983" y="88064"/>
                </a:lnTo>
                <a:cubicBezTo>
                  <a:pt x="415983" y="97914"/>
                  <a:pt x="413950" y="100572"/>
                  <a:pt x="406131" y="101198"/>
                </a:cubicBezTo>
                <a:lnTo>
                  <a:pt x="406131" y="103543"/>
                </a:lnTo>
                <a:lnTo>
                  <a:pt x="438660" y="103543"/>
                </a:lnTo>
                <a:lnTo>
                  <a:pt x="438660" y="101198"/>
                </a:lnTo>
                <a:cubicBezTo>
                  <a:pt x="430995" y="100417"/>
                  <a:pt x="429120" y="98539"/>
                  <a:pt x="429120" y="90880"/>
                </a:cubicBezTo>
                <a:lnTo>
                  <a:pt x="429120" y="55069"/>
                </a:lnTo>
                <a:cubicBezTo>
                  <a:pt x="429120" y="40373"/>
                  <a:pt x="422238" y="31613"/>
                  <a:pt x="410667" y="31613"/>
                </a:cubicBezTo>
                <a:cubicBezTo>
                  <a:pt x="403472" y="31613"/>
                  <a:pt x="398624" y="34273"/>
                  <a:pt x="387991" y="44281"/>
                </a:cubicBezTo>
                <a:lnTo>
                  <a:pt x="387991" y="31928"/>
                </a:lnTo>
                <a:lnTo>
                  <a:pt x="386895" y="31613"/>
                </a:lnTo>
                <a:cubicBezTo>
                  <a:pt x="379233" y="34429"/>
                  <a:pt x="373917" y="36149"/>
                  <a:pt x="365314" y="38652"/>
                </a:cubicBezTo>
                <a:lnTo>
                  <a:pt x="365314" y="41310"/>
                </a:lnTo>
                <a:close/>
                <a:moveTo>
                  <a:pt x="480102" y="31613"/>
                </a:moveTo>
                <a:cubicBezTo>
                  <a:pt x="459771" y="31613"/>
                  <a:pt x="445540" y="46620"/>
                  <a:pt x="445540" y="68187"/>
                </a:cubicBezTo>
                <a:cubicBezTo>
                  <a:pt x="445540" y="89283"/>
                  <a:pt x="460084" y="105070"/>
                  <a:pt x="479787" y="105070"/>
                </a:cubicBezTo>
                <a:cubicBezTo>
                  <a:pt x="499492" y="105070"/>
                  <a:pt x="514504" y="88503"/>
                  <a:pt x="514504" y="66936"/>
                </a:cubicBezTo>
                <a:cubicBezTo>
                  <a:pt x="514504" y="46462"/>
                  <a:pt x="500117" y="31613"/>
                  <a:pt x="480102" y="31613"/>
                </a:cubicBezTo>
                <a:moveTo>
                  <a:pt x="478069" y="35994"/>
                </a:moveTo>
                <a:cubicBezTo>
                  <a:pt x="491205" y="35994"/>
                  <a:pt x="500430" y="50996"/>
                  <a:pt x="500430" y="72405"/>
                </a:cubicBezTo>
                <a:cubicBezTo>
                  <a:pt x="500430" y="90066"/>
                  <a:pt x="493393" y="100692"/>
                  <a:pt x="481665" y="100692"/>
                </a:cubicBezTo>
                <a:cubicBezTo>
                  <a:pt x="475566" y="100692"/>
                  <a:pt x="469779" y="96943"/>
                  <a:pt x="466495" y="90691"/>
                </a:cubicBezTo>
                <a:cubicBezTo>
                  <a:pt x="462117" y="82564"/>
                  <a:pt x="459614" y="71625"/>
                  <a:pt x="459614" y="60529"/>
                </a:cubicBezTo>
                <a:cubicBezTo>
                  <a:pt x="459614" y="45682"/>
                  <a:pt x="466963" y="35994"/>
                  <a:pt x="478069" y="35994"/>
                </a:cubicBezTo>
                <a:close/>
                <a:moveTo>
                  <a:pt x="520290" y="42561"/>
                </a:moveTo>
                <a:cubicBezTo>
                  <a:pt x="522481" y="42091"/>
                  <a:pt x="523889" y="41933"/>
                  <a:pt x="525764" y="41933"/>
                </a:cubicBezTo>
                <a:cubicBezTo>
                  <a:pt x="529673" y="41933"/>
                  <a:pt x="531081" y="44436"/>
                  <a:pt x="531081" y="51316"/>
                </a:cubicBezTo>
                <a:lnTo>
                  <a:pt x="531081" y="90409"/>
                </a:lnTo>
                <a:cubicBezTo>
                  <a:pt x="531081" y="98227"/>
                  <a:pt x="529985" y="99322"/>
                  <a:pt x="519978" y="101198"/>
                </a:cubicBezTo>
                <a:lnTo>
                  <a:pt x="519978" y="103543"/>
                </a:lnTo>
                <a:lnTo>
                  <a:pt x="557511" y="103543"/>
                </a:lnTo>
                <a:lnTo>
                  <a:pt x="557511" y="101198"/>
                </a:lnTo>
                <a:cubicBezTo>
                  <a:pt x="546875" y="100730"/>
                  <a:pt x="544217" y="98384"/>
                  <a:pt x="544217" y="89472"/>
                </a:cubicBezTo>
                <a:lnTo>
                  <a:pt x="544217" y="54287"/>
                </a:lnTo>
                <a:cubicBezTo>
                  <a:pt x="544217" y="49283"/>
                  <a:pt x="550941" y="41466"/>
                  <a:pt x="555165" y="41466"/>
                </a:cubicBezTo>
                <a:cubicBezTo>
                  <a:pt x="556103" y="41466"/>
                  <a:pt x="557511" y="42248"/>
                  <a:pt x="559231" y="43811"/>
                </a:cubicBezTo>
                <a:cubicBezTo>
                  <a:pt x="561732" y="45999"/>
                  <a:pt x="563452" y="46937"/>
                  <a:pt x="565485" y="46937"/>
                </a:cubicBezTo>
                <a:cubicBezTo>
                  <a:pt x="569239" y="46937"/>
                  <a:pt x="571585" y="44279"/>
                  <a:pt x="571585" y="39903"/>
                </a:cubicBezTo>
                <a:cubicBezTo>
                  <a:pt x="571585" y="34741"/>
                  <a:pt x="568301" y="31613"/>
                  <a:pt x="562985" y="31613"/>
                </a:cubicBezTo>
                <a:cubicBezTo>
                  <a:pt x="556415" y="31613"/>
                  <a:pt x="551881" y="35211"/>
                  <a:pt x="544217" y="46312"/>
                </a:cubicBezTo>
                <a:lnTo>
                  <a:pt x="544217" y="31928"/>
                </a:lnTo>
                <a:lnTo>
                  <a:pt x="543437" y="31613"/>
                </a:lnTo>
                <a:cubicBezTo>
                  <a:pt x="535147" y="35054"/>
                  <a:pt x="529518" y="37087"/>
                  <a:pt x="520290" y="40058"/>
                </a:cubicBezTo>
                <a:lnTo>
                  <a:pt x="520290" y="42561"/>
                </a:lnTo>
                <a:close/>
                <a:moveTo>
                  <a:pt x="574245" y="41310"/>
                </a:moveTo>
                <a:cubicBezTo>
                  <a:pt x="576278" y="40840"/>
                  <a:pt x="577529" y="40685"/>
                  <a:pt x="579249" y="40685"/>
                </a:cubicBezTo>
                <a:cubicBezTo>
                  <a:pt x="583315" y="40685"/>
                  <a:pt x="584723" y="43186"/>
                  <a:pt x="584723" y="50691"/>
                </a:cubicBezTo>
                <a:lnTo>
                  <a:pt x="584723" y="90252"/>
                </a:lnTo>
                <a:cubicBezTo>
                  <a:pt x="584723" y="98697"/>
                  <a:pt x="582533" y="101043"/>
                  <a:pt x="573775" y="101198"/>
                </a:cubicBezTo>
                <a:lnTo>
                  <a:pt x="573775" y="103543"/>
                </a:lnTo>
                <a:lnTo>
                  <a:pt x="608492" y="103543"/>
                </a:lnTo>
                <a:lnTo>
                  <a:pt x="608492" y="101198"/>
                </a:lnTo>
                <a:cubicBezTo>
                  <a:pt x="600205" y="100885"/>
                  <a:pt x="597859" y="99167"/>
                  <a:pt x="597859" y="93068"/>
                </a:cubicBezTo>
                <a:lnTo>
                  <a:pt x="597859" y="48973"/>
                </a:lnTo>
                <a:cubicBezTo>
                  <a:pt x="597859" y="48660"/>
                  <a:pt x="599110" y="47095"/>
                  <a:pt x="600205" y="46002"/>
                </a:cubicBezTo>
                <a:cubicBezTo>
                  <a:pt x="604114" y="42403"/>
                  <a:pt x="610838" y="39745"/>
                  <a:pt x="616312" y="39745"/>
                </a:cubicBezTo>
                <a:cubicBezTo>
                  <a:pt x="623192" y="39745"/>
                  <a:pt x="626632" y="45219"/>
                  <a:pt x="626632" y="56165"/>
                </a:cubicBezTo>
                <a:lnTo>
                  <a:pt x="626632" y="90097"/>
                </a:lnTo>
                <a:cubicBezTo>
                  <a:pt x="626632" y="98854"/>
                  <a:pt x="624912" y="100572"/>
                  <a:pt x="615999" y="101198"/>
                </a:cubicBezTo>
                <a:lnTo>
                  <a:pt x="615999" y="103543"/>
                </a:lnTo>
                <a:lnTo>
                  <a:pt x="651029" y="103543"/>
                </a:lnTo>
                <a:lnTo>
                  <a:pt x="651029" y="101198"/>
                </a:lnTo>
                <a:cubicBezTo>
                  <a:pt x="642114" y="101043"/>
                  <a:pt x="639769" y="98384"/>
                  <a:pt x="639769" y="88689"/>
                </a:cubicBezTo>
                <a:lnTo>
                  <a:pt x="639769" y="49285"/>
                </a:lnTo>
                <a:cubicBezTo>
                  <a:pt x="644460" y="42561"/>
                  <a:pt x="649621" y="39745"/>
                  <a:pt x="656816" y="39745"/>
                </a:cubicBezTo>
                <a:cubicBezTo>
                  <a:pt x="665728" y="39745"/>
                  <a:pt x="668544" y="43969"/>
                  <a:pt x="668544" y="56947"/>
                </a:cubicBezTo>
                <a:lnTo>
                  <a:pt x="668544" y="89939"/>
                </a:lnTo>
                <a:cubicBezTo>
                  <a:pt x="668544" y="98854"/>
                  <a:pt x="667294" y="100105"/>
                  <a:pt x="658224" y="101198"/>
                </a:cubicBezTo>
                <a:lnTo>
                  <a:pt x="658224" y="103543"/>
                </a:lnTo>
                <a:lnTo>
                  <a:pt x="692471" y="103543"/>
                </a:lnTo>
                <a:lnTo>
                  <a:pt x="692471" y="101198"/>
                </a:lnTo>
                <a:lnTo>
                  <a:pt x="688405" y="100885"/>
                </a:lnTo>
                <a:cubicBezTo>
                  <a:pt x="683714" y="100572"/>
                  <a:pt x="681680" y="97759"/>
                  <a:pt x="681680" y="91660"/>
                </a:cubicBezTo>
                <a:lnTo>
                  <a:pt x="681680" y="59448"/>
                </a:lnTo>
                <a:cubicBezTo>
                  <a:pt x="681680" y="40998"/>
                  <a:pt x="675581" y="31613"/>
                  <a:pt x="663540" y="31613"/>
                </a:cubicBezTo>
                <a:cubicBezTo>
                  <a:pt x="654470" y="31613"/>
                  <a:pt x="646493" y="35679"/>
                  <a:pt x="638048" y="44749"/>
                </a:cubicBezTo>
                <a:cubicBezTo>
                  <a:pt x="635235" y="35836"/>
                  <a:pt x="629918" y="31613"/>
                  <a:pt x="621473" y="31613"/>
                </a:cubicBezTo>
                <a:cubicBezTo>
                  <a:pt x="614592" y="31613"/>
                  <a:pt x="610213" y="33803"/>
                  <a:pt x="597232" y="43656"/>
                </a:cubicBezTo>
                <a:lnTo>
                  <a:pt x="597232" y="31928"/>
                </a:lnTo>
                <a:lnTo>
                  <a:pt x="596139" y="31613"/>
                </a:lnTo>
                <a:cubicBezTo>
                  <a:pt x="588162" y="34586"/>
                  <a:pt x="582845" y="36306"/>
                  <a:pt x="574245" y="38652"/>
                </a:cubicBezTo>
                <a:lnTo>
                  <a:pt x="574245" y="413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20325-DFB5-4211-A716-8DF5EF3E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844" y="6753886"/>
            <a:ext cx="1334889" cy="236306"/>
          </a:xfrm>
          <a:custGeom xmlns:a="http://schemas.openxmlformats.org/drawingml/2006/main">
            <a:pathLst>
              <a:path w="1334889" h="236306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47315"/>
                </a:lnTo>
                <a:cubicBezTo>
                  <a:pt x="0" y="196464"/>
                  <a:pt x="39842" y="236306"/>
                  <a:pt x="88991" y="236306"/>
                </a:cubicBezTo>
                <a:lnTo>
                  <a:pt x="1245898" y="236306"/>
                </a:lnTo>
                <a:cubicBezTo>
                  <a:pt x="1295047" y="236306"/>
                  <a:pt x="1334889" y="196464"/>
                  <a:pt x="1334889" y="147315"/>
                </a:cubicBezTo>
                <a:lnTo>
                  <a:pt x="1334889" y="88991"/>
                </a:lnTo>
                <a:cubicBezTo>
                  <a:pt x="1334889" y="39842"/>
                  <a:pt x="1295047" y="0"/>
                  <a:pt x="1245898" y="0"/>
                </a:cubicBezTo>
                <a:close/>
                <a:moveTo>
                  <a:pt x="0" y="236306"/>
                </a:moveTo>
              </a:path>
            </a:pathLst>
          </a:custGeom>
          <a:solidFill xmlns:a="http://schemas.openxmlformats.org/drawingml/2006/main">
            <a:srgbClr val="E6FF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B8064D-A767-48AC-A7A1-FAB42519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844" y="6753886"/>
            <a:ext cx="1334889" cy="236306"/>
          </a:xfrm>
          <a:custGeom xmlns:a="http://schemas.openxmlformats.org/drawingml/2006/main">
            <a:pathLst>
              <a:path w="1334889" h="236306" fill="none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47315"/>
                </a:lnTo>
                <a:cubicBezTo>
                  <a:pt x="0" y="196464"/>
                  <a:pt x="39842" y="236306"/>
                  <a:pt x="88991" y="236306"/>
                </a:cubicBezTo>
                <a:lnTo>
                  <a:pt x="1245898" y="236306"/>
                </a:lnTo>
                <a:cubicBezTo>
                  <a:pt x="1295047" y="236306"/>
                  <a:pt x="1334889" y="196464"/>
                  <a:pt x="1334889" y="147315"/>
                </a:cubicBezTo>
                <a:lnTo>
                  <a:pt x="1334889" y="88991"/>
                </a:lnTo>
                <a:cubicBezTo>
                  <a:pt x="1334889" y="39842"/>
                  <a:pt x="1295047" y="0"/>
                  <a:pt x="1245898" y="0"/>
                </a:cubicBezTo>
                <a:close/>
                <a:moveTo>
                  <a:pt x="0" y="236306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76" name="Text Mod:δ">
            <a:extLst xmlns:a="http://schemas.openxmlformats.org/drawingml/2006/main">
              <a:ext uri="{FF2B5EF4-FFF2-40B4-BE49-F238E27FC236}">
                <a16:creationId xmlns:a16="http://schemas.microsoft.com/office/drawing/2014/main" id="{66DFA3C4-0092-49B3-8C9D-6A886D42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8097" y="6803358"/>
            <a:ext cx="456167" cy="113012"/>
          </a:xfrm>
          <a:custGeom xmlns:a="http://schemas.openxmlformats.org/drawingml/2006/main">
            <a:pathLst>
              <a:path w="456167" h="113012">
                <a:moveTo>
                  <a:pt x="103527" y="21557"/>
                </a:moveTo>
                <a:lnTo>
                  <a:pt x="103527" y="92412"/>
                </a:lnTo>
                <a:cubicBezTo>
                  <a:pt x="103527" y="105393"/>
                  <a:pt x="101649" y="107428"/>
                  <a:pt x="89295" y="108208"/>
                </a:cubicBezTo>
                <a:lnTo>
                  <a:pt x="89295" y="111179"/>
                </a:lnTo>
                <a:lnTo>
                  <a:pt x="133082" y="111179"/>
                </a:lnTo>
                <a:lnTo>
                  <a:pt x="133082" y="108208"/>
                </a:lnTo>
                <a:cubicBezTo>
                  <a:pt x="121667" y="107428"/>
                  <a:pt x="119479" y="105238"/>
                  <a:pt x="119479" y="94132"/>
                </a:cubicBezTo>
                <a:lnTo>
                  <a:pt x="119479" y="24686"/>
                </a:lnTo>
                <a:cubicBezTo>
                  <a:pt x="119479" y="13580"/>
                  <a:pt x="121512" y="11547"/>
                  <a:pt x="133082" y="10609"/>
                </a:cubicBezTo>
                <a:lnTo>
                  <a:pt x="133082" y="7636"/>
                </a:lnTo>
                <a:lnTo>
                  <a:pt x="101961" y="7636"/>
                </a:lnTo>
                <a:lnTo>
                  <a:pt x="67401" y="86625"/>
                </a:lnTo>
                <a:lnTo>
                  <a:pt x="31276" y="7636"/>
                </a:lnTo>
                <a:lnTo>
                  <a:pt x="313" y="7636"/>
                </a:lnTo>
                <a:lnTo>
                  <a:pt x="313" y="10609"/>
                </a:lnTo>
                <a:cubicBezTo>
                  <a:pt x="13136" y="11389"/>
                  <a:pt x="15169" y="13267"/>
                  <a:pt x="15169" y="24686"/>
                </a:cubicBezTo>
                <a:lnTo>
                  <a:pt x="15169" y="88188"/>
                </a:lnTo>
                <a:cubicBezTo>
                  <a:pt x="15169" y="104300"/>
                  <a:pt x="12979" y="107271"/>
                  <a:pt x="0" y="108208"/>
                </a:cubicBezTo>
                <a:lnTo>
                  <a:pt x="0" y="111179"/>
                </a:lnTo>
                <a:lnTo>
                  <a:pt x="36750" y="111179"/>
                </a:lnTo>
                <a:lnTo>
                  <a:pt x="36750" y="108208"/>
                </a:lnTo>
                <a:cubicBezTo>
                  <a:pt x="24709" y="107583"/>
                  <a:pt x="22051" y="103987"/>
                  <a:pt x="22051" y="88188"/>
                </a:cubicBezTo>
                <a:lnTo>
                  <a:pt x="22051" y="25153"/>
                </a:lnTo>
                <a:lnTo>
                  <a:pt x="61302" y="111179"/>
                </a:lnTo>
                <a:lnTo>
                  <a:pt x="63493" y="111179"/>
                </a:lnTo>
                <a:lnTo>
                  <a:pt x="103527" y="21557"/>
                </a:lnTo>
                <a:close/>
                <a:moveTo>
                  <a:pt x="176245" y="39249"/>
                </a:moveTo>
                <a:cubicBezTo>
                  <a:pt x="155915" y="39249"/>
                  <a:pt x="141683" y="54256"/>
                  <a:pt x="141683" y="75822"/>
                </a:cubicBezTo>
                <a:cubicBezTo>
                  <a:pt x="141683" y="96919"/>
                  <a:pt x="156227" y="112706"/>
                  <a:pt x="175930" y="112706"/>
                </a:cubicBezTo>
                <a:cubicBezTo>
                  <a:pt x="195636" y="112706"/>
                  <a:pt x="210648" y="96139"/>
                  <a:pt x="210648" y="74572"/>
                </a:cubicBezTo>
                <a:cubicBezTo>
                  <a:pt x="210648" y="54098"/>
                  <a:pt x="196261" y="39249"/>
                  <a:pt x="176245" y="39249"/>
                </a:cubicBezTo>
                <a:moveTo>
                  <a:pt x="174212" y="43630"/>
                </a:moveTo>
                <a:cubicBezTo>
                  <a:pt x="187348" y="43630"/>
                  <a:pt x="196574" y="58632"/>
                  <a:pt x="196574" y="80041"/>
                </a:cubicBezTo>
                <a:cubicBezTo>
                  <a:pt x="196574" y="97702"/>
                  <a:pt x="189537" y="108328"/>
                  <a:pt x="177808" y="108328"/>
                </a:cubicBezTo>
                <a:cubicBezTo>
                  <a:pt x="171709" y="108328"/>
                  <a:pt x="165922" y="104579"/>
                  <a:pt x="162639" y="98327"/>
                </a:cubicBezTo>
                <a:cubicBezTo>
                  <a:pt x="158260" y="90199"/>
                  <a:pt x="155757" y="79261"/>
                  <a:pt x="155757" y="68165"/>
                </a:cubicBezTo>
                <a:cubicBezTo>
                  <a:pt x="155757" y="53318"/>
                  <a:pt x="163107" y="43630"/>
                  <a:pt x="174212" y="43630"/>
                </a:cubicBezTo>
                <a:close/>
                <a:moveTo>
                  <a:pt x="269137" y="112706"/>
                </a:moveTo>
                <a:lnTo>
                  <a:pt x="292126" y="104577"/>
                </a:lnTo>
                <a:lnTo>
                  <a:pt x="292126" y="102076"/>
                </a:lnTo>
                <a:cubicBezTo>
                  <a:pt x="289310" y="102231"/>
                  <a:pt x="288997" y="102231"/>
                  <a:pt x="288527" y="102231"/>
                </a:cubicBezTo>
                <a:cubicBezTo>
                  <a:pt x="282898" y="102231"/>
                  <a:pt x="281648" y="100513"/>
                  <a:pt x="281648" y="93323"/>
                </a:cubicBezTo>
                <a:lnTo>
                  <a:pt x="281648" y="4689"/>
                </a:lnTo>
                <a:lnTo>
                  <a:pt x="280865" y="4376"/>
                </a:lnTo>
                <a:cubicBezTo>
                  <a:pt x="273358" y="7035"/>
                  <a:pt x="267886" y="8598"/>
                  <a:pt x="257876" y="11258"/>
                </a:cubicBezTo>
                <a:lnTo>
                  <a:pt x="257876" y="13759"/>
                </a:lnTo>
                <a:cubicBezTo>
                  <a:pt x="259129" y="13604"/>
                  <a:pt x="260067" y="13604"/>
                  <a:pt x="261317" y="13604"/>
                </a:cubicBezTo>
                <a:cubicBezTo>
                  <a:pt x="267104" y="13604"/>
                  <a:pt x="268512" y="15167"/>
                  <a:pt x="268512" y="21579"/>
                </a:cubicBezTo>
                <a:lnTo>
                  <a:pt x="268512" y="45973"/>
                </a:lnTo>
                <a:cubicBezTo>
                  <a:pt x="262567" y="40969"/>
                  <a:pt x="258346" y="39249"/>
                  <a:pt x="252090" y="39249"/>
                </a:cubicBezTo>
                <a:cubicBezTo>
                  <a:pt x="234107" y="39249"/>
                  <a:pt x="219563" y="56912"/>
                  <a:pt x="219563" y="79104"/>
                </a:cubicBezTo>
                <a:cubicBezTo>
                  <a:pt x="219563" y="99105"/>
                  <a:pt x="231291" y="112706"/>
                  <a:pt x="248493" y="112706"/>
                </a:cubicBezTo>
                <a:cubicBezTo>
                  <a:pt x="257251" y="112706"/>
                  <a:pt x="263195" y="109580"/>
                  <a:pt x="268512" y="102231"/>
                </a:cubicBezTo>
                <a:lnTo>
                  <a:pt x="268512" y="112239"/>
                </a:lnTo>
                <a:lnTo>
                  <a:pt x="269137" y="112706"/>
                </a:lnTo>
                <a:moveTo>
                  <a:pt x="268512" y="95199"/>
                </a:moveTo>
                <a:cubicBezTo>
                  <a:pt x="268512" y="96294"/>
                  <a:pt x="267416" y="98170"/>
                  <a:pt x="265853" y="99888"/>
                </a:cubicBezTo>
                <a:cubicBezTo>
                  <a:pt x="263038" y="103014"/>
                  <a:pt x="259129" y="104577"/>
                  <a:pt x="254593" y="104577"/>
                </a:cubicBezTo>
                <a:cubicBezTo>
                  <a:pt x="241614" y="104577"/>
                  <a:pt x="233012" y="92073"/>
                  <a:pt x="233012" y="72852"/>
                </a:cubicBezTo>
                <a:cubicBezTo>
                  <a:pt x="233012" y="55194"/>
                  <a:pt x="240674" y="43630"/>
                  <a:pt x="252560" y="43630"/>
                </a:cubicBezTo>
                <a:cubicBezTo>
                  <a:pt x="260849" y="43630"/>
                  <a:pt x="268512" y="50972"/>
                  <a:pt x="268512" y="59255"/>
                </a:cubicBezTo>
                <a:lnTo>
                  <a:pt x="268512" y="95199"/>
                </a:lnTo>
                <a:close/>
                <a:moveTo>
                  <a:pt x="314800" y="39401"/>
                </a:moveTo>
                <a:cubicBezTo>
                  <a:pt x="310109" y="39401"/>
                  <a:pt x="306200" y="43468"/>
                  <a:pt x="306200" y="48316"/>
                </a:cubicBezTo>
                <a:cubicBezTo>
                  <a:pt x="306200" y="52853"/>
                  <a:pt x="310109" y="56761"/>
                  <a:pt x="314645" y="56761"/>
                </a:cubicBezTo>
                <a:cubicBezTo>
                  <a:pt x="319491" y="56761"/>
                  <a:pt x="323557" y="52853"/>
                  <a:pt x="323557" y="48316"/>
                </a:cubicBezTo>
                <a:cubicBezTo>
                  <a:pt x="323557" y="43468"/>
                  <a:pt x="319491" y="39401"/>
                  <a:pt x="314800" y="39401"/>
                </a:cubicBezTo>
                <a:moveTo>
                  <a:pt x="314800" y="95502"/>
                </a:moveTo>
                <a:cubicBezTo>
                  <a:pt x="310109" y="95502"/>
                  <a:pt x="306200" y="99568"/>
                  <a:pt x="306200" y="104417"/>
                </a:cubicBezTo>
                <a:cubicBezTo>
                  <a:pt x="306200" y="108950"/>
                  <a:pt x="310109" y="112859"/>
                  <a:pt x="314645" y="112859"/>
                </a:cubicBezTo>
                <a:cubicBezTo>
                  <a:pt x="319491" y="112859"/>
                  <a:pt x="323557" y="108950"/>
                  <a:pt x="323557" y="104417"/>
                </a:cubicBezTo>
                <a:cubicBezTo>
                  <a:pt x="323557" y="99568"/>
                  <a:pt x="319491" y="95502"/>
                  <a:pt x="314800" y="95502"/>
                </a:cubicBezTo>
                <a:close/>
                <a:moveTo>
                  <a:pt x="426766" y="42830"/>
                </a:moveTo>
                <a:cubicBezTo>
                  <a:pt x="407218" y="47519"/>
                  <a:pt x="392049" y="67841"/>
                  <a:pt x="392049" y="86751"/>
                </a:cubicBezTo>
                <a:cubicBezTo>
                  <a:pt x="392049" y="101758"/>
                  <a:pt x="402056" y="113012"/>
                  <a:pt x="416758" y="113012"/>
                </a:cubicBezTo>
                <a:cubicBezTo>
                  <a:pt x="435053" y="113012"/>
                  <a:pt x="448034" y="88472"/>
                  <a:pt x="448034" y="66903"/>
                </a:cubicBezTo>
                <a:cubicBezTo>
                  <a:pt x="448034" y="52678"/>
                  <a:pt x="441780" y="44864"/>
                  <a:pt x="436461" y="37829"/>
                </a:cubicBezTo>
                <a:cubicBezTo>
                  <a:pt x="430832" y="30797"/>
                  <a:pt x="421604" y="19073"/>
                  <a:pt x="421604" y="12196"/>
                </a:cubicBezTo>
                <a:cubicBezTo>
                  <a:pt x="421604" y="8757"/>
                  <a:pt x="424733" y="5006"/>
                  <a:pt x="430207" y="5006"/>
                </a:cubicBezTo>
                <a:cubicBezTo>
                  <a:pt x="434898" y="5006"/>
                  <a:pt x="438026" y="7037"/>
                  <a:pt x="441310" y="9225"/>
                </a:cubicBezTo>
                <a:cubicBezTo>
                  <a:pt x="444438" y="11101"/>
                  <a:pt x="447564" y="13134"/>
                  <a:pt x="449910" y="13134"/>
                </a:cubicBezTo>
                <a:cubicBezTo>
                  <a:pt x="453821" y="13134"/>
                  <a:pt x="456167" y="9383"/>
                  <a:pt x="456167" y="6882"/>
                </a:cubicBezTo>
                <a:cubicBezTo>
                  <a:pt x="456167" y="3441"/>
                  <a:pt x="453663" y="2973"/>
                  <a:pt x="448034" y="1720"/>
                </a:cubicBezTo>
                <a:cubicBezTo>
                  <a:pt x="439902" y="0"/>
                  <a:pt x="437714" y="0"/>
                  <a:pt x="435211" y="0"/>
                </a:cubicBezTo>
                <a:cubicBezTo>
                  <a:pt x="423012" y="0"/>
                  <a:pt x="417383" y="6724"/>
                  <a:pt x="417383" y="16105"/>
                </a:cubicBezTo>
                <a:cubicBezTo>
                  <a:pt x="417383" y="24545"/>
                  <a:pt x="421917" y="33297"/>
                  <a:pt x="426766" y="42830"/>
                </a:cubicBezTo>
                <a:moveTo>
                  <a:pt x="428641" y="46269"/>
                </a:moveTo>
                <a:cubicBezTo>
                  <a:pt x="432552" y="53461"/>
                  <a:pt x="437244" y="61901"/>
                  <a:pt x="437244" y="73155"/>
                </a:cubicBezTo>
                <a:cubicBezTo>
                  <a:pt x="437244" y="83470"/>
                  <a:pt x="431302" y="109573"/>
                  <a:pt x="416758" y="109573"/>
                </a:cubicBezTo>
                <a:cubicBezTo>
                  <a:pt x="408156" y="109573"/>
                  <a:pt x="401744" y="103009"/>
                  <a:pt x="401744" y="91128"/>
                </a:cubicBezTo>
                <a:cubicBezTo>
                  <a:pt x="401744" y="81282"/>
                  <a:pt x="407530" y="51896"/>
                  <a:pt x="428641" y="462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Text x">
            <a:extLst xmlns:a="http://schemas.openxmlformats.org/drawingml/2006/main">
              <a:ext uri="{FF2B5EF4-FFF2-40B4-BE49-F238E27FC236}">
                <a16:creationId xmlns:a16="http://schemas.microsoft.com/office/drawing/2014/main" id="{55FEA044-F7FA-4C38-AC3F-326E37B4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8338" y="6889684"/>
            <a:ext cx="58566" cy="49389"/>
          </a:xfrm>
          <a:custGeom xmlns:a="http://schemas.openxmlformats.org/drawingml/2006/main">
            <a:pathLst>
              <a:path w="58566" h="49389">
                <a:moveTo>
                  <a:pt x="22004" y="36714"/>
                </a:moveTo>
                <a:cubicBezTo>
                  <a:pt x="20910" y="40436"/>
                  <a:pt x="17297" y="46324"/>
                  <a:pt x="11714" y="46324"/>
                </a:cubicBezTo>
                <a:cubicBezTo>
                  <a:pt x="11385" y="46324"/>
                  <a:pt x="8101" y="46324"/>
                  <a:pt x="5803" y="44801"/>
                </a:cubicBezTo>
                <a:cubicBezTo>
                  <a:pt x="10291" y="43384"/>
                  <a:pt x="10618" y="39452"/>
                  <a:pt x="10618" y="38794"/>
                </a:cubicBezTo>
                <a:cubicBezTo>
                  <a:pt x="10618" y="36387"/>
                  <a:pt x="8758" y="34743"/>
                  <a:pt x="6240" y="34743"/>
                </a:cubicBezTo>
                <a:cubicBezTo>
                  <a:pt x="3175" y="34743"/>
                  <a:pt x="0" y="37371"/>
                  <a:pt x="0" y="41421"/>
                </a:cubicBezTo>
                <a:cubicBezTo>
                  <a:pt x="0" y="46872"/>
                  <a:pt x="6130" y="49389"/>
                  <a:pt x="11495" y="49389"/>
                </a:cubicBezTo>
                <a:cubicBezTo>
                  <a:pt x="16530" y="49389"/>
                  <a:pt x="21018" y="46215"/>
                  <a:pt x="23756" y="41640"/>
                </a:cubicBezTo>
                <a:cubicBezTo>
                  <a:pt x="26382" y="47420"/>
                  <a:pt x="32403" y="49389"/>
                  <a:pt x="36781" y="49389"/>
                </a:cubicBezTo>
                <a:cubicBezTo>
                  <a:pt x="49371" y="49389"/>
                  <a:pt x="56049" y="35729"/>
                  <a:pt x="56049" y="32660"/>
                </a:cubicBezTo>
                <a:cubicBezTo>
                  <a:pt x="56049" y="31234"/>
                  <a:pt x="54626" y="31234"/>
                  <a:pt x="54297" y="31234"/>
                </a:cubicBezTo>
                <a:cubicBezTo>
                  <a:pt x="52765" y="31234"/>
                  <a:pt x="52655" y="31782"/>
                  <a:pt x="52217" y="33098"/>
                </a:cubicBezTo>
                <a:cubicBezTo>
                  <a:pt x="49919" y="40655"/>
                  <a:pt x="43351" y="46324"/>
                  <a:pt x="37221" y="46324"/>
                </a:cubicBezTo>
                <a:cubicBezTo>
                  <a:pt x="32841" y="46324"/>
                  <a:pt x="30542" y="43384"/>
                  <a:pt x="30542" y="39232"/>
                </a:cubicBezTo>
                <a:cubicBezTo>
                  <a:pt x="30542" y="36387"/>
                  <a:pt x="33170" y="26407"/>
                  <a:pt x="36235" y="14231"/>
                </a:cubicBezTo>
                <a:cubicBezTo>
                  <a:pt x="38423" y="5801"/>
                  <a:pt x="43351" y="3067"/>
                  <a:pt x="46962" y="3067"/>
                </a:cubicBezTo>
                <a:cubicBezTo>
                  <a:pt x="47181" y="3067"/>
                  <a:pt x="50575" y="3067"/>
                  <a:pt x="52873" y="4597"/>
                </a:cubicBezTo>
                <a:cubicBezTo>
                  <a:pt x="49371" y="5582"/>
                  <a:pt x="48058" y="8647"/>
                  <a:pt x="48058" y="10618"/>
                </a:cubicBezTo>
                <a:cubicBezTo>
                  <a:pt x="48058" y="13027"/>
                  <a:pt x="49919" y="14669"/>
                  <a:pt x="52436" y="14669"/>
                </a:cubicBezTo>
                <a:cubicBezTo>
                  <a:pt x="54953" y="14669"/>
                  <a:pt x="58566" y="12589"/>
                  <a:pt x="58566" y="7991"/>
                </a:cubicBezTo>
                <a:cubicBezTo>
                  <a:pt x="58566" y="1862"/>
                  <a:pt x="51561" y="0"/>
                  <a:pt x="47181" y="0"/>
                </a:cubicBezTo>
                <a:cubicBezTo>
                  <a:pt x="41709" y="0"/>
                  <a:pt x="37329" y="3613"/>
                  <a:pt x="34920" y="7772"/>
                </a:cubicBezTo>
                <a:cubicBezTo>
                  <a:pt x="32951" y="3286"/>
                  <a:pt x="27915" y="0"/>
                  <a:pt x="21785" y="0"/>
                </a:cubicBezTo>
                <a:cubicBezTo>
                  <a:pt x="9524" y="0"/>
                  <a:pt x="2519" y="13465"/>
                  <a:pt x="2519" y="16754"/>
                </a:cubicBezTo>
                <a:cubicBezTo>
                  <a:pt x="2519" y="18178"/>
                  <a:pt x="4051" y="18178"/>
                  <a:pt x="4380" y="18178"/>
                </a:cubicBezTo>
                <a:cubicBezTo>
                  <a:pt x="5803" y="18178"/>
                  <a:pt x="5911" y="17741"/>
                  <a:pt x="6459" y="16314"/>
                </a:cubicBezTo>
                <a:cubicBezTo>
                  <a:pt x="9195" y="7772"/>
                  <a:pt x="16092" y="3067"/>
                  <a:pt x="21456" y="3067"/>
                </a:cubicBezTo>
                <a:cubicBezTo>
                  <a:pt x="25069" y="3067"/>
                  <a:pt x="28024" y="5036"/>
                  <a:pt x="28024" y="10289"/>
                </a:cubicBezTo>
                <a:cubicBezTo>
                  <a:pt x="28024" y="12479"/>
                  <a:pt x="26711" y="17960"/>
                  <a:pt x="25725" y="21690"/>
                </a:cubicBezTo>
                <a:lnTo>
                  <a:pt x="22004" y="367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Text ·•+ϵ">
            <a:extLst xmlns:a="http://schemas.openxmlformats.org/drawingml/2006/main">
              <a:ext uri="{FF2B5EF4-FFF2-40B4-BE49-F238E27FC236}">
                <a16:creationId xmlns:a16="http://schemas.microsoft.com/office/drawing/2014/main" id="{88E41978-1652-4C61-8447-36B52C8D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0024" y="6823364"/>
            <a:ext cx="392869" cy="104154"/>
          </a:xfrm>
          <a:custGeom xmlns:a="http://schemas.openxmlformats.org/drawingml/2006/main">
            <a:pathLst>
              <a:path w="392869" h="104154">
                <a:moveTo>
                  <a:pt x="16575" y="52037"/>
                </a:moveTo>
                <a:cubicBezTo>
                  <a:pt x="16575" y="47503"/>
                  <a:pt x="12824" y="43749"/>
                  <a:pt x="8287" y="43749"/>
                </a:cubicBezTo>
                <a:cubicBezTo>
                  <a:pt x="3751" y="43749"/>
                  <a:pt x="0" y="47503"/>
                  <a:pt x="0" y="52037"/>
                </a:cubicBezTo>
                <a:cubicBezTo>
                  <a:pt x="0" y="56573"/>
                  <a:pt x="3751" y="60324"/>
                  <a:pt x="8287" y="60324"/>
                </a:cubicBezTo>
                <a:cubicBezTo>
                  <a:pt x="12824" y="60324"/>
                  <a:pt x="16575" y="56573"/>
                  <a:pt x="16575" y="52037"/>
                </a:cubicBezTo>
                <a:close/>
                <a:moveTo>
                  <a:pt x="134177" y="52079"/>
                </a:moveTo>
                <a:cubicBezTo>
                  <a:pt x="134177" y="35362"/>
                  <a:pt x="120258" y="21767"/>
                  <a:pt x="103838" y="21767"/>
                </a:cubicBezTo>
                <a:cubicBezTo>
                  <a:pt x="86948" y="21767"/>
                  <a:pt x="73342" y="35674"/>
                  <a:pt x="73342" y="52079"/>
                </a:cubicBezTo>
                <a:cubicBezTo>
                  <a:pt x="73342" y="68642"/>
                  <a:pt x="86948" y="82394"/>
                  <a:pt x="103838" y="82394"/>
                </a:cubicBezTo>
                <a:cubicBezTo>
                  <a:pt x="120258" y="82394"/>
                  <a:pt x="134177" y="68797"/>
                  <a:pt x="134177" y="52079"/>
                </a:cubicBezTo>
                <a:close/>
                <a:moveTo>
                  <a:pt x="241640" y="55131"/>
                </a:moveTo>
                <a:lnTo>
                  <a:pt x="285269" y="55131"/>
                </a:lnTo>
                <a:cubicBezTo>
                  <a:pt x="287460" y="55131"/>
                  <a:pt x="290431" y="55131"/>
                  <a:pt x="290431" y="52005"/>
                </a:cubicBezTo>
                <a:cubicBezTo>
                  <a:pt x="290431" y="48877"/>
                  <a:pt x="287460" y="48877"/>
                  <a:pt x="285269" y="48877"/>
                </a:cubicBezTo>
                <a:lnTo>
                  <a:pt x="241640" y="48877"/>
                </a:lnTo>
                <a:lnTo>
                  <a:pt x="241640" y="5159"/>
                </a:lnTo>
                <a:cubicBezTo>
                  <a:pt x="241640" y="2973"/>
                  <a:pt x="241640" y="0"/>
                  <a:pt x="238511" y="0"/>
                </a:cubicBezTo>
                <a:cubicBezTo>
                  <a:pt x="235383" y="0"/>
                  <a:pt x="235383" y="2973"/>
                  <a:pt x="235383" y="5159"/>
                </a:cubicBezTo>
                <a:lnTo>
                  <a:pt x="235383" y="48877"/>
                </a:lnTo>
                <a:lnTo>
                  <a:pt x="191596" y="48877"/>
                </a:lnTo>
                <a:cubicBezTo>
                  <a:pt x="189407" y="48877"/>
                  <a:pt x="186437" y="48877"/>
                  <a:pt x="186437" y="52005"/>
                </a:cubicBezTo>
                <a:cubicBezTo>
                  <a:pt x="186437" y="55131"/>
                  <a:pt x="189407" y="55131"/>
                  <a:pt x="191596" y="55131"/>
                </a:cubicBezTo>
                <a:lnTo>
                  <a:pt x="235383" y="55131"/>
                </a:lnTo>
                <a:lnTo>
                  <a:pt x="235383" y="98993"/>
                </a:lnTo>
                <a:cubicBezTo>
                  <a:pt x="235383" y="101183"/>
                  <a:pt x="235383" y="104154"/>
                  <a:pt x="238511" y="104154"/>
                </a:cubicBezTo>
                <a:cubicBezTo>
                  <a:pt x="241640" y="104154"/>
                  <a:pt x="241640" y="101183"/>
                  <a:pt x="241640" y="98993"/>
                </a:cubicBezTo>
                <a:lnTo>
                  <a:pt x="241640" y="55131"/>
                </a:lnTo>
                <a:close/>
                <a:moveTo>
                  <a:pt x="380671" y="55857"/>
                </a:moveTo>
                <a:cubicBezTo>
                  <a:pt x="383174" y="55857"/>
                  <a:pt x="385987" y="55857"/>
                  <a:pt x="385987" y="53199"/>
                </a:cubicBezTo>
                <a:cubicBezTo>
                  <a:pt x="385987" y="51008"/>
                  <a:pt x="384112" y="51008"/>
                  <a:pt x="381453" y="51008"/>
                </a:cubicBezTo>
                <a:lnTo>
                  <a:pt x="356119" y="51008"/>
                </a:lnTo>
                <a:cubicBezTo>
                  <a:pt x="359872" y="37733"/>
                  <a:pt x="368630" y="28673"/>
                  <a:pt x="382861" y="28673"/>
                </a:cubicBezTo>
                <a:lnTo>
                  <a:pt x="387708" y="28673"/>
                </a:lnTo>
                <a:cubicBezTo>
                  <a:pt x="390368" y="28673"/>
                  <a:pt x="392869" y="28673"/>
                  <a:pt x="392869" y="26015"/>
                </a:cubicBezTo>
                <a:cubicBezTo>
                  <a:pt x="392869" y="23824"/>
                  <a:pt x="390836" y="23824"/>
                  <a:pt x="388178" y="23824"/>
                </a:cubicBezTo>
                <a:lnTo>
                  <a:pt x="382704" y="23824"/>
                </a:lnTo>
                <a:cubicBezTo>
                  <a:pt x="362376" y="23824"/>
                  <a:pt x="341420" y="39452"/>
                  <a:pt x="341420" y="63350"/>
                </a:cubicBezTo>
                <a:cubicBezTo>
                  <a:pt x="341420" y="80516"/>
                  <a:pt x="353148" y="92853"/>
                  <a:pt x="369725" y="92853"/>
                </a:cubicBezTo>
                <a:cubicBezTo>
                  <a:pt x="379890" y="92853"/>
                  <a:pt x="390053" y="86603"/>
                  <a:pt x="390053" y="84888"/>
                </a:cubicBezTo>
                <a:cubicBezTo>
                  <a:pt x="390053" y="84420"/>
                  <a:pt x="389898" y="82702"/>
                  <a:pt x="388490" y="82702"/>
                </a:cubicBezTo>
                <a:cubicBezTo>
                  <a:pt x="388178" y="82702"/>
                  <a:pt x="387865" y="82702"/>
                  <a:pt x="386457" y="83640"/>
                </a:cubicBezTo>
                <a:cubicBezTo>
                  <a:pt x="381609" y="86761"/>
                  <a:pt x="375824" y="89414"/>
                  <a:pt x="370038" y="89414"/>
                </a:cubicBezTo>
                <a:cubicBezTo>
                  <a:pt x="360968" y="89414"/>
                  <a:pt x="353148" y="82859"/>
                  <a:pt x="353148" y="69124"/>
                </a:cubicBezTo>
                <a:cubicBezTo>
                  <a:pt x="353148" y="63662"/>
                  <a:pt x="354398" y="57730"/>
                  <a:pt x="354868" y="55857"/>
                </a:cubicBezTo>
                <a:lnTo>
                  <a:pt x="380671" y="558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Text x">
            <a:extLst xmlns:a="http://schemas.openxmlformats.org/drawingml/2006/main">
              <a:ext uri="{FF2B5EF4-FFF2-40B4-BE49-F238E27FC236}">
                <a16:creationId xmlns:a16="http://schemas.microsoft.com/office/drawing/2014/main" id="{D74A9642-BDBC-4F51-B4EA-65533732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2827" y="6889684"/>
            <a:ext cx="58566" cy="49389"/>
          </a:xfrm>
          <a:custGeom xmlns:a="http://schemas.openxmlformats.org/drawingml/2006/main">
            <a:pathLst>
              <a:path w="58566" h="49389">
                <a:moveTo>
                  <a:pt x="22004" y="36714"/>
                </a:moveTo>
                <a:cubicBezTo>
                  <a:pt x="20910" y="40436"/>
                  <a:pt x="17297" y="46324"/>
                  <a:pt x="11714" y="46324"/>
                </a:cubicBezTo>
                <a:cubicBezTo>
                  <a:pt x="11385" y="46324"/>
                  <a:pt x="8101" y="46324"/>
                  <a:pt x="5803" y="44801"/>
                </a:cubicBezTo>
                <a:cubicBezTo>
                  <a:pt x="10291" y="43384"/>
                  <a:pt x="10618" y="39452"/>
                  <a:pt x="10618" y="38794"/>
                </a:cubicBezTo>
                <a:cubicBezTo>
                  <a:pt x="10618" y="36387"/>
                  <a:pt x="8758" y="34743"/>
                  <a:pt x="6240" y="34743"/>
                </a:cubicBezTo>
                <a:cubicBezTo>
                  <a:pt x="3175" y="34743"/>
                  <a:pt x="0" y="37371"/>
                  <a:pt x="0" y="41421"/>
                </a:cubicBezTo>
                <a:cubicBezTo>
                  <a:pt x="0" y="46872"/>
                  <a:pt x="6130" y="49389"/>
                  <a:pt x="11495" y="49389"/>
                </a:cubicBezTo>
                <a:cubicBezTo>
                  <a:pt x="16530" y="49389"/>
                  <a:pt x="21018" y="46215"/>
                  <a:pt x="23756" y="41640"/>
                </a:cubicBezTo>
                <a:cubicBezTo>
                  <a:pt x="26382" y="47420"/>
                  <a:pt x="32403" y="49389"/>
                  <a:pt x="36781" y="49389"/>
                </a:cubicBezTo>
                <a:cubicBezTo>
                  <a:pt x="49371" y="49389"/>
                  <a:pt x="56049" y="35729"/>
                  <a:pt x="56049" y="32660"/>
                </a:cubicBezTo>
                <a:cubicBezTo>
                  <a:pt x="56049" y="31234"/>
                  <a:pt x="54626" y="31234"/>
                  <a:pt x="54297" y="31234"/>
                </a:cubicBezTo>
                <a:cubicBezTo>
                  <a:pt x="52765" y="31234"/>
                  <a:pt x="52655" y="31782"/>
                  <a:pt x="52217" y="33098"/>
                </a:cubicBezTo>
                <a:cubicBezTo>
                  <a:pt x="49919" y="40655"/>
                  <a:pt x="43351" y="46324"/>
                  <a:pt x="37221" y="46324"/>
                </a:cubicBezTo>
                <a:cubicBezTo>
                  <a:pt x="32841" y="46324"/>
                  <a:pt x="30542" y="43384"/>
                  <a:pt x="30542" y="39232"/>
                </a:cubicBezTo>
                <a:cubicBezTo>
                  <a:pt x="30542" y="36387"/>
                  <a:pt x="33170" y="26407"/>
                  <a:pt x="36235" y="14231"/>
                </a:cubicBezTo>
                <a:cubicBezTo>
                  <a:pt x="38423" y="5801"/>
                  <a:pt x="43351" y="3067"/>
                  <a:pt x="46962" y="3067"/>
                </a:cubicBezTo>
                <a:cubicBezTo>
                  <a:pt x="47181" y="3067"/>
                  <a:pt x="50575" y="3067"/>
                  <a:pt x="52873" y="4597"/>
                </a:cubicBezTo>
                <a:cubicBezTo>
                  <a:pt x="49371" y="5582"/>
                  <a:pt x="48058" y="8647"/>
                  <a:pt x="48058" y="10618"/>
                </a:cubicBezTo>
                <a:cubicBezTo>
                  <a:pt x="48058" y="13027"/>
                  <a:pt x="49919" y="14669"/>
                  <a:pt x="52436" y="14669"/>
                </a:cubicBezTo>
                <a:cubicBezTo>
                  <a:pt x="54953" y="14669"/>
                  <a:pt x="58566" y="12589"/>
                  <a:pt x="58566" y="7991"/>
                </a:cubicBezTo>
                <a:cubicBezTo>
                  <a:pt x="58566" y="1862"/>
                  <a:pt x="51561" y="0"/>
                  <a:pt x="47181" y="0"/>
                </a:cubicBezTo>
                <a:cubicBezTo>
                  <a:pt x="41709" y="0"/>
                  <a:pt x="37329" y="3613"/>
                  <a:pt x="34920" y="7772"/>
                </a:cubicBezTo>
                <a:cubicBezTo>
                  <a:pt x="32951" y="3286"/>
                  <a:pt x="27915" y="0"/>
                  <a:pt x="21785" y="0"/>
                </a:cubicBezTo>
                <a:cubicBezTo>
                  <a:pt x="9524" y="0"/>
                  <a:pt x="2519" y="13465"/>
                  <a:pt x="2519" y="16754"/>
                </a:cubicBezTo>
                <a:cubicBezTo>
                  <a:pt x="2519" y="18178"/>
                  <a:pt x="4051" y="18178"/>
                  <a:pt x="4380" y="18178"/>
                </a:cubicBezTo>
                <a:cubicBezTo>
                  <a:pt x="5803" y="18178"/>
                  <a:pt x="5911" y="17741"/>
                  <a:pt x="6459" y="16314"/>
                </a:cubicBezTo>
                <a:cubicBezTo>
                  <a:pt x="9195" y="7772"/>
                  <a:pt x="16092" y="3067"/>
                  <a:pt x="21456" y="3067"/>
                </a:cubicBezTo>
                <a:cubicBezTo>
                  <a:pt x="25069" y="3067"/>
                  <a:pt x="28024" y="5036"/>
                  <a:pt x="28024" y="10289"/>
                </a:cubicBezTo>
                <a:cubicBezTo>
                  <a:pt x="28024" y="12479"/>
                  <a:pt x="26711" y="17960"/>
                  <a:pt x="25725" y="21690"/>
                </a:cubicBezTo>
                <a:lnTo>
                  <a:pt x="22004" y="367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1ECCEC-5AE4-4E86-84D1-55EBF5F1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844" y="7085439"/>
            <a:ext cx="1334889" cy="208712"/>
          </a:xfrm>
          <a:custGeom xmlns:a="http://schemas.openxmlformats.org/drawingml/2006/main">
            <a:pathLst>
              <a:path w="1334889" h="208712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0"/>
                </a:cubicBezTo>
                <a:lnTo>
                  <a:pt x="0" y="119721"/>
                </a:lnTo>
                <a:cubicBezTo>
                  <a:pt x="0" y="168871"/>
                  <a:pt x="39842" y="208712"/>
                  <a:pt x="88991" y="208712"/>
                </a:cubicBezTo>
                <a:lnTo>
                  <a:pt x="1245898" y="208712"/>
                </a:lnTo>
                <a:cubicBezTo>
                  <a:pt x="1295047" y="208712"/>
                  <a:pt x="1334889" y="168871"/>
                  <a:pt x="1334889" y="119721"/>
                </a:cubicBezTo>
                <a:lnTo>
                  <a:pt x="1334889" y="88990"/>
                </a:lnTo>
                <a:cubicBezTo>
                  <a:pt x="1334889" y="39842"/>
                  <a:pt x="1295047" y="0"/>
                  <a:pt x="1245898" y="0"/>
                </a:cubicBezTo>
                <a:close/>
                <a:moveTo>
                  <a:pt x="0" y="208712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E8B1F2-C787-45A4-A0A3-9B2861FE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844" y="7085439"/>
            <a:ext cx="1334889" cy="208712"/>
          </a:xfrm>
          <a:custGeom xmlns:a="http://schemas.openxmlformats.org/drawingml/2006/main">
            <a:pathLst>
              <a:path w="1334889" h="208712" fill="none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0"/>
                </a:cubicBezTo>
                <a:lnTo>
                  <a:pt x="0" y="119721"/>
                </a:lnTo>
                <a:cubicBezTo>
                  <a:pt x="0" y="168871"/>
                  <a:pt x="39842" y="208712"/>
                  <a:pt x="88991" y="208712"/>
                </a:cubicBezTo>
                <a:lnTo>
                  <a:pt x="1245898" y="208712"/>
                </a:lnTo>
                <a:cubicBezTo>
                  <a:pt x="1295047" y="208712"/>
                  <a:pt x="1334889" y="168871"/>
                  <a:pt x="1334889" y="119721"/>
                </a:cubicBezTo>
                <a:lnTo>
                  <a:pt x="1334889" y="88990"/>
                </a:lnTo>
                <a:cubicBezTo>
                  <a:pt x="1334889" y="39842"/>
                  <a:pt x="1295047" y="0"/>
                  <a:pt x="1245898" y="0"/>
                </a:cubicBezTo>
                <a:close/>
                <a:moveTo>
                  <a:pt x="0" y="208712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82" name="Text MLP">
            <a:extLst xmlns:a="http://schemas.openxmlformats.org/drawingml/2006/main">
              <a:ext uri="{FF2B5EF4-FFF2-40B4-BE49-F238E27FC236}">
                <a16:creationId xmlns:a16="http://schemas.microsoft.com/office/drawing/2014/main" id="{68C1D5A8-1CD4-4060-A622-F2A7AA13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7371" y="7138419"/>
            <a:ext cx="317459" cy="103543"/>
          </a:xfrm>
          <a:custGeom xmlns:a="http://schemas.openxmlformats.org/drawingml/2006/main">
            <a:pathLst>
              <a:path w="317459" h="103543">
                <a:moveTo>
                  <a:pt x="103527" y="13921"/>
                </a:moveTo>
                <a:lnTo>
                  <a:pt x="103527" y="84776"/>
                </a:lnTo>
                <a:cubicBezTo>
                  <a:pt x="103527" y="97757"/>
                  <a:pt x="101649" y="99792"/>
                  <a:pt x="89295" y="100572"/>
                </a:cubicBezTo>
                <a:lnTo>
                  <a:pt x="89295" y="103543"/>
                </a:lnTo>
                <a:lnTo>
                  <a:pt x="133082" y="103543"/>
                </a:lnTo>
                <a:lnTo>
                  <a:pt x="133082" y="100572"/>
                </a:lnTo>
                <a:cubicBezTo>
                  <a:pt x="121667" y="99792"/>
                  <a:pt x="119479" y="97602"/>
                  <a:pt x="119479" y="86496"/>
                </a:cubicBezTo>
                <a:lnTo>
                  <a:pt x="119479" y="17050"/>
                </a:lnTo>
                <a:cubicBezTo>
                  <a:pt x="119479" y="5944"/>
                  <a:pt x="121512" y="3911"/>
                  <a:pt x="133082" y="2973"/>
                </a:cubicBezTo>
                <a:lnTo>
                  <a:pt x="133082" y="0"/>
                </a:lnTo>
                <a:lnTo>
                  <a:pt x="101961" y="0"/>
                </a:lnTo>
                <a:lnTo>
                  <a:pt x="67401" y="78989"/>
                </a:lnTo>
                <a:lnTo>
                  <a:pt x="31276" y="0"/>
                </a:lnTo>
                <a:lnTo>
                  <a:pt x="313" y="0"/>
                </a:lnTo>
                <a:lnTo>
                  <a:pt x="313" y="2973"/>
                </a:lnTo>
                <a:cubicBezTo>
                  <a:pt x="13136" y="3754"/>
                  <a:pt x="15169" y="5632"/>
                  <a:pt x="15169" y="17050"/>
                </a:cubicBezTo>
                <a:lnTo>
                  <a:pt x="15169" y="80552"/>
                </a:lnTo>
                <a:cubicBezTo>
                  <a:pt x="15169" y="96664"/>
                  <a:pt x="12979" y="99635"/>
                  <a:pt x="0" y="100572"/>
                </a:cubicBezTo>
                <a:lnTo>
                  <a:pt x="0" y="103543"/>
                </a:lnTo>
                <a:lnTo>
                  <a:pt x="36750" y="103543"/>
                </a:lnTo>
                <a:lnTo>
                  <a:pt x="36750" y="100572"/>
                </a:lnTo>
                <a:cubicBezTo>
                  <a:pt x="24709" y="99947"/>
                  <a:pt x="22051" y="96351"/>
                  <a:pt x="22051" y="80552"/>
                </a:cubicBezTo>
                <a:lnTo>
                  <a:pt x="22051" y="17517"/>
                </a:lnTo>
                <a:lnTo>
                  <a:pt x="61302" y="103543"/>
                </a:lnTo>
                <a:lnTo>
                  <a:pt x="63493" y="103543"/>
                </a:lnTo>
                <a:lnTo>
                  <a:pt x="103527" y="13921"/>
                </a:lnTo>
                <a:close/>
                <a:moveTo>
                  <a:pt x="226756" y="76331"/>
                </a:moveTo>
                <a:cubicBezTo>
                  <a:pt x="224098" y="82272"/>
                  <a:pt x="221908" y="85871"/>
                  <a:pt x="219562" y="88529"/>
                </a:cubicBezTo>
                <a:cubicBezTo>
                  <a:pt x="214088" y="94631"/>
                  <a:pt x="205488" y="97446"/>
                  <a:pt x="192507" y="97446"/>
                </a:cubicBezTo>
                <a:lnTo>
                  <a:pt x="182029" y="97446"/>
                </a:lnTo>
                <a:cubicBezTo>
                  <a:pt x="170613" y="97446"/>
                  <a:pt x="168580" y="96506"/>
                  <a:pt x="168580" y="91032"/>
                </a:cubicBezTo>
                <a:lnTo>
                  <a:pt x="168580" y="17050"/>
                </a:lnTo>
                <a:cubicBezTo>
                  <a:pt x="168580" y="5944"/>
                  <a:pt x="170771" y="3754"/>
                  <a:pt x="183124" y="2973"/>
                </a:cubicBezTo>
                <a:lnTo>
                  <a:pt x="183124" y="0"/>
                </a:lnTo>
                <a:lnTo>
                  <a:pt x="139024" y="0"/>
                </a:lnTo>
                <a:lnTo>
                  <a:pt x="139024" y="2973"/>
                </a:lnTo>
                <a:cubicBezTo>
                  <a:pt x="150597" y="3911"/>
                  <a:pt x="152631" y="6102"/>
                  <a:pt x="152631" y="17050"/>
                </a:cubicBezTo>
                <a:lnTo>
                  <a:pt x="152631" y="86496"/>
                </a:lnTo>
                <a:cubicBezTo>
                  <a:pt x="152631" y="97446"/>
                  <a:pt x="150440" y="99792"/>
                  <a:pt x="139024" y="100572"/>
                </a:cubicBezTo>
                <a:lnTo>
                  <a:pt x="139024" y="103543"/>
                </a:lnTo>
                <a:lnTo>
                  <a:pt x="223158" y="103543"/>
                </a:lnTo>
                <a:lnTo>
                  <a:pt x="230665" y="76333"/>
                </a:lnTo>
                <a:lnTo>
                  <a:pt x="226756" y="76331"/>
                </a:lnTo>
                <a:close/>
                <a:moveTo>
                  <a:pt x="264290" y="58024"/>
                </a:moveTo>
                <a:cubicBezTo>
                  <a:pt x="268356" y="58336"/>
                  <a:pt x="271014" y="58491"/>
                  <a:pt x="275080" y="58491"/>
                </a:cubicBezTo>
                <a:cubicBezTo>
                  <a:pt x="287278" y="58491"/>
                  <a:pt x="295723" y="56928"/>
                  <a:pt x="302448" y="53175"/>
                </a:cubicBezTo>
                <a:cubicBezTo>
                  <a:pt x="311830" y="48171"/>
                  <a:pt x="317459" y="38631"/>
                  <a:pt x="317459" y="28308"/>
                </a:cubicBezTo>
                <a:cubicBezTo>
                  <a:pt x="317459" y="21741"/>
                  <a:pt x="315271" y="15797"/>
                  <a:pt x="311048" y="11261"/>
                </a:cubicBezTo>
                <a:cubicBezTo>
                  <a:pt x="304793" y="4381"/>
                  <a:pt x="291187" y="0"/>
                  <a:pt x="276488" y="0"/>
                </a:cubicBezTo>
                <a:lnTo>
                  <a:pt x="235201" y="0"/>
                </a:lnTo>
                <a:lnTo>
                  <a:pt x="235201" y="2973"/>
                </a:lnTo>
                <a:cubicBezTo>
                  <a:pt x="246775" y="4224"/>
                  <a:pt x="248338" y="5787"/>
                  <a:pt x="248338" y="17050"/>
                </a:cubicBezTo>
                <a:lnTo>
                  <a:pt x="248338" y="84776"/>
                </a:lnTo>
                <a:cubicBezTo>
                  <a:pt x="248338" y="97914"/>
                  <a:pt x="247087" y="99477"/>
                  <a:pt x="235201" y="100572"/>
                </a:cubicBezTo>
                <a:lnTo>
                  <a:pt x="235201" y="103543"/>
                </a:lnTo>
                <a:lnTo>
                  <a:pt x="278989" y="103543"/>
                </a:lnTo>
                <a:lnTo>
                  <a:pt x="278989" y="100572"/>
                </a:lnTo>
                <a:cubicBezTo>
                  <a:pt x="266635" y="100105"/>
                  <a:pt x="264290" y="97914"/>
                  <a:pt x="264290" y="86496"/>
                </a:cubicBezTo>
                <a:lnTo>
                  <a:pt x="264290" y="58024"/>
                </a:lnTo>
                <a:moveTo>
                  <a:pt x="264290" y="11106"/>
                </a:moveTo>
                <a:cubicBezTo>
                  <a:pt x="264290" y="6882"/>
                  <a:pt x="265385" y="5787"/>
                  <a:pt x="269606" y="5787"/>
                </a:cubicBezTo>
                <a:cubicBezTo>
                  <a:pt x="290717" y="5787"/>
                  <a:pt x="300415" y="13139"/>
                  <a:pt x="300415" y="29248"/>
                </a:cubicBezTo>
                <a:cubicBezTo>
                  <a:pt x="300415" y="44417"/>
                  <a:pt x="291187" y="52237"/>
                  <a:pt x="273202" y="52237"/>
                </a:cubicBezTo>
                <a:cubicBezTo>
                  <a:pt x="270076" y="52237"/>
                  <a:pt x="267886" y="52082"/>
                  <a:pt x="264290" y="51767"/>
                </a:cubicBezTo>
                <a:lnTo>
                  <a:pt x="264290" y="111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968D3-5156-452C-870F-C20164B9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901" y="7389398"/>
            <a:ext cx="312773" cy="312773"/>
          </a:xfrm>
          <a:custGeom xmlns:a="http://schemas.openxmlformats.org/drawingml/2006/main">
            <a:pathLst>
              <a:path w="312773" h="312773">
                <a:moveTo>
                  <a:pt x="312773" y="156386"/>
                </a:moveTo>
                <a:cubicBezTo>
                  <a:pt x="312773" y="70015"/>
                  <a:pt x="242758" y="0"/>
                  <a:pt x="156387" y="0"/>
                </a:cubicBezTo>
                <a:cubicBezTo>
                  <a:pt x="70016" y="0"/>
                  <a:pt x="0" y="70015"/>
                  <a:pt x="0" y="156386"/>
                </a:cubicBezTo>
                <a:cubicBezTo>
                  <a:pt x="0" y="242757"/>
                  <a:pt x="70016" y="312773"/>
                  <a:pt x="156387" y="312773"/>
                </a:cubicBezTo>
                <a:cubicBezTo>
                  <a:pt x="242758" y="312773"/>
                  <a:pt x="312773" y="242757"/>
                  <a:pt x="312773" y="156386"/>
                </a:cubicBezTo>
                <a:close/>
                <a:moveTo>
                  <a:pt x="156387" y="156386"/>
                </a:moveTo>
              </a:path>
            </a:pathLst>
          </a:custGeom>
          <a:solidFill xmlns:a="http://schemas.openxmlformats.org/drawingml/2006/main">
            <a:srgbClr val="FF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C4FE27-4BCD-4A60-9C50-E5787C93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901" y="7389398"/>
            <a:ext cx="312773" cy="312773"/>
          </a:xfrm>
          <a:custGeom xmlns:a="http://schemas.openxmlformats.org/drawingml/2006/main">
            <a:pathLst>
              <a:path w="312773" h="312773" fill="none">
                <a:moveTo>
                  <a:pt x="312773" y="156386"/>
                </a:moveTo>
                <a:cubicBezTo>
                  <a:pt x="312773" y="70015"/>
                  <a:pt x="242758" y="0"/>
                  <a:pt x="156387" y="0"/>
                </a:cubicBezTo>
                <a:cubicBezTo>
                  <a:pt x="70016" y="0"/>
                  <a:pt x="0" y="70015"/>
                  <a:pt x="0" y="156386"/>
                </a:cubicBezTo>
                <a:cubicBezTo>
                  <a:pt x="0" y="242757"/>
                  <a:pt x="70016" y="312773"/>
                  <a:pt x="156387" y="312773"/>
                </a:cubicBezTo>
                <a:cubicBezTo>
                  <a:pt x="242758" y="312773"/>
                  <a:pt x="312773" y="242757"/>
                  <a:pt x="312773" y="156386"/>
                </a:cubicBezTo>
                <a:close/>
                <a:moveTo>
                  <a:pt x="156387" y="156386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85" name="Text ∗">
            <a:extLst xmlns:a="http://schemas.openxmlformats.org/drawingml/2006/main">
              <a:ext uri="{FF2B5EF4-FFF2-40B4-BE49-F238E27FC236}">
                <a16:creationId xmlns:a16="http://schemas.microsoft.com/office/drawing/2014/main" id="{35EAD33F-B384-4FCC-A85D-1D214D7F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7327" y="7509394"/>
            <a:ext cx="57706" cy="67349"/>
          </a:xfrm>
          <a:custGeom xmlns:a="http://schemas.openxmlformats.org/drawingml/2006/main">
            <a:pathLst>
              <a:path w="57706" h="67349">
                <a:moveTo>
                  <a:pt x="32842" y="5942"/>
                </a:moveTo>
                <a:cubicBezTo>
                  <a:pt x="32997" y="3754"/>
                  <a:pt x="32997" y="0"/>
                  <a:pt x="28933" y="0"/>
                </a:cubicBezTo>
                <a:cubicBezTo>
                  <a:pt x="26430" y="0"/>
                  <a:pt x="24397" y="2033"/>
                  <a:pt x="24867" y="4066"/>
                </a:cubicBezTo>
                <a:lnTo>
                  <a:pt x="24867" y="6097"/>
                </a:lnTo>
                <a:lnTo>
                  <a:pt x="27055" y="30317"/>
                </a:lnTo>
                <a:lnTo>
                  <a:pt x="7037" y="15785"/>
                </a:lnTo>
                <a:cubicBezTo>
                  <a:pt x="5632" y="15005"/>
                  <a:pt x="5319" y="14692"/>
                  <a:pt x="4224" y="14692"/>
                </a:cubicBezTo>
                <a:cubicBezTo>
                  <a:pt x="2033" y="14692"/>
                  <a:pt x="0" y="16878"/>
                  <a:pt x="0" y="19066"/>
                </a:cubicBezTo>
                <a:cubicBezTo>
                  <a:pt x="0" y="21567"/>
                  <a:pt x="1565" y="22192"/>
                  <a:pt x="3128" y="22972"/>
                </a:cubicBezTo>
                <a:lnTo>
                  <a:pt x="25335" y="33598"/>
                </a:lnTo>
                <a:lnTo>
                  <a:pt x="3754" y="44067"/>
                </a:lnTo>
                <a:cubicBezTo>
                  <a:pt x="1253" y="45317"/>
                  <a:pt x="0" y="45942"/>
                  <a:pt x="0" y="48285"/>
                </a:cubicBezTo>
                <a:cubicBezTo>
                  <a:pt x="0" y="50629"/>
                  <a:pt x="2033" y="52659"/>
                  <a:pt x="4224" y="52659"/>
                </a:cubicBezTo>
                <a:cubicBezTo>
                  <a:pt x="5319" y="52659"/>
                  <a:pt x="5632" y="52659"/>
                  <a:pt x="9540" y="49691"/>
                </a:cubicBezTo>
                <a:lnTo>
                  <a:pt x="27055" y="37034"/>
                </a:lnTo>
                <a:lnTo>
                  <a:pt x="24709" y="63285"/>
                </a:lnTo>
                <a:cubicBezTo>
                  <a:pt x="24709" y="66569"/>
                  <a:pt x="27525" y="67349"/>
                  <a:pt x="28776" y="67349"/>
                </a:cubicBezTo>
                <a:cubicBezTo>
                  <a:pt x="30651" y="67349"/>
                  <a:pt x="32997" y="66256"/>
                  <a:pt x="32997" y="63285"/>
                </a:cubicBezTo>
                <a:lnTo>
                  <a:pt x="30651" y="37034"/>
                </a:lnTo>
                <a:lnTo>
                  <a:pt x="50669" y="51566"/>
                </a:lnTo>
                <a:cubicBezTo>
                  <a:pt x="52077" y="52347"/>
                  <a:pt x="52390" y="52659"/>
                  <a:pt x="53485" y="52659"/>
                </a:cubicBezTo>
                <a:cubicBezTo>
                  <a:pt x="55673" y="52659"/>
                  <a:pt x="57706" y="50474"/>
                  <a:pt x="57706" y="48285"/>
                </a:cubicBezTo>
                <a:cubicBezTo>
                  <a:pt x="57706" y="45942"/>
                  <a:pt x="56298" y="45159"/>
                  <a:pt x="54423" y="44222"/>
                </a:cubicBezTo>
                <a:cubicBezTo>
                  <a:pt x="45040" y="39535"/>
                  <a:pt x="44727" y="39535"/>
                  <a:pt x="32372" y="33753"/>
                </a:cubicBezTo>
                <a:lnTo>
                  <a:pt x="53953" y="23285"/>
                </a:lnTo>
                <a:cubicBezTo>
                  <a:pt x="56456" y="22034"/>
                  <a:pt x="57706" y="21409"/>
                  <a:pt x="57706" y="19066"/>
                </a:cubicBezTo>
                <a:cubicBezTo>
                  <a:pt x="57706" y="16723"/>
                  <a:pt x="55673" y="14692"/>
                  <a:pt x="53485" y="14692"/>
                </a:cubicBezTo>
                <a:cubicBezTo>
                  <a:pt x="52390" y="14692"/>
                  <a:pt x="52077" y="14692"/>
                  <a:pt x="48166" y="17660"/>
                </a:cubicBezTo>
                <a:lnTo>
                  <a:pt x="30651" y="30317"/>
                </a:lnTo>
                <a:lnTo>
                  <a:pt x="32842" y="59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0B1A9-A854-4FBC-8546-8423FBDC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901" y="7930908"/>
            <a:ext cx="312773" cy="312773"/>
          </a:xfrm>
          <a:custGeom xmlns:a="http://schemas.openxmlformats.org/drawingml/2006/main">
            <a:pathLst>
              <a:path w="312773" h="312773">
                <a:moveTo>
                  <a:pt x="312773" y="156386"/>
                </a:moveTo>
                <a:cubicBezTo>
                  <a:pt x="312773" y="70016"/>
                  <a:pt x="242758" y="0"/>
                  <a:pt x="156387" y="0"/>
                </a:cubicBezTo>
                <a:cubicBezTo>
                  <a:pt x="70016" y="0"/>
                  <a:pt x="0" y="70016"/>
                  <a:pt x="0" y="156386"/>
                </a:cubicBezTo>
                <a:cubicBezTo>
                  <a:pt x="0" y="242757"/>
                  <a:pt x="70016" y="312773"/>
                  <a:pt x="156387" y="312773"/>
                </a:cubicBezTo>
                <a:cubicBezTo>
                  <a:pt x="242758" y="312773"/>
                  <a:pt x="312773" y="242757"/>
                  <a:pt x="312773" y="156386"/>
                </a:cubicBezTo>
                <a:close/>
                <a:moveTo>
                  <a:pt x="156387" y="156386"/>
                </a:moveTo>
              </a:path>
            </a:pathLst>
          </a:custGeom>
          <a:solidFill xmlns:a="http://schemas.openxmlformats.org/drawingml/2006/main">
            <a:srgbClr val="FF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6417BE-D2E0-49C9-B28A-4CC2DC93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901" y="7930908"/>
            <a:ext cx="312773" cy="312773"/>
          </a:xfrm>
          <a:custGeom xmlns:a="http://schemas.openxmlformats.org/drawingml/2006/main">
            <a:pathLst>
              <a:path w="312773" h="312773" fill="none">
                <a:moveTo>
                  <a:pt x="312773" y="156386"/>
                </a:moveTo>
                <a:cubicBezTo>
                  <a:pt x="312773" y="70016"/>
                  <a:pt x="242758" y="0"/>
                  <a:pt x="156387" y="0"/>
                </a:cubicBezTo>
                <a:cubicBezTo>
                  <a:pt x="70016" y="0"/>
                  <a:pt x="0" y="70016"/>
                  <a:pt x="0" y="156386"/>
                </a:cubicBezTo>
                <a:cubicBezTo>
                  <a:pt x="0" y="242757"/>
                  <a:pt x="70016" y="312773"/>
                  <a:pt x="156387" y="312773"/>
                </a:cubicBezTo>
                <a:cubicBezTo>
                  <a:pt x="242758" y="312773"/>
                  <a:pt x="312773" y="242757"/>
                  <a:pt x="312773" y="156386"/>
                </a:cubicBezTo>
                <a:close/>
                <a:moveTo>
                  <a:pt x="156387" y="156386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88" name="Text +">
            <a:extLst xmlns:a="http://schemas.openxmlformats.org/drawingml/2006/main">
              <a:ext uri="{FF2B5EF4-FFF2-40B4-BE49-F238E27FC236}">
                <a16:creationId xmlns:a16="http://schemas.microsoft.com/office/drawing/2014/main" id="{9248F730-A7BE-41AA-9318-234963C1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212" y="8035133"/>
            <a:ext cx="103994" cy="104154"/>
          </a:xfrm>
          <a:custGeom xmlns:a="http://schemas.openxmlformats.org/drawingml/2006/main">
            <a:pathLst>
              <a:path w="103994" h="104154">
                <a:moveTo>
                  <a:pt x="55203" y="55131"/>
                </a:moveTo>
                <a:lnTo>
                  <a:pt x="98833" y="55131"/>
                </a:lnTo>
                <a:cubicBezTo>
                  <a:pt x="101023" y="55131"/>
                  <a:pt x="103994" y="55131"/>
                  <a:pt x="103994" y="52005"/>
                </a:cubicBezTo>
                <a:cubicBezTo>
                  <a:pt x="103994" y="48877"/>
                  <a:pt x="101023" y="48877"/>
                  <a:pt x="98833" y="48877"/>
                </a:cubicBezTo>
                <a:lnTo>
                  <a:pt x="55203" y="48877"/>
                </a:lnTo>
                <a:lnTo>
                  <a:pt x="55203" y="5159"/>
                </a:lnTo>
                <a:cubicBezTo>
                  <a:pt x="55203" y="2973"/>
                  <a:pt x="55203" y="0"/>
                  <a:pt x="52075" y="0"/>
                </a:cubicBezTo>
                <a:cubicBezTo>
                  <a:pt x="48946" y="0"/>
                  <a:pt x="48946" y="2973"/>
                  <a:pt x="48946" y="5159"/>
                </a:cubicBezTo>
                <a:lnTo>
                  <a:pt x="48946" y="48877"/>
                </a:lnTo>
                <a:lnTo>
                  <a:pt x="5159" y="48877"/>
                </a:lnTo>
                <a:cubicBezTo>
                  <a:pt x="2971" y="48877"/>
                  <a:pt x="0" y="48877"/>
                  <a:pt x="0" y="52005"/>
                </a:cubicBezTo>
                <a:cubicBezTo>
                  <a:pt x="0" y="55131"/>
                  <a:pt x="2971" y="55131"/>
                  <a:pt x="5159" y="55131"/>
                </a:cubicBezTo>
                <a:lnTo>
                  <a:pt x="48946" y="55131"/>
                </a:lnTo>
                <a:lnTo>
                  <a:pt x="48946" y="98993"/>
                </a:lnTo>
                <a:cubicBezTo>
                  <a:pt x="48946" y="101183"/>
                  <a:pt x="48946" y="104154"/>
                  <a:pt x="52075" y="104154"/>
                </a:cubicBezTo>
                <a:cubicBezTo>
                  <a:pt x="55203" y="104154"/>
                  <a:pt x="55203" y="101183"/>
                  <a:pt x="55203" y="98993"/>
                </a:cubicBezTo>
                <a:lnTo>
                  <a:pt x="55203" y="551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30C033-A9B2-42BB-A703-83CFD79E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1277" y="1949881"/>
            <a:ext cx="303946" cy="303946"/>
          </a:xfrm>
          <a:custGeom xmlns:a="http://schemas.openxmlformats.org/drawingml/2006/main">
            <a:pathLst>
              <a:path w="303946" h="303946">
                <a:moveTo>
                  <a:pt x="303946" y="151973"/>
                </a:moveTo>
                <a:cubicBezTo>
                  <a:pt x="303946" y="68040"/>
                  <a:pt x="235906" y="0"/>
                  <a:pt x="151973" y="0"/>
                </a:cubicBezTo>
                <a:cubicBezTo>
                  <a:pt x="68040" y="0"/>
                  <a:pt x="0" y="68040"/>
                  <a:pt x="0" y="151973"/>
                </a:cubicBezTo>
                <a:cubicBezTo>
                  <a:pt x="0" y="235906"/>
                  <a:pt x="68040" y="303946"/>
                  <a:pt x="151973" y="303946"/>
                </a:cubicBezTo>
                <a:cubicBezTo>
                  <a:pt x="235906" y="303946"/>
                  <a:pt x="303946" y="235906"/>
                  <a:pt x="303946" y="151973"/>
                </a:cubicBezTo>
                <a:close/>
                <a:moveTo>
                  <a:pt x="151973" y="151973"/>
                </a:moveTo>
              </a:path>
            </a:pathLst>
          </a:custGeom>
          <a:solidFill xmlns:a="http://schemas.openxmlformats.org/drawingml/2006/main">
            <a:srgbClr val="F6A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56C12C-0D4B-4A28-9B45-61CD1F83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1277" y="1949881"/>
            <a:ext cx="303946" cy="303946"/>
          </a:xfrm>
          <a:custGeom xmlns:a="http://schemas.openxmlformats.org/drawingml/2006/main">
            <a:pathLst>
              <a:path w="303946" h="303946" fill="none">
                <a:moveTo>
                  <a:pt x="303946" y="151973"/>
                </a:moveTo>
                <a:cubicBezTo>
                  <a:pt x="303946" y="68040"/>
                  <a:pt x="235906" y="0"/>
                  <a:pt x="151973" y="0"/>
                </a:cubicBezTo>
                <a:cubicBezTo>
                  <a:pt x="68040" y="0"/>
                  <a:pt x="0" y="68040"/>
                  <a:pt x="0" y="151973"/>
                </a:cubicBezTo>
                <a:cubicBezTo>
                  <a:pt x="0" y="235906"/>
                  <a:pt x="68040" y="303946"/>
                  <a:pt x="151973" y="303946"/>
                </a:cubicBezTo>
                <a:cubicBezTo>
                  <a:pt x="235906" y="303946"/>
                  <a:pt x="303946" y="235906"/>
                  <a:pt x="303946" y="151973"/>
                </a:cubicBezTo>
                <a:close/>
                <a:moveTo>
                  <a:pt x="151973" y="151973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91" name="Text α">
            <a:extLst xmlns:a="http://schemas.openxmlformats.org/drawingml/2006/main">
              <a:ext uri="{FF2B5EF4-FFF2-40B4-BE49-F238E27FC236}">
                <a16:creationId xmlns:a16="http://schemas.microsoft.com/office/drawing/2014/main" id="{A14AC2D5-D4FB-4D0E-ABBD-EC8A604B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4488" y="2069276"/>
            <a:ext cx="67213" cy="49389"/>
          </a:xfrm>
          <a:custGeom xmlns:a="http://schemas.openxmlformats.org/drawingml/2006/main">
            <a:pathLst>
              <a:path w="67213" h="49389">
                <a:moveTo>
                  <a:pt x="53092" y="32854"/>
                </a:moveTo>
                <a:cubicBezTo>
                  <a:pt x="63163" y="22450"/>
                  <a:pt x="67213" y="7884"/>
                  <a:pt x="67213" y="6680"/>
                </a:cubicBezTo>
                <a:cubicBezTo>
                  <a:pt x="67213" y="5257"/>
                  <a:pt x="65899" y="5257"/>
                  <a:pt x="65353" y="5257"/>
                </a:cubicBezTo>
                <a:cubicBezTo>
                  <a:pt x="63819" y="5257"/>
                  <a:pt x="63819" y="5586"/>
                  <a:pt x="63054" y="7994"/>
                </a:cubicBezTo>
                <a:cubicBezTo>
                  <a:pt x="61083" y="15222"/>
                  <a:pt x="57470" y="21903"/>
                  <a:pt x="52873" y="27816"/>
                </a:cubicBezTo>
                <a:cubicBezTo>
                  <a:pt x="52763" y="26174"/>
                  <a:pt x="52544" y="18837"/>
                  <a:pt x="52326" y="17851"/>
                </a:cubicBezTo>
                <a:cubicBezTo>
                  <a:pt x="50684" y="7009"/>
                  <a:pt x="42474" y="0"/>
                  <a:pt x="31526" y="0"/>
                </a:cubicBezTo>
                <a:cubicBezTo>
                  <a:pt x="15434" y="0"/>
                  <a:pt x="0" y="15003"/>
                  <a:pt x="0" y="30335"/>
                </a:cubicBezTo>
                <a:cubicBezTo>
                  <a:pt x="0" y="40411"/>
                  <a:pt x="7335" y="49389"/>
                  <a:pt x="20033" y="49389"/>
                </a:cubicBezTo>
                <a:cubicBezTo>
                  <a:pt x="30103" y="49389"/>
                  <a:pt x="39190" y="44792"/>
                  <a:pt x="45320" y="40082"/>
                </a:cubicBezTo>
                <a:cubicBezTo>
                  <a:pt x="47837" y="48076"/>
                  <a:pt x="53420" y="49389"/>
                  <a:pt x="56704" y="49389"/>
                </a:cubicBezTo>
                <a:cubicBezTo>
                  <a:pt x="63054" y="49389"/>
                  <a:pt x="66995" y="44026"/>
                  <a:pt x="66995" y="41726"/>
                </a:cubicBezTo>
                <a:cubicBezTo>
                  <a:pt x="66995" y="40411"/>
                  <a:pt x="65680" y="40411"/>
                  <a:pt x="65134" y="40411"/>
                </a:cubicBezTo>
                <a:cubicBezTo>
                  <a:pt x="63711" y="40411"/>
                  <a:pt x="63492" y="40849"/>
                  <a:pt x="63273" y="41507"/>
                </a:cubicBezTo>
                <a:cubicBezTo>
                  <a:pt x="61740" y="45668"/>
                  <a:pt x="58346" y="46324"/>
                  <a:pt x="57033" y="46324"/>
                </a:cubicBezTo>
                <a:cubicBezTo>
                  <a:pt x="55501" y="46324"/>
                  <a:pt x="53638" y="46324"/>
                  <a:pt x="53092" y="32854"/>
                </a:cubicBezTo>
                <a:moveTo>
                  <a:pt x="44553" y="36577"/>
                </a:moveTo>
                <a:cubicBezTo>
                  <a:pt x="33825" y="45338"/>
                  <a:pt x="24521" y="46324"/>
                  <a:pt x="20360" y="46324"/>
                </a:cubicBezTo>
                <a:cubicBezTo>
                  <a:pt x="13136" y="46324"/>
                  <a:pt x="9085" y="41507"/>
                  <a:pt x="9085" y="34169"/>
                </a:cubicBezTo>
                <a:cubicBezTo>
                  <a:pt x="9085" y="30992"/>
                  <a:pt x="10618" y="19055"/>
                  <a:pt x="16311" y="11499"/>
                </a:cubicBezTo>
                <a:cubicBezTo>
                  <a:pt x="21345" y="4928"/>
                  <a:pt x="27586" y="3067"/>
                  <a:pt x="31418" y="3067"/>
                </a:cubicBezTo>
                <a:cubicBezTo>
                  <a:pt x="40175" y="3067"/>
                  <a:pt x="42693" y="11499"/>
                  <a:pt x="43568" y="18289"/>
                </a:cubicBezTo>
                <a:cubicBezTo>
                  <a:pt x="44224" y="22997"/>
                  <a:pt x="44006" y="30773"/>
                  <a:pt x="44553" y="365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Text x">
            <a:extLst xmlns:a="http://schemas.openxmlformats.org/drawingml/2006/main">
              <a:ext uri="{FF2B5EF4-FFF2-40B4-BE49-F238E27FC236}">
                <a16:creationId xmlns:a16="http://schemas.microsoft.com/office/drawing/2014/main" id="{C1687EE7-E155-416C-B47D-90CF6B72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6268" y="2098639"/>
            <a:ext cx="46055" cy="35431"/>
          </a:xfrm>
          <a:custGeom xmlns:a="http://schemas.openxmlformats.org/drawingml/2006/main">
            <a:pathLst>
              <a:path w="46055" h="35431">
                <a:moveTo>
                  <a:pt x="41285" y="3910"/>
                </a:moveTo>
                <a:cubicBezTo>
                  <a:pt x="37689" y="5005"/>
                  <a:pt x="37689" y="8447"/>
                  <a:pt x="37689" y="8525"/>
                </a:cubicBezTo>
                <a:cubicBezTo>
                  <a:pt x="37689" y="9855"/>
                  <a:pt x="38627" y="11732"/>
                  <a:pt x="41208" y="11732"/>
                </a:cubicBezTo>
                <a:cubicBezTo>
                  <a:pt x="43397" y="11732"/>
                  <a:pt x="46055" y="9855"/>
                  <a:pt x="46055" y="6413"/>
                </a:cubicBezTo>
                <a:cubicBezTo>
                  <a:pt x="46055" y="1799"/>
                  <a:pt x="40895" y="0"/>
                  <a:pt x="36750" y="0"/>
                </a:cubicBezTo>
                <a:cubicBezTo>
                  <a:pt x="31668" y="0"/>
                  <a:pt x="28384" y="3285"/>
                  <a:pt x="26820" y="5319"/>
                </a:cubicBezTo>
                <a:cubicBezTo>
                  <a:pt x="24241" y="860"/>
                  <a:pt x="19235" y="0"/>
                  <a:pt x="16421" y="0"/>
                </a:cubicBezTo>
                <a:cubicBezTo>
                  <a:pt x="6647" y="0"/>
                  <a:pt x="1095" y="9229"/>
                  <a:pt x="1095" y="12123"/>
                </a:cubicBezTo>
                <a:cubicBezTo>
                  <a:pt x="1095" y="13219"/>
                  <a:pt x="2346" y="13219"/>
                  <a:pt x="2737" y="13219"/>
                </a:cubicBezTo>
                <a:cubicBezTo>
                  <a:pt x="3441" y="13219"/>
                  <a:pt x="4066" y="13140"/>
                  <a:pt x="4379" y="12280"/>
                </a:cubicBezTo>
                <a:cubicBezTo>
                  <a:pt x="6724" y="4615"/>
                  <a:pt x="13136" y="2659"/>
                  <a:pt x="16108" y="2659"/>
                </a:cubicBezTo>
                <a:cubicBezTo>
                  <a:pt x="18688" y="2659"/>
                  <a:pt x="21660" y="3754"/>
                  <a:pt x="21660" y="7900"/>
                </a:cubicBezTo>
                <a:cubicBezTo>
                  <a:pt x="21660" y="9855"/>
                  <a:pt x="20252" y="15252"/>
                  <a:pt x="17594" y="25656"/>
                </a:cubicBezTo>
                <a:cubicBezTo>
                  <a:pt x="16421" y="30113"/>
                  <a:pt x="12824" y="32772"/>
                  <a:pt x="9461" y="32772"/>
                </a:cubicBezTo>
                <a:cubicBezTo>
                  <a:pt x="8914" y="32772"/>
                  <a:pt x="6647" y="32772"/>
                  <a:pt x="4770" y="31521"/>
                </a:cubicBezTo>
                <a:cubicBezTo>
                  <a:pt x="8289" y="30269"/>
                  <a:pt x="8289" y="27297"/>
                  <a:pt x="8289" y="26985"/>
                </a:cubicBezTo>
                <a:cubicBezTo>
                  <a:pt x="8289" y="24717"/>
                  <a:pt x="6568" y="23700"/>
                  <a:pt x="4849" y="23700"/>
                </a:cubicBezTo>
                <a:cubicBezTo>
                  <a:pt x="2893" y="23700"/>
                  <a:pt x="0" y="25264"/>
                  <a:pt x="0" y="29018"/>
                </a:cubicBezTo>
                <a:cubicBezTo>
                  <a:pt x="0" y="33789"/>
                  <a:pt x="5318" y="35431"/>
                  <a:pt x="9305" y="35431"/>
                </a:cubicBezTo>
                <a:cubicBezTo>
                  <a:pt x="13606" y="35431"/>
                  <a:pt x="17125" y="32929"/>
                  <a:pt x="19002" y="30113"/>
                </a:cubicBezTo>
                <a:cubicBezTo>
                  <a:pt x="22129" y="34806"/>
                  <a:pt x="27133" y="35431"/>
                  <a:pt x="29557" y="35431"/>
                </a:cubicBezTo>
                <a:cubicBezTo>
                  <a:pt x="39410" y="35431"/>
                  <a:pt x="44961" y="26124"/>
                  <a:pt x="44961" y="23309"/>
                </a:cubicBezTo>
                <a:cubicBezTo>
                  <a:pt x="44961" y="22213"/>
                  <a:pt x="43632" y="22213"/>
                  <a:pt x="43318" y="22213"/>
                </a:cubicBezTo>
                <a:cubicBezTo>
                  <a:pt x="41989" y="22213"/>
                  <a:pt x="41833" y="22682"/>
                  <a:pt x="41599" y="23386"/>
                </a:cubicBezTo>
                <a:cubicBezTo>
                  <a:pt x="39331" y="30427"/>
                  <a:pt x="33311" y="32772"/>
                  <a:pt x="29870" y="32772"/>
                </a:cubicBezTo>
                <a:cubicBezTo>
                  <a:pt x="27524" y="32772"/>
                  <a:pt x="24318" y="31912"/>
                  <a:pt x="24318" y="27532"/>
                </a:cubicBezTo>
                <a:cubicBezTo>
                  <a:pt x="24318" y="26593"/>
                  <a:pt x="24318" y="26046"/>
                  <a:pt x="24943" y="23386"/>
                </a:cubicBezTo>
                <a:cubicBezTo>
                  <a:pt x="26274" y="17911"/>
                  <a:pt x="28384" y="9229"/>
                  <a:pt x="29009" y="7821"/>
                </a:cubicBezTo>
                <a:cubicBezTo>
                  <a:pt x="30026" y="5788"/>
                  <a:pt x="32607" y="2659"/>
                  <a:pt x="36594" y="2659"/>
                </a:cubicBezTo>
                <a:cubicBezTo>
                  <a:pt x="36829" y="2659"/>
                  <a:pt x="39487" y="2659"/>
                  <a:pt x="41285" y="39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34474-9EB9-4C03-AC91-4A4BC6CF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4943" y="2290784"/>
            <a:ext cx="316614" cy="316614"/>
          </a:xfrm>
          <a:custGeom xmlns:a="http://schemas.openxmlformats.org/drawingml/2006/main">
            <a:pathLst>
              <a:path w="316614" h="316614">
                <a:moveTo>
                  <a:pt x="316614" y="158307"/>
                </a:moveTo>
                <a:cubicBezTo>
                  <a:pt x="316614" y="70876"/>
                  <a:pt x="245739" y="0"/>
                  <a:pt x="158307" y="0"/>
                </a:cubicBezTo>
                <a:cubicBezTo>
                  <a:pt x="70876" y="0"/>
                  <a:pt x="0" y="70876"/>
                  <a:pt x="0" y="158307"/>
                </a:cubicBezTo>
                <a:cubicBezTo>
                  <a:pt x="0" y="245739"/>
                  <a:pt x="70876" y="316614"/>
                  <a:pt x="158307" y="316614"/>
                </a:cubicBezTo>
                <a:cubicBezTo>
                  <a:pt x="245739" y="316614"/>
                  <a:pt x="316614" y="245739"/>
                  <a:pt x="316614" y="158307"/>
                </a:cubicBezTo>
                <a:close/>
                <a:moveTo>
                  <a:pt x="158307" y="158307"/>
                </a:moveTo>
              </a:path>
            </a:pathLst>
          </a:custGeom>
          <a:solidFill xmlns:a="http://schemas.openxmlformats.org/drawingml/2006/main">
            <a:srgbClr val="F6A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45A532-0A15-4F23-8AB1-F2177B9D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4943" y="2290784"/>
            <a:ext cx="316614" cy="316614"/>
          </a:xfrm>
          <a:custGeom xmlns:a="http://schemas.openxmlformats.org/drawingml/2006/main">
            <a:pathLst>
              <a:path w="316614" h="316614" fill="none">
                <a:moveTo>
                  <a:pt x="316614" y="158307"/>
                </a:moveTo>
                <a:cubicBezTo>
                  <a:pt x="316614" y="70876"/>
                  <a:pt x="245739" y="0"/>
                  <a:pt x="158307" y="0"/>
                </a:cubicBezTo>
                <a:cubicBezTo>
                  <a:pt x="70876" y="0"/>
                  <a:pt x="0" y="70876"/>
                  <a:pt x="0" y="158307"/>
                </a:cubicBezTo>
                <a:cubicBezTo>
                  <a:pt x="0" y="245739"/>
                  <a:pt x="70876" y="316614"/>
                  <a:pt x="158307" y="316614"/>
                </a:cubicBezTo>
                <a:cubicBezTo>
                  <a:pt x="245739" y="316614"/>
                  <a:pt x="316614" y="245739"/>
                  <a:pt x="316614" y="158307"/>
                </a:cubicBezTo>
                <a:close/>
                <a:moveTo>
                  <a:pt x="158307" y="158307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95" name="Text β">
            <a:extLst xmlns:a="http://schemas.openxmlformats.org/drawingml/2006/main">
              <a:ext uri="{FF2B5EF4-FFF2-40B4-BE49-F238E27FC236}">
                <a16:creationId xmlns:a16="http://schemas.microsoft.com/office/drawing/2014/main" id="{A292C687-DADC-42A8-8604-E2EC51D9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8041" y="2399262"/>
            <a:ext cx="64148" cy="98459"/>
          </a:xfrm>
          <a:custGeom xmlns:a="http://schemas.openxmlformats.org/drawingml/2006/main">
            <a:pathLst>
              <a:path w="64148" h="98459">
                <a:moveTo>
                  <a:pt x="64148" y="15237"/>
                </a:moveTo>
                <a:cubicBezTo>
                  <a:pt x="64148" y="5587"/>
                  <a:pt x="55828" y="0"/>
                  <a:pt x="46195" y="0"/>
                </a:cubicBezTo>
                <a:cubicBezTo>
                  <a:pt x="31197" y="0"/>
                  <a:pt x="20141" y="17101"/>
                  <a:pt x="17405" y="28177"/>
                </a:cubicBezTo>
                <a:lnTo>
                  <a:pt x="219" y="97146"/>
                </a:lnTo>
                <a:cubicBezTo>
                  <a:pt x="0" y="97913"/>
                  <a:pt x="1094" y="98459"/>
                  <a:pt x="1751" y="98459"/>
                </a:cubicBezTo>
                <a:cubicBezTo>
                  <a:pt x="2736" y="98459"/>
                  <a:pt x="3611" y="98351"/>
                  <a:pt x="3830" y="97694"/>
                </a:cubicBezTo>
                <a:lnTo>
                  <a:pt x="11165" y="68411"/>
                </a:lnTo>
                <a:cubicBezTo>
                  <a:pt x="13465" y="73437"/>
                  <a:pt x="18718" y="78141"/>
                  <a:pt x="27586" y="78141"/>
                </a:cubicBezTo>
                <a:cubicBezTo>
                  <a:pt x="42911" y="78141"/>
                  <a:pt x="60208" y="67100"/>
                  <a:pt x="60208" y="50385"/>
                </a:cubicBezTo>
                <a:cubicBezTo>
                  <a:pt x="60208" y="43939"/>
                  <a:pt x="57251" y="37384"/>
                  <a:pt x="51669" y="33768"/>
                </a:cubicBezTo>
                <a:cubicBezTo>
                  <a:pt x="57033" y="30370"/>
                  <a:pt x="64148" y="24120"/>
                  <a:pt x="64148" y="15237"/>
                </a:cubicBezTo>
                <a:moveTo>
                  <a:pt x="42474" y="33658"/>
                </a:moveTo>
                <a:cubicBezTo>
                  <a:pt x="40832" y="33988"/>
                  <a:pt x="40065" y="34428"/>
                  <a:pt x="36890" y="34428"/>
                </a:cubicBezTo>
                <a:cubicBezTo>
                  <a:pt x="35139" y="34428"/>
                  <a:pt x="32512" y="34317"/>
                  <a:pt x="31745" y="33878"/>
                </a:cubicBezTo>
                <a:cubicBezTo>
                  <a:pt x="32841" y="33217"/>
                  <a:pt x="35906" y="33108"/>
                  <a:pt x="36890" y="33108"/>
                </a:cubicBezTo>
                <a:cubicBezTo>
                  <a:pt x="38532" y="33108"/>
                  <a:pt x="40940" y="33217"/>
                  <a:pt x="42474" y="33658"/>
                </a:cubicBezTo>
                <a:moveTo>
                  <a:pt x="56922" y="13264"/>
                </a:moveTo>
                <a:cubicBezTo>
                  <a:pt x="56922" y="19075"/>
                  <a:pt x="54078" y="27629"/>
                  <a:pt x="47289" y="31465"/>
                </a:cubicBezTo>
                <a:cubicBezTo>
                  <a:pt x="45210" y="30808"/>
                  <a:pt x="43130" y="30041"/>
                  <a:pt x="37000" y="30041"/>
                </a:cubicBezTo>
                <a:cubicBezTo>
                  <a:pt x="33168" y="30041"/>
                  <a:pt x="27695" y="30262"/>
                  <a:pt x="27695" y="34209"/>
                </a:cubicBezTo>
                <a:cubicBezTo>
                  <a:pt x="27695" y="36945"/>
                  <a:pt x="31089" y="37384"/>
                  <a:pt x="36671" y="37384"/>
                </a:cubicBezTo>
                <a:cubicBezTo>
                  <a:pt x="40394" y="37384"/>
                  <a:pt x="43678" y="36836"/>
                  <a:pt x="47071" y="35851"/>
                </a:cubicBezTo>
                <a:cubicBezTo>
                  <a:pt x="50355" y="38148"/>
                  <a:pt x="52107" y="42627"/>
                  <a:pt x="52107" y="47435"/>
                </a:cubicBezTo>
                <a:cubicBezTo>
                  <a:pt x="52107" y="63276"/>
                  <a:pt x="41269" y="75076"/>
                  <a:pt x="27913" y="75076"/>
                </a:cubicBezTo>
                <a:cubicBezTo>
                  <a:pt x="19485" y="75076"/>
                  <a:pt x="13465" y="69941"/>
                  <a:pt x="13465" y="61310"/>
                </a:cubicBezTo>
                <a:cubicBezTo>
                  <a:pt x="13465" y="60218"/>
                  <a:pt x="13573" y="59126"/>
                  <a:pt x="13792" y="58142"/>
                </a:cubicBezTo>
                <a:lnTo>
                  <a:pt x="21018" y="29056"/>
                </a:lnTo>
                <a:cubicBezTo>
                  <a:pt x="23646" y="18638"/>
                  <a:pt x="33279" y="3065"/>
                  <a:pt x="45977" y="3065"/>
                </a:cubicBezTo>
                <a:cubicBezTo>
                  <a:pt x="52436" y="3065"/>
                  <a:pt x="56922" y="6575"/>
                  <a:pt x="56922" y="13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Text x">
            <a:extLst xmlns:a="http://schemas.openxmlformats.org/drawingml/2006/main">
              <a:ext uri="{FF2B5EF4-FFF2-40B4-BE49-F238E27FC236}">
                <a16:creationId xmlns:a16="http://schemas.microsoft.com/office/drawing/2014/main" id="{D061C662-402C-4E96-BD32-12E9595B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1072" y="2457491"/>
            <a:ext cx="46055" cy="35431"/>
          </a:xfrm>
          <a:custGeom xmlns:a="http://schemas.openxmlformats.org/drawingml/2006/main">
            <a:pathLst>
              <a:path w="46055" h="35431">
                <a:moveTo>
                  <a:pt x="41285" y="3910"/>
                </a:moveTo>
                <a:cubicBezTo>
                  <a:pt x="37689" y="5005"/>
                  <a:pt x="37689" y="8447"/>
                  <a:pt x="37689" y="8525"/>
                </a:cubicBezTo>
                <a:cubicBezTo>
                  <a:pt x="37689" y="9855"/>
                  <a:pt x="38627" y="11732"/>
                  <a:pt x="41208" y="11732"/>
                </a:cubicBezTo>
                <a:cubicBezTo>
                  <a:pt x="43397" y="11732"/>
                  <a:pt x="46055" y="9855"/>
                  <a:pt x="46055" y="6413"/>
                </a:cubicBezTo>
                <a:cubicBezTo>
                  <a:pt x="46055" y="1799"/>
                  <a:pt x="40895" y="0"/>
                  <a:pt x="36750" y="0"/>
                </a:cubicBezTo>
                <a:cubicBezTo>
                  <a:pt x="31668" y="0"/>
                  <a:pt x="28384" y="3285"/>
                  <a:pt x="26820" y="5319"/>
                </a:cubicBezTo>
                <a:cubicBezTo>
                  <a:pt x="24241" y="860"/>
                  <a:pt x="19235" y="0"/>
                  <a:pt x="16421" y="0"/>
                </a:cubicBezTo>
                <a:cubicBezTo>
                  <a:pt x="6647" y="0"/>
                  <a:pt x="1095" y="9229"/>
                  <a:pt x="1095" y="12123"/>
                </a:cubicBezTo>
                <a:cubicBezTo>
                  <a:pt x="1095" y="13219"/>
                  <a:pt x="2346" y="13219"/>
                  <a:pt x="2737" y="13219"/>
                </a:cubicBezTo>
                <a:cubicBezTo>
                  <a:pt x="3441" y="13219"/>
                  <a:pt x="4066" y="13140"/>
                  <a:pt x="4379" y="12280"/>
                </a:cubicBezTo>
                <a:cubicBezTo>
                  <a:pt x="6724" y="4615"/>
                  <a:pt x="13136" y="2659"/>
                  <a:pt x="16108" y="2659"/>
                </a:cubicBezTo>
                <a:cubicBezTo>
                  <a:pt x="18688" y="2659"/>
                  <a:pt x="21660" y="3754"/>
                  <a:pt x="21660" y="7900"/>
                </a:cubicBezTo>
                <a:cubicBezTo>
                  <a:pt x="21660" y="9855"/>
                  <a:pt x="20252" y="15252"/>
                  <a:pt x="17594" y="25656"/>
                </a:cubicBezTo>
                <a:cubicBezTo>
                  <a:pt x="16421" y="30113"/>
                  <a:pt x="12824" y="32772"/>
                  <a:pt x="9461" y="32772"/>
                </a:cubicBezTo>
                <a:cubicBezTo>
                  <a:pt x="8914" y="32772"/>
                  <a:pt x="6647" y="32772"/>
                  <a:pt x="4770" y="31521"/>
                </a:cubicBezTo>
                <a:cubicBezTo>
                  <a:pt x="8289" y="30269"/>
                  <a:pt x="8289" y="27297"/>
                  <a:pt x="8289" y="26985"/>
                </a:cubicBezTo>
                <a:cubicBezTo>
                  <a:pt x="8289" y="24717"/>
                  <a:pt x="6568" y="23700"/>
                  <a:pt x="4849" y="23700"/>
                </a:cubicBezTo>
                <a:cubicBezTo>
                  <a:pt x="2893" y="23700"/>
                  <a:pt x="0" y="25264"/>
                  <a:pt x="0" y="29018"/>
                </a:cubicBezTo>
                <a:cubicBezTo>
                  <a:pt x="0" y="33789"/>
                  <a:pt x="5318" y="35431"/>
                  <a:pt x="9305" y="35431"/>
                </a:cubicBezTo>
                <a:cubicBezTo>
                  <a:pt x="13606" y="35431"/>
                  <a:pt x="17125" y="32929"/>
                  <a:pt x="19002" y="30113"/>
                </a:cubicBezTo>
                <a:cubicBezTo>
                  <a:pt x="22129" y="34806"/>
                  <a:pt x="27133" y="35431"/>
                  <a:pt x="29557" y="35431"/>
                </a:cubicBezTo>
                <a:cubicBezTo>
                  <a:pt x="39410" y="35431"/>
                  <a:pt x="44961" y="26124"/>
                  <a:pt x="44961" y="23309"/>
                </a:cubicBezTo>
                <a:cubicBezTo>
                  <a:pt x="44961" y="22213"/>
                  <a:pt x="43632" y="22213"/>
                  <a:pt x="43318" y="22213"/>
                </a:cubicBezTo>
                <a:cubicBezTo>
                  <a:pt x="41989" y="22213"/>
                  <a:pt x="41833" y="22682"/>
                  <a:pt x="41599" y="23386"/>
                </a:cubicBezTo>
                <a:cubicBezTo>
                  <a:pt x="39331" y="30427"/>
                  <a:pt x="33311" y="32772"/>
                  <a:pt x="29870" y="32772"/>
                </a:cubicBezTo>
                <a:cubicBezTo>
                  <a:pt x="27524" y="32772"/>
                  <a:pt x="24318" y="31912"/>
                  <a:pt x="24318" y="27532"/>
                </a:cubicBezTo>
                <a:cubicBezTo>
                  <a:pt x="24318" y="26593"/>
                  <a:pt x="24318" y="26046"/>
                  <a:pt x="24943" y="23386"/>
                </a:cubicBezTo>
                <a:cubicBezTo>
                  <a:pt x="26274" y="17911"/>
                  <a:pt x="28384" y="9229"/>
                  <a:pt x="29009" y="7821"/>
                </a:cubicBezTo>
                <a:cubicBezTo>
                  <a:pt x="30026" y="5788"/>
                  <a:pt x="32607" y="2659"/>
                  <a:pt x="36594" y="2659"/>
                </a:cubicBezTo>
                <a:cubicBezTo>
                  <a:pt x="36829" y="2659"/>
                  <a:pt x="39487" y="2659"/>
                  <a:pt x="41285" y="39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755B16-6B71-4454-BC37-6B33C992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767" y="5341954"/>
            <a:ext cx="294966" cy="294966"/>
          </a:xfrm>
          <a:custGeom xmlns:a="http://schemas.openxmlformats.org/drawingml/2006/main">
            <a:pathLst>
              <a:path w="294966" h="294966">
                <a:moveTo>
                  <a:pt x="294966" y="147483"/>
                </a:moveTo>
                <a:cubicBezTo>
                  <a:pt x="294966" y="66030"/>
                  <a:pt x="228936" y="0"/>
                  <a:pt x="147483" y="0"/>
                </a:cubicBezTo>
                <a:cubicBezTo>
                  <a:pt x="66030" y="0"/>
                  <a:pt x="0" y="66030"/>
                  <a:pt x="0" y="147483"/>
                </a:cubicBezTo>
                <a:cubicBezTo>
                  <a:pt x="0" y="228936"/>
                  <a:pt x="66030" y="294966"/>
                  <a:pt x="147483" y="294966"/>
                </a:cubicBezTo>
                <a:cubicBezTo>
                  <a:pt x="228936" y="294966"/>
                  <a:pt x="294966" y="228936"/>
                  <a:pt x="294966" y="147483"/>
                </a:cubicBezTo>
                <a:close/>
                <a:moveTo>
                  <a:pt x="147483" y="147483"/>
                </a:moveTo>
              </a:path>
            </a:pathLst>
          </a:custGeom>
          <a:solidFill xmlns:a="http://schemas.openxmlformats.org/drawingml/2006/main">
            <a:srgbClr val="F6A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F6012B-96CB-42E9-A22D-7E3B70F0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767" y="5341954"/>
            <a:ext cx="294966" cy="294966"/>
          </a:xfrm>
          <a:custGeom xmlns:a="http://schemas.openxmlformats.org/drawingml/2006/main">
            <a:pathLst>
              <a:path w="294966" h="294966" fill="none">
                <a:moveTo>
                  <a:pt x="294966" y="147483"/>
                </a:moveTo>
                <a:cubicBezTo>
                  <a:pt x="294966" y="66030"/>
                  <a:pt x="228936" y="0"/>
                  <a:pt x="147483" y="0"/>
                </a:cubicBezTo>
                <a:cubicBezTo>
                  <a:pt x="66030" y="0"/>
                  <a:pt x="0" y="66030"/>
                  <a:pt x="0" y="147483"/>
                </a:cubicBezTo>
                <a:cubicBezTo>
                  <a:pt x="0" y="228936"/>
                  <a:pt x="66030" y="294966"/>
                  <a:pt x="147483" y="294966"/>
                </a:cubicBezTo>
                <a:cubicBezTo>
                  <a:pt x="228936" y="294966"/>
                  <a:pt x="294966" y="228936"/>
                  <a:pt x="294966" y="147483"/>
                </a:cubicBezTo>
                <a:close/>
                <a:moveTo>
                  <a:pt x="147483" y="147483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399" name="Text γ">
            <a:extLst xmlns:a="http://schemas.openxmlformats.org/drawingml/2006/main">
              <a:ext uri="{FF2B5EF4-FFF2-40B4-BE49-F238E27FC236}">
                <a16:creationId xmlns:a16="http://schemas.microsoft.com/office/drawing/2014/main" id="{E3D30ABE-574D-4A55-8A73-A5FCBA51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9224" y="5453996"/>
            <a:ext cx="63163" cy="71732"/>
          </a:xfrm>
          <a:custGeom xmlns:a="http://schemas.openxmlformats.org/drawingml/2006/main">
            <a:pathLst>
              <a:path w="63163" h="71732">
                <a:moveTo>
                  <a:pt x="45210" y="32963"/>
                </a:moveTo>
                <a:cubicBezTo>
                  <a:pt x="44662" y="26610"/>
                  <a:pt x="40940" y="0"/>
                  <a:pt x="23098" y="0"/>
                </a:cubicBezTo>
                <a:cubicBezTo>
                  <a:pt x="16638" y="0"/>
                  <a:pt x="11056" y="3504"/>
                  <a:pt x="7991" y="6351"/>
                </a:cubicBezTo>
                <a:cubicBezTo>
                  <a:pt x="1313" y="12372"/>
                  <a:pt x="0" y="19381"/>
                  <a:pt x="0" y="19710"/>
                </a:cubicBezTo>
                <a:cubicBezTo>
                  <a:pt x="0" y="21025"/>
                  <a:pt x="1423" y="21025"/>
                  <a:pt x="1751" y="21025"/>
                </a:cubicBezTo>
                <a:cubicBezTo>
                  <a:pt x="3174" y="21025"/>
                  <a:pt x="3284" y="20806"/>
                  <a:pt x="3830" y="19162"/>
                </a:cubicBezTo>
                <a:cubicBezTo>
                  <a:pt x="6130" y="12701"/>
                  <a:pt x="14230" y="8758"/>
                  <a:pt x="21564" y="8758"/>
                </a:cubicBezTo>
                <a:cubicBezTo>
                  <a:pt x="39190" y="8758"/>
                  <a:pt x="41488" y="26392"/>
                  <a:pt x="41488" y="37563"/>
                </a:cubicBezTo>
                <a:cubicBezTo>
                  <a:pt x="41488" y="43038"/>
                  <a:pt x="41159" y="44244"/>
                  <a:pt x="40722" y="45449"/>
                </a:cubicBezTo>
                <a:cubicBezTo>
                  <a:pt x="38204" y="53662"/>
                  <a:pt x="34920" y="65819"/>
                  <a:pt x="34920" y="69106"/>
                </a:cubicBezTo>
                <a:cubicBezTo>
                  <a:pt x="34920" y="70310"/>
                  <a:pt x="35358" y="71732"/>
                  <a:pt x="36781" y="71732"/>
                </a:cubicBezTo>
                <a:cubicBezTo>
                  <a:pt x="37548" y="71732"/>
                  <a:pt x="38752" y="71732"/>
                  <a:pt x="40503" y="66039"/>
                </a:cubicBezTo>
                <a:cubicBezTo>
                  <a:pt x="41817" y="61766"/>
                  <a:pt x="43897" y="53662"/>
                  <a:pt x="44772" y="45776"/>
                </a:cubicBezTo>
                <a:cubicBezTo>
                  <a:pt x="45210" y="41944"/>
                  <a:pt x="51340" y="27158"/>
                  <a:pt x="53638" y="21902"/>
                </a:cubicBezTo>
                <a:cubicBezTo>
                  <a:pt x="55172" y="18506"/>
                  <a:pt x="57470" y="13358"/>
                  <a:pt x="62615" y="3832"/>
                </a:cubicBezTo>
                <a:cubicBezTo>
                  <a:pt x="62944" y="3286"/>
                  <a:pt x="63163" y="2846"/>
                  <a:pt x="63163" y="2409"/>
                </a:cubicBezTo>
                <a:cubicBezTo>
                  <a:pt x="63163" y="1096"/>
                  <a:pt x="61740" y="1096"/>
                  <a:pt x="61411" y="1096"/>
                </a:cubicBezTo>
                <a:cubicBezTo>
                  <a:pt x="61083" y="1096"/>
                  <a:pt x="60098" y="1096"/>
                  <a:pt x="59769" y="1644"/>
                </a:cubicBezTo>
                <a:cubicBezTo>
                  <a:pt x="58456" y="3942"/>
                  <a:pt x="50136" y="19602"/>
                  <a:pt x="45210" y="329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Text x">
            <a:extLst xmlns:a="http://schemas.openxmlformats.org/drawingml/2006/main">
              <a:ext uri="{FF2B5EF4-FFF2-40B4-BE49-F238E27FC236}">
                <a16:creationId xmlns:a16="http://schemas.microsoft.com/office/drawing/2014/main" id="{B4B015DD-8B2E-4FE0-AC88-E5808D01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466" y="5483359"/>
            <a:ext cx="46055" cy="35431"/>
          </a:xfrm>
          <a:custGeom xmlns:a="http://schemas.openxmlformats.org/drawingml/2006/main">
            <a:pathLst>
              <a:path w="46055" h="35431">
                <a:moveTo>
                  <a:pt x="41285" y="3910"/>
                </a:moveTo>
                <a:cubicBezTo>
                  <a:pt x="37689" y="5005"/>
                  <a:pt x="37689" y="8447"/>
                  <a:pt x="37689" y="8525"/>
                </a:cubicBezTo>
                <a:cubicBezTo>
                  <a:pt x="37689" y="9855"/>
                  <a:pt x="38627" y="11732"/>
                  <a:pt x="41208" y="11732"/>
                </a:cubicBezTo>
                <a:cubicBezTo>
                  <a:pt x="43397" y="11732"/>
                  <a:pt x="46055" y="9855"/>
                  <a:pt x="46055" y="6413"/>
                </a:cubicBezTo>
                <a:cubicBezTo>
                  <a:pt x="46055" y="1799"/>
                  <a:pt x="40895" y="0"/>
                  <a:pt x="36750" y="0"/>
                </a:cubicBezTo>
                <a:cubicBezTo>
                  <a:pt x="31668" y="0"/>
                  <a:pt x="28384" y="3285"/>
                  <a:pt x="26820" y="5319"/>
                </a:cubicBezTo>
                <a:cubicBezTo>
                  <a:pt x="24241" y="860"/>
                  <a:pt x="19235" y="0"/>
                  <a:pt x="16421" y="0"/>
                </a:cubicBezTo>
                <a:cubicBezTo>
                  <a:pt x="6647" y="0"/>
                  <a:pt x="1095" y="9229"/>
                  <a:pt x="1095" y="12123"/>
                </a:cubicBezTo>
                <a:cubicBezTo>
                  <a:pt x="1095" y="13219"/>
                  <a:pt x="2346" y="13219"/>
                  <a:pt x="2737" y="13219"/>
                </a:cubicBezTo>
                <a:cubicBezTo>
                  <a:pt x="3441" y="13219"/>
                  <a:pt x="4066" y="13140"/>
                  <a:pt x="4379" y="12280"/>
                </a:cubicBezTo>
                <a:cubicBezTo>
                  <a:pt x="6724" y="4615"/>
                  <a:pt x="13136" y="2659"/>
                  <a:pt x="16108" y="2659"/>
                </a:cubicBezTo>
                <a:cubicBezTo>
                  <a:pt x="18688" y="2659"/>
                  <a:pt x="21660" y="3754"/>
                  <a:pt x="21660" y="7900"/>
                </a:cubicBezTo>
                <a:cubicBezTo>
                  <a:pt x="21660" y="9855"/>
                  <a:pt x="20252" y="15252"/>
                  <a:pt x="17594" y="25656"/>
                </a:cubicBezTo>
                <a:cubicBezTo>
                  <a:pt x="16421" y="30113"/>
                  <a:pt x="12824" y="32772"/>
                  <a:pt x="9461" y="32772"/>
                </a:cubicBezTo>
                <a:cubicBezTo>
                  <a:pt x="8914" y="32772"/>
                  <a:pt x="6647" y="32772"/>
                  <a:pt x="4770" y="31521"/>
                </a:cubicBezTo>
                <a:cubicBezTo>
                  <a:pt x="8289" y="30269"/>
                  <a:pt x="8289" y="27297"/>
                  <a:pt x="8289" y="26985"/>
                </a:cubicBezTo>
                <a:cubicBezTo>
                  <a:pt x="8289" y="24717"/>
                  <a:pt x="6568" y="23700"/>
                  <a:pt x="4849" y="23700"/>
                </a:cubicBezTo>
                <a:cubicBezTo>
                  <a:pt x="2893" y="23700"/>
                  <a:pt x="0" y="25264"/>
                  <a:pt x="0" y="29018"/>
                </a:cubicBezTo>
                <a:cubicBezTo>
                  <a:pt x="0" y="33789"/>
                  <a:pt x="5318" y="35431"/>
                  <a:pt x="9305" y="35431"/>
                </a:cubicBezTo>
                <a:cubicBezTo>
                  <a:pt x="13606" y="35431"/>
                  <a:pt x="17125" y="32929"/>
                  <a:pt x="19002" y="30113"/>
                </a:cubicBezTo>
                <a:cubicBezTo>
                  <a:pt x="22129" y="34806"/>
                  <a:pt x="27133" y="35431"/>
                  <a:pt x="29557" y="35431"/>
                </a:cubicBezTo>
                <a:cubicBezTo>
                  <a:pt x="39410" y="35431"/>
                  <a:pt x="44961" y="26124"/>
                  <a:pt x="44961" y="23309"/>
                </a:cubicBezTo>
                <a:cubicBezTo>
                  <a:pt x="44961" y="22213"/>
                  <a:pt x="43632" y="22213"/>
                  <a:pt x="43318" y="22213"/>
                </a:cubicBezTo>
                <a:cubicBezTo>
                  <a:pt x="41989" y="22213"/>
                  <a:pt x="41833" y="22682"/>
                  <a:pt x="41599" y="23386"/>
                </a:cubicBezTo>
                <a:cubicBezTo>
                  <a:pt x="39331" y="30427"/>
                  <a:pt x="33311" y="32772"/>
                  <a:pt x="29870" y="32772"/>
                </a:cubicBezTo>
                <a:cubicBezTo>
                  <a:pt x="27524" y="32772"/>
                  <a:pt x="24318" y="31912"/>
                  <a:pt x="24318" y="27532"/>
                </a:cubicBezTo>
                <a:cubicBezTo>
                  <a:pt x="24318" y="26593"/>
                  <a:pt x="24318" y="26046"/>
                  <a:pt x="24943" y="23386"/>
                </a:cubicBezTo>
                <a:cubicBezTo>
                  <a:pt x="26274" y="17911"/>
                  <a:pt x="28384" y="9229"/>
                  <a:pt x="29009" y="7821"/>
                </a:cubicBezTo>
                <a:cubicBezTo>
                  <a:pt x="30026" y="5788"/>
                  <a:pt x="32607" y="2659"/>
                  <a:pt x="36594" y="2659"/>
                </a:cubicBezTo>
                <a:cubicBezTo>
                  <a:pt x="36829" y="2659"/>
                  <a:pt x="39487" y="2659"/>
                  <a:pt x="41285" y="39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0FAFD-7E3E-4BC5-BABD-E8937D8C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1747" y="6548654"/>
            <a:ext cx="303007" cy="303007"/>
          </a:xfrm>
          <a:custGeom xmlns:a="http://schemas.openxmlformats.org/drawingml/2006/main">
            <a:pathLst>
              <a:path w="303007" h="303007">
                <a:moveTo>
                  <a:pt x="303007" y="151503"/>
                </a:moveTo>
                <a:cubicBezTo>
                  <a:pt x="303007" y="67829"/>
                  <a:pt x="235177" y="0"/>
                  <a:pt x="151503" y="0"/>
                </a:cubicBezTo>
                <a:cubicBezTo>
                  <a:pt x="67829" y="0"/>
                  <a:pt x="0" y="67829"/>
                  <a:pt x="0" y="151503"/>
                </a:cubicBezTo>
                <a:cubicBezTo>
                  <a:pt x="0" y="235177"/>
                  <a:pt x="67829" y="303007"/>
                  <a:pt x="151503" y="303007"/>
                </a:cubicBezTo>
                <a:cubicBezTo>
                  <a:pt x="235177" y="303007"/>
                  <a:pt x="303007" y="235177"/>
                  <a:pt x="303007" y="151503"/>
                </a:cubicBezTo>
                <a:close/>
                <a:moveTo>
                  <a:pt x="151503" y="151503"/>
                </a:moveTo>
              </a:path>
            </a:pathLst>
          </a:custGeom>
          <a:solidFill xmlns:a="http://schemas.openxmlformats.org/drawingml/2006/main">
            <a:srgbClr val="F6A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F4AFF-C7B0-422B-AE2F-55B02269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1747" y="6548654"/>
            <a:ext cx="303007" cy="303007"/>
          </a:xfrm>
          <a:custGeom xmlns:a="http://schemas.openxmlformats.org/drawingml/2006/main">
            <a:pathLst>
              <a:path w="303007" h="303007" fill="none">
                <a:moveTo>
                  <a:pt x="303007" y="151503"/>
                </a:moveTo>
                <a:cubicBezTo>
                  <a:pt x="303007" y="67829"/>
                  <a:pt x="235177" y="0"/>
                  <a:pt x="151503" y="0"/>
                </a:cubicBezTo>
                <a:cubicBezTo>
                  <a:pt x="67829" y="0"/>
                  <a:pt x="0" y="67829"/>
                  <a:pt x="0" y="151503"/>
                </a:cubicBezTo>
                <a:cubicBezTo>
                  <a:pt x="0" y="235177"/>
                  <a:pt x="67829" y="303007"/>
                  <a:pt x="151503" y="303007"/>
                </a:cubicBezTo>
                <a:cubicBezTo>
                  <a:pt x="235177" y="303007"/>
                  <a:pt x="303007" y="235177"/>
                  <a:pt x="303007" y="151503"/>
                </a:cubicBezTo>
                <a:close/>
                <a:moveTo>
                  <a:pt x="151503" y="151503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403" name="Text δ">
            <a:extLst xmlns:a="http://schemas.openxmlformats.org/drawingml/2006/main">
              <a:ext uri="{FF2B5EF4-FFF2-40B4-BE49-F238E27FC236}">
                <a16:creationId xmlns:a16="http://schemas.microsoft.com/office/drawing/2014/main" id="{13C37B4D-0A09-4699-BBEC-29D360C3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6605" y="6652139"/>
            <a:ext cx="48277" cy="79429"/>
          </a:xfrm>
          <a:custGeom xmlns:a="http://schemas.openxmlformats.org/drawingml/2006/main">
            <a:pathLst>
              <a:path w="48277" h="79429">
                <a:moveTo>
                  <a:pt x="25617" y="30526"/>
                </a:moveTo>
                <a:cubicBezTo>
                  <a:pt x="9195" y="34683"/>
                  <a:pt x="0" y="48796"/>
                  <a:pt x="0" y="60283"/>
                </a:cubicBezTo>
                <a:cubicBezTo>
                  <a:pt x="0" y="71879"/>
                  <a:pt x="8868" y="79429"/>
                  <a:pt x="19705" y="79429"/>
                </a:cubicBezTo>
                <a:cubicBezTo>
                  <a:pt x="32951" y="79429"/>
                  <a:pt x="43241" y="63893"/>
                  <a:pt x="43241" y="47921"/>
                </a:cubicBezTo>
                <a:cubicBezTo>
                  <a:pt x="43241" y="37309"/>
                  <a:pt x="37548" y="31074"/>
                  <a:pt x="34154" y="27354"/>
                </a:cubicBezTo>
                <a:cubicBezTo>
                  <a:pt x="30105" y="22759"/>
                  <a:pt x="21893" y="13787"/>
                  <a:pt x="21893" y="8756"/>
                </a:cubicBezTo>
                <a:cubicBezTo>
                  <a:pt x="21893" y="7333"/>
                  <a:pt x="23427" y="4161"/>
                  <a:pt x="27915" y="4161"/>
                </a:cubicBezTo>
                <a:cubicBezTo>
                  <a:pt x="31637" y="4161"/>
                  <a:pt x="34702" y="5911"/>
                  <a:pt x="37110" y="7224"/>
                </a:cubicBezTo>
                <a:cubicBezTo>
                  <a:pt x="38096" y="7770"/>
                  <a:pt x="42036" y="10067"/>
                  <a:pt x="43678" y="10067"/>
                </a:cubicBezTo>
                <a:cubicBezTo>
                  <a:pt x="46306" y="10067"/>
                  <a:pt x="48277" y="7662"/>
                  <a:pt x="48277" y="5474"/>
                </a:cubicBezTo>
                <a:cubicBezTo>
                  <a:pt x="48277" y="2738"/>
                  <a:pt x="46853" y="2519"/>
                  <a:pt x="40942" y="1315"/>
                </a:cubicBezTo>
                <a:cubicBezTo>
                  <a:pt x="39628" y="1096"/>
                  <a:pt x="34593" y="0"/>
                  <a:pt x="31089" y="0"/>
                </a:cubicBezTo>
                <a:cubicBezTo>
                  <a:pt x="22879" y="0"/>
                  <a:pt x="18282" y="4817"/>
                  <a:pt x="18282" y="11490"/>
                </a:cubicBezTo>
                <a:cubicBezTo>
                  <a:pt x="18282" y="17288"/>
                  <a:pt x="21785" y="23961"/>
                  <a:pt x="25617" y="30526"/>
                </a:cubicBezTo>
                <a:moveTo>
                  <a:pt x="27477" y="33479"/>
                </a:moveTo>
                <a:cubicBezTo>
                  <a:pt x="30542" y="38403"/>
                  <a:pt x="34483" y="44747"/>
                  <a:pt x="34483" y="52625"/>
                </a:cubicBezTo>
                <a:cubicBezTo>
                  <a:pt x="34483" y="61596"/>
                  <a:pt x="29119" y="76364"/>
                  <a:pt x="19924" y="76364"/>
                </a:cubicBezTo>
                <a:cubicBezTo>
                  <a:pt x="13902" y="76364"/>
                  <a:pt x="7991" y="72427"/>
                  <a:pt x="7991" y="63347"/>
                </a:cubicBezTo>
                <a:cubicBezTo>
                  <a:pt x="7991" y="56126"/>
                  <a:pt x="12152" y="37199"/>
                  <a:pt x="27477" y="334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Text x">
            <a:extLst xmlns:a="http://schemas.openxmlformats.org/drawingml/2006/main">
              <a:ext uri="{FF2B5EF4-FFF2-40B4-BE49-F238E27FC236}">
                <a16:creationId xmlns:a16="http://schemas.microsoft.com/office/drawing/2014/main" id="{DB39DF43-6CD9-4FE1-A675-56A44524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4038" y="6711328"/>
            <a:ext cx="46055" cy="35431"/>
          </a:xfrm>
          <a:custGeom xmlns:a="http://schemas.openxmlformats.org/drawingml/2006/main">
            <a:pathLst>
              <a:path w="46055" h="35431">
                <a:moveTo>
                  <a:pt x="41285" y="3910"/>
                </a:moveTo>
                <a:cubicBezTo>
                  <a:pt x="37689" y="5005"/>
                  <a:pt x="37689" y="8447"/>
                  <a:pt x="37689" y="8525"/>
                </a:cubicBezTo>
                <a:cubicBezTo>
                  <a:pt x="37689" y="9855"/>
                  <a:pt x="38627" y="11732"/>
                  <a:pt x="41208" y="11732"/>
                </a:cubicBezTo>
                <a:cubicBezTo>
                  <a:pt x="43397" y="11732"/>
                  <a:pt x="46055" y="9855"/>
                  <a:pt x="46055" y="6413"/>
                </a:cubicBezTo>
                <a:cubicBezTo>
                  <a:pt x="46055" y="1799"/>
                  <a:pt x="40895" y="0"/>
                  <a:pt x="36750" y="0"/>
                </a:cubicBezTo>
                <a:cubicBezTo>
                  <a:pt x="31668" y="0"/>
                  <a:pt x="28384" y="3285"/>
                  <a:pt x="26820" y="5319"/>
                </a:cubicBezTo>
                <a:cubicBezTo>
                  <a:pt x="24241" y="860"/>
                  <a:pt x="19235" y="0"/>
                  <a:pt x="16421" y="0"/>
                </a:cubicBezTo>
                <a:cubicBezTo>
                  <a:pt x="6647" y="0"/>
                  <a:pt x="1095" y="9229"/>
                  <a:pt x="1095" y="12123"/>
                </a:cubicBezTo>
                <a:cubicBezTo>
                  <a:pt x="1095" y="13219"/>
                  <a:pt x="2346" y="13219"/>
                  <a:pt x="2737" y="13219"/>
                </a:cubicBezTo>
                <a:cubicBezTo>
                  <a:pt x="3441" y="13219"/>
                  <a:pt x="4066" y="13140"/>
                  <a:pt x="4379" y="12280"/>
                </a:cubicBezTo>
                <a:cubicBezTo>
                  <a:pt x="6724" y="4615"/>
                  <a:pt x="13136" y="2659"/>
                  <a:pt x="16108" y="2659"/>
                </a:cubicBezTo>
                <a:cubicBezTo>
                  <a:pt x="18688" y="2659"/>
                  <a:pt x="21660" y="3754"/>
                  <a:pt x="21660" y="7900"/>
                </a:cubicBezTo>
                <a:cubicBezTo>
                  <a:pt x="21660" y="9855"/>
                  <a:pt x="20252" y="15252"/>
                  <a:pt x="17594" y="25656"/>
                </a:cubicBezTo>
                <a:cubicBezTo>
                  <a:pt x="16421" y="30113"/>
                  <a:pt x="12824" y="32772"/>
                  <a:pt x="9461" y="32772"/>
                </a:cubicBezTo>
                <a:cubicBezTo>
                  <a:pt x="8914" y="32772"/>
                  <a:pt x="6647" y="32772"/>
                  <a:pt x="4770" y="31521"/>
                </a:cubicBezTo>
                <a:cubicBezTo>
                  <a:pt x="8289" y="30269"/>
                  <a:pt x="8289" y="27297"/>
                  <a:pt x="8289" y="26985"/>
                </a:cubicBezTo>
                <a:cubicBezTo>
                  <a:pt x="8289" y="24717"/>
                  <a:pt x="6568" y="23700"/>
                  <a:pt x="4849" y="23700"/>
                </a:cubicBezTo>
                <a:cubicBezTo>
                  <a:pt x="2893" y="23700"/>
                  <a:pt x="0" y="25264"/>
                  <a:pt x="0" y="29018"/>
                </a:cubicBezTo>
                <a:cubicBezTo>
                  <a:pt x="0" y="33789"/>
                  <a:pt x="5318" y="35431"/>
                  <a:pt x="9305" y="35431"/>
                </a:cubicBezTo>
                <a:cubicBezTo>
                  <a:pt x="13606" y="35431"/>
                  <a:pt x="17125" y="32929"/>
                  <a:pt x="19002" y="30113"/>
                </a:cubicBezTo>
                <a:cubicBezTo>
                  <a:pt x="22129" y="34806"/>
                  <a:pt x="27133" y="35431"/>
                  <a:pt x="29557" y="35431"/>
                </a:cubicBezTo>
                <a:cubicBezTo>
                  <a:pt x="39410" y="35431"/>
                  <a:pt x="44961" y="26124"/>
                  <a:pt x="44961" y="23309"/>
                </a:cubicBezTo>
                <a:cubicBezTo>
                  <a:pt x="44961" y="22213"/>
                  <a:pt x="43632" y="22213"/>
                  <a:pt x="43318" y="22213"/>
                </a:cubicBezTo>
                <a:cubicBezTo>
                  <a:pt x="41989" y="22213"/>
                  <a:pt x="41833" y="22682"/>
                  <a:pt x="41599" y="23386"/>
                </a:cubicBezTo>
                <a:cubicBezTo>
                  <a:pt x="39331" y="30427"/>
                  <a:pt x="33311" y="32772"/>
                  <a:pt x="29870" y="32772"/>
                </a:cubicBezTo>
                <a:cubicBezTo>
                  <a:pt x="27524" y="32772"/>
                  <a:pt x="24318" y="31912"/>
                  <a:pt x="24318" y="27532"/>
                </a:cubicBezTo>
                <a:cubicBezTo>
                  <a:pt x="24318" y="26593"/>
                  <a:pt x="24318" y="26046"/>
                  <a:pt x="24943" y="23386"/>
                </a:cubicBezTo>
                <a:cubicBezTo>
                  <a:pt x="26274" y="17911"/>
                  <a:pt x="28384" y="9229"/>
                  <a:pt x="29009" y="7821"/>
                </a:cubicBezTo>
                <a:cubicBezTo>
                  <a:pt x="30026" y="5788"/>
                  <a:pt x="32607" y="2659"/>
                  <a:pt x="36594" y="2659"/>
                </a:cubicBezTo>
                <a:cubicBezTo>
                  <a:pt x="36829" y="2659"/>
                  <a:pt x="39487" y="2659"/>
                  <a:pt x="41285" y="39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16A041-A317-4E9B-8407-C1B64045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2766" y="6903435"/>
            <a:ext cx="280969" cy="280969"/>
          </a:xfrm>
          <a:custGeom xmlns:a="http://schemas.openxmlformats.org/drawingml/2006/main">
            <a:pathLst>
              <a:path w="280969" h="280969">
                <a:moveTo>
                  <a:pt x="280969" y="140485"/>
                </a:moveTo>
                <a:cubicBezTo>
                  <a:pt x="280969" y="62896"/>
                  <a:pt x="218073" y="0"/>
                  <a:pt x="140485" y="0"/>
                </a:cubicBezTo>
                <a:cubicBezTo>
                  <a:pt x="62896" y="0"/>
                  <a:pt x="0" y="62896"/>
                  <a:pt x="0" y="140485"/>
                </a:cubicBezTo>
                <a:cubicBezTo>
                  <a:pt x="0" y="218073"/>
                  <a:pt x="62896" y="280969"/>
                  <a:pt x="140485" y="280969"/>
                </a:cubicBezTo>
                <a:cubicBezTo>
                  <a:pt x="218073" y="280969"/>
                  <a:pt x="280969" y="218073"/>
                  <a:pt x="280969" y="140485"/>
                </a:cubicBezTo>
                <a:close/>
                <a:moveTo>
                  <a:pt x="140485" y="140485"/>
                </a:moveTo>
              </a:path>
            </a:pathLst>
          </a:custGeom>
          <a:solidFill xmlns:a="http://schemas.openxmlformats.org/drawingml/2006/main">
            <a:srgbClr val="F6A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E84FBD-7512-4954-9BE7-9CA598FA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2766" y="6903435"/>
            <a:ext cx="280969" cy="280969"/>
          </a:xfrm>
          <a:custGeom xmlns:a="http://schemas.openxmlformats.org/drawingml/2006/main">
            <a:pathLst>
              <a:path w="280969" h="280969" fill="none">
                <a:moveTo>
                  <a:pt x="280969" y="140485"/>
                </a:moveTo>
                <a:cubicBezTo>
                  <a:pt x="280969" y="62896"/>
                  <a:pt x="218073" y="0"/>
                  <a:pt x="140485" y="0"/>
                </a:cubicBezTo>
                <a:cubicBezTo>
                  <a:pt x="62896" y="0"/>
                  <a:pt x="0" y="62896"/>
                  <a:pt x="0" y="140485"/>
                </a:cubicBezTo>
                <a:cubicBezTo>
                  <a:pt x="0" y="218073"/>
                  <a:pt x="62896" y="280969"/>
                  <a:pt x="140485" y="280969"/>
                </a:cubicBezTo>
                <a:cubicBezTo>
                  <a:pt x="218073" y="280969"/>
                  <a:pt x="280969" y="218073"/>
                  <a:pt x="280969" y="140485"/>
                </a:cubicBezTo>
                <a:close/>
                <a:moveTo>
                  <a:pt x="140485" y="140485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407" name="Text ϵ">
            <a:extLst xmlns:a="http://schemas.openxmlformats.org/drawingml/2006/main">
              <a:ext uri="{FF2B5EF4-FFF2-40B4-BE49-F238E27FC236}">
                <a16:creationId xmlns:a16="http://schemas.microsoft.com/office/drawing/2014/main" id="{D63E7AA0-3A31-47D7-8229-CE724F9B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9726" y="7012450"/>
            <a:ext cx="39190" cy="48213"/>
          </a:xfrm>
          <a:custGeom xmlns:a="http://schemas.openxmlformats.org/drawingml/2006/main">
            <a:pathLst>
              <a:path w="39190" h="48213">
                <a:moveTo>
                  <a:pt x="30761" y="22650"/>
                </a:moveTo>
                <a:cubicBezTo>
                  <a:pt x="32403" y="22650"/>
                  <a:pt x="34483" y="22650"/>
                  <a:pt x="34483" y="20570"/>
                </a:cubicBezTo>
                <a:cubicBezTo>
                  <a:pt x="34483" y="18708"/>
                  <a:pt x="32841" y="18708"/>
                  <a:pt x="30761" y="18708"/>
                </a:cubicBezTo>
                <a:lnTo>
                  <a:pt x="11166" y="18708"/>
                </a:lnTo>
                <a:cubicBezTo>
                  <a:pt x="14450" y="8754"/>
                  <a:pt x="21566" y="3942"/>
                  <a:pt x="31199" y="3942"/>
                </a:cubicBezTo>
                <a:lnTo>
                  <a:pt x="35358" y="3942"/>
                </a:lnTo>
                <a:cubicBezTo>
                  <a:pt x="37110" y="3942"/>
                  <a:pt x="39190" y="3942"/>
                  <a:pt x="39190" y="1862"/>
                </a:cubicBezTo>
                <a:cubicBezTo>
                  <a:pt x="39190" y="0"/>
                  <a:pt x="37657" y="0"/>
                  <a:pt x="35577" y="0"/>
                </a:cubicBezTo>
                <a:lnTo>
                  <a:pt x="30870" y="0"/>
                </a:lnTo>
                <a:cubicBezTo>
                  <a:pt x="16311" y="0"/>
                  <a:pt x="0" y="10177"/>
                  <a:pt x="0" y="26801"/>
                </a:cubicBezTo>
                <a:cubicBezTo>
                  <a:pt x="0" y="39579"/>
                  <a:pt x="9743" y="48213"/>
                  <a:pt x="22441" y="48213"/>
                </a:cubicBezTo>
                <a:cubicBezTo>
                  <a:pt x="25725" y="48213"/>
                  <a:pt x="30322" y="47667"/>
                  <a:pt x="36125" y="44385"/>
                </a:cubicBezTo>
                <a:cubicBezTo>
                  <a:pt x="38315" y="43184"/>
                  <a:pt x="38533" y="42855"/>
                  <a:pt x="38533" y="42200"/>
                </a:cubicBezTo>
                <a:cubicBezTo>
                  <a:pt x="38533" y="41872"/>
                  <a:pt x="38533" y="40015"/>
                  <a:pt x="36891" y="40015"/>
                </a:cubicBezTo>
                <a:cubicBezTo>
                  <a:pt x="36452" y="40015"/>
                  <a:pt x="36233" y="40125"/>
                  <a:pt x="35577" y="40561"/>
                </a:cubicBezTo>
                <a:cubicBezTo>
                  <a:pt x="31745" y="43073"/>
                  <a:pt x="27148" y="45148"/>
                  <a:pt x="22660" y="45148"/>
                </a:cubicBezTo>
                <a:cubicBezTo>
                  <a:pt x="18280" y="45148"/>
                  <a:pt x="9195" y="42965"/>
                  <a:pt x="9195" y="30514"/>
                </a:cubicBezTo>
                <a:cubicBezTo>
                  <a:pt x="9195" y="28984"/>
                  <a:pt x="9195" y="26801"/>
                  <a:pt x="10181" y="22650"/>
                </a:cubicBezTo>
                <a:lnTo>
                  <a:pt x="30761" y="226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Text x">
            <a:extLst xmlns:a="http://schemas.openxmlformats.org/drawingml/2006/main">
              <a:ext uri="{FF2B5EF4-FFF2-40B4-BE49-F238E27FC236}">
                <a16:creationId xmlns:a16="http://schemas.microsoft.com/office/drawing/2014/main" id="{FFF00BCE-9E17-48B6-9D8C-98E88F51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1684" y="7040654"/>
            <a:ext cx="46055" cy="35431"/>
          </a:xfrm>
          <a:custGeom xmlns:a="http://schemas.openxmlformats.org/drawingml/2006/main">
            <a:pathLst>
              <a:path w="46055" h="35431">
                <a:moveTo>
                  <a:pt x="41285" y="3910"/>
                </a:moveTo>
                <a:cubicBezTo>
                  <a:pt x="37689" y="5005"/>
                  <a:pt x="37689" y="8447"/>
                  <a:pt x="37689" y="8525"/>
                </a:cubicBezTo>
                <a:cubicBezTo>
                  <a:pt x="37689" y="9855"/>
                  <a:pt x="38627" y="11732"/>
                  <a:pt x="41208" y="11732"/>
                </a:cubicBezTo>
                <a:cubicBezTo>
                  <a:pt x="43397" y="11732"/>
                  <a:pt x="46055" y="9855"/>
                  <a:pt x="46055" y="6413"/>
                </a:cubicBezTo>
                <a:cubicBezTo>
                  <a:pt x="46055" y="1799"/>
                  <a:pt x="40895" y="0"/>
                  <a:pt x="36750" y="0"/>
                </a:cubicBezTo>
                <a:cubicBezTo>
                  <a:pt x="31668" y="0"/>
                  <a:pt x="28384" y="3285"/>
                  <a:pt x="26820" y="5319"/>
                </a:cubicBezTo>
                <a:cubicBezTo>
                  <a:pt x="24241" y="860"/>
                  <a:pt x="19235" y="0"/>
                  <a:pt x="16421" y="0"/>
                </a:cubicBezTo>
                <a:cubicBezTo>
                  <a:pt x="6647" y="0"/>
                  <a:pt x="1095" y="9229"/>
                  <a:pt x="1095" y="12123"/>
                </a:cubicBezTo>
                <a:cubicBezTo>
                  <a:pt x="1095" y="13219"/>
                  <a:pt x="2346" y="13219"/>
                  <a:pt x="2737" y="13219"/>
                </a:cubicBezTo>
                <a:cubicBezTo>
                  <a:pt x="3441" y="13219"/>
                  <a:pt x="4066" y="13140"/>
                  <a:pt x="4379" y="12280"/>
                </a:cubicBezTo>
                <a:cubicBezTo>
                  <a:pt x="6724" y="4615"/>
                  <a:pt x="13136" y="2659"/>
                  <a:pt x="16108" y="2659"/>
                </a:cubicBezTo>
                <a:cubicBezTo>
                  <a:pt x="18688" y="2659"/>
                  <a:pt x="21660" y="3754"/>
                  <a:pt x="21660" y="7900"/>
                </a:cubicBezTo>
                <a:cubicBezTo>
                  <a:pt x="21660" y="9855"/>
                  <a:pt x="20252" y="15252"/>
                  <a:pt x="17594" y="25656"/>
                </a:cubicBezTo>
                <a:cubicBezTo>
                  <a:pt x="16421" y="30113"/>
                  <a:pt x="12824" y="32772"/>
                  <a:pt x="9461" y="32772"/>
                </a:cubicBezTo>
                <a:cubicBezTo>
                  <a:pt x="8914" y="32772"/>
                  <a:pt x="6647" y="32772"/>
                  <a:pt x="4770" y="31521"/>
                </a:cubicBezTo>
                <a:cubicBezTo>
                  <a:pt x="8289" y="30269"/>
                  <a:pt x="8289" y="27297"/>
                  <a:pt x="8289" y="26985"/>
                </a:cubicBezTo>
                <a:cubicBezTo>
                  <a:pt x="8289" y="24717"/>
                  <a:pt x="6568" y="23700"/>
                  <a:pt x="4849" y="23700"/>
                </a:cubicBezTo>
                <a:cubicBezTo>
                  <a:pt x="2893" y="23700"/>
                  <a:pt x="0" y="25264"/>
                  <a:pt x="0" y="29018"/>
                </a:cubicBezTo>
                <a:cubicBezTo>
                  <a:pt x="0" y="33789"/>
                  <a:pt x="5318" y="35431"/>
                  <a:pt x="9305" y="35431"/>
                </a:cubicBezTo>
                <a:cubicBezTo>
                  <a:pt x="13606" y="35431"/>
                  <a:pt x="17125" y="32929"/>
                  <a:pt x="19002" y="30113"/>
                </a:cubicBezTo>
                <a:cubicBezTo>
                  <a:pt x="22129" y="34806"/>
                  <a:pt x="27133" y="35431"/>
                  <a:pt x="29557" y="35431"/>
                </a:cubicBezTo>
                <a:cubicBezTo>
                  <a:pt x="39410" y="35431"/>
                  <a:pt x="44961" y="26124"/>
                  <a:pt x="44961" y="23309"/>
                </a:cubicBezTo>
                <a:cubicBezTo>
                  <a:pt x="44961" y="22213"/>
                  <a:pt x="43632" y="22213"/>
                  <a:pt x="43318" y="22213"/>
                </a:cubicBezTo>
                <a:cubicBezTo>
                  <a:pt x="41989" y="22213"/>
                  <a:pt x="41833" y="22682"/>
                  <a:pt x="41599" y="23386"/>
                </a:cubicBezTo>
                <a:cubicBezTo>
                  <a:pt x="39331" y="30427"/>
                  <a:pt x="33311" y="32772"/>
                  <a:pt x="29870" y="32772"/>
                </a:cubicBezTo>
                <a:cubicBezTo>
                  <a:pt x="27524" y="32772"/>
                  <a:pt x="24318" y="31912"/>
                  <a:pt x="24318" y="27532"/>
                </a:cubicBezTo>
                <a:cubicBezTo>
                  <a:pt x="24318" y="26593"/>
                  <a:pt x="24318" y="26046"/>
                  <a:pt x="24943" y="23386"/>
                </a:cubicBezTo>
                <a:cubicBezTo>
                  <a:pt x="26274" y="17911"/>
                  <a:pt x="28384" y="9229"/>
                  <a:pt x="29009" y="7821"/>
                </a:cubicBezTo>
                <a:cubicBezTo>
                  <a:pt x="30026" y="5788"/>
                  <a:pt x="32607" y="2659"/>
                  <a:pt x="36594" y="2659"/>
                </a:cubicBezTo>
                <a:cubicBezTo>
                  <a:pt x="36829" y="2659"/>
                  <a:pt x="39487" y="2659"/>
                  <a:pt x="41285" y="39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E6A83B-C3D1-497D-B9E1-6AA5C65D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0132" y="7392666"/>
            <a:ext cx="306237" cy="306237"/>
          </a:xfrm>
          <a:custGeom xmlns:a="http://schemas.openxmlformats.org/drawingml/2006/main">
            <a:pathLst>
              <a:path w="306237" h="306237">
                <a:moveTo>
                  <a:pt x="306237" y="153118"/>
                </a:moveTo>
                <a:cubicBezTo>
                  <a:pt x="306237" y="68552"/>
                  <a:pt x="237684" y="0"/>
                  <a:pt x="153118" y="0"/>
                </a:cubicBezTo>
                <a:cubicBezTo>
                  <a:pt x="68552" y="0"/>
                  <a:pt x="0" y="68552"/>
                  <a:pt x="0" y="153118"/>
                </a:cubicBezTo>
                <a:cubicBezTo>
                  <a:pt x="0" y="237684"/>
                  <a:pt x="68552" y="306237"/>
                  <a:pt x="153118" y="306237"/>
                </a:cubicBezTo>
                <a:cubicBezTo>
                  <a:pt x="237684" y="306237"/>
                  <a:pt x="306237" y="237684"/>
                  <a:pt x="306237" y="153118"/>
                </a:cubicBezTo>
                <a:close/>
                <a:moveTo>
                  <a:pt x="153118" y="153118"/>
                </a:moveTo>
              </a:path>
            </a:pathLst>
          </a:custGeom>
          <a:solidFill xmlns:a="http://schemas.openxmlformats.org/drawingml/2006/main">
            <a:srgbClr val="F6A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5535F3-FBD6-4F3B-9414-75216562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0132" y="7392666"/>
            <a:ext cx="306237" cy="306237"/>
          </a:xfrm>
          <a:custGeom xmlns:a="http://schemas.openxmlformats.org/drawingml/2006/main">
            <a:pathLst>
              <a:path w="306237" h="306237" fill="none">
                <a:moveTo>
                  <a:pt x="306237" y="153118"/>
                </a:moveTo>
                <a:cubicBezTo>
                  <a:pt x="306237" y="68552"/>
                  <a:pt x="237684" y="0"/>
                  <a:pt x="153118" y="0"/>
                </a:cubicBezTo>
                <a:cubicBezTo>
                  <a:pt x="68552" y="0"/>
                  <a:pt x="0" y="68552"/>
                  <a:pt x="0" y="153118"/>
                </a:cubicBezTo>
                <a:cubicBezTo>
                  <a:pt x="0" y="237684"/>
                  <a:pt x="68552" y="306237"/>
                  <a:pt x="153118" y="306237"/>
                </a:cubicBezTo>
                <a:cubicBezTo>
                  <a:pt x="237684" y="306237"/>
                  <a:pt x="306237" y="237684"/>
                  <a:pt x="306237" y="153118"/>
                </a:cubicBezTo>
                <a:close/>
                <a:moveTo>
                  <a:pt x="153118" y="153118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411" name="Text ζ">
            <a:extLst xmlns:a="http://schemas.openxmlformats.org/drawingml/2006/main">
              <a:ext uri="{FF2B5EF4-FFF2-40B4-BE49-F238E27FC236}">
                <a16:creationId xmlns:a16="http://schemas.microsoft.com/office/drawing/2014/main" id="{A217E51B-94A2-42CD-8883-B27ED995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7011" y="7496535"/>
            <a:ext cx="50466" cy="98885"/>
          </a:xfrm>
          <a:custGeom xmlns:a="http://schemas.openxmlformats.org/drawingml/2006/main">
            <a:pathLst>
              <a:path w="50466" h="98885">
                <a:moveTo>
                  <a:pt x="32184" y="14348"/>
                </a:moveTo>
                <a:cubicBezTo>
                  <a:pt x="34374" y="16538"/>
                  <a:pt x="37658" y="16538"/>
                  <a:pt x="39628" y="16538"/>
                </a:cubicBezTo>
                <a:cubicBezTo>
                  <a:pt x="43022" y="16538"/>
                  <a:pt x="50466" y="16538"/>
                  <a:pt x="50466" y="12483"/>
                </a:cubicBezTo>
                <a:cubicBezTo>
                  <a:pt x="50466" y="9197"/>
                  <a:pt x="44774" y="9087"/>
                  <a:pt x="40723" y="9087"/>
                </a:cubicBezTo>
                <a:cubicBezTo>
                  <a:pt x="38863" y="9087"/>
                  <a:pt x="36344" y="9087"/>
                  <a:pt x="33497" y="10182"/>
                </a:cubicBezTo>
                <a:cubicBezTo>
                  <a:pt x="33389" y="9745"/>
                  <a:pt x="32841" y="8211"/>
                  <a:pt x="32841" y="6240"/>
                </a:cubicBezTo>
                <a:cubicBezTo>
                  <a:pt x="32841" y="5803"/>
                  <a:pt x="33060" y="3723"/>
                  <a:pt x="33279" y="2519"/>
                </a:cubicBezTo>
                <a:cubicBezTo>
                  <a:pt x="33389" y="2409"/>
                  <a:pt x="33497" y="1971"/>
                  <a:pt x="33497" y="1752"/>
                </a:cubicBezTo>
                <a:cubicBezTo>
                  <a:pt x="33497" y="877"/>
                  <a:pt x="32732" y="0"/>
                  <a:pt x="31747" y="0"/>
                </a:cubicBezTo>
                <a:cubicBezTo>
                  <a:pt x="29228" y="0"/>
                  <a:pt x="29228" y="4161"/>
                  <a:pt x="29228" y="6022"/>
                </a:cubicBezTo>
                <a:cubicBezTo>
                  <a:pt x="29228" y="7336"/>
                  <a:pt x="29228" y="9307"/>
                  <a:pt x="30324" y="11606"/>
                </a:cubicBezTo>
                <a:cubicBezTo>
                  <a:pt x="16202" y="18838"/>
                  <a:pt x="0" y="38111"/>
                  <a:pt x="0" y="57712"/>
                </a:cubicBezTo>
                <a:cubicBezTo>
                  <a:pt x="0" y="63736"/>
                  <a:pt x="1642" y="68882"/>
                  <a:pt x="6130" y="73482"/>
                </a:cubicBezTo>
                <a:cubicBezTo>
                  <a:pt x="9743" y="77095"/>
                  <a:pt x="12589" y="77862"/>
                  <a:pt x="26492" y="82133"/>
                </a:cubicBezTo>
                <a:cubicBezTo>
                  <a:pt x="30432" y="83227"/>
                  <a:pt x="34483" y="84542"/>
                  <a:pt x="34483" y="89361"/>
                </a:cubicBezTo>
                <a:cubicBezTo>
                  <a:pt x="34483" y="92317"/>
                  <a:pt x="32622" y="95820"/>
                  <a:pt x="29009" y="95820"/>
                </a:cubicBezTo>
                <a:cubicBezTo>
                  <a:pt x="27148" y="95820"/>
                  <a:pt x="23756" y="95382"/>
                  <a:pt x="20033" y="92755"/>
                </a:cubicBezTo>
                <a:cubicBezTo>
                  <a:pt x="19376" y="92317"/>
                  <a:pt x="19157" y="92097"/>
                  <a:pt x="18609" y="92097"/>
                </a:cubicBezTo>
                <a:cubicBezTo>
                  <a:pt x="17407" y="92097"/>
                  <a:pt x="17078" y="93084"/>
                  <a:pt x="17078" y="93630"/>
                </a:cubicBezTo>
                <a:cubicBezTo>
                  <a:pt x="17078" y="95274"/>
                  <a:pt x="23427" y="98885"/>
                  <a:pt x="29009" y="98885"/>
                </a:cubicBezTo>
                <a:cubicBezTo>
                  <a:pt x="36673" y="98885"/>
                  <a:pt x="41380" y="91111"/>
                  <a:pt x="41380" y="85417"/>
                </a:cubicBezTo>
                <a:cubicBezTo>
                  <a:pt x="41380" y="80600"/>
                  <a:pt x="38425" y="76985"/>
                  <a:pt x="34483" y="75233"/>
                </a:cubicBezTo>
                <a:cubicBezTo>
                  <a:pt x="33389" y="74795"/>
                  <a:pt x="28353" y="73262"/>
                  <a:pt x="25288" y="72387"/>
                </a:cubicBezTo>
                <a:cubicBezTo>
                  <a:pt x="16859" y="69868"/>
                  <a:pt x="13902" y="68992"/>
                  <a:pt x="11166" y="65815"/>
                </a:cubicBezTo>
                <a:cubicBezTo>
                  <a:pt x="8211" y="62531"/>
                  <a:pt x="7116" y="58808"/>
                  <a:pt x="7116" y="54208"/>
                </a:cubicBezTo>
                <a:cubicBezTo>
                  <a:pt x="7116" y="38002"/>
                  <a:pt x="20691" y="20480"/>
                  <a:pt x="32184" y="14348"/>
                </a:cubicBezTo>
                <a:moveTo>
                  <a:pt x="46197" y="12813"/>
                </a:moveTo>
                <a:cubicBezTo>
                  <a:pt x="44664" y="13254"/>
                  <a:pt x="42803" y="13473"/>
                  <a:pt x="39738" y="13473"/>
                </a:cubicBezTo>
                <a:cubicBezTo>
                  <a:pt x="37110" y="13473"/>
                  <a:pt x="36891" y="13473"/>
                  <a:pt x="35687" y="12813"/>
                </a:cubicBezTo>
                <a:cubicBezTo>
                  <a:pt x="37439" y="12154"/>
                  <a:pt x="38971" y="12154"/>
                  <a:pt x="40613" y="12154"/>
                </a:cubicBezTo>
                <a:cubicBezTo>
                  <a:pt x="43678" y="12154"/>
                  <a:pt x="44116" y="12262"/>
                  <a:pt x="46197" y="12703"/>
                </a:cubicBezTo>
                <a:lnTo>
                  <a:pt x="46197" y="128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Text x">
            <a:extLst xmlns:a="http://schemas.openxmlformats.org/drawingml/2006/main">
              <a:ext uri="{FF2B5EF4-FFF2-40B4-BE49-F238E27FC236}">
                <a16:creationId xmlns:a16="http://schemas.microsoft.com/office/drawing/2014/main" id="{DF78A012-E583-4616-B72A-691B0441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4071" y="7554121"/>
            <a:ext cx="46055" cy="35431"/>
          </a:xfrm>
          <a:custGeom xmlns:a="http://schemas.openxmlformats.org/drawingml/2006/main">
            <a:pathLst>
              <a:path w="46055" h="35431">
                <a:moveTo>
                  <a:pt x="41285" y="3910"/>
                </a:moveTo>
                <a:cubicBezTo>
                  <a:pt x="37689" y="5005"/>
                  <a:pt x="37689" y="8447"/>
                  <a:pt x="37689" y="8525"/>
                </a:cubicBezTo>
                <a:cubicBezTo>
                  <a:pt x="37689" y="9855"/>
                  <a:pt x="38627" y="11732"/>
                  <a:pt x="41208" y="11732"/>
                </a:cubicBezTo>
                <a:cubicBezTo>
                  <a:pt x="43397" y="11732"/>
                  <a:pt x="46055" y="9855"/>
                  <a:pt x="46055" y="6413"/>
                </a:cubicBezTo>
                <a:cubicBezTo>
                  <a:pt x="46055" y="1799"/>
                  <a:pt x="40895" y="0"/>
                  <a:pt x="36750" y="0"/>
                </a:cubicBezTo>
                <a:cubicBezTo>
                  <a:pt x="31668" y="0"/>
                  <a:pt x="28384" y="3285"/>
                  <a:pt x="26820" y="5319"/>
                </a:cubicBezTo>
                <a:cubicBezTo>
                  <a:pt x="24241" y="860"/>
                  <a:pt x="19235" y="0"/>
                  <a:pt x="16421" y="0"/>
                </a:cubicBezTo>
                <a:cubicBezTo>
                  <a:pt x="6647" y="0"/>
                  <a:pt x="1095" y="9229"/>
                  <a:pt x="1095" y="12123"/>
                </a:cubicBezTo>
                <a:cubicBezTo>
                  <a:pt x="1095" y="13219"/>
                  <a:pt x="2346" y="13219"/>
                  <a:pt x="2737" y="13219"/>
                </a:cubicBezTo>
                <a:cubicBezTo>
                  <a:pt x="3441" y="13219"/>
                  <a:pt x="4066" y="13140"/>
                  <a:pt x="4379" y="12280"/>
                </a:cubicBezTo>
                <a:cubicBezTo>
                  <a:pt x="6724" y="4615"/>
                  <a:pt x="13136" y="2659"/>
                  <a:pt x="16108" y="2659"/>
                </a:cubicBezTo>
                <a:cubicBezTo>
                  <a:pt x="18688" y="2659"/>
                  <a:pt x="21660" y="3754"/>
                  <a:pt x="21660" y="7900"/>
                </a:cubicBezTo>
                <a:cubicBezTo>
                  <a:pt x="21660" y="9855"/>
                  <a:pt x="20252" y="15252"/>
                  <a:pt x="17594" y="25656"/>
                </a:cubicBezTo>
                <a:cubicBezTo>
                  <a:pt x="16421" y="30113"/>
                  <a:pt x="12824" y="32772"/>
                  <a:pt x="9461" y="32772"/>
                </a:cubicBezTo>
                <a:cubicBezTo>
                  <a:pt x="8914" y="32772"/>
                  <a:pt x="6647" y="32772"/>
                  <a:pt x="4770" y="31521"/>
                </a:cubicBezTo>
                <a:cubicBezTo>
                  <a:pt x="8289" y="30269"/>
                  <a:pt x="8289" y="27297"/>
                  <a:pt x="8289" y="26985"/>
                </a:cubicBezTo>
                <a:cubicBezTo>
                  <a:pt x="8289" y="24717"/>
                  <a:pt x="6568" y="23700"/>
                  <a:pt x="4849" y="23700"/>
                </a:cubicBezTo>
                <a:cubicBezTo>
                  <a:pt x="2893" y="23700"/>
                  <a:pt x="0" y="25264"/>
                  <a:pt x="0" y="29018"/>
                </a:cubicBezTo>
                <a:cubicBezTo>
                  <a:pt x="0" y="33789"/>
                  <a:pt x="5318" y="35431"/>
                  <a:pt x="9305" y="35431"/>
                </a:cubicBezTo>
                <a:cubicBezTo>
                  <a:pt x="13606" y="35431"/>
                  <a:pt x="17125" y="32929"/>
                  <a:pt x="19002" y="30113"/>
                </a:cubicBezTo>
                <a:cubicBezTo>
                  <a:pt x="22129" y="34806"/>
                  <a:pt x="27133" y="35431"/>
                  <a:pt x="29557" y="35431"/>
                </a:cubicBezTo>
                <a:cubicBezTo>
                  <a:pt x="39410" y="35431"/>
                  <a:pt x="44961" y="26124"/>
                  <a:pt x="44961" y="23309"/>
                </a:cubicBezTo>
                <a:cubicBezTo>
                  <a:pt x="44961" y="22213"/>
                  <a:pt x="43632" y="22213"/>
                  <a:pt x="43318" y="22213"/>
                </a:cubicBezTo>
                <a:cubicBezTo>
                  <a:pt x="41989" y="22213"/>
                  <a:pt x="41833" y="22682"/>
                  <a:pt x="41599" y="23386"/>
                </a:cubicBezTo>
                <a:cubicBezTo>
                  <a:pt x="39331" y="30427"/>
                  <a:pt x="33311" y="32772"/>
                  <a:pt x="29870" y="32772"/>
                </a:cubicBezTo>
                <a:cubicBezTo>
                  <a:pt x="27524" y="32772"/>
                  <a:pt x="24318" y="31912"/>
                  <a:pt x="24318" y="27532"/>
                </a:cubicBezTo>
                <a:cubicBezTo>
                  <a:pt x="24318" y="26593"/>
                  <a:pt x="24318" y="26046"/>
                  <a:pt x="24943" y="23386"/>
                </a:cubicBezTo>
                <a:cubicBezTo>
                  <a:pt x="26274" y="17911"/>
                  <a:pt x="28384" y="9229"/>
                  <a:pt x="29009" y="7821"/>
                </a:cubicBezTo>
                <a:cubicBezTo>
                  <a:pt x="30026" y="5788"/>
                  <a:pt x="32607" y="2659"/>
                  <a:pt x="36594" y="2659"/>
                </a:cubicBezTo>
                <a:cubicBezTo>
                  <a:pt x="36829" y="2659"/>
                  <a:pt x="39487" y="2659"/>
                  <a:pt x="41285" y="39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1BE300-9CB2-4B1D-B613-B3BD8003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275" y="744902"/>
            <a:ext cx="1334889" cy="211110"/>
          </a:xfrm>
          <a:custGeom xmlns:a="http://schemas.openxmlformats.org/drawingml/2006/main">
            <a:pathLst>
              <a:path w="1334889" h="211110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22119"/>
                </a:lnTo>
                <a:cubicBezTo>
                  <a:pt x="0" y="171268"/>
                  <a:pt x="39842" y="211110"/>
                  <a:pt x="88991" y="211110"/>
                </a:cubicBezTo>
                <a:lnTo>
                  <a:pt x="1245898" y="211110"/>
                </a:lnTo>
                <a:cubicBezTo>
                  <a:pt x="1295046" y="211110"/>
                  <a:pt x="1334889" y="171268"/>
                  <a:pt x="1334889" y="122119"/>
                </a:cubicBezTo>
                <a:lnTo>
                  <a:pt x="1334889" y="88991"/>
                </a:lnTo>
                <a:cubicBezTo>
                  <a:pt x="1334889" y="39842"/>
                  <a:pt x="1295046" y="0"/>
                  <a:pt x="1245898" y="0"/>
                </a:cubicBezTo>
                <a:close/>
                <a:moveTo>
                  <a:pt x="0" y="211110"/>
                </a:moveTo>
              </a:path>
            </a:pathLst>
          </a:custGeom>
          <a:solidFill xmlns:a="http://schemas.openxmlformats.org/drawingml/2006/main">
            <a:srgbClr val="E6FF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B6AE6F-9137-4EE9-AB96-CA06FFDD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275" y="744902"/>
            <a:ext cx="1334889" cy="211110"/>
          </a:xfrm>
          <a:custGeom xmlns:a="http://schemas.openxmlformats.org/drawingml/2006/main">
            <a:pathLst>
              <a:path w="1334889" h="211110" fill="none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22119"/>
                </a:lnTo>
                <a:cubicBezTo>
                  <a:pt x="0" y="171268"/>
                  <a:pt x="39842" y="211110"/>
                  <a:pt x="88991" y="211110"/>
                </a:cubicBezTo>
                <a:lnTo>
                  <a:pt x="1245898" y="211110"/>
                </a:lnTo>
                <a:cubicBezTo>
                  <a:pt x="1295046" y="211110"/>
                  <a:pt x="1334889" y="171268"/>
                  <a:pt x="1334889" y="122119"/>
                </a:cubicBezTo>
                <a:lnTo>
                  <a:pt x="1334889" y="88991"/>
                </a:lnTo>
                <a:cubicBezTo>
                  <a:pt x="1334889" y="39842"/>
                  <a:pt x="1295046" y="0"/>
                  <a:pt x="1245898" y="0"/>
                </a:cubicBezTo>
                <a:close/>
                <a:moveTo>
                  <a:pt x="0" y="211110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415" name="Text SiLU">
            <a:extLst xmlns:a="http://schemas.openxmlformats.org/drawingml/2006/main">
              <a:ext uri="{FF2B5EF4-FFF2-40B4-BE49-F238E27FC236}">
                <a16:creationId xmlns:a16="http://schemas.microsoft.com/office/drawing/2014/main" id="{D2482721-A9B2-404C-8D6A-A4D2EE68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773" y="793633"/>
            <a:ext cx="331376" cy="113775"/>
          </a:xfrm>
          <a:custGeom xmlns:a="http://schemas.openxmlformats.org/drawingml/2006/main">
            <a:pathLst>
              <a:path w="331376" h="113775">
                <a:moveTo>
                  <a:pt x="45820" y="49612"/>
                </a:moveTo>
                <a:lnTo>
                  <a:pt x="25802" y="44759"/>
                </a:lnTo>
                <a:cubicBezTo>
                  <a:pt x="16107" y="42413"/>
                  <a:pt x="10008" y="33961"/>
                  <a:pt x="10008" y="24884"/>
                </a:cubicBezTo>
                <a:cubicBezTo>
                  <a:pt x="10008" y="13926"/>
                  <a:pt x="18453" y="4381"/>
                  <a:pt x="30651" y="4381"/>
                </a:cubicBezTo>
                <a:cubicBezTo>
                  <a:pt x="56766" y="4381"/>
                  <a:pt x="60207" y="30047"/>
                  <a:pt x="61145" y="37092"/>
                </a:cubicBezTo>
                <a:cubicBezTo>
                  <a:pt x="61302" y="38029"/>
                  <a:pt x="61302" y="38970"/>
                  <a:pt x="63023" y="38970"/>
                </a:cubicBezTo>
                <a:cubicBezTo>
                  <a:pt x="65056" y="38970"/>
                  <a:pt x="65056" y="38187"/>
                  <a:pt x="65056" y="35214"/>
                </a:cubicBezTo>
                <a:lnTo>
                  <a:pt x="65056" y="3754"/>
                </a:lnTo>
                <a:cubicBezTo>
                  <a:pt x="65056" y="1095"/>
                  <a:pt x="65056" y="0"/>
                  <a:pt x="63335" y="0"/>
                </a:cubicBezTo>
                <a:cubicBezTo>
                  <a:pt x="62240" y="0"/>
                  <a:pt x="62083" y="157"/>
                  <a:pt x="60990" y="2033"/>
                </a:cubicBezTo>
                <a:lnTo>
                  <a:pt x="55516" y="10953"/>
                </a:lnTo>
                <a:cubicBezTo>
                  <a:pt x="50824" y="6414"/>
                  <a:pt x="44413" y="0"/>
                  <a:pt x="30494" y="0"/>
                </a:cubicBezTo>
                <a:cubicBezTo>
                  <a:pt x="13136" y="0"/>
                  <a:pt x="0" y="13771"/>
                  <a:pt x="0" y="30360"/>
                </a:cubicBezTo>
                <a:cubicBezTo>
                  <a:pt x="0" y="43351"/>
                  <a:pt x="8287" y="54776"/>
                  <a:pt x="20486" y="59002"/>
                </a:cubicBezTo>
                <a:cubicBezTo>
                  <a:pt x="22206" y="59627"/>
                  <a:pt x="30181" y="61505"/>
                  <a:pt x="41129" y="64166"/>
                </a:cubicBezTo>
                <a:cubicBezTo>
                  <a:pt x="45350" y="65263"/>
                  <a:pt x="50042" y="66359"/>
                  <a:pt x="54420" y="72148"/>
                </a:cubicBezTo>
                <a:cubicBezTo>
                  <a:pt x="57704" y="76219"/>
                  <a:pt x="59269" y="81382"/>
                  <a:pt x="59269" y="86549"/>
                </a:cubicBezTo>
                <a:cubicBezTo>
                  <a:pt x="59269" y="97659"/>
                  <a:pt x="51450" y="108929"/>
                  <a:pt x="38313" y="108929"/>
                </a:cubicBezTo>
                <a:cubicBezTo>
                  <a:pt x="33777" y="108929"/>
                  <a:pt x="21894" y="108146"/>
                  <a:pt x="13604" y="100477"/>
                </a:cubicBezTo>
                <a:cubicBezTo>
                  <a:pt x="4534" y="92025"/>
                  <a:pt x="4064" y="82010"/>
                  <a:pt x="3909" y="76374"/>
                </a:cubicBezTo>
                <a:cubicBezTo>
                  <a:pt x="3751" y="74811"/>
                  <a:pt x="2501" y="74811"/>
                  <a:pt x="2031" y="74811"/>
                </a:cubicBezTo>
                <a:cubicBezTo>
                  <a:pt x="0" y="74811"/>
                  <a:pt x="0" y="75906"/>
                  <a:pt x="0" y="78722"/>
                </a:cubicBezTo>
                <a:lnTo>
                  <a:pt x="0" y="110024"/>
                </a:lnTo>
                <a:cubicBezTo>
                  <a:pt x="0" y="112683"/>
                  <a:pt x="0" y="113775"/>
                  <a:pt x="1718" y="113775"/>
                </a:cubicBezTo>
                <a:cubicBezTo>
                  <a:pt x="2813" y="113775"/>
                  <a:pt x="2971" y="113463"/>
                  <a:pt x="4064" y="111745"/>
                </a:cubicBezTo>
                <a:cubicBezTo>
                  <a:pt x="4064" y="111587"/>
                  <a:pt x="4534" y="111117"/>
                  <a:pt x="9695" y="102825"/>
                </a:cubicBezTo>
                <a:cubicBezTo>
                  <a:pt x="14542" y="108146"/>
                  <a:pt x="24552" y="113775"/>
                  <a:pt x="38468" y="113775"/>
                </a:cubicBezTo>
                <a:cubicBezTo>
                  <a:pt x="56766" y="113775"/>
                  <a:pt x="69277" y="98442"/>
                  <a:pt x="69277" y="81227"/>
                </a:cubicBezTo>
                <a:cubicBezTo>
                  <a:pt x="69277" y="65576"/>
                  <a:pt x="58957" y="52740"/>
                  <a:pt x="45820" y="49612"/>
                </a:cubicBezTo>
                <a:close/>
                <a:moveTo>
                  <a:pt x="105870" y="41081"/>
                </a:moveTo>
                <a:lnTo>
                  <a:pt x="83976" y="42802"/>
                </a:lnTo>
                <a:lnTo>
                  <a:pt x="83976" y="47651"/>
                </a:lnTo>
                <a:cubicBezTo>
                  <a:pt x="94142" y="47651"/>
                  <a:pt x="95549" y="48591"/>
                  <a:pt x="95549" y="56260"/>
                </a:cubicBezTo>
                <a:lnTo>
                  <a:pt x="95549" y="98372"/>
                </a:lnTo>
                <a:cubicBezTo>
                  <a:pt x="95549" y="105416"/>
                  <a:pt x="93829" y="105416"/>
                  <a:pt x="83351" y="105416"/>
                </a:cubicBezTo>
                <a:lnTo>
                  <a:pt x="83351" y="110263"/>
                </a:lnTo>
                <a:cubicBezTo>
                  <a:pt x="88355" y="110108"/>
                  <a:pt x="96800" y="109795"/>
                  <a:pt x="100553" y="109795"/>
                </a:cubicBezTo>
                <a:cubicBezTo>
                  <a:pt x="106027" y="109795"/>
                  <a:pt x="111501" y="110108"/>
                  <a:pt x="116818" y="110263"/>
                </a:cubicBezTo>
                <a:lnTo>
                  <a:pt x="116818" y="105416"/>
                </a:lnTo>
                <a:cubicBezTo>
                  <a:pt x="106497" y="105416"/>
                  <a:pt x="105870" y="104634"/>
                  <a:pt x="105870" y="98527"/>
                </a:cubicBezTo>
                <a:lnTo>
                  <a:pt x="105870" y="41081"/>
                </a:lnTo>
                <a:moveTo>
                  <a:pt x="106497" y="13940"/>
                </a:moveTo>
                <a:cubicBezTo>
                  <a:pt x="106497" y="8936"/>
                  <a:pt x="102586" y="5651"/>
                  <a:pt x="98208" y="5651"/>
                </a:cubicBezTo>
                <a:cubicBezTo>
                  <a:pt x="93361" y="5651"/>
                  <a:pt x="89920" y="9874"/>
                  <a:pt x="89920" y="13940"/>
                </a:cubicBezTo>
                <a:cubicBezTo>
                  <a:pt x="89920" y="18162"/>
                  <a:pt x="93361" y="22228"/>
                  <a:pt x="98208" y="22228"/>
                </a:cubicBezTo>
                <a:cubicBezTo>
                  <a:pt x="102586" y="22228"/>
                  <a:pt x="106497" y="18944"/>
                  <a:pt x="106497" y="13940"/>
                </a:cubicBezTo>
                <a:close/>
                <a:moveTo>
                  <a:pt x="212682" y="69945"/>
                </a:moveTo>
                <a:lnTo>
                  <a:pt x="208771" y="69945"/>
                </a:lnTo>
                <a:cubicBezTo>
                  <a:pt x="207051" y="85885"/>
                  <a:pt x="204862" y="105416"/>
                  <a:pt x="177337" y="105416"/>
                </a:cubicBezTo>
                <a:lnTo>
                  <a:pt x="164514" y="105416"/>
                </a:lnTo>
                <a:cubicBezTo>
                  <a:pt x="157164" y="105416"/>
                  <a:pt x="156852" y="104324"/>
                  <a:pt x="156852" y="99167"/>
                </a:cubicBezTo>
                <a:lnTo>
                  <a:pt x="156852" y="15864"/>
                </a:lnTo>
                <a:cubicBezTo>
                  <a:pt x="156852" y="10550"/>
                  <a:pt x="156852" y="8361"/>
                  <a:pt x="171708" y="8361"/>
                </a:cubicBezTo>
                <a:lnTo>
                  <a:pt x="176870" y="8361"/>
                </a:lnTo>
                <a:lnTo>
                  <a:pt x="176870" y="3513"/>
                </a:lnTo>
                <a:cubicBezTo>
                  <a:pt x="171238" y="3983"/>
                  <a:pt x="157009" y="3983"/>
                  <a:pt x="150597" y="3983"/>
                </a:cubicBezTo>
                <a:cubicBezTo>
                  <a:pt x="144498" y="3983"/>
                  <a:pt x="132300" y="3983"/>
                  <a:pt x="126826" y="3513"/>
                </a:cubicBezTo>
                <a:lnTo>
                  <a:pt x="126826" y="8361"/>
                </a:lnTo>
                <a:lnTo>
                  <a:pt x="130579" y="8361"/>
                </a:lnTo>
                <a:cubicBezTo>
                  <a:pt x="142620" y="8361"/>
                  <a:pt x="142933" y="10082"/>
                  <a:pt x="142933" y="15709"/>
                </a:cubicBezTo>
                <a:lnTo>
                  <a:pt x="142933" y="98072"/>
                </a:lnTo>
                <a:cubicBezTo>
                  <a:pt x="142933" y="103698"/>
                  <a:pt x="142620" y="105416"/>
                  <a:pt x="130579" y="105416"/>
                </a:cubicBezTo>
                <a:lnTo>
                  <a:pt x="126826" y="105416"/>
                </a:lnTo>
                <a:lnTo>
                  <a:pt x="126826" y="110263"/>
                </a:lnTo>
                <a:lnTo>
                  <a:pt x="208303" y="110263"/>
                </a:lnTo>
                <a:lnTo>
                  <a:pt x="212682" y="69945"/>
                </a:lnTo>
                <a:close/>
                <a:moveTo>
                  <a:pt x="310422" y="74207"/>
                </a:moveTo>
                <a:cubicBezTo>
                  <a:pt x="310422" y="96416"/>
                  <a:pt x="295253" y="108929"/>
                  <a:pt x="280396" y="108929"/>
                </a:cubicBezTo>
                <a:cubicBezTo>
                  <a:pt x="273044" y="108929"/>
                  <a:pt x="254592" y="105018"/>
                  <a:pt x="254592" y="75302"/>
                </a:cubicBezTo>
                <a:lnTo>
                  <a:pt x="254592" y="15713"/>
                </a:lnTo>
                <a:cubicBezTo>
                  <a:pt x="254592" y="10082"/>
                  <a:pt x="254904" y="8361"/>
                  <a:pt x="266945" y="8361"/>
                </a:cubicBezTo>
                <a:lnTo>
                  <a:pt x="270699" y="8361"/>
                </a:lnTo>
                <a:lnTo>
                  <a:pt x="270699" y="3513"/>
                </a:lnTo>
                <a:cubicBezTo>
                  <a:pt x="265227" y="3983"/>
                  <a:pt x="253654" y="3983"/>
                  <a:pt x="247712" y="3983"/>
                </a:cubicBezTo>
                <a:cubicBezTo>
                  <a:pt x="241768" y="3983"/>
                  <a:pt x="230040" y="3983"/>
                  <a:pt x="224566" y="3513"/>
                </a:cubicBezTo>
                <a:lnTo>
                  <a:pt x="224566" y="8361"/>
                </a:lnTo>
                <a:lnTo>
                  <a:pt x="228319" y="8361"/>
                </a:lnTo>
                <a:cubicBezTo>
                  <a:pt x="240360" y="8361"/>
                  <a:pt x="240673" y="10082"/>
                  <a:pt x="240673" y="15713"/>
                </a:cubicBezTo>
                <a:lnTo>
                  <a:pt x="240673" y="74677"/>
                </a:lnTo>
                <a:cubicBezTo>
                  <a:pt x="240673" y="96728"/>
                  <a:pt x="258815" y="113775"/>
                  <a:pt x="280084" y="113775"/>
                </a:cubicBezTo>
                <a:cubicBezTo>
                  <a:pt x="298066" y="113775"/>
                  <a:pt x="312140" y="99231"/>
                  <a:pt x="314801" y="81401"/>
                </a:cubicBezTo>
                <a:cubicBezTo>
                  <a:pt x="315269" y="78273"/>
                  <a:pt x="315269" y="76865"/>
                  <a:pt x="315269" y="70611"/>
                </a:cubicBezTo>
                <a:lnTo>
                  <a:pt x="315269" y="20562"/>
                </a:lnTo>
                <a:cubicBezTo>
                  <a:pt x="315269" y="15401"/>
                  <a:pt x="315269" y="8361"/>
                  <a:pt x="331376" y="8361"/>
                </a:cubicBezTo>
                <a:lnTo>
                  <a:pt x="331376" y="3513"/>
                </a:lnTo>
                <a:cubicBezTo>
                  <a:pt x="325747" y="3670"/>
                  <a:pt x="318240" y="3983"/>
                  <a:pt x="312923" y="3983"/>
                </a:cubicBezTo>
                <a:cubicBezTo>
                  <a:pt x="307449" y="3983"/>
                  <a:pt x="299944" y="3670"/>
                  <a:pt x="294313" y="3513"/>
                </a:cubicBezTo>
                <a:lnTo>
                  <a:pt x="294313" y="8361"/>
                </a:lnTo>
                <a:cubicBezTo>
                  <a:pt x="310422" y="8361"/>
                  <a:pt x="310422" y="15713"/>
                  <a:pt x="310422" y="19935"/>
                </a:cubicBezTo>
                <a:lnTo>
                  <a:pt x="310422" y="742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336106-483F-4BEF-9B40-623BBE1C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275" y="1051259"/>
            <a:ext cx="1334889" cy="212697"/>
          </a:xfrm>
          <a:custGeom xmlns:a="http://schemas.openxmlformats.org/drawingml/2006/main">
            <a:pathLst>
              <a:path w="1334889" h="212697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23706"/>
                </a:lnTo>
                <a:cubicBezTo>
                  <a:pt x="0" y="172855"/>
                  <a:pt x="39842" y="212697"/>
                  <a:pt x="88991" y="212697"/>
                </a:cubicBezTo>
                <a:lnTo>
                  <a:pt x="1245898" y="212697"/>
                </a:lnTo>
                <a:cubicBezTo>
                  <a:pt x="1295046" y="212697"/>
                  <a:pt x="1334889" y="172855"/>
                  <a:pt x="1334889" y="123706"/>
                </a:cubicBezTo>
                <a:lnTo>
                  <a:pt x="1334889" y="88991"/>
                </a:lnTo>
                <a:cubicBezTo>
                  <a:pt x="1334889" y="39842"/>
                  <a:pt x="1295046" y="0"/>
                  <a:pt x="1245898" y="0"/>
                </a:cubicBezTo>
                <a:close/>
                <a:moveTo>
                  <a:pt x="0" y="212697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713304-6057-4F58-89C2-CD526F4F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275" y="1051259"/>
            <a:ext cx="1334889" cy="212697"/>
          </a:xfrm>
          <a:custGeom xmlns:a="http://schemas.openxmlformats.org/drawingml/2006/main">
            <a:pathLst>
              <a:path w="1334889" h="212697" fill="none">
                <a:moveTo>
                  <a:pt x="1245898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123706"/>
                </a:lnTo>
                <a:cubicBezTo>
                  <a:pt x="0" y="172855"/>
                  <a:pt x="39842" y="212697"/>
                  <a:pt x="88991" y="212697"/>
                </a:cubicBezTo>
                <a:lnTo>
                  <a:pt x="1245898" y="212697"/>
                </a:lnTo>
                <a:cubicBezTo>
                  <a:pt x="1295046" y="212697"/>
                  <a:pt x="1334889" y="172855"/>
                  <a:pt x="1334889" y="123706"/>
                </a:cubicBezTo>
                <a:lnTo>
                  <a:pt x="1334889" y="88991"/>
                </a:lnTo>
                <a:cubicBezTo>
                  <a:pt x="1334889" y="39842"/>
                  <a:pt x="1295046" y="0"/>
                  <a:pt x="1245898" y="0"/>
                </a:cubicBezTo>
                <a:close/>
                <a:moveTo>
                  <a:pt x="0" y="212697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418" name="Text Linear">
            <a:extLst xmlns:a="http://schemas.openxmlformats.org/drawingml/2006/main">
              <a:ext uri="{FF2B5EF4-FFF2-40B4-BE49-F238E27FC236}">
                <a16:creationId xmlns:a16="http://schemas.microsoft.com/office/drawing/2014/main" id="{C88CF457-4B8D-4A3C-A183-F971F2DA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9482" y="1103286"/>
            <a:ext cx="406599" cy="108278"/>
          </a:xfrm>
          <a:custGeom xmlns:a="http://schemas.openxmlformats.org/drawingml/2006/main">
            <a:pathLst>
              <a:path w="406599" h="108278">
                <a:moveTo>
                  <a:pt x="87732" y="79538"/>
                </a:moveTo>
                <a:cubicBezTo>
                  <a:pt x="85074" y="85480"/>
                  <a:pt x="82883" y="89078"/>
                  <a:pt x="80538" y="91736"/>
                </a:cubicBezTo>
                <a:cubicBezTo>
                  <a:pt x="75064" y="97838"/>
                  <a:pt x="66464" y="100654"/>
                  <a:pt x="53483" y="100654"/>
                </a:cubicBezTo>
                <a:lnTo>
                  <a:pt x="43005" y="100654"/>
                </a:lnTo>
                <a:cubicBezTo>
                  <a:pt x="31589" y="100654"/>
                  <a:pt x="29556" y="99713"/>
                  <a:pt x="29556" y="94239"/>
                </a:cubicBezTo>
                <a:lnTo>
                  <a:pt x="29556" y="20257"/>
                </a:lnTo>
                <a:cubicBezTo>
                  <a:pt x="29556" y="9151"/>
                  <a:pt x="31746" y="6961"/>
                  <a:pt x="44100" y="6180"/>
                </a:cubicBezTo>
                <a:lnTo>
                  <a:pt x="44100" y="3207"/>
                </a:lnTo>
                <a:lnTo>
                  <a:pt x="0" y="3207"/>
                </a:lnTo>
                <a:lnTo>
                  <a:pt x="0" y="6180"/>
                </a:lnTo>
                <a:cubicBezTo>
                  <a:pt x="11573" y="7118"/>
                  <a:pt x="13606" y="9309"/>
                  <a:pt x="13606" y="20257"/>
                </a:cubicBezTo>
                <a:lnTo>
                  <a:pt x="13606" y="89703"/>
                </a:lnTo>
                <a:cubicBezTo>
                  <a:pt x="13606" y="100654"/>
                  <a:pt x="11416" y="102999"/>
                  <a:pt x="0" y="103780"/>
                </a:cubicBezTo>
                <a:lnTo>
                  <a:pt x="0" y="106750"/>
                </a:lnTo>
                <a:lnTo>
                  <a:pt x="84134" y="106750"/>
                </a:lnTo>
                <a:lnTo>
                  <a:pt x="91641" y="79540"/>
                </a:lnTo>
                <a:lnTo>
                  <a:pt x="87732" y="79538"/>
                </a:lnTo>
                <a:close/>
                <a:moveTo>
                  <a:pt x="121040" y="34820"/>
                </a:moveTo>
                <a:lnTo>
                  <a:pt x="96801" y="43372"/>
                </a:lnTo>
                <a:lnTo>
                  <a:pt x="96801" y="45720"/>
                </a:lnTo>
                <a:lnTo>
                  <a:pt x="98053" y="45563"/>
                </a:lnTo>
                <a:cubicBezTo>
                  <a:pt x="99929" y="45250"/>
                  <a:pt x="101962" y="45093"/>
                  <a:pt x="103370" y="45093"/>
                </a:cubicBezTo>
                <a:cubicBezTo>
                  <a:pt x="107123" y="45093"/>
                  <a:pt x="108529" y="47596"/>
                  <a:pt x="108529" y="54482"/>
                </a:cubicBezTo>
                <a:lnTo>
                  <a:pt x="108529" y="90791"/>
                </a:lnTo>
                <a:cubicBezTo>
                  <a:pt x="108529" y="102059"/>
                  <a:pt x="106966" y="103780"/>
                  <a:pt x="96175" y="104405"/>
                </a:cubicBezTo>
                <a:lnTo>
                  <a:pt x="96175" y="106750"/>
                </a:lnTo>
                <a:lnTo>
                  <a:pt x="133238" y="106750"/>
                </a:lnTo>
                <a:lnTo>
                  <a:pt x="133238" y="104405"/>
                </a:lnTo>
                <a:cubicBezTo>
                  <a:pt x="122918" y="103624"/>
                  <a:pt x="121665" y="102059"/>
                  <a:pt x="121665" y="90791"/>
                </a:cubicBezTo>
                <a:lnTo>
                  <a:pt x="121665" y="35290"/>
                </a:lnTo>
                <a:lnTo>
                  <a:pt x="121040" y="34820"/>
                </a:lnTo>
                <a:moveTo>
                  <a:pt x="113690" y="0"/>
                </a:moveTo>
                <a:cubicBezTo>
                  <a:pt x="109469" y="0"/>
                  <a:pt x="105871" y="3598"/>
                  <a:pt x="105871" y="7977"/>
                </a:cubicBezTo>
                <a:cubicBezTo>
                  <a:pt x="105871" y="12356"/>
                  <a:pt x="109312" y="15952"/>
                  <a:pt x="113690" y="15952"/>
                </a:cubicBezTo>
                <a:cubicBezTo>
                  <a:pt x="118227" y="15952"/>
                  <a:pt x="121823" y="12511"/>
                  <a:pt x="121823" y="7977"/>
                </a:cubicBezTo>
                <a:cubicBezTo>
                  <a:pt x="121823" y="3598"/>
                  <a:pt x="118227" y="0"/>
                  <a:pt x="113690" y="0"/>
                </a:cubicBezTo>
                <a:close/>
                <a:moveTo>
                  <a:pt x="139650" y="44518"/>
                </a:moveTo>
                <a:cubicBezTo>
                  <a:pt x="140588" y="44047"/>
                  <a:pt x="142153" y="43892"/>
                  <a:pt x="143874" y="43892"/>
                </a:cubicBezTo>
                <a:cubicBezTo>
                  <a:pt x="148253" y="43892"/>
                  <a:pt x="149658" y="46238"/>
                  <a:pt x="149658" y="53898"/>
                </a:cubicBezTo>
                <a:lnTo>
                  <a:pt x="149658" y="92679"/>
                </a:lnTo>
                <a:cubicBezTo>
                  <a:pt x="149658" y="101591"/>
                  <a:pt x="147938" y="103780"/>
                  <a:pt x="139963" y="104405"/>
                </a:cubicBezTo>
                <a:lnTo>
                  <a:pt x="139963" y="106750"/>
                </a:lnTo>
                <a:lnTo>
                  <a:pt x="173117" y="106750"/>
                </a:lnTo>
                <a:lnTo>
                  <a:pt x="173117" y="104405"/>
                </a:lnTo>
                <a:cubicBezTo>
                  <a:pt x="165140" y="103780"/>
                  <a:pt x="162794" y="101904"/>
                  <a:pt x="162794" y="96275"/>
                </a:cubicBezTo>
                <a:lnTo>
                  <a:pt x="162794" y="52335"/>
                </a:lnTo>
                <a:cubicBezTo>
                  <a:pt x="170301" y="45298"/>
                  <a:pt x="173742" y="43422"/>
                  <a:pt x="178904" y="43422"/>
                </a:cubicBezTo>
                <a:cubicBezTo>
                  <a:pt x="186566" y="43422"/>
                  <a:pt x="190319" y="48269"/>
                  <a:pt x="190319" y="58589"/>
                </a:cubicBezTo>
                <a:lnTo>
                  <a:pt x="190319" y="91271"/>
                </a:lnTo>
                <a:cubicBezTo>
                  <a:pt x="190319" y="101121"/>
                  <a:pt x="188286" y="103780"/>
                  <a:pt x="180467" y="104405"/>
                </a:cubicBezTo>
                <a:lnTo>
                  <a:pt x="180467" y="106750"/>
                </a:lnTo>
                <a:lnTo>
                  <a:pt x="212996" y="106750"/>
                </a:lnTo>
                <a:lnTo>
                  <a:pt x="212996" y="104405"/>
                </a:lnTo>
                <a:cubicBezTo>
                  <a:pt x="205331" y="103624"/>
                  <a:pt x="203456" y="101746"/>
                  <a:pt x="203456" y="94087"/>
                </a:cubicBezTo>
                <a:lnTo>
                  <a:pt x="203456" y="58277"/>
                </a:lnTo>
                <a:cubicBezTo>
                  <a:pt x="203456" y="43580"/>
                  <a:pt x="196574" y="34820"/>
                  <a:pt x="185003" y="34820"/>
                </a:cubicBezTo>
                <a:cubicBezTo>
                  <a:pt x="177808" y="34820"/>
                  <a:pt x="172960" y="37481"/>
                  <a:pt x="162327" y="47488"/>
                </a:cubicBezTo>
                <a:lnTo>
                  <a:pt x="162327" y="35135"/>
                </a:lnTo>
                <a:lnTo>
                  <a:pt x="161231" y="34820"/>
                </a:lnTo>
                <a:cubicBezTo>
                  <a:pt x="153569" y="37636"/>
                  <a:pt x="148253" y="39356"/>
                  <a:pt x="139650" y="41859"/>
                </a:cubicBezTo>
                <a:lnTo>
                  <a:pt x="139650" y="44518"/>
                </a:lnTo>
                <a:close/>
                <a:moveTo>
                  <a:pt x="279145" y="81060"/>
                </a:moveTo>
                <a:cubicBezTo>
                  <a:pt x="271640" y="92951"/>
                  <a:pt x="264913" y="97489"/>
                  <a:pt x="254906" y="97489"/>
                </a:cubicBezTo>
                <a:cubicBezTo>
                  <a:pt x="245993" y="97489"/>
                  <a:pt x="239269" y="92951"/>
                  <a:pt x="234732" y="84033"/>
                </a:cubicBezTo>
                <a:cubicBezTo>
                  <a:pt x="231917" y="78087"/>
                  <a:pt x="230824" y="72923"/>
                  <a:pt x="230511" y="63378"/>
                </a:cubicBezTo>
                <a:lnTo>
                  <a:pt x="278677" y="63378"/>
                </a:lnTo>
                <a:cubicBezTo>
                  <a:pt x="277424" y="53232"/>
                  <a:pt x="275861" y="48713"/>
                  <a:pt x="271953" y="43725"/>
                </a:cubicBezTo>
                <a:cubicBezTo>
                  <a:pt x="267259" y="38106"/>
                  <a:pt x="260067" y="34820"/>
                  <a:pt x="251935" y="34820"/>
                </a:cubicBezTo>
                <a:cubicBezTo>
                  <a:pt x="244115" y="34820"/>
                  <a:pt x="236765" y="37636"/>
                  <a:pt x="230824" y="42945"/>
                </a:cubicBezTo>
                <a:cubicBezTo>
                  <a:pt x="223472" y="49335"/>
                  <a:pt x="219251" y="60407"/>
                  <a:pt x="219251" y="73236"/>
                </a:cubicBezTo>
                <a:cubicBezTo>
                  <a:pt x="219251" y="94829"/>
                  <a:pt x="230511" y="108278"/>
                  <a:pt x="248494" y="108278"/>
                </a:cubicBezTo>
                <a:cubicBezTo>
                  <a:pt x="263350" y="108278"/>
                  <a:pt x="275079" y="99052"/>
                  <a:pt x="281648" y="82156"/>
                </a:cubicBezTo>
                <a:lnTo>
                  <a:pt x="279145" y="81060"/>
                </a:lnTo>
                <a:moveTo>
                  <a:pt x="230824" y="58374"/>
                </a:moveTo>
                <a:cubicBezTo>
                  <a:pt x="232542" y="46219"/>
                  <a:pt x="237861" y="40451"/>
                  <a:pt x="247398" y="40451"/>
                </a:cubicBezTo>
                <a:cubicBezTo>
                  <a:pt x="256939" y="40451"/>
                  <a:pt x="260692" y="44816"/>
                  <a:pt x="262725" y="58374"/>
                </a:cubicBezTo>
                <a:lnTo>
                  <a:pt x="230824" y="58374"/>
                </a:lnTo>
                <a:close/>
                <a:moveTo>
                  <a:pt x="353896" y="96397"/>
                </a:moveTo>
                <a:cubicBezTo>
                  <a:pt x="351238" y="98582"/>
                  <a:pt x="349362" y="99365"/>
                  <a:pt x="347016" y="99365"/>
                </a:cubicBezTo>
                <a:cubicBezTo>
                  <a:pt x="343420" y="99365"/>
                  <a:pt x="342325" y="97177"/>
                  <a:pt x="342325" y="90302"/>
                </a:cubicBezTo>
                <a:lnTo>
                  <a:pt x="342325" y="59828"/>
                </a:lnTo>
                <a:cubicBezTo>
                  <a:pt x="342325" y="51700"/>
                  <a:pt x="341542" y="47169"/>
                  <a:pt x="339197" y="43417"/>
                </a:cubicBezTo>
                <a:cubicBezTo>
                  <a:pt x="335756" y="37793"/>
                  <a:pt x="329031" y="34820"/>
                  <a:pt x="319806" y="34820"/>
                </a:cubicBezTo>
                <a:cubicBezTo>
                  <a:pt x="305105" y="34820"/>
                  <a:pt x="293534" y="42480"/>
                  <a:pt x="293534" y="52325"/>
                </a:cubicBezTo>
                <a:cubicBezTo>
                  <a:pt x="293534" y="55921"/>
                  <a:pt x="296660" y="59045"/>
                  <a:pt x="300258" y="59045"/>
                </a:cubicBezTo>
                <a:cubicBezTo>
                  <a:pt x="304009" y="59045"/>
                  <a:pt x="307295" y="55921"/>
                  <a:pt x="307295" y="52483"/>
                </a:cubicBezTo>
                <a:cubicBezTo>
                  <a:pt x="307295" y="51858"/>
                  <a:pt x="307138" y="51075"/>
                  <a:pt x="306983" y="49982"/>
                </a:cubicBezTo>
                <a:cubicBezTo>
                  <a:pt x="306670" y="48576"/>
                  <a:pt x="306512" y="47326"/>
                  <a:pt x="306512" y="46231"/>
                </a:cubicBezTo>
                <a:cubicBezTo>
                  <a:pt x="306512" y="42012"/>
                  <a:pt x="311516" y="38573"/>
                  <a:pt x="317773" y="38573"/>
                </a:cubicBezTo>
                <a:cubicBezTo>
                  <a:pt x="325435" y="38573"/>
                  <a:pt x="329656" y="43105"/>
                  <a:pt x="329656" y="51545"/>
                </a:cubicBezTo>
                <a:lnTo>
                  <a:pt x="329656" y="61078"/>
                </a:lnTo>
                <a:cubicBezTo>
                  <a:pt x="305575" y="70766"/>
                  <a:pt x="302916" y="72016"/>
                  <a:pt x="296192" y="77956"/>
                </a:cubicBezTo>
                <a:cubicBezTo>
                  <a:pt x="292751" y="81082"/>
                  <a:pt x="290560" y="86393"/>
                  <a:pt x="290560" y="91550"/>
                </a:cubicBezTo>
                <a:cubicBezTo>
                  <a:pt x="290560" y="101398"/>
                  <a:pt x="297442" y="108278"/>
                  <a:pt x="306983" y="108278"/>
                </a:cubicBezTo>
                <a:cubicBezTo>
                  <a:pt x="313862" y="108278"/>
                  <a:pt x="320274" y="104994"/>
                  <a:pt x="329814" y="96862"/>
                </a:cubicBezTo>
                <a:cubicBezTo>
                  <a:pt x="330597" y="104994"/>
                  <a:pt x="333410" y="108278"/>
                  <a:pt x="339822" y="108278"/>
                </a:cubicBezTo>
                <a:cubicBezTo>
                  <a:pt x="345138" y="108278"/>
                  <a:pt x="348424" y="106402"/>
                  <a:pt x="353896" y="100460"/>
                </a:cubicBezTo>
                <a:lnTo>
                  <a:pt x="353896" y="96397"/>
                </a:lnTo>
                <a:moveTo>
                  <a:pt x="329656" y="87479"/>
                </a:moveTo>
                <a:cubicBezTo>
                  <a:pt x="329656" y="92328"/>
                  <a:pt x="328876" y="93736"/>
                  <a:pt x="325590" y="95611"/>
                </a:cubicBezTo>
                <a:cubicBezTo>
                  <a:pt x="321839" y="97802"/>
                  <a:pt x="317460" y="99208"/>
                  <a:pt x="314175" y="99208"/>
                </a:cubicBezTo>
                <a:cubicBezTo>
                  <a:pt x="308703" y="99208"/>
                  <a:pt x="304324" y="93891"/>
                  <a:pt x="304324" y="87167"/>
                </a:cubicBezTo>
                <a:lnTo>
                  <a:pt x="304324" y="86541"/>
                </a:lnTo>
                <a:cubicBezTo>
                  <a:pt x="304324" y="77314"/>
                  <a:pt x="310734" y="71685"/>
                  <a:pt x="329656" y="64803"/>
                </a:cubicBezTo>
                <a:lnTo>
                  <a:pt x="329656" y="87479"/>
                </a:lnTo>
                <a:close/>
                <a:moveTo>
                  <a:pt x="355304" y="45768"/>
                </a:moveTo>
                <a:cubicBezTo>
                  <a:pt x="357495" y="45298"/>
                  <a:pt x="358903" y="45140"/>
                  <a:pt x="360778" y="45140"/>
                </a:cubicBezTo>
                <a:cubicBezTo>
                  <a:pt x="364687" y="45140"/>
                  <a:pt x="366095" y="47643"/>
                  <a:pt x="366095" y="54523"/>
                </a:cubicBezTo>
                <a:lnTo>
                  <a:pt x="366095" y="93617"/>
                </a:lnTo>
                <a:cubicBezTo>
                  <a:pt x="366095" y="101434"/>
                  <a:pt x="365000" y="102529"/>
                  <a:pt x="354992" y="104405"/>
                </a:cubicBezTo>
                <a:lnTo>
                  <a:pt x="354992" y="106750"/>
                </a:lnTo>
                <a:lnTo>
                  <a:pt x="392525" y="106750"/>
                </a:lnTo>
                <a:lnTo>
                  <a:pt x="392525" y="104405"/>
                </a:lnTo>
                <a:cubicBezTo>
                  <a:pt x="381889" y="103937"/>
                  <a:pt x="379231" y="101591"/>
                  <a:pt x="379231" y="92679"/>
                </a:cubicBezTo>
                <a:lnTo>
                  <a:pt x="379231" y="57494"/>
                </a:lnTo>
                <a:cubicBezTo>
                  <a:pt x="379231" y="52490"/>
                  <a:pt x="385956" y="44673"/>
                  <a:pt x="390179" y="44673"/>
                </a:cubicBezTo>
                <a:cubicBezTo>
                  <a:pt x="391117" y="44673"/>
                  <a:pt x="392525" y="45455"/>
                  <a:pt x="394245" y="47018"/>
                </a:cubicBezTo>
                <a:cubicBezTo>
                  <a:pt x="396746" y="49206"/>
                  <a:pt x="398467" y="50144"/>
                  <a:pt x="400500" y="50144"/>
                </a:cubicBezTo>
                <a:cubicBezTo>
                  <a:pt x="404253" y="50144"/>
                  <a:pt x="406599" y="47486"/>
                  <a:pt x="406599" y="43110"/>
                </a:cubicBezTo>
                <a:cubicBezTo>
                  <a:pt x="406599" y="37948"/>
                  <a:pt x="403315" y="34820"/>
                  <a:pt x="397999" y="34820"/>
                </a:cubicBezTo>
                <a:cubicBezTo>
                  <a:pt x="391430" y="34820"/>
                  <a:pt x="386896" y="38418"/>
                  <a:pt x="379231" y="49519"/>
                </a:cubicBezTo>
                <a:lnTo>
                  <a:pt x="379231" y="35135"/>
                </a:lnTo>
                <a:lnTo>
                  <a:pt x="378451" y="34820"/>
                </a:lnTo>
                <a:cubicBezTo>
                  <a:pt x="370161" y="38261"/>
                  <a:pt x="364532" y="40294"/>
                  <a:pt x="355304" y="43265"/>
                </a:cubicBezTo>
                <a:lnTo>
                  <a:pt x="355304" y="457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Text K">
            <a:extLst xmlns:a="http://schemas.openxmlformats.org/drawingml/2006/main">
              <a:ext uri="{FF2B5EF4-FFF2-40B4-BE49-F238E27FC236}">
                <a16:creationId xmlns:a16="http://schemas.microsoft.com/office/drawing/2014/main" id="{896D12E8-F117-45D2-87B7-C2DCBC2D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8179" y="4114053"/>
            <a:ext cx="161016" cy="147124"/>
          </a:xfrm>
          <a:custGeom xmlns:a="http://schemas.openxmlformats.org/drawingml/2006/main">
            <a:pathLst>
              <a:path w="161016" h="147124">
                <a:moveTo>
                  <a:pt x="161016" y="0"/>
                </a:moveTo>
                <a:lnTo>
                  <a:pt x="111023" y="0"/>
                </a:lnTo>
                <a:lnTo>
                  <a:pt x="111023" y="3605"/>
                </a:lnTo>
                <a:cubicBezTo>
                  <a:pt x="113724" y="3831"/>
                  <a:pt x="116201" y="4281"/>
                  <a:pt x="117102" y="4281"/>
                </a:cubicBezTo>
                <a:cubicBezTo>
                  <a:pt x="122507" y="4732"/>
                  <a:pt x="124758" y="6082"/>
                  <a:pt x="124758" y="8560"/>
                </a:cubicBezTo>
                <a:cubicBezTo>
                  <a:pt x="124758" y="13968"/>
                  <a:pt x="112374" y="26136"/>
                  <a:pt x="92330" y="40104"/>
                </a:cubicBezTo>
                <a:lnTo>
                  <a:pt x="58102" y="63989"/>
                </a:lnTo>
                <a:lnTo>
                  <a:pt x="70036" y="20277"/>
                </a:lnTo>
                <a:cubicBezTo>
                  <a:pt x="73414" y="9013"/>
                  <a:pt x="79496" y="4505"/>
                  <a:pt x="92780" y="3605"/>
                </a:cubicBezTo>
                <a:lnTo>
                  <a:pt x="92780" y="0"/>
                </a:lnTo>
                <a:lnTo>
                  <a:pt x="31304" y="0"/>
                </a:lnTo>
                <a:lnTo>
                  <a:pt x="31304" y="3605"/>
                </a:lnTo>
                <a:cubicBezTo>
                  <a:pt x="45265" y="4955"/>
                  <a:pt x="48643" y="6759"/>
                  <a:pt x="48643" y="13291"/>
                </a:cubicBezTo>
                <a:cubicBezTo>
                  <a:pt x="48643" y="16446"/>
                  <a:pt x="47742" y="21631"/>
                  <a:pt x="46165" y="27263"/>
                </a:cubicBezTo>
                <a:lnTo>
                  <a:pt x="18466" y="126850"/>
                </a:lnTo>
                <a:cubicBezTo>
                  <a:pt x="14415" y="140368"/>
                  <a:pt x="13288" y="141495"/>
                  <a:pt x="0" y="143523"/>
                </a:cubicBezTo>
                <a:lnTo>
                  <a:pt x="0" y="147124"/>
                </a:lnTo>
                <a:lnTo>
                  <a:pt x="55848" y="147124"/>
                </a:lnTo>
                <a:lnTo>
                  <a:pt x="55848" y="143523"/>
                </a:lnTo>
                <a:cubicBezTo>
                  <a:pt x="41660" y="141945"/>
                  <a:pt x="39636" y="140595"/>
                  <a:pt x="39636" y="133609"/>
                </a:cubicBezTo>
                <a:cubicBezTo>
                  <a:pt x="39636" y="131355"/>
                  <a:pt x="40087" y="129328"/>
                  <a:pt x="41437" y="124823"/>
                </a:cubicBezTo>
                <a:lnTo>
                  <a:pt x="42787" y="120091"/>
                </a:lnTo>
                <a:lnTo>
                  <a:pt x="56749" y="68720"/>
                </a:lnTo>
                <a:lnTo>
                  <a:pt x="83998" y="115583"/>
                </a:lnTo>
                <a:cubicBezTo>
                  <a:pt x="89403" y="124823"/>
                  <a:pt x="92557" y="132709"/>
                  <a:pt x="92557" y="136990"/>
                </a:cubicBezTo>
                <a:cubicBezTo>
                  <a:pt x="92557" y="140368"/>
                  <a:pt x="89403" y="142172"/>
                  <a:pt x="82197" y="142846"/>
                </a:cubicBezTo>
                <a:cubicBezTo>
                  <a:pt x="81070" y="142846"/>
                  <a:pt x="78592" y="143072"/>
                  <a:pt x="75665" y="143523"/>
                </a:cubicBezTo>
                <a:lnTo>
                  <a:pt x="75665" y="147124"/>
                </a:lnTo>
                <a:lnTo>
                  <a:pt x="137595" y="147124"/>
                </a:lnTo>
                <a:lnTo>
                  <a:pt x="137595" y="143523"/>
                </a:lnTo>
                <a:cubicBezTo>
                  <a:pt x="123407" y="142172"/>
                  <a:pt x="122057" y="141495"/>
                  <a:pt x="115751" y="130905"/>
                </a:cubicBezTo>
                <a:lnTo>
                  <a:pt x="76569" y="62635"/>
                </a:lnTo>
                <a:lnTo>
                  <a:pt x="144124" y="11714"/>
                </a:lnTo>
                <a:cubicBezTo>
                  <a:pt x="150429" y="6982"/>
                  <a:pt x="155611" y="4505"/>
                  <a:pt x="161016" y="3605"/>
                </a:cubicBezTo>
                <a:lnTo>
                  <a:pt x="16101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Text Q">
            <a:extLst xmlns:a="http://schemas.openxmlformats.org/drawingml/2006/main">
              <a:ext uri="{FF2B5EF4-FFF2-40B4-BE49-F238E27FC236}">
                <a16:creationId xmlns:a16="http://schemas.microsoft.com/office/drawing/2014/main" id="{7207DB10-0772-4379-9FC4-D2FD2FE4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959" y="4092326"/>
            <a:ext cx="144124" cy="191248"/>
          </a:xfrm>
          <a:custGeom xmlns:a="http://schemas.openxmlformats.org/drawingml/2006/main">
            <a:pathLst>
              <a:path w="144124" h="191248">
                <a:moveTo>
                  <a:pt x="49543" y="153632"/>
                </a:moveTo>
                <a:cubicBezTo>
                  <a:pt x="66882" y="152508"/>
                  <a:pt x="75441" y="150254"/>
                  <a:pt x="88052" y="143272"/>
                </a:cubicBezTo>
                <a:cubicBezTo>
                  <a:pt x="121380" y="124572"/>
                  <a:pt x="144124" y="88080"/>
                  <a:pt x="144124" y="52488"/>
                </a:cubicBezTo>
                <a:cubicBezTo>
                  <a:pt x="144124" y="22077"/>
                  <a:pt x="122507" y="0"/>
                  <a:pt x="92554" y="0"/>
                </a:cubicBezTo>
                <a:cubicBezTo>
                  <a:pt x="74541" y="0"/>
                  <a:pt x="54271" y="9236"/>
                  <a:pt x="36255" y="25455"/>
                </a:cubicBezTo>
                <a:cubicBezTo>
                  <a:pt x="13511" y="46629"/>
                  <a:pt x="227" y="73888"/>
                  <a:pt x="227" y="100244"/>
                </a:cubicBezTo>
                <a:cubicBezTo>
                  <a:pt x="227" y="118717"/>
                  <a:pt x="6982" y="134035"/>
                  <a:pt x="19143" y="143495"/>
                </a:cubicBezTo>
                <a:cubicBezTo>
                  <a:pt x="24998" y="148227"/>
                  <a:pt x="29950" y="150477"/>
                  <a:pt x="39860" y="152732"/>
                </a:cubicBezTo>
                <a:cubicBezTo>
                  <a:pt x="19366" y="170754"/>
                  <a:pt x="17339" y="172555"/>
                  <a:pt x="0" y="184716"/>
                </a:cubicBezTo>
                <a:lnTo>
                  <a:pt x="2251" y="188093"/>
                </a:lnTo>
                <a:cubicBezTo>
                  <a:pt x="10810" y="183365"/>
                  <a:pt x="19366" y="181114"/>
                  <a:pt x="28149" y="181114"/>
                </a:cubicBezTo>
                <a:cubicBezTo>
                  <a:pt x="32654" y="181114"/>
                  <a:pt x="39183" y="182465"/>
                  <a:pt x="49093" y="185166"/>
                </a:cubicBezTo>
                <a:cubicBezTo>
                  <a:pt x="62831" y="188997"/>
                  <a:pt x="74991" y="191248"/>
                  <a:pt x="83324" y="191248"/>
                </a:cubicBezTo>
                <a:cubicBezTo>
                  <a:pt x="95708" y="191248"/>
                  <a:pt x="111473" y="185392"/>
                  <a:pt x="122957" y="176386"/>
                </a:cubicBezTo>
                <a:cubicBezTo>
                  <a:pt x="128362" y="172332"/>
                  <a:pt x="131290" y="169177"/>
                  <a:pt x="137145" y="161068"/>
                </a:cubicBezTo>
                <a:lnTo>
                  <a:pt x="133767" y="158590"/>
                </a:lnTo>
                <a:cubicBezTo>
                  <a:pt x="121156" y="171655"/>
                  <a:pt x="111923" y="175933"/>
                  <a:pt x="95708" y="175933"/>
                </a:cubicBezTo>
                <a:cubicBezTo>
                  <a:pt x="89853" y="175933"/>
                  <a:pt x="85125" y="175032"/>
                  <a:pt x="68009" y="170978"/>
                </a:cubicBezTo>
                <a:cubicBezTo>
                  <a:pt x="56298" y="168050"/>
                  <a:pt x="45715" y="166023"/>
                  <a:pt x="44365" y="166249"/>
                </a:cubicBezTo>
                <a:cubicBezTo>
                  <a:pt x="43464" y="166473"/>
                  <a:pt x="43014" y="166473"/>
                  <a:pt x="43014" y="166473"/>
                </a:cubicBezTo>
                <a:lnTo>
                  <a:pt x="37382" y="166473"/>
                </a:lnTo>
                <a:lnTo>
                  <a:pt x="49543" y="153632"/>
                </a:lnTo>
                <a:moveTo>
                  <a:pt x="91430" y="7432"/>
                </a:moveTo>
                <a:cubicBezTo>
                  <a:pt x="109446" y="7432"/>
                  <a:pt x="120480" y="20500"/>
                  <a:pt x="120480" y="41901"/>
                </a:cubicBezTo>
                <a:cubicBezTo>
                  <a:pt x="120480" y="65779"/>
                  <a:pt x="109896" y="98893"/>
                  <a:pt x="95481" y="119617"/>
                </a:cubicBezTo>
                <a:cubicBezTo>
                  <a:pt x="83097" y="137413"/>
                  <a:pt x="69136" y="146199"/>
                  <a:pt x="52697" y="146199"/>
                </a:cubicBezTo>
                <a:cubicBezTo>
                  <a:pt x="34455" y="146199"/>
                  <a:pt x="23871" y="132458"/>
                  <a:pt x="23871" y="108803"/>
                </a:cubicBezTo>
                <a:cubicBezTo>
                  <a:pt x="23871" y="87403"/>
                  <a:pt x="34905" y="53838"/>
                  <a:pt x="48643" y="34242"/>
                </a:cubicBezTo>
                <a:cubicBezTo>
                  <a:pt x="61253" y="15995"/>
                  <a:pt x="74991" y="7432"/>
                  <a:pt x="91430" y="74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Text V">
            <a:extLst xmlns:a="http://schemas.openxmlformats.org/drawingml/2006/main">
              <a:ext uri="{FF2B5EF4-FFF2-40B4-BE49-F238E27FC236}">
                <a16:creationId xmlns:a16="http://schemas.microsoft.com/office/drawing/2014/main" id="{B753CBCC-74A9-4E2F-9582-B53DBA63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0631" y="4112028"/>
            <a:ext cx="137819" cy="151082"/>
          </a:xfrm>
          <a:custGeom xmlns:a="http://schemas.openxmlformats.org/drawingml/2006/main">
            <a:pathLst>
              <a:path w="137819" h="151082">
                <a:moveTo>
                  <a:pt x="137819" y="0"/>
                </a:moveTo>
                <a:lnTo>
                  <a:pt x="95935" y="0"/>
                </a:lnTo>
                <a:lnTo>
                  <a:pt x="95935" y="3605"/>
                </a:lnTo>
                <a:cubicBezTo>
                  <a:pt x="106068" y="4732"/>
                  <a:pt x="110119" y="6982"/>
                  <a:pt x="110119" y="11260"/>
                </a:cubicBezTo>
                <a:cubicBezTo>
                  <a:pt x="110119" y="15538"/>
                  <a:pt x="105841" y="25222"/>
                  <a:pt x="98412" y="38056"/>
                </a:cubicBezTo>
                <a:lnTo>
                  <a:pt x="52020" y="118212"/>
                </a:lnTo>
                <a:lnTo>
                  <a:pt x="37159" y="18466"/>
                </a:lnTo>
                <a:cubicBezTo>
                  <a:pt x="36932" y="17339"/>
                  <a:pt x="36932" y="16439"/>
                  <a:pt x="36932" y="15088"/>
                </a:cubicBezTo>
                <a:cubicBezTo>
                  <a:pt x="36932" y="7432"/>
                  <a:pt x="40087" y="5182"/>
                  <a:pt x="54271" y="3605"/>
                </a:cubicBezTo>
                <a:lnTo>
                  <a:pt x="54271" y="0"/>
                </a:lnTo>
                <a:lnTo>
                  <a:pt x="0" y="0"/>
                </a:lnTo>
                <a:lnTo>
                  <a:pt x="0" y="3605"/>
                </a:lnTo>
                <a:cubicBezTo>
                  <a:pt x="12611" y="5182"/>
                  <a:pt x="13061" y="5855"/>
                  <a:pt x="17793" y="34001"/>
                </a:cubicBezTo>
                <a:lnTo>
                  <a:pt x="36932" y="151082"/>
                </a:lnTo>
                <a:lnTo>
                  <a:pt x="41210" y="151082"/>
                </a:lnTo>
                <a:lnTo>
                  <a:pt x="125208" y="12611"/>
                </a:lnTo>
                <a:cubicBezTo>
                  <a:pt x="129036" y="6532"/>
                  <a:pt x="132640" y="3831"/>
                  <a:pt x="137819" y="3605"/>
                </a:cubicBezTo>
                <a:lnTo>
                  <a:pt x="1378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DFE8EF-DB36-45D1-9555-A1391BB6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581" y="3631324"/>
            <a:ext cx="312773" cy="312773"/>
          </a:xfrm>
          <a:custGeom xmlns:a="http://schemas.openxmlformats.org/drawingml/2006/main">
            <a:pathLst>
              <a:path w="312773" h="312773">
                <a:moveTo>
                  <a:pt x="312773" y="156387"/>
                </a:moveTo>
                <a:cubicBezTo>
                  <a:pt x="312773" y="70015"/>
                  <a:pt x="242758" y="0"/>
                  <a:pt x="156387" y="0"/>
                </a:cubicBezTo>
                <a:cubicBezTo>
                  <a:pt x="70015" y="0"/>
                  <a:pt x="0" y="70015"/>
                  <a:pt x="0" y="156387"/>
                </a:cubicBezTo>
                <a:cubicBezTo>
                  <a:pt x="0" y="242758"/>
                  <a:pt x="70015" y="312773"/>
                  <a:pt x="156387" y="312773"/>
                </a:cubicBezTo>
                <a:cubicBezTo>
                  <a:pt x="242758" y="312773"/>
                  <a:pt x="312773" y="242758"/>
                  <a:pt x="312773" y="156387"/>
                </a:cubicBezTo>
                <a:close/>
                <a:moveTo>
                  <a:pt x="156387" y="156387"/>
                </a:moveTo>
              </a:path>
            </a:pathLst>
          </a:custGeom>
          <a:solidFill xmlns:a="http://schemas.openxmlformats.org/drawingml/2006/main">
            <a:srgbClr val="FF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1925B-C5C0-40E0-BABB-179B2416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581" y="3631324"/>
            <a:ext cx="312773" cy="312773"/>
          </a:xfrm>
          <a:custGeom xmlns:a="http://schemas.openxmlformats.org/drawingml/2006/main">
            <a:pathLst>
              <a:path w="312773" h="312773" fill="none">
                <a:moveTo>
                  <a:pt x="312773" y="156387"/>
                </a:moveTo>
                <a:cubicBezTo>
                  <a:pt x="312773" y="70015"/>
                  <a:pt x="242758" y="0"/>
                  <a:pt x="156387" y="0"/>
                </a:cubicBezTo>
                <a:cubicBezTo>
                  <a:pt x="70015" y="0"/>
                  <a:pt x="0" y="70015"/>
                  <a:pt x="0" y="156387"/>
                </a:cubicBezTo>
                <a:cubicBezTo>
                  <a:pt x="0" y="242758"/>
                  <a:pt x="70015" y="312773"/>
                  <a:pt x="156387" y="312773"/>
                </a:cubicBezTo>
                <a:cubicBezTo>
                  <a:pt x="242758" y="312773"/>
                  <a:pt x="312773" y="242758"/>
                  <a:pt x="312773" y="156387"/>
                </a:cubicBezTo>
                <a:close/>
                <a:moveTo>
                  <a:pt x="156387" y="156387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424" name="Text ⊙">
            <a:extLst xmlns:a="http://schemas.openxmlformats.org/drawingml/2006/main">
              <a:ext uri="{FF2B5EF4-FFF2-40B4-BE49-F238E27FC236}">
                <a16:creationId xmlns:a16="http://schemas.microsoft.com/office/drawing/2014/main" id="{EDAF4CB2-0177-4F82-992C-3831F401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760" y="3735602"/>
            <a:ext cx="104309" cy="104154"/>
          </a:xfrm>
          <a:custGeom xmlns:a="http://schemas.openxmlformats.org/drawingml/2006/main">
            <a:pathLst>
              <a:path w="104309" h="104154">
                <a:moveTo>
                  <a:pt x="104309" y="52025"/>
                </a:moveTo>
                <a:cubicBezTo>
                  <a:pt x="104309" y="23275"/>
                  <a:pt x="80850" y="0"/>
                  <a:pt x="52232" y="0"/>
                </a:cubicBezTo>
                <a:cubicBezTo>
                  <a:pt x="23144" y="0"/>
                  <a:pt x="0" y="23588"/>
                  <a:pt x="0" y="52025"/>
                </a:cubicBezTo>
                <a:cubicBezTo>
                  <a:pt x="0" y="80826"/>
                  <a:pt x="23457" y="104154"/>
                  <a:pt x="52077" y="104154"/>
                </a:cubicBezTo>
                <a:cubicBezTo>
                  <a:pt x="81163" y="104154"/>
                  <a:pt x="104309" y="80514"/>
                  <a:pt x="104309" y="52025"/>
                </a:cubicBezTo>
                <a:moveTo>
                  <a:pt x="52232" y="100246"/>
                </a:moveTo>
                <a:cubicBezTo>
                  <a:pt x="25335" y="100246"/>
                  <a:pt x="3909" y="78478"/>
                  <a:pt x="3909" y="52025"/>
                </a:cubicBezTo>
                <a:cubicBezTo>
                  <a:pt x="3909" y="25151"/>
                  <a:pt x="25802" y="3911"/>
                  <a:pt x="52077" y="3911"/>
                </a:cubicBezTo>
                <a:cubicBezTo>
                  <a:pt x="78975" y="3911"/>
                  <a:pt x="100398" y="25619"/>
                  <a:pt x="100398" y="52025"/>
                </a:cubicBezTo>
                <a:cubicBezTo>
                  <a:pt x="100398" y="78946"/>
                  <a:pt x="78505" y="100246"/>
                  <a:pt x="52232" y="100246"/>
                </a:cubicBezTo>
                <a:moveTo>
                  <a:pt x="62868" y="52025"/>
                </a:moveTo>
                <a:cubicBezTo>
                  <a:pt x="62868" y="46083"/>
                  <a:pt x="58019" y="41234"/>
                  <a:pt x="52232" y="41234"/>
                </a:cubicBezTo>
                <a:cubicBezTo>
                  <a:pt x="45978" y="41234"/>
                  <a:pt x="41442" y="46395"/>
                  <a:pt x="41442" y="52025"/>
                </a:cubicBezTo>
                <a:cubicBezTo>
                  <a:pt x="41442" y="57969"/>
                  <a:pt x="46290" y="62815"/>
                  <a:pt x="52077" y="62815"/>
                </a:cubicBezTo>
                <a:cubicBezTo>
                  <a:pt x="58331" y="62815"/>
                  <a:pt x="62868" y="57656"/>
                  <a:pt x="62868" y="520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F70D14-FCE6-4577-A8C3-21D39247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1517" y="3386242"/>
            <a:ext cx="312773" cy="312773"/>
          </a:xfrm>
          <a:custGeom xmlns:a="http://schemas.openxmlformats.org/drawingml/2006/main">
            <a:pathLst>
              <a:path w="312773" h="312773">
                <a:moveTo>
                  <a:pt x="312773" y="156387"/>
                </a:moveTo>
                <a:cubicBezTo>
                  <a:pt x="312773" y="70016"/>
                  <a:pt x="242758" y="0"/>
                  <a:pt x="156387" y="0"/>
                </a:cubicBezTo>
                <a:cubicBezTo>
                  <a:pt x="70016" y="0"/>
                  <a:pt x="0" y="70016"/>
                  <a:pt x="0" y="156387"/>
                </a:cubicBezTo>
                <a:cubicBezTo>
                  <a:pt x="0" y="242758"/>
                  <a:pt x="70016" y="312773"/>
                  <a:pt x="156387" y="312773"/>
                </a:cubicBezTo>
                <a:cubicBezTo>
                  <a:pt x="242758" y="312773"/>
                  <a:pt x="312773" y="242758"/>
                  <a:pt x="312773" y="156387"/>
                </a:cubicBezTo>
                <a:close/>
                <a:moveTo>
                  <a:pt x="156387" y="156387"/>
                </a:moveTo>
              </a:path>
            </a:pathLst>
          </a:custGeom>
          <a:solidFill xmlns:a="http://schemas.openxmlformats.org/drawingml/2006/main">
            <a:srgbClr val="FF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59394A-E299-4E95-82F9-7E464EFB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1517" y="3386242"/>
            <a:ext cx="312773" cy="312773"/>
          </a:xfrm>
          <a:custGeom xmlns:a="http://schemas.openxmlformats.org/drawingml/2006/main">
            <a:pathLst>
              <a:path w="312773" h="312773" fill="none">
                <a:moveTo>
                  <a:pt x="312773" y="156387"/>
                </a:moveTo>
                <a:cubicBezTo>
                  <a:pt x="312773" y="70016"/>
                  <a:pt x="242758" y="0"/>
                  <a:pt x="156387" y="0"/>
                </a:cubicBezTo>
                <a:cubicBezTo>
                  <a:pt x="70016" y="0"/>
                  <a:pt x="0" y="70016"/>
                  <a:pt x="0" y="156387"/>
                </a:cubicBezTo>
                <a:cubicBezTo>
                  <a:pt x="0" y="242758"/>
                  <a:pt x="70016" y="312773"/>
                  <a:pt x="156387" y="312773"/>
                </a:cubicBezTo>
                <a:cubicBezTo>
                  <a:pt x="242758" y="312773"/>
                  <a:pt x="312773" y="242758"/>
                  <a:pt x="312773" y="156387"/>
                </a:cubicBezTo>
                <a:close/>
                <a:moveTo>
                  <a:pt x="156387" y="156387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427" name="Text ⊙">
            <a:extLst xmlns:a="http://schemas.openxmlformats.org/drawingml/2006/main">
              <a:ext uri="{FF2B5EF4-FFF2-40B4-BE49-F238E27FC236}">
                <a16:creationId xmlns:a16="http://schemas.microsoft.com/office/drawing/2014/main" id="{95285EFE-4CBB-4B16-ABC0-7664D025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73" y="3490523"/>
            <a:ext cx="104309" cy="104154"/>
          </a:xfrm>
          <a:custGeom xmlns:a="http://schemas.openxmlformats.org/drawingml/2006/main">
            <a:pathLst>
              <a:path w="104309" h="104154">
                <a:moveTo>
                  <a:pt x="104309" y="52025"/>
                </a:moveTo>
                <a:cubicBezTo>
                  <a:pt x="104309" y="23275"/>
                  <a:pt x="80850" y="0"/>
                  <a:pt x="52232" y="0"/>
                </a:cubicBezTo>
                <a:cubicBezTo>
                  <a:pt x="23144" y="0"/>
                  <a:pt x="0" y="23588"/>
                  <a:pt x="0" y="52025"/>
                </a:cubicBezTo>
                <a:cubicBezTo>
                  <a:pt x="0" y="80826"/>
                  <a:pt x="23457" y="104154"/>
                  <a:pt x="52077" y="104154"/>
                </a:cubicBezTo>
                <a:cubicBezTo>
                  <a:pt x="81163" y="104154"/>
                  <a:pt x="104309" y="80514"/>
                  <a:pt x="104309" y="52025"/>
                </a:cubicBezTo>
                <a:moveTo>
                  <a:pt x="52232" y="100246"/>
                </a:moveTo>
                <a:cubicBezTo>
                  <a:pt x="25335" y="100246"/>
                  <a:pt x="3909" y="78478"/>
                  <a:pt x="3909" y="52025"/>
                </a:cubicBezTo>
                <a:cubicBezTo>
                  <a:pt x="3909" y="25151"/>
                  <a:pt x="25802" y="3911"/>
                  <a:pt x="52077" y="3911"/>
                </a:cubicBezTo>
                <a:cubicBezTo>
                  <a:pt x="78975" y="3911"/>
                  <a:pt x="100398" y="25619"/>
                  <a:pt x="100398" y="52025"/>
                </a:cubicBezTo>
                <a:cubicBezTo>
                  <a:pt x="100398" y="78946"/>
                  <a:pt x="78505" y="100246"/>
                  <a:pt x="52232" y="100246"/>
                </a:cubicBezTo>
                <a:moveTo>
                  <a:pt x="62868" y="52025"/>
                </a:moveTo>
                <a:cubicBezTo>
                  <a:pt x="62868" y="46083"/>
                  <a:pt x="58019" y="41234"/>
                  <a:pt x="52232" y="41234"/>
                </a:cubicBezTo>
                <a:cubicBezTo>
                  <a:pt x="45978" y="41234"/>
                  <a:pt x="41442" y="46395"/>
                  <a:pt x="41442" y="52025"/>
                </a:cubicBezTo>
                <a:cubicBezTo>
                  <a:pt x="41442" y="57969"/>
                  <a:pt x="46290" y="62815"/>
                  <a:pt x="52077" y="62815"/>
                </a:cubicBezTo>
                <a:cubicBezTo>
                  <a:pt x="58331" y="62815"/>
                  <a:pt x="62868" y="57656"/>
                  <a:pt x="62868" y="520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252C81-D774-4F1B-A9DA-3BB2E371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624" y="3161735"/>
            <a:ext cx="312773" cy="312773"/>
          </a:xfrm>
          <a:custGeom xmlns:a="http://schemas.openxmlformats.org/drawingml/2006/main">
            <a:pathLst>
              <a:path w="312773" h="312773">
                <a:moveTo>
                  <a:pt x="312773" y="156387"/>
                </a:moveTo>
                <a:cubicBezTo>
                  <a:pt x="312773" y="70016"/>
                  <a:pt x="242758" y="0"/>
                  <a:pt x="156387" y="0"/>
                </a:cubicBezTo>
                <a:cubicBezTo>
                  <a:pt x="70016" y="0"/>
                  <a:pt x="0" y="70016"/>
                  <a:pt x="0" y="156387"/>
                </a:cubicBezTo>
                <a:cubicBezTo>
                  <a:pt x="0" y="242758"/>
                  <a:pt x="70016" y="312773"/>
                  <a:pt x="156387" y="312773"/>
                </a:cubicBezTo>
                <a:cubicBezTo>
                  <a:pt x="242758" y="312773"/>
                  <a:pt x="312773" y="242758"/>
                  <a:pt x="312773" y="156387"/>
                </a:cubicBezTo>
                <a:close/>
                <a:moveTo>
                  <a:pt x="156387" y="156387"/>
                </a:moveTo>
              </a:path>
            </a:pathLst>
          </a:custGeom>
          <a:solidFill xmlns:a="http://schemas.openxmlformats.org/drawingml/2006/main">
            <a:srgbClr val="FF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4320C0-7538-4D21-AB0B-BF71E60C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624" y="3161735"/>
            <a:ext cx="312773" cy="312773"/>
          </a:xfrm>
          <a:custGeom xmlns:a="http://schemas.openxmlformats.org/drawingml/2006/main">
            <a:pathLst>
              <a:path w="312773" h="312773" fill="none">
                <a:moveTo>
                  <a:pt x="312773" y="156387"/>
                </a:moveTo>
                <a:cubicBezTo>
                  <a:pt x="312773" y="70016"/>
                  <a:pt x="242758" y="0"/>
                  <a:pt x="156387" y="0"/>
                </a:cubicBezTo>
                <a:cubicBezTo>
                  <a:pt x="70016" y="0"/>
                  <a:pt x="0" y="70016"/>
                  <a:pt x="0" y="156387"/>
                </a:cubicBezTo>
                <a:cubicBezTo>
                  <a:pt x="0" y="242758"/>
                  <a:pt x="70016" y="312773"/>
                  <a:pt x="156387" y="312773"/>
                </a:cubicBezTo>
                <a:cubicBezTo>
                  <a:pt x="242758" y="312773"/>
                  <a:pt x="312773" y="242758"/>
                  <a:pt x="312773" y="156387"/>
                </a:cubicBezTo>
                <a:close/>
                <a:moveTo>
                  <a:pt x="156387" y="156387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miter/>
          </a:ln>
        </p:spPr>
      </p:sp>
      <p:sp>
        <p:nvSpPr>
          <p:cNvPr id="430" name="Text ⊙">
            <a:extLst xmlns:a="http://schemas.openxmlformats.org/drawingml/2006/main">
              <a:ext uri="{FF2B5EF4-FFF2-40B4-BE49-F238E27FC236}">
                <a16:creationId xmlns:a16="http://schemas.microsoft.com/office/drawing/2014/main" id="{839387CF-EB1C-457F-979E-48D061FD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8757" y="3266022"/>
            <a:ext cx="104309" cy="104154"/>
          </a:xfrm>
          <a:custGeom xmlns:a="http://schemas.openxmlformats.org/drawingml/2006/main">
            <a:pathLst>
              <a:path w="104309" h="104154">
                <a:moveTo>
                  <a:pt x="104309" y="52025"/>
                </a:moveTo>
                <a:cubicBezTo>
                  <a:pt x="104309" y="23275"/>
                  <a:pt x="80850" y="0"/>
                  <a:pt x="52232" y="0"/>
                </a:cubicBezTo>
                <a:cubicBezTo>
                  <a:pt x="23144" y="0"/>
                  <a:pt x="0" y="23588"/>
                  <a:pt x="0" y="52025"/>
                </a:cubicBezTo>
                <a:cubicBezTo>
                  <a:pt x="0" y="80826"/>
                  <a:pt x="23457" y="104154"/>
                  <a:pt x="52077" y="104154"/>
                </a:cubicBezTo>
                <a:cubicBezTo>
                  <a:pt x="81163" y="104154"/>
                  <a:pt x="104309" y="80514"/>
                  <a:pt x="104309" y="52025"/>
                </a:cubicBezTo>
                <a:moveTo>
                  <a:pt x="52232" y="100246"/>
                </a:moveTo>
                <a:cubicBezTo>
                  <a:pt x="25335" y="100246"/>
                  <a:pt x="3909" y="78478"/>
                  <a:pt x="3909" y="52025"/>
                </a:cubicBezTo>
                <a:cubicBezTo>
                  <a:pt x="3909" y="25151"/>
                  <a:pt x="25802" y="3911"/>
                  <a:pt x="52077" y="3911"/>
                </a:cubicBezTo>
                <a:cubicBezTo>
                  <a:pt x="78975" y="3911"/>
                  <a:pt x="100398" y="25619"/>
                  <a:pt x="100398" y="52025"/>
                </a:cubicBezTo>
                <a:cubicBezTo>
                  <a:pt x="100398" y="78946"/>
                  <a:pt x="78505" y="100246"/>
                  <a:pt x="52232" y="100246"/>
                </a:cubicBezTo>
                <a:moveTo>
                  <a:pt x="62868" y="52025"/>
                </a:moveTo>
                <a:cubicBezTo>
                  <a:pt x="62868" y="46083"/>
                  <a:pt x="58019" y="41234"/>
                  <a:pt x="52232" y="41234"/>
                </a:cubicBezTo>
                <a:cubicBezTo>
                  <a:pt x="45978" y="41234"/>
                  <a:pt x="41442" y="46395"/>
                  <a:pt x="41442" y="52025"/>
                </a:cubicBezTo>
                <a:cubicBezTo>
                  <a:pt x="41442" y="57969"/>
                  <a:pt x="46290" y="62815"/>
                  <a:pt x="52077" y="62815"/>
                </a:cubicBezTo>
                <a:cubicBezTo>
                  <a:pt x="58331" y="62815"/>
                  <a:pt x="62868" y="57656"/>
                  <a:pt x="62868" y="520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1CEBD-1D7C-45B2-A36D-A83D127C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136" y="2792785"/>
            <a:ext cx="333663" cy="366662"/>
          </a:xfrm>
          <a:custGeom xmlns:a="http://schemas.openxmlformats.org/drawingml/2006/main">
            <a:pathLst>
              <a:path w="333663" h="366662">
                <a:moveTo>
                  <a:pt x="244671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277671"/>
                </a:lnTo>
                <a:cubicBezTo>
                  <a:pt x="0" y="326820"/>
                  <a:pt x="39842" y="366662"/>
                  <a:pt x="88991" y="366662"/>
                </a:cubicBezTo>
                <a:lnTo>
                  <a:pt x="244671" y="366662"/>
                </a:lnTo>
                <a:cubicBezTo>
                  <a:pt x="293821" y="366662"/>
                  <a:pt x="333663" y="326820"/>
                  <a:pt x="333663" y="277671"/>
                </a:cubicBezTo>
                <a:lnTo>
                  <a:pt x="333663" y="88991"/>
                </a:lnTo>
                <a:cubicBezTo>
                  <a:pt x="333663" y="39842"/>
                  <a:pt x="293821" y="0"/>
                  <a:pt x="244671" y="0"/>
                </a:cubicBezTo>
                <a:close/>
                <a:moveTo>
                  <a:pt x="0" y="366662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BACAD6-0C73-4E0A-A608-213C4A38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136" y="2792785"/>
            <a:ext cx="333663" cy="366662"/>
          </a:xfrm>
          <a:custGeom xmlns:a="http://schemas.openxmlformats.org/drawingml/2006/main">
            <a:pathLst>
              <a:path w="333663" h="366662" fill="none">
                <a:moveTo>
                  <a:pt x="244671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277671"/>
                </a:lnTo>
                <a:cubicBezTo>
                  <a:pt x="0" y="326820"/>
                  <a:pt x="39842" y="366662"/>
                  <a:pt x="88991" y="366662"/>
                </a:cubicBezTo>
                <a:lnTo>
                  <a:pt x="244671" y="366662"/>
                </a:lnTo>
                <a:cubicBezTo>
                  <a:pt x="293821" y="366662"/>
                  <a:pt x="333663" y="326820"/>
                  <a:pt x="333663" y="277671"/>
                </a:cubicBezTo>
                <a:lnTo>
                  <a:pt x="333663" y="88991"/>
                </a:lnTo>
                <a:cubicBezTo>
                  <a:pt x="333663" y="39842"/>
                  <a:pt x="293821" y="0"/>
                  <a:pt x="244671" y="0"/>
                </a:cubicBezTo>
                <a:close/>
                <a:moveTo>
                  <a:pt x="0" y="366662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433" name="Text Opt.">
            <a:extLst xmlns:a="http://schemas.openxmlformats.org/drawingml/2006/main">
              <a:ext uri="{FF2B5EF4-FFF2-40B4-BE49-F238E27FC236}">
                <a16:creationId xmlns:a16="http://schemas.microsoft.com/office/drawing/2014/main" id="{8614E4E4-96FB-447D-BDDF-FCFB26D0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065" y="2845477"/>
            <a:ext cx="154540" cy="83752"/>
          </a:xfrm>
          <a:custGeom xmlns:a="http://schemas.openxmlformats.org/drawingml/2006/main">
            <a:pathLst>
              <a:path w="154540" h="83752">
                <a:moveTo>
                  <a:pt x="30682" y="0"/>
                </a:moveTo>
                <a:cubicBezTo>
                  <a:pt x="12761" y="0"/>
                  <a:pt x="0" y="13504"/>
                  <a:pt x="0" y="32347"/>
                </a:cubicBezTo>
                <a:cubicBezTo>
                  <a:pt x="0" y="41160"/>
                  <a:pt x="3002" y="49690"/>
                  <a:pt x="8069" y="55128"/>
                </a:cubicBezTo>
                <a:cubicBezTo>
                  <a:pt x="13511" y="61034"/>
                  <a:pt x="21863" y="64692"/>
                  <a:pt x="30120" y="64692"/>
                </a:cubicBezTo>
                <a:cubicBezTo>
                  <a:pt x="48604" y="64692"/>
                  <a:pt x="61365" y="51566"/>
                  <a:pt x="61365" y="32723"/>
                </a:cubicBezTo>
                <a:cubicBezTo>
                  <a:pt x="61365" y="23441"/>
                  <a:pt x="58644" y="15473"/>
                  <a:pt x="53483" y="9848"/>
                </a:cubicBezTo>
                <a:cubicBezTo>
                  <a:pt x="47573" y="3379"/>
                  <a:pt x="39691" y="0"/>
                  <a:pt x="30682" y="0"/>
                </a:cubicBezTo>
                <a:moveTo>
                  <a:pt x="30682" y="3379"/>
                </a:moveTo>
                <a:cubicBezTo>
                  <a:pt x="34999" y="3379"/>
                  <a:pt x="39314" y="5067"/>
                  <a:pt x="42693" y="8066"/>
                </a:cubicBezTo>
                <a:cubicBezTo>
                  <a:pt x="47760" y="12660"/>
                  <a:pt x="50668" y="21472"/>
                  <a:pt x="50668" y="32628"/>
                </a:cubicBezTo>
                <a:cubicBezTo>
                  <a:pt x="50668" y="38159"/>
                  <a:pt x="49448" y="44628"/>
                  <a:pt x="47573" y="49503"/>
                </a:cubicBezTo>
                <a:cubicBezTo>
                  <a:pt x="46728" y="51846"/>
                  <a:pt x="45133" y="54190"/>
                  <a:pt x="42974" y="56346"/>
                </a:cubicBezTo>
                <a:cubicBezTo>
                  <a:pt x="39691" y="59628"/>
                  <a:pt x="35467" y="61315"/>
                  <a:pt x="30495" y="61315"/>
                </a:cubicBezTo>
                <a:cubicBezTo>
                  <a:pt x="26178" y="61315"/>
                  <a:pt x="21956" y="59628"/>
                  <a:pt x="18671" y="56722"/>
                </a:cubicBezTo>
                <a:cubicBezTo>
                  <a:pt x="13793" y="52409"/>
                  <a:pt x="10697" y="42941"/>
                  <a:pt x="10697" y="32535"/>
                </a:cubicBezTo>
                <a:cubicBezTo>
                  <a:pt x="10697" y="22972"/>
                  <a:pt x="13324" y="13879"/>
                  <a:pt x="17264" y="9472"/>
                </a:cubicBezTo>
                <a:cubicBezTo>
                  <a:pt x="20924" y="5442"/>
                  <a:pt x="25522" y="3379"/>
                  <a:pt x="30682" y="3379"/>
                </a:cubicBezTo>
                <a:close/>
                <a:moveTo>
                  <a:pt x="65400" y="26515"/>
                </a:moveTo>
                <a:cubicBezTo>
                  <a:pt x="66244" y="26421"/>
                  <a:pt x="66901" y="26421"/>
                  <a:pt x="67746" y="26421"/>
                </a:cubicBezTo>
                <a:cubicBezTo>
                  <a:pt x="70936" y="26421"/>
                  <a:pt x="71593" y="27359"/>
                  <a:pt x="71593" y="31769"/>
                </a:cubicBezTo>
                <a:lnTo>
                  <a:pt x="71593" y="75682"/>
                </a:lnTo>
                <a:cubicBezTo>
                  <a:pt x="71593" y="80562"/>
                  <a:pt x="70561" y="81594"/>
                  <a:pt x="65024" y="82157"/>
                </a:cubicBezTo>
                <a:lnTo>
                  <a:pt x="65024" y="83752"/>
                </a:lnTo>
                <a:lnTo>
                  <a:pt x="87732" y="83752"/>
                </a:lnTo>
                <a:lnTo>
                  <a:pt x="87732" y="82063"/>
                </a:lnTo>
                <a:cubicBezTo>
                  <a:pt x="80695" y="81969"/>
                  <a:pt x="79475" y="80937"/>
                  <a:pt x="79475" y="75025"/>
                </a:cubicBezTo>
                <a:lnTo>
                  <a:pt x="79475" y="60292"/>
                </a:lnTo>
                <a:cubicBezTo>
                  <a:pt x="82759" y="63388"/>
                  <a:pt x="85010" y="64326"/>
                  <a:pt x="88952" y="64326"/>
                </a:cubicBezTo>
                <a:cubicBezTo>
                  <a:pt x="100024" y="64326"/>
                  <a:pt x="108656" y="53822"/>
                  <a:pt x="108656" y="40226"/>
                </a:cubicBezTo>
                <a:cubicBezTo>
                  <a:pt x="108656" y="28601"/>
                  <a:pt x="102088" y="20251"/>
                  <a:pt x="92986" y="20251"/>
                </a:cubicBezTo>
                <a:cubicBezTo>
                  <a:pt x="87732" y="20251"/>
                  <a:pt x="83603" y="22597"/>
                  <a:pt x="79475" y="27663"/>
                </a:cubicBezTo>
                <a:lnTo>
                  <a:pt x="79475" y="20440"/>
                </a:lnTo>
                <a:lnTo>
                  <a:pt x="78912" y="20251"/>
                </a:lnTo>
                <a:cubicBezTo>
                  <a:pt x="73845" y="22222"/>
                  <a:pt x="70561" y="23442"/>
                  <a:pt x="65400" y="25037"/>
                </a:cubicBezTo>
                <a:lnTo>
                  <a:pt x="65400" y="26515"/>
                </a:lnTo>
                <a:moveTo>
                  <a:pt x="79475" y="32070"/>
                </a:moveTo>
                <a:cubicBezTo>
                  <a:pt x="79475" y="29256"/>
                  <a:pt x="84730" y="25882"/>
                  <a:pt x="89045" y="25882"/>
                </a:cubicBezTo>
                <a:cubicBezTo>
                  <a:pt x="95989" y="25882"/>
                  <a:pt x="100586" y="33008"/>
                  <a:pt x="100586" y="43884"/>
                </a:cubicBezTo>
                <a:cubicBezTo>
                  <a:pt x="100586" y="54292"/>
                  <a:pt x="95989" y="61323"/>
                  <a:pt x="89234" y="61323"/>
                </a:cubicBezTo>
                <a:cubicBezTo>
                  <a:pt x="84823" y="61323"/>
                  <a:pt x="79475" y="57949"/>
                  <a:pt x="79475" y="55135"/>
                </a:cubicBezTo>
                <a:lnTo>
                  <a:pt x="79475" y="32070"/>
                </a:lnTo>
                <a:close/>
                <a:moveTo>
                  <a:pt x="135398" y="21167"/>
                </a:moveTo>
                <a:lnTo>
                  <a:pt x="125921" y="21167"/>
                </a:lnTo>
                <a:lnTo>
                  <a:pt x="125921" y="10283"/>
                </a:lnTo>
                <a:cubicBezTo>
                  <a:pt x="125921" y="9345"/>
                  <a:pt x="125828" y="9063"/>
                  <a:pt x="125264" y="9063"/>
                </a:cubicBezTo>
                <a:cubicBezTo>
                  <a:pt x="124608" y="9908"/>
                  <a:pt x="124044" y="10752"/>
                  <a:pt x="123388" y="11690"/>
                </a:cubicBezTo>
                <a:cubicBezTo>
                  <a:pt x="119822" y="16852"/>
                  <a:pt x="115787" y="21356"/>
                  <a:pt x="114287" y="21731"/>
                </a:cubicBezTo>
                <a:cubicBezTo>
                  <a:pt x="113254" y="22387"/>
                  <a:pt x="112690" y="23044"/>
                  <a:pt x="112690" y="23514"/>
                </a:cubicBezTo>
                <a:cubicBezTo>
                  <a:pt x="112690" y="23796"/>
                  <a:pt x="112785" y="23983"/>
                  <a:pt x="113067" y="24171"/>
                </a:cubicBezTo>
                <a:lnTo>
                  <a:pt x="118039" y="24171"/>
                </a:lnTo>
                <a:lnTo>
                  <a:pt x="118039" y="52411"/>
                </a:lnTo>
                <a:cubicBezTo>
                  <a:pt x="118039" y="60291"/>
                  <a:pt x="120854" y="64326"/>
                  <a:pt x="126391" y="64326"/>
                </a:cubicBezTo>
                <a:cubicBezTo>
                  <a:pt x="130988" y="64326"/>
                  <a:pt x="134553" y="62075"/>
                  <a:pt x="137650" y="57195"/>
                </a:cubicBezTo>
                <a:lnTo>
                  <a:pt x="136430" y="56163"/>
                </a:lnTo>
                <a:cubicBezTo>
                  <a:pt x="134460" y="58508"/>
                  <a:pt x="132865" y="59448"/>
                  <a:pt x="130800" y="59448"/>
                </a:cubicBezTo>
                <a:cubicBezTo>
                  <a:pt x="127328" y="59448"/>
                  <a:pt x="125921" y="56913"/>
                  <a:pt x="125921" y="51003"/>
                </a:cubicBezTo>
                <a:lnTo>
                  <a:pt x="125921" y="24171"/>
                </a:lnTo>
                <a:lnTo>
                  <a:pt x="135398" y="24171"/>
                </a:lnTo>
                <a:lnTo>
                  <a:pt x="135398" y="21167"/>
                </a:lnTo>
                <a:close/>
                <a:moveTo>
                  <a:pt x="149285" y="54003"/>
                </a:moveTo>
                <a:cubicBezTo>
                  <a:pt x="146469" y="54003"/>
                  <a:pt x="144124" y="56442"/>
                  <a:pt x="144124" y="59352"/>
                </a:cubicBezTo>
                <a:cubicBezTo>
                  <a:pt x="144124" y="62072"/>
                  <a:pt x="146469" y="64417"/>
                  <a:pt x="149191" y="64417"/>
                </a:cubicBezTo>
                <a:cubicBezTo>
                  <a:pt x="152100" y="64417"/>
                  <a:pt x="154540" y="62072"/>
                  <a:pt x="154540" y="59352"/>
                </a:cubicBezTo>
                <a:cubicBezTo>
                  <a:pt x="154540" y="56442"/>
                  <a:pt x="152100" y="54003"/>
                  <a:pt x="149285" y="540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Text RMS-">
            <a:extLst xmlns:a="http://schemas.openxmlformats.org/drawingml/2006/main">
              <a:ext uri="{FF2B5EF4-FFF2-40B4-BE49-F238E27FC236}">
                <a16:creationId xmlns:a16="http://schemas.microsoft.com/office/drawing/2014/main" id="{ABFE00D8-2163-46C8-AD58-8C16C741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7866" y="2944119"/>
            <a:ext cx="223317" cy="64722"/>
          </a:xfrm>
          <a:custGeom xmlns:a="http://schemas.openxmlformats.org/drawingml/2006/main">
            <a:pathLst>
              <a:path w="223317" h="64722">
                <a:moveTo>
                  <a:pt x="60239" y="61657"/>
                </a:moveTo>
                <a:cubicBezTo>
                  <a:pt x="56673" y="61376"/>
                  <a:pt x="54797" y="60437"/>
                  <a:pt x="52076" y="57247"/>
                </a:cubicBezTo>
                <a:lnTo>
                  <a:pt x="32747" y="33503"/>
                </a:lnTo>
                <a:cubicBezTo>
                  <a:pt x="39034" y="32283"/>
                  <a:pt x="41849" y="31156"/>
                  <a:pt x="44944" y="28622"/>
                </a:cubicBezTo>
                <a:cubicBezTo>
                  <a:pt x="47948" y="26182"/>
                  <a:pt x="49730" y="22241"/>
                  <a:pt x="49730" y="17830"/>
                </a:cubicBezTo>
                <a:cubicBezTo>
                  <a:pt x="49730" y="13795"/>
                  <a:pt x="48510" y="10323"/>
                  <a:pt x="46071" y="7601"/>
                </a:cubicBezTo>
                <a:cubicBezTo>
                  <a:pt x="42504" y="3753"/>
                  <a:pt x="34717" y="1313"/>
                  <a:pt x="25897" y="1313"/>
                </a:cubicBezTo>
                <a:lnTo>
                  <a:pt x="0" y="1313"/>
                </a:lnTo>
                <a:lnTo>
                  <a:pt x="0" y="3097"/>
                </a:lnTo>
                <a:cubicBezTo>
                  <a:pt x="7037" y="3847"/>
                  <a:pt x="7975" y="4879"/>
                  <a:pt x="7975" y="11543"/>
                </a:cubicBezTo>
                <a:lnTo>
                  <a:pt x="7975" y="52179"/>
                </a:lnTo>
                <a:cubicBezTo>
                  <a:pt x="7975" y="59967"/>
                  <a:pt x="7037" y="61094"/>
                  <a:pt x="0" y="61657"/>
                </a:cubicBezTo>
                <a:lnTo>
                  <a:pt x="0" y="63439"/>
                </a:lnTo>
                <a:lnTo>
                  <a:pt x="25991" y="63439"/>
                </a:lnTo>
                <a:lnTo>
                  <a:pt x="25991" y="61657"/>
                </a:lnTo>
                <a:cubicBezTo>
                  <a:pt x="18766" y="61189"/>
                  <a:pt x="17546" y="59967"/>
                  <a:pt x="17546" y="53211"/>
                </a:cubicBezTo>
                <a:lnTo>
                  <a:pt x="17546" y="34723"/>
                </a:lnTo>
                <a:lnTo>
                  <a:pt x="22801" y="34535"/>
                </a:lnTo>
                <a:lnTo>
                  <a:pt x="45132" y="63439"/>
                </a:lnTo>
                <a:lnTo>
                  <a:pt x="60239" y="63439"/>
                </a:lnTo>
                <a:lnTo>
                  <a:pt x="60239" y="61657"/>
                </a:lnTo>
                <a:moveTo>
                  <a:pt x="17546" y="8164"/>
                </a:moveTo>
                <a:cubicBezTo>
                  <a:pt x="17546" y="5537"/>
                  <a:pt x="18578" y="4785"/>
                  <a:pt x="22331" y="4785"/>
                </a:cubicBezTo>
                <a:cubicBezTo>
                  <a:pt x="34060" y="4785"/>
                  <a:pt x="39502" y="8820"/>
                  <a:pt x="39502" y="17641"/>
                </a:cubicBezTo>
                <a:cubicBezTo>
                  <a:pt x="39502" y="22332"/>
                  <a:pt x="37532" y="26273"/>
                  <a:pt x="34154" y="28055"/>
                </a:cubicBezTo>
                <a:cubicBezTo>
                  <a:pt x="29838" y="30495"/>
                  <a:pt x="26553" y="31057"/>
                  <a:pt x="17546" y="31246"/>
                </a:cubicBezTo>
                <a:lnTo>
                  <a:pt x="17546" y="8164"/>
                </a:lnTo>
                <a:close/>
                <a:moveTo>
                  <a:pt x="124233" y="9666"/>
                </a:moveTo>
                <a:lnTo>
                  <a:pt x="124233" y="52179"/>
                </a:lnTo>
                <a:cubicBezTo>
                  <a:pt x="124233" y="59967"/>
                  <a:pt x="123106" y="61189"/>
                  <a:pt x="115694" y="61657"/>
                </a:cubicBezTo>
                <a:lnTo>
                  <a:pt x="115694" y="63439"/>
                </a:lnTo>
                <a:lnTo>
                  <a:pt x="141966" y="63439"/>
                </a:lnTo>
                <a:lnTo>
                  <a:pt x="141966" y="61657"/>
                </a:lnTo>
                <a:cubicBezTo>
                  <a:pt x="135117" y="61189"/>
                  <a:pt x="133804" y="59874"/>
                  <a:pt x="133804" y="53211"/>
                </a:cubicBezTo>
                <a:lnTo>
                  <a:pt x="133804" y="11543"/>
                </a:lnTo>
                <a:cubicBezTo>
                  <a:pt x="133804" y="4879"/>
                  <a:pt x="135024" y="3660"/>
                  <a:pt x="141966" y="3097"/>
                </a:cubicBezTo>
                <a:lnTo>
                  <a:pt x="141966" y="1313"/>
                </a:lnTo>
                <a:lnTo>
                  <a:pt x="123293" y="1313"/>
                </a:lnTo>
                <a:lnTo>
                  <a:pt x="102557" y="48707"/>
                </a:lnTo>
                <a:lnTo>
                  <a:pt x="80882" y="1313"/>
                </a:lnTo>
                <a:lnTo>
                  <a:pt x="62304" y="1313"/>
                </a:lnTo>
                <a:lnTo>
                  <a:pt x="62304" y="3097"/>
                </a:lnTo>
                <a:cubicBezTo>
                  <a:pt x="69998" y="3565"/>
                  <a:pt x="71218" y="4692"/>
                  <a:pt x="71218" y="11543"/>
                </a:cubicBezTo>
                <a:lnTo>
                  <a:pt x="71218" y="49644"/>
                </a:lnTo>
                <a:cubicBezTo>
                  <a:pt x="71218" y="59312"/>
                  <a:pt x="69903" y="61094"/>
                  <a:pt x="62116" y="61657"/>
                </a:cubicBezTo>
                <a:lnTo>
                  <a:pt x="62116" y="63439"/>
                </a:lnTo>
                <a:lnTo>
                  <a:pt x="84167" y="63439"/>
                </a:lnTo>
                <a:lnTo>
                  <a:pt x="84167" y="61657"/>
                </a:lnTo>
                <a:cubicBezTo>
                  <a:pt x="76942" y="61282"/>
                  <a:pt x="75347" y="59124"/>
                  <a:pt x="75347" y="49644"/>
                </a:cubicBezTo>
                <a:lnTo>
                  <a:pt x="75347" y="11823"/>
                </a:lnTo>
                <a:lnTo>
                  <a:pt x="98898" y="63439"/>
                </a:lnTo>
                <a:lnTo>
                  <a:pt x="100212" y="63439"/>
                </a:lnTo>
                <a:lnTo>
                  <a:pt x="124233" y="9666"/>
                </a:lnTo>
                <a:close/>
                <a:moveTo>
                  <a:pt x="186348" y="0"/>
                </a:moveTo>
                <a:lnTo>
                  <a:pt x="184378" y="0"/>
                </a:lnTo>
                <a:cubicBezTo>
                  <a:pt x="184003" y="2158"/>
                  <a:pt x="182970" y="3190"/>
                  <a:pt x="181375" y="3190"/>
                </a:cubicBezTo>
                <a:cubicBezTo>
                  <a:pt x="180436" y="3190"/>
                  <a:pt x="178841" y="2815"/>
                  <a:pt x="177246" y="2065"/>
                </a:cubicBezTo>
                <a:cubicBezTo>
                  <a:pt x="173774" y="782"/>
                  <a:pt x="170302" y="30"/>
                  <a:pt x="167300" y="30"/>
                </a:cubicBezTo>
                <a:cubicBezTo>
                  <a:pt x="163265" y="30"/>
                  <a:pt x="159137" y="1626"/>
                  <a:pt x="156041" y="4347"/>
                </a:cubicBezTo>
                <a:cubicBezTo>
                  <a:pt x="152756" y="7253"/>
                  <a:pt x="151068" y="11191"/>
                  <a:pt x="151068" y="16066"/>
                </a:cubicBezTo>
                <a:cubicBezTo>
                  <a:pt x="151068" y="23565"/>
                  <a:pt x="155196" y="28814"/>
                  <a:pt x="165705" y="34346"/>
                </a:cubicBezTo>
                <a:cubicBezTo>
                  <a:pt x="172461" y="37908"/>
                  <a:pt x="177341" y="41751"/>
                  <a:pt x="179686" y="45315"/>
                </a:cubicBezTo>
                <a:cubicBezTo>
                  <a:pt x="180531" y="46533"/>
                  <a:pt x="181000" y="48502"/>
                  <a:pt x="181000" y="50751"/>
                </a:cubicBezTo>
                <a:cubicBezTo>
                  <a:pt x="181000" y="57032"/>
                  <a:pt x="176308" y="61345"/>
                  <a:pt x="169459" y="61345"/>
                </a:cubicBezTo>
                <a:cubicBezTo>
                  <a:pt x="161107" y="61345"/>
                  <a:pt x="155196" y="56189"/>
                  <a:pt x="150504" y="44752"/>
                </a:cubicBezTo>
                <a:lnTo>
                  <a:pt x="148346" y="44752"/>
                </a:lnTo>
                <a:lnTo>
                  <a:pt x="151161" y="64629"/>
                </a:lnTo>
                <a:lnTo>
                  <a:pt x="153226" y="64629"/>
                </a:lnTo>
                <a:cubicBezTo>
                  <a:pt x="153319" y="62877"/>
                  <a:pt x="154446" y="61564"/>
                  <a:pt x="155853" y="61564"/>
                </a:cubicBezTo>
                <a:cubicBezTo>
                  <a:pt x="156885" y="61564"/>
                  <a:pt x="158480" y="61939"/>
                  <a:pt x="160263" y="62596"/>
                </a:cubicBezTo>
                <a:cubicBezTo>
                  <a:pt x="163828" y="63972"/>
                  <a:pt x="167582" y="64722"/>
                  <a:pt x="171334" y="64722"/>
                </a:cubicBezTo>
                <a:cubicBezTo>
                  <a:pt x="182126" y="64722"/>
                  <a:pt x="190477" y="57314"/>
                  <a:pt x="190477" y="47657"/>
                </a:cubicBezTo>
                <a:cubicBezTo>
                  <a:pt x="190477" y="39970"/>
                  <a:pt x="185315" y="33877"/>
                  <a:pt x="172929" y="27220"/>
                </a:cubicBezTo>
                <a:cubicBezTo>
                  <a:pt x="163078" y="21784"/>
                  <a:pt x="159137" y="17659"/>
                  <a:pt x="159137" y="12597"/>
                </a:cubicBezTo>
                <a:cubicBezTo>
                  <a:pt x="159137" y="7441"/>
                  <a:pt x="163078" y="3877"/>
                  <a:pt x="168895" y="3877"/>
                </a:cubicBezTo>
                <a:cubicBezTo>
                  <a:pt x="173118" y="3877"/>
                  <a:pt x="177059" y="5660"/>
                  <a:pt x="180343" y="9034"/>
                </a:cubicBezTo>
                <a:cubicBezTo>
                  <a:pt x="183251" y="12034"/>
                  <a:pt x="184565" y="14471"/>
                  <a:pt x="186067" y="20003"/>
                </a:cubicBezTo>
                <a:lnTo>
                  <a:pt x="188412" y="20003"/>
                </a:lnTo>
                <a:lnTo>
                  <a:pt x="186348" y="0"/>
                </a:lnTo>
                <a:close/>
                <a:moveTo>
                  <a:pt x="200235" y="39340"/>
                </a:moveTo>
                <a:lnTo>
                  <a:pt x="200235" y="45252"/>
                </a:lnTo>
                <a:lnTo>
                  <a:pt x="223317" y="45252"/>
                </a:lnTo>
                <a:lnTo>
                  <a:pt x="223317" y="39340"/>
                </a:lnTo>
                <a:lnTo>
                  <a:pt x="200235" y="39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Text Norm">
            <a:extLst xmlns:a="http://schemas.openxmlformats.org/drawingml/2006/main">
              <a:ext uri="{FF2B5EF4-FFF2-40B4-BE49-F238E27FC236}">
                <a16:creationId xmlns:a16="http://schemas.microsoft.com/office/drawing/2014/main" id="{0C2467E4-B948-4998-9F70-4C92CCB2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655" y="3044105"/>
            <a:ext cx="217500" cy="63134"/>
          </a:xfrm>
          <a:custGeom xmlns:a="http://schemas.openxmlformats.org/drawingml/2006/main">
            <a:pathLst>
              <a:path w="217500" h="63134">
                <a:moveTo>
                  <a:pt x="56299" y="63134"/>
                </a:moveTo>
                <a:lnTo>
                  <a:pt x="56299" y="13791"/>
                </a:lnTo>
                <a:cubicBezTo>
                  <a:pt x="56299" y="8162"/>
                  <a:pt x="57237" y="4692"/>
                  <a:pt x="59020" y="3472"/>
                </a:cubicBezTo>
                <a:cubicBezTo>
                  <a:pt x="60334" y="2534"/>
                  <a:pt x="61647" y="2159"/>
                  <a:pt x="65213" y="1784"/>
                </a:cubicBezTo>
                <a:lnTo>
                  <a:pt x="65213" y="0"/>
                </a:lnTo>
                <a:lnTo>
                  <a:pt x="43163" y="0"/>
                </a:lnTo>
                <a:lnTo>
                  <a:pt x="43163" y="1784"/>
                </a:lnTo>
                <a:cubicBezTo>
                  <a:pt x="46728" y="2065"/>
                  <a:pt x="48041" y="2440"/>
                  <a:pt x="49448" y="3284"/>
                </a:cubicBezTo>
                <a:cubicBezTo>
                  <a:pt x="51325" y="4597"/>
                  <a:pt x="52170" y="7975"/>
                  <a:pt x="52170" y="13791"/>
                </a:cubicBezTo>
                <a:lnTo>
                  <a:pt x="52170" y="45405"/>
                </a:lnTo>
                <a:lnTo>
                  <a:pt x="16046" y="0"/>
                </a:lnTo>
                <a:lnTo>
                  <a:pt x="0" y="0"/>
                </a:lnTo>
                <a:lnTo>
                  <a:pt x="0" y="1784"/>
                </a:lnTo>
                <a:cubicBezTo>
                  <a:pt x="4035" y="1784"/>
                  <a:pt x="5348" y="2534"/>
                  <a:pt x="9102" y="6943"/>
                </a:cubicBezTo>
                <a:lnTo>
                  <a:pt x="9102" y="48313"/>
                </a:lnTo>
                <a:cubicBezTo>
                  <a:pt x="9102" y="57999"/>
                  <a:pt x="7787" y="59781"/>
                  <a:pt x="0" y="60344"/>
                </a:cubicBezTo>
                <a:lnTo>
                  <a:pt x="0" y="62126"/>
                </a:lnTo>
                <a:lnTo>
                  <a:pt x="22050" y="62126"/>
                </a:lnTo>
                <a:lnTo>
                  <a:pt x="22050" y="60344"/>
                </a:lnTo>
                <a:cubicBezTo>
                  <a:pt x="14826" y="59969"/>
                  <a:pt x="13231" y="57811"/>
                  <a:pt x="13231" y="48334"/>
                </a:cubicBezTo>
                <a:lnTo>
                  <a:pt x="13231" y="11553"/>
                </a:lnTo>
                <a:lnTo>
                  <a:pt x="54703" y="63134"/>
                </a:lnTo>
                <a:lnTo>
                  <a:pt x="56299" y="63134"/>
                </a:lnTo>
                <a:close/>
                <a:moveTo>
                  <a:pt x="90079" y="18968"/>
                </a:moveTo>
                <a:cubicBezTo>
                  <a:pt x="77880" y="18968"/>
                  <a:pt x="69341" y="27972"/>
                  <a:pt x="69341" y="40912"/>
                </a:cubicBezTo>
                <a:cubicBezTo>
                  <a:pt x="69341" y="53570"/>
                  <a:pt x="78068" y="63043"/>
                  <a:pt x="89890" y="63043"/>
                </a:cubicBezTo>
                <a:cubicBezTo>
                  <a:pt x="101713" y="63043"/>
                  <a:pt x="110720" y="53102"/>
                  <a:pt x="110720" y="40162"/>
                </a:cubicBezTo>
                <a:cubicBezTo>
                  <a:pt x="110720" y="27878"/>
                  <a:pt x="102088" y="18968"/>
                  <a:pt x="90079" y="18968"/>
                </a:cubicBezTo>
                <a:moveTo>
                  <a:pt x="88859" y="21596"/>
                </a:moveTo>
                <a:cubicBezTo>
                  <a:pt x="96741" y="21596"/>
                  <a:pt x="102276" y="30598"/>
                  <a:pt x="102276" y="43444"/>
                </a:cubicBezTo>
                <a:cubicBezTo>
                  <a:pt x="102276" y="54040"/>
                  <a:pt x="98053" y="60415"/>
                  <a:pt x="91016" y="60415"/>
                </a:cubicBezTo>
                <a:cubicBezTo>
                  <a:pt x="87357" y="60415"/>
                  <a:pt x="83885" y="58166"/>
                  <a:pt x="81915" y="54415"/>
                </a:cubicBezTo>
                <a:cubicBezTo>
                  <a:pt x="79287" y="49538"/>
                  <a:pt x="77786" y="42975"/>
                  <a:pt x="77786" y="36318"/>
                </a:cubicBezTo>
                <a:cubicBezTo>
                  <a:pt x="77786" y="27409"/>
                  <a:pt x="82195" y="21596"/>
                  <a:pt x="88859" y="21596"/>
                </a:cubicBezTo>
                <a:close/>
                <a:moveTo>
                  <a:pt x="114191" y="25537"/>
                </a:moveTo>
                <a:cubicBezTo>
                  <a:pt x="115506" y="25255"/>
                  <a:pt x="116350" y="25160"/>
                  <a:pt x="117476" y="25160"/>
                </a:cubicBezTo>
                <a:cubicBezTo>
                  <a:pt x="119821" y="25160"/>
                  <a:pt x="120666" y="26662"/>
                  <a:pt x="120666" y="30790"/>
                </a:cubicBezTo>
                <a:lnTo>
                  <a:pt x="120666" y="54246"/>
                </a:lnTo>
                <a:cubicBezTo>
                  <a:pt x="120666" y="58936"/>
                  <a:pt x="120008" y="59594"/>
                  <a:pt x="114004" y="60719"/>
                </a:cubicBezTo>
                <a:lnTo>
                  <a:pt x="114004" y="62126"/>
                </a:lnTo>
                <a:lnTo>
                  <a:pt x="136524" y="62126"/>
                </a:lnTo>
                <a:lnTo>
                  <a:pt x="136524" y="60719"/>
                </a:lnTo>
                <a:cubicBezTo>
                  <a:pt x="130142" y="60438"/>
                  <a:pt x="128547" y="59031"/>
                  <a:pt x="128547" y="53683"/>
                </a:cubicBezTo>
                <a:lnTo>
                  <a:pt x="128547" y="32572"/>
                </a:lnTo>
                <a:cubicBezTo>
                  <a:pt x="128547" y="29570"/>
                  <a:pt x="132582" y="24879"/>
                  <a:pt x="135116" y="24879"/>
                </a:cubicBezTo>
                <a:cubicBezTo>
                  <a:pt x="135679" y="24879"/>
                  <a:pt x="136524" y="25349"/>
                  <a:pt x="137556" y="26287"/>
                </a:cubicBezTo>
                <a:cubicBezTo>
                  <a:pt x="139056" y="27600"/>
                  <a:pt x="140089" y="28162"/>
                  <a:pt x="141309" y="28162"/>
                </a:cubicBezTo>
                <a:cubicBezTo>
                  <a:pt x="143561" y="28162"/>
                  <a:pt x="144968" y="26568"/>
                  <a:pt x="144968" y="23942"/>
                </a:cubicBezTo>
                <a:cubicBezTo>
                  <a:pt x="144968" y="20845"/>
                  <a:pt x="142998" y="18968"/>
                  <a:pt x="139808" y="18968"/>
                </a:cubicBezTo>
                <a:cubicBezTo>
                  <a:pt x="135867" y="18968"/>
                  <a:pt x="133146" y="21127"/>
                  <a:pt x="128547" y="27787"/>
                </a:cubicBezTo>
                <a:lnTo>
                  <a:pt x="128547" y="19157"/>
                </a:lnTo>
                <a:lnTo>
                  <a:pt x="128079" y="18968"/>
                </a:lnTo>
                <a:cubicBezTo>
                  <a:pt x="123105" y="21032"/>
                  <a:pt x="119728" y="22252"/>
                  <a:pt x="114191" y="24035"/>
                </a:cubicBezTo>
                <a:lnTo>
                  <a:pt x="114191" y="25537"/>
                </a:lnTo>
                <a:close/>
                <a:moveTo>
                  <a:pt x="146564" y="24786"/>
                </a:moveTo>
                <a:cubicBezTo>
                  <a:pt x="147784" y="24504"/>
                  <a:pt x="148534" y="24411"/>
                  <a:pt x="149567" y="24411"/>
                </a:cubicBezTo>
                <a:cubicBezTo>
                  <a:pt x="152006" y="24411"/>
                  <a:pt x="152851" y="25912"/>
                  <a:pt x="152851" y="30415"/>
                </a:cubicBezTo>
                <a:lnTo>
                  <a:pt x="152851" y="54152"/>
                </a:lnTo>
                <a:cubicBezTo>
                  <a:pt x="152851" y="59219"/>
                  <a:pt x="151537" y="60626"/>
                  <a:pt x="146282" y="60719"/>
                </a:cubicBezTo>
                <a:lnTo>
                  <a:pt x="146282" y="62126"/>
                </a:lnTo>
                <a:lnTo>
                  <a:pt x="167113" y="62126"/>
                </a:lnTo>
                <a:lnTo>
                  <a:pt x="167113" y="60719"/>
                </a:lnTo>
                <a:cubicBezTo>
                  <a:pt x="162140" y="60531"/>
                  <a:pt x="160733" y="59501"/>
                  <a:pt x="160733" y="55841"/>
                </a:cubicBezTo>
                <a:lnTo>
                  <a:pt x="160733" y="29384"/>
                </a:lnTo>
                <a:cubicBezTo>
                  <a:pt x="160733" y="29196"/>
                  <a:pt x="161483" y="28257"/>
                  <a:pt x="162140" y="27601"/>
                </a:cubicBezTo>
                <a:cubicBezTo>
                  <a:pt x="164485" y="25442"/>
                  <a:pt x="168520" y="23847"/>
                  <a:pt x="171805" y="23847"/>
                </a:cubicBezTo>
                <a:cubicBezTo>
                  <a:pt x="175932" y="23847"/>
                  <a:pt x="177997" y="27132"/>
                  <a:pt x="177997" y="33699"/>
                </a:cubicBezTo>
                <a:lnTo>
                  <a:pt x="177997" y="54058"/>
                </a:lnTo>
                <a:cubicBezTo>
                  <a:pt x="177997" y="59313"/>
                  <a:pt x="176965" y="60344"/>
                  <a:pt x="171617" y="60719"/>
                </a:cubicBezTo>
                <a:lnTo>
                  <a:pt x="171617" y="62126"/>
                </a:lnTo>
                <a:lnTo>
                  <a:pt x="192635" y="62126"/>
                </a:lnTo>
                <a:lnTo>
                  <a:pt x="192635" y="60719"/>
                </a:lnTo>
                <a:cubicBezTo>
                  <a:pt x="187286" y="60626"/>
                  <a:pt x="185879" y="59031"/>
                  <a:pt x="185879" y="53214"/>
                </a:cubicBezTo>
                <a:lnTo>
                  <a:pt x="185879" y="29571"/>
                </a:lnTo>
                <a:cubicBezTo>
                  <a:pt x="188693" y="25537"/>
                  <a:pt x="191790" y="23847"/>
                  <a:pt x="196107" y="23847"/>
                </a:cubicBezTo>
                <a:cubicBezTo>
                  <a:pt x="201455" y="23847"/>
                  <a:pt x="203144" y="26381"/>
                  <a:pt x="203144" y="34169"/>
                </a:cubicBezTo>
                <a:lnTo>
                  <a:pt x="203144" y="53964"/>
                </a:lnTo>
                <a:cubicBezTo>
                  <a:pt x="203144" y="59313"/>
                  <a:pt x="202394" y="60063"/>
                  <a:pt x="196952" y="60719"/>
                </a:cubicBezTo>
                <a:lnTo>
                  <a:pt x="196952" y="62126"/>
                </a:lnTo>
                <a:lnTo>
                  <a:pt x="217500" y="62126"/>
                </a:lnTo>
                <a:lnTo>
                  <a:pt x="217500" y="60719"/>
                </a:lnTo>
                <a:lnTo>
                  <a:pt x="215061" y="60531"/>
                </a:lnTo>
                <a:cubicBezTo>
                  <a:pt x="212246" y="60344"/>
                  <a:pt x="211026" y="58656"/>
                  <a:pt x="211026" y="54996"/>
                </a:cubicBezTo>
                <a:lnTo>
                  <a:pt x="211026" y="35669"/>
                </a:lnTo>
                <a:cubicBezTo>
                  <a:pt x="211026" y="24599"/>
                  <a:pt x="207366" y="18968"/>
                  <a:pt x="200142" y="18968"/>
                </a:cubicBezTo>
                <a:cubicBezTo>
                  <a:pt x="194700" y="18968"/>
                  <a:pt x="189913" y="21407"/>
                  <a:pt x="184846" y="26850"/>
                </a:cubicBezTo>
                <a:cubicBezTo>
                  <a:pt x="183158" y="21502"/>
                  <a:pt x="179968" y="18968"/>
                  <a:pt x="174901" y="18968"/>
                </a:cubicBezTo>
                <a:cubicBezTo>
                  <a:pt x="170772" y="18968"/>
                  <a:pt x="168145" y="20282"/>
                  <a:pt x="160356" y="26194"/>
                </a:cubicBezTo>
                <a:lnTo>
                  <a:pt x="160356" y="19157"/>
                </a:lnTo>
                <a:lnTo>
                  <a:pt x="159701" y="18968"/>
                </a:lnTo>
                <a:cubicBezTo>
                  <a:pt x="154914" y="20752"/>
                  <a:pt x="151724" y="21784"/>
                  <a:pt x="146564" y="23191"/>
                </a:cubicBezTo>
                <a:lnTo>
                  <a:pt x="146564" y="247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A8220-423C-4BCE-8FDC-755A1F7D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2688" y="2792785"/>
            <a:ext cx="333663" cy="366662"/>
          </a:xfrm>
          <a:custGeom xmlns:a="http://schemas.openxmlformats.org/drawingml/2006/main">
            <a:pathLst>
              <a:path w="333663" h="366662">
                <a:moveTo>
                  <a:pt x="244671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277671"/>
                </a:lnTo>
                <a:cubicBezTo>
                  <a:pt x="0" y="326820"/>
                  <a:pt x="39842" y="366662"/>
                  <a:pt x="88991" y="366662"/>
                </a:cubicBezTo>
                <a:lnTo>
                  <a:pt x="244671" y="366662"/>
                </a:lnTo>
                <a:cubicBezTo>
                  <a:pt x="293820" y="366662"/>
                  <a:pt x="333663" y="326820"/>
                  <a:pt x="333663" y="277671"/>
                </a:cubicBezTo>
                <a:lnTo>
                  <a:pt x="333663" y="88991"/>
                </a:lnTo>
                <a:cubicBezTo>
                  <a:pt x="333663" y="39842"/>
                  <a:pt x="293820" y="0"/>
                  <a:pt x="244671" y="0"/>
                </a:cubicBezTo>
                <a:close/>
                <a:moveTo>
                  <a:pt x="0" y="366662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EEA7BB-F12F-4C8B-A9A9-37B2170F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2688" y="2792785"/>
            <a:ext cx="333663" cy="366662"/>
          </a:xfrm>
          <a:custGeom xmlns:a="http://schemas.openxmlformats.org/drawingml/2006/main">
            <a:pathLst>
              <a:path w="333663" h="366662" fill="none">
                <a:moveTo>
                  <a:pt x="244671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277671"/>
                </a:lnTo>
                <a:cubicBezTo>
                  <a:pt x="0" y="326820"/>
                  <a:pt x="39842" y="366662"/>
                  <a:pt x="88991" y="366662"/>
                </a:cubicBezTo>
                <a:lnTo>
                  <a:pt x="244671" y="366662"/>
                </a:lnTo>
                <a:cubicBezTo>
                  <a:pt x="293820" y="366662"/>
                  <a:pt x="333663" y="326820"/>
                  <a:pt x="333663" y="277671"/>
                </a:cubicBezTo>
                <a:lnTo>
                  <a:pt x="333663" y="88991"/>
                </a:lnTo>
                <a:cubicBezTo>
                  <a:pt x="333663" y="39842"/>
                  <a:pt x="293820" y="0"/>
                  <a:pt x="244671" y="0"/>
                </a:cubicBezTo>
                <a:close/>
                <a:moveTo>
                  <a:pt x="0" y="366662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438" name="Text Opt.">
            <a:extLst xmlns:a="http://schemas.openxmlformats.org/drawingml/2006/main">
              <a:ext uri="{FF2B5EF4-FFF2-40B4-BE49-F238E27FC236}">
                <a16:creationId xmlns:a16="http://schemas.microsoft.com/office/drawing/2014/main" id="{58DB4EE3-6CB4-4B51-A1E9-0B1BFA6B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613" y="2845477"/>
            <a:ext cx="154540" cy="83752"/>
          </a:xfrm>
          <a:custGeom xmlns:a="http://schemas.openxmlformats.org/drawingml/2006/main">
            <a:pathLst>
              <a:path w="154540" h="83752">
                <a:moveTo>
                  <a:pt x="30682" y="0"/>
                </a:moveTo>
                <a:cubicBezTo>
                  <a:pt x="12761" y="0"/>
                  <a:pt x="0" y="13504"/>
                  <a:pt x="0" y="32347"/>
                </a:cubicBezTo>
                <a:cubicBezTo>
                  <a:pt x="0" y="41160"/>
                  <a:pt x="3002" y="49690"/>
                  <a:pt x="8069" y="55128"/>
                </a:cubicBezTo>
                <a:cubicBezTo>
                  <a:pt x="13511" y="61034"/>
                  <a:pt x="21863" y="64692"/>
                  <a:pt x="30120" y="64692"/>
                </a:cubicBezTo>
                <a:cubicBezTo>
                  <a:pt x="48604" y="64692"/>
                  <a:pt x="61365" y="51566"/>
                  <a:pt x="61365" y="32723"/>
                </a:cubicBezTo>
                <a:cubicBezTo>
                  <a:pt x="61365" y="23441"/>
                  <a:pt x="58644" y="15473"/>
                  <a:pt x="53483" y="9848"/>
                </a:cubicBezTo>
                <a:cubicBezTo>
                  <a:pt x="47573" y="3379"/>
                  <a:pt x="39691" y="0"/>
                  <a:pt x="30682" y="0"/>
                </a:cubicBezTo>
                <a:moveTo>
                  <a:pt x="30682" y="3379"/>
                </a:moveTo>
                <a:cubicBezTo>
                  <a:pt x="34999" y="3379"/>
                  <a:pt x="39314" y="5067"/>
                  <a:pt x="42693" y="8066"/>
                </a:cubicBezTo>
                <a:cubicBezTo>
                  <a:pt x="47760" y="12660"/>
                  <a:pt x="50668" y="21472"/>
                  <a:pt x="50668" y="32628"/>
                </a:cubicBezTo>
                <a:cubicBezTo>
                  <a:pt x="50668" y="38159"/>
                  <a:pt x="49448" y="44628"/>
                  <a:pt x="47573" y="49503"/>
                </a:cubicBezTo>
                <a:cubicBezTo>
                  <a:pt x="46728" y="51846"/>
                  <a:pt x="45133" y="54190"/>
                  <a:pt x="42974" y="56346"/>
                </a:cubicBezTo>
                <a:cubicBezTo>
                  <a:pt x="39691" y="59628"/>
                  <a:pt x="35467" y="61315"/>
                  <a:pt x="30495" y="61315"/>
                </a:cubicBezTo>
                <a:cubicBezTo>
                  <a:pt x="26178" y="61315"/>
                  <a:pt x="21956" y="59628"/>
                  <a:pt x="18671" y="56722"/>
                </a:cubicBezTo>
                <a:cubicBezTo>
                  <a:pt x="13793" y="52409"/>
                  <a:pt x="10697" y="42941"/>
                  <a:pt x="10697" y="32535"/>
                </a:cubicBezTo>
                <a:cubicBezTo>
                  <a:pt x="10697" y="22972"/>
                  <a:pt x="13324" y="13879"/>
                  <a:pt x="17264" y="9472"/>
                </a:cubicBezTo>
                <a:cubicBezTo>
                  <a:pt x="20924" y="5442"/>
                  <a:pt x="25522" y="3379"/>
                  <a:pt x="30682" y="3379"/>
                </a:cubicBezTo>
                <a:close/>
                <a:moveTo>
                  <a:pt x="65399" y="26515"/>
                </a:moveTo>
                <a:cubicBezTo>
                  <a:pt x="66244" y="26421"/>
                  <a:pt x="66901" y="26421"/>
                  <a:pt x="67746" y="26421"/>
                </a:cubicBezTo>
                <a:cubicBezTo>
                  <a:pt x="70936" y="26421"/>
                  <a:pt x="71593" y="27359"/>
                  <a:pt x="71593" y="31769"/>
                </a:cubicBezTo>
                <a:lnTo>
                  <a:pt x="71593" y="75682"/>
                </a:lnTo>
                <a:cubicBezTo>
                  <a:pt x="71593" y="80562"/>
                  <a:pt x="70560" y="81594"/>
                  <a:pt x="65024" y="82157"/>
                </a:cubicBezTo>
                <a:lnTo>
                  <a:pt x="65024" y="83752"/>
                </a:lnTo>
                <a:lnTo>
                  <a:pt x="87731" y="83752"/>
                </a:lnTo>
                <a:lnTo>
                  <a:pt x="87731" y="82063"/>
                </a:lnTo>
                <a:cubicBezTo>
                  <a:pt x="80694" y="81969"/>
                  <a:pt x="79474" y="80937"/>
                  <a:pt x="79474" y="75025"/>
                </a:cubicBezTo>
                <a:lnTo>
                  <a:pt x="79474" y="60292"/>
                </a:lnTo>
                <a:cubicBezTo>
                  <a:pt x="82759" y="63388"/>
                  <a:pt x="85010" y="64326"/>
                  <a:pt x="88951" y="64326"/>
                </a:cubicBezTo>
                <a:cubicBezTo>
                  <a:pt x="100023" y="64326"/>
                  <a:pt x="108655" y="53822"/>
                  <a:pt x="108655" y="40226"/>
                </a:cubicBezTo>
                <a:cubicBezTo>
                  <a:pt x="108655" y="28601"/>
                  <a:pt x="102088" y="20251"/>
                  <a:pt x="92986" y="20251"/>
                </a:cubicBezTo>
                <a:cubicBezTo>
                  <a:pt x="87731" y="20251"/>
                  <a:pt x="83602" y="22597"/>
                  <a:pt x="79474" y="27663"/>
                </a:cubicBezTo>
                <a:lnTo>
                  <a:pt x="79474" y="20440"/>
                </a:lnTo>
                <a:lnTo>
                  <a:pt x="78912" y="20251"/>
                </a:lnTo>
                <a:cubicBezTo>
                  <a:pt x="73845" y="22222"/>
                  <a:pt x="70560" y="23442"/>
                  <a:pt x="65399" y="25037"/>
                </a:cubicBezTo>
                <a:lnTo>
                  <a:pt x="65399" y="26515"/>
                </a:lnTo>
                <a:moveTo>
                  <a:pt x="79474" y="32070"/>
                </a:moveTo>
                <a:cubicBezTo>
                  <a:pt x="79474" y="29256"/>
                  <a:pt x="84729" y="25882"/>
                  <a:pt x="89044" y="25882"/>
                </a:cubicBezTo>
                <a:cubicBezTo>
                  <a:pt x="95988" y="25882"/>
                  <a:pt x="100586" y="33008"/>
                  <a:pt x="100586" y="43884"/>
                </a:cubicBezTo>
                <a:cubicBezTo>
                  <a:pt x="100586" y="54292"/>
                  <a:pt x="95988" y="61323"/>
                  <a:pt x="89233" y="61323"/>
                </a:cubicBezTo>
                <a:cubicBezTo>
                  <a:pt x="84822" y="61323"/>
                  <a:pt x="79474" y="57949"/>
                  <a:pt x="79474" y="55135"/>
                </a:cubicBezTo>
                <a:lnTo>
                  <a:pt x="79474" y="32070"/>
                </a:lnTo>
                <a:close/>
                <a:moveTo>
                  <a:pt x="135398" y="21167"/>
                </a:moveTo>
                <a:lnTo>
                  <a:pt x="125921" y="21167"/>
                </a:lnTo>
                <a:lnTo>
                  <a:pt x="125921" y="10283"/>
                </a:lnTo>
                <a:cubicBezTo>
                  <a:pt x="125921" y="9345"/>
                  <a:pt x="125828" y="9063"/>
                  <a:pt x="125264" y="9063"/>
                </a:cubicBezTo>
                <a:cubicBezTo>
                  <a:pt x="124608" y="9908"/>
                  <a:pt x="124044" y="10752"/>
                  <a:pt x="123389" y="11690"/>
                </a:cubicBezTo>
                <a:cubicBezTo>
                  <a:pt x="119822" y="16852"/>
                  <a:pt x="115787" y="21356"/>
                  <a:pt x="114287" y="21731"/>
                </a:cubicBezTo>
                <a:cubicBezTo>
                  <a:pt x="113255" y="22387"/>
                  <a:pt x="112691" y="23044"/>
                  <a:pt x="112691" y="23514"/>
                </a:cubicBezTo>
                <a:cubicBezTo>
                  <a:pt x="112691" y="23796"/>
                  <a:pt x="112785" y="23983"/>
                  <a:pt x="113067" y="24171"/>
                </a:cubicBezTo>
                <a:lnTo>
                  <a:pt x="118040" y="24171"/>
                </a:lnTo>
                <a:lnTo>
                  <a:pt x="118040" y="52411"/>
                </a:lnTo>
                <a:cubicBezTo>
                  <a:pt x="118040" y="60291"/>
                  <a:pt x="120854" y="64326"/>
                  <a:pt x="126391" y="64326"/>
                </a:cubicBezTo>
                <a:cubicBezTo>
                  <a:pt x="130988" y="64326"/>
                  <a:pt x="134553" y="62075"/>
                  <a:pt x="137650" y="57195"/>
                </a:cubicBezTo>
                <a:lnTo>
                  <a:pt x="136430" y="56163"/>
                </a:lnTo>
                <a:cubicBezTo>
                  <a:pt x="134460" y="58508"/>
                  <a:pt x="132865" y="59448"/>
                  <a:pt x="130801" y="59448"/>
                </a:cubicBezTo>
                <a:cubicBezTo>
                  <a:pt x="127329" y="59448"/>
                  <a:pt x="125921" y="56913"/>
                  <a:pt x="125921" y="51003"/>
                </a:cubicBezTo>
                <a:lnTo>
                  <a:pt x="125921" y="24171"/>
                </a:lnTo>
                <a:lnTo>
                  <a:pt x="135398" y="24171"/>
                </a:lnTo>
                <a:lnTo>
                  <a:pt x="135398" y="21167"/>
                </a:lnTo>
                <a:close/>
                <a:moveTo>
                  <a:pt x="149285" y="54003"/>
                </a:moveTo>
                <a:cubicBezTo>
                  <a:pt x="146469" y="54003"/>
                  <a:pt x="144124" y="56442"/>
                  <a:pt x="144124" y="59352"/>
                </a:cubicBezTo>
                <a:cubicBezTo>
                  <a:pt x="144124" y="62072"/>
                  <a:pt x="146469" y="64417"/>
                  <a:pt x="149191" y="64417"/>
                </a:cubicBezTo>
                <a:cubicBezTo>
                  <a:pt x="152100" y="64417"/>
                  <a:pt x="154540" y="62072"/>
                  <a:pt x="154540" y="59352"/>
                </a:cubicBezTo>
                <a:cubicBezTo>
                  <a:pt x="154540" y="56442"/>
                  <a:pt x="152100" y="54003"/>
                  <a:pt x="149285" y="540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Text RMS-">
            <a:extLst xmlns:a="http://schemas.openxmlformats.org/drawingml/2006/main">
              <a:ext uri="{FF2B5EF4-FFF2-40B4-BE49-F238E27FC236}">
                <a16:creationId xmlns:a16="http://schemas.microsoft.com/office/drawing/2014/main" id="{759652C3-3A58-4FAB-BAA4-84796B1F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6415" y="2944119"/>
            <a:ext cx="223317" cy="64722"/>
          </a:xfrm>
          <a:custGeom xmlns:a="http://schemas.openxmlformats.org/drawingml/2006/main">
            <a:pathLst>
              <a:path w="223317" h="64722">
                <a:moveTo>
                  <a:pt x="60239" y="61657"/>
                </a:moveTo>
                <a:cubicBezTo>
                  <a:pt x="56673" y="61376"/>
                  <a:pt x="54797" y="60437"/>
                  <a:pt x="52076" y="57247"/>
                </a:cubicBezTo>
                <a:lnTo>
                  <a:pt x="32747" y="33503"/>
                </a:lnTo>
                <a:cubicBezTo>
                  <a:pt x="39034" y="32283"/>
                  <a:pt x="41849" y="31156"/>
                  <a:pt x="44944" y="28622"/>
                </a:cubicBezTo>
                <a:cubicBezTo>
                  <a:pt x="47948" y="26182"/>
                  <a:pt x="49730" y="22241"/>
                  <a:pt x="49730" y="17830"/>
                </a:cubicBezTo>
                <a:cubicBezTo>
                  <a:pt x="49730" y="13795"/>
                  <a:pt x="48510" y="10323"/>
                  <a:pt x="46071" y="7601"/>
                </a:cubicBezTo>
                <a:cubicBezTo>
                  <a:pt x="42504" y="3753"/>
                  <a:pt x="34717" y="1313"/>
                  <a:pt x="25897" y="1313"/>
                </a:cubicBezTo>
                <a:lnTo>
                  <a:pt x="0" y="1313"/>
                </a:lnTo>
                <a:lnTo>
                  <a:pt x="0" y="3097"/>
                </a:lnTo>
                <a:cubicBezTo>
                  <a:pt x="7037" y="3847"/>
                  <a:pt x="7975" y="4879"/>
                  <a:pt x="7975" y="11543"/>
                </a:cubicBezTo>
                <a:lnTo>
                  <a:pt x="7975" y="52179"/>
                </a:lnTo>
                <a:cubicBezTo>
                  <a:pt x="7975" y="59967"/>
                  <a:pt x="7037" y="61094"/>
                  <a:pt x="0" y="61657"/>
                </a:cubicBezTo>
                <a:lnTo>
                  <a:pt x="0" y="63439"/>
                </a:lnTo>
                <a:lnTo>
                  <a:pt x="25991" y="63439"/>
                </a:lnTo>
                <a:lnTo>
                  <a:pt x="25991" y="61657"/>
                </a:lnTo>
                <a:cubicBezTo>
                  <a:pt x="18766" y="61189"/>
                  <a:pt x="17546" y="59967"/>
                  <a:pt x="17546" y="53211"/>
                </a:cubicBezTo>
                <a:lnTo>
                  <a:pt x="17546" y="34723"/>
                </a:lnTo>
                <a:lnTo>
                  <a:pt x="22801" y="34535"/>
                </a:lnTo>
                <a:lnTo>
                  <a:pt x="45132" y="63439"/>
                </a:lnTo>
                <a:lnTo>
                  <a:pt x="60239" y="63439"/>
                </a:lnTo>
                <a:lnTo>
                  <a:pt x="60239" y="61657"/>
                </a:lnTo>
                <a:moveTo>
                  <a:pt x="17546" y="8164"/>
                </a:moveTo>
                <a:cubicBezTo>
                  <a:pt x="17546" y="5537"/>
                  <a:pt x="18578" y="4785"/>
                  <a:pt x="22331" y="4785"/>
                </a:cubicBezTo>
                <a:cubicBezTo>
                  <a:pt x="34060" y="4785"/>
                  <a:pt x="39502" y="8820"/>
                  <a:pt x="39502" y="17641"/>
                </a:cubicBezTo>
                <a:cubicBezTo>
                  <a:pt x="39502" y="22332"/>
                  <a:pt x="37532" y="26273"/>
                  <a:pt x="34154" y="28055"/>
                </a:cubicBezTo>
                <a:cubicBezTo>
                  <a:pt x="29838" y="30495"/>
                  <a:pt x="26553" y="31057"/>
                  <a:pt x="17546" y="31246"/>
                </a:cubicBezTo>
                <a:lnTo>
                  <a:pt x="17546" y="8164"/>
                </a:lnTo>
                <a:close/>
                <a:moveTo>
                  <a:pt x="124232" y="9666"/>
                </a:moveTo>
                <a:lnTo>
                  <a:pt x="124232" y="52179"/>
                </a:lnTo>
                <a:cubicBezTo>
                  <a:pt x="124232" y="59967"/>
                  <a:pt x="123106" y="61189"/>
                  <a:pt x="115693" y="61657"/>
                </a:cubicBezTo>
                <a:lnTo>
                  <a:pt x="115693" y="63439"/>
                </a:lnTo>
                <a:lnTo>
                  <a:pt x="141966" y="63439"/>
                </a:lnTo>
                <a:lnTo>
                  <a:pt x="141966" y="61657"/>
                </a:lnTo>
                <a:cubicBezTo>
                  <a:pt x="135116" y="61189"/>
                  <a:pt x="133804" y="59874"/>
                  <a:pt x="133804" y="53211"/>
                </a:cubicBezTo>
                <a:lnTo>
                  <a:pt x="133804" y="11543"/>
                </a:lnTo>
                <a:cubicBezTo>
                  <a:pt x="133804" y="4879"/>
                  <a:pt x="135023" y="3660"/>
                  <a:pt x="141966" y="3097"/>
                </a:cubicBezTo>
                <a:lnTo>
                  <a:pt x="141966" y="1313"/>
                </a:lnTo>
                <a:lnTo>
                  <a:pt x="123293" y="1313"/>
                </a:lnTo>
                <a:lnTo>
                  <a:pt x="102557" y="48707"/>
                </a:lnTo>
                <a:lnTo>
                  <a:pt x="80882" y="1313"/>
                </a:lnTo>
                <a:lnTo>
                  <a:pt x="62303" y="1313"/>
                </a:lnTo>
                <a:lnTo>
                  <a:pt x="62303" y="3097"/>
                </a:lnTo>
                <a:cubicBezTo>
                  <a:pt x="69998" y="3565"/>
                  <a:pt x="71218" y="4692"/>
                  <a:pt x="71218" y="11543"/>
                </a:cubicBezTo>
                <a:lnTo>
                  <a:pt x="71218" y="49644"/>
                </a:lnTo>
                <a:cubicBezTo>
                  <a:pt x="71218" y="59312"/>
                  <a:pt x="69903" y="61094"/>
                  <a:pt x="62116" y="61657"/>
                </a:cubicBezTo>
                <a:lnTo>
                  <a:pt x="62116" y="63439"/>
                </a:lnTo>
                <a:lnTo>
                  <a:pt x="84166" y="63439"/>
                </a:lnTo>
                <a:lnTo>
                  <a:pt x="84166" y="61657"/>
                </a:lnTo>
                <a:cubicBezTo>
                  <a:pt x="76942" y="61282"/>
                  <a:pt x="75347" y="59124"/>
                  <a:pt x="75347" y="49644"/>
                </a:cubicBezTo>
                <a:lnTo>
                  <a:pt x="75347" y="11823"/>
                </a:lnTo>
                <a:lnTo>
                  <a:pt x="98898" y="63439"/>
                </a:lnTo>
                <a:lnTo>
                  <a:pt x="100212" y="63439"/>
                </a:lnTo>
                <a:lnTo>
                  <a:pt x="124232" y="9666"/>
                </a:lnTo>
                <a:close/>
                <a:moveTo>
                  <a:pt x="186348" y="0"/>
                </a:moveTo>
                <a:lnTo>
                  <a:pt x="184378" y="0"/>
                </a:lnTo>
                <a:cubicBezTo>
                  <a:pt x="184003" y="2158"/>
                  <a:pt x="182971" y="3190"/>
                  <a:pt x="181376" y="3190"/>
                </a:cubicBezTo>
                <a:cubicBezTo>
                  <a:pt x="180436" y="3190"/>
                  <a:pt x="178841" y="2815"/>
                  <a:pt x="177246" y="2065"/>
                </a:cubicBezTo>
                <a:cubicBezTo>
                  <a:pt x="173774" y="782"/>
                  <a:pt x="170302" y="30"/>
                  <a:pt x="167300" y="30"/>
                </a:cubicBezTo>
                <a:cubicBezTo>
                  <a:pt x="163265" y="30"/>
                  <a:pt x="159138" y="1626"/>
                  <a:pt x="156041" y="4347"/>
                </a:cubicBezTo>
                <a:cubicBezTo>
                  <a:pt x="152756" y="7253"/>
                  <a:pt x="151068" y="11191"/>
                  <a:pt x="151068" y="16066"/>
                </a:cubicBezTo>
                <a:cubicBezTo>
                  <a:pt x="151068" y="23565"/>
                  <a:pt x="155196" y="28814"/>
                  <a:pt x="165705" y="34346"/>
                </a:cubicBezTo>
                <a:cubicBezTo>
                  <a:pt x="172462" y="37908"/>
                  <a:pt x="177341" y="41751"/>
                  <a:pt x="179686" y="45315"/>
                </a:cubicBezTo>
                <a:cubicBezTo>
                  <a:pt x="180531" y="46533"/>
                  <a:pt x="181000" y="48502"/>
                  <a:pt x="181000" y="50751"/>
                </a:cubicBezTo>
                <a:cubicBezTo>
                  <a:pt x="181000" y="57032"/>
                  <a:pt x="176309" y="61345"/>
                  <a:pt x="169459" y="61345"/>
                </a:cubicBezTo>
                <a:cubicBezTo>
                  <a:pt x="161108" y="61345"/>
                  <a:pt x="155196" y="56189"/>
                  <a:pt x="150504" y="44752"/>
                </a:cubicBezTo>
                <a:lnTo>
                  <a:pt x="148347" y="44752"/>
                </a:lnTo>
                <a:lnTo>
                  <a:pt x="151161" y="64629"/>
                </a:lnTo>
                <a:lnTo>
                  <a:pt x="153226" y="64629"/>
                </a:lnTo>
                <a:cubicBezTo>
                  <a:pt x="153319" y="62877"/>
                  <a:pt x="154446" y="61564"/>
                  <a:pt x="155853" y="61564"/>
                </a:cubicBezTo>
                <a:cubicBezTo>
                  <a:pt x="156886" y="61564"/>
                  <a:pt x="158481" y="61939"/>
                  <a:pt x="160263" y="62596"/>
                </a:cubicBezTo>
                <a:cubicBezTo>
                  <a:pt x="163828" y="63972"/>
                  <a:pt x="167582" y="64722"/>
                  <a:pt x="171335" y="64722"/>
                </a:cubicBezTo>
                <a:cubicBezTo>
                  <a:pt x="182126" y="64722"/>
                  <a:pt x="190477" y="57314"/>
                  <a:pt x="190477" y="47657"/>
                </a:cubicBezTo>
                <a:cubicBezTo>
                  <a:pt x="190477" y="39970"/>
                  <a:pt x="185316" y="33877"/>
                  <a:pt x="172930" y="27220"/>
                </a:cubicBezTo>
                <a:cubicBezTo>
                  <a:pt x="163078" y="21784"/>
                  <a:pt x="159138" y="17659"/>
                  <a:pt x="159138" y="12597"/>
                </a:cubicBezTo>
                <a:cubicBezTo>
                  <a:pt x="159138" y="7441"/>
                  <a:pt x="163078" y="3877"/>
                  <a:pt x="168895" y="3877"/>
                </a:cubicBezTo>
                <a:cubicBezTo>
                  <a:pt x="173119" y="3877"/>
                  <a:pt x="177059" y="5660"/>
                  <a:pt x="180343" y="9034"/>
                </a:cubicBezTo>
                <a:cubicBezTo>
                  <a:pt x="183251" y="12034"/>
                  <a:pt x="184566" y="14471"/>
                  <a:pt x="186067" y="20003"/>
                </a:cubicBezTo>
                <a:lnTo>
                  <a:pt x="188413" y="20003"/>
                </a:lnTo>
                <a:lnTo>
                  <a:pt x="186348" y="0"/>
                </a:lnTo>
                <a:close/>
                <a:moveTo>
                  <a:pt x="200234" y="39340"/>
                </a:moveTo>
                <a:lnTo>
                  <a:pt x="200234" y="45252"/>
                </a:lnTo>
                <a:lnTo>
                  <a:pt x="223317" y="45252"/>
                </a:lnTo>
                <a:lnTo>
                  <a:pt x="223317" y="39340"/>
                </a:lnTo>
                <a:lnTo>
                  <a:pt x="200234" y="39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Text Norm">
            <a:extLst xmlns:a="http://schemas.openxmlformats.org/drawingml/2006/main">
              <a:ext uri="{FF2B5EF4-FFF2-40B4-BE49-F238E27FC236}">
                <a16:creationId xmlns:a16="http://schemas.microsoft.com/office/drawing/2014/main" id="{42CC89E1-9A34-4252-83A2-A2692CC0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189" y="3044105"/>
            <a:ext cx="217500" cy="63134"/>
          </a:xfrm>
          <a:custGeom xmlns:a="http://schemas.openxmlformats.org/drawingml/2006/main">
            <a:pathLst>
              <a:path w="217500" h="63134">
                <a:moveTo>
                  <a:pt x="56299" y="63134"/>
                </a:moveTo>
                <a:lnTo>
                  <a:pt x="56299" y="13791"/>
                </a:lnTo>
                <a:cubicBezTo>
                  <a:pt x="56299" y="8162"/>
                  <a:pt x="57237" y="4692"/>
                  <a:pt x="59020" y="3472"/>
                </a:cubicBezTo>
                <a:cubicBezTo>
                  <a:pt x="60334" y="2534"/>
                  <a:pt x="61647" y="2159"/>
                  <a:pt x="65213" y="1784"/>
                </a:cubicBezTo>
                <a:lnTo>
                  <a:pt x="65213" y="0"/>
                </a:lnTo>
                <a:lnTo>
                  <a:pt x="43163" y="0"/>
                </a:lnTo>
                <a:lnTo>
                  <a:pt x="43163" y="1784"/>
                </a:lnTo>
                <a:cubicBezTo>
                  <a:pt x="46728" y="2065"/>
                  <a:pt x="48041" y="2440"/>
                  <a:pt x="49448" y="3284"/>
                </a:cubicBezTo>
                <a:cubicBezTo>
                  <a:pt x="51325" y="4597"/>
                  <a:pt x="52170" y="7975"/>
                  <a:pt x="52170" y="13791"/>
                </a:cubicBezTo>
                <a:lnTo>
                  <a:pt x="52170" y="45405"/>
                </a:lnTo>
                <a:lnTo>
                  <a:pt x="16046" y="0"/>
                </a:lnTo>
                <a:lnTo>
                  <a:pt x="0" y="0"/>
                </a:lnTo>
                <a:lnTo>
                  <a:pt x="0" y="1784"/>
                </a:lnTo>
                <a:cubicBezTo>
                  <a:pt x="4035" y="1784"/>
                  <a:pt x="5348" y="2534"/>
                  <a:pt x="9102" y="6943"/>
                </a:cubicBezTo>
                <a:lnTo>
                  <a:pt x="9102" y="48313"/>
                </a:lnTo>
                <a:cubicBezTo>
                  <a:pt x="9102" y="57999"/>
                  <a:pt x="7787" y="59781"/>
                  <a:pt x="0" y="60344"/>
                </a:cubicBezTo>
                <a:lnTo>
                  <a:pt x="0" y="62126"/>
                </a:lnTo>
                <a:lnTo>
                  <a:pt x="22050" y="62126"/>
                </a:lnTo>
                <a:lnTo>
                  <a:pt x="22050" y="60344"/>
                </a:lnTo>
                <a:cubicBezTo>
                  <a:pt x="14826" y="59969"/>
                  <a:pt x="13231" y="57811"/>
                  <a:pt x="13231" y="48334"/>
                </a:cubicBezTo>
                <a:lnTo>
                  <a:pt x="13231" y="11553"/>
                </a:lnTo>
                <a:lnTo>
                  <a:pt x="54703" y="63134"/>
                </a:lnTo>
                <a:lnTo>
                  <a:pt x="56299" y="63134"/>
                </a:lnTo>
                <a:close/>
                <a:moveTo>
                  <a:pt x="90079" y="18968"/>
                </a:moveTo>
                <a:cubicBezTo>
                  <a:pt x="77880" y="18968"/>
                  <a:pt x="69341" y="27972"/>
                  <a:pt x="69341" y="40912"/>
                </a:cubicBezTo>
                <a:cubicBezTo>
                  <a:pt x="69341" y="53570"/>
                  <a:pt x="78068" y="63043"/>
                  <a:pt x="89890" y="63043"/>
                </a:cubicBezTo>
                <a:cubicBezTo>
                  <a:pt x="101713" y="63043"/>
                  <a:pt x="110720" y="53102"/>
                  <a:pt x="110720" y="40162"/>
                </a:cubicBezTo>
                <a:cubicBezTo>
                  <a:pt x="110720" y="27878"/>
                  <a:pt x="102088" y="18968"/>
                  <a:pt x="90079" y="18968"/>
                </a:cubicBezTo>
                <a:moveTo>
                  <a:pt x="88859" y="21596"/>
                </a:moveTo>
                <a:cubicBezTo>
                  <a:pt x="96741" y="21596"/>
                  <a:pt x="102276" y="30598"/>
                  <a:pt x="102276" y="43444"/>
                </a:cubicBezTo>
                <a:cubicBezTo>
                  <a:pt x="102276" y="54040"/>
                  <a:pt x="98053" y="60415"/>
                  <a:pt x="91016" y="60415"/>
                </a:cubicBezTo>
                <a:cubicBezTo>
                  <a:pt x="87357" y="60415"/>
                  <a:pt x="83885" y="58166"/>
                  <a:pt x="81915" y="54415"/>
                </a:cubicBezTo>
                <a:cubicBezTo>
                  <a:pt x="79287" y="49538"/>
                  <a:pt x="77786" y="42975"/>
                  <a:pt x="77786" y="36318"/>
                </a:cubicBezTo>
                <a:cubicBezTo>
                  <a:pt x="77786" y="27409"/>
                  <a:pt x="82195" y="21596"/>
                  <a:pt x="88859" y="21596"/>
                </a:cubicBezTo>
                <a:close/>
                <a:moveTo>
                  <a:pt x="114192" y="25537"/>
                </a:moveTo>
                <a:cubicBezTo>
                  <a:pt x="115506" y="25255"/>
                  <a:pt x="116351" y="25160"/>
                  <a:pt x="117477" y="25160"/>
                </a:cubicBezTo>
                <a:cubicBezTo>
                  <a:pt x="119822" y="25160"/>
                  <a:pt x="120667" y="26662"/>
                  <a:pt x="120667" y="30790"/>
                </a:cubicBezTo>
                <a:lnTo>
                  <a:pt x="120667" y="54246"/>
                </a:lnTo>
                <a:cubicBezTo>
                  <a:pt x="120667" y="58936"/>
                  <a:pt x="120009" y="59594"/>
                  <a:pt x="114005" y="60719"/>
                </a:cubicBezTo>
                <a:lnTo>
                  <a:pt x="114005" y="62126"/>
                </a:lnTo>
                <a:lnTo>
                  <a:pt x="136525" y="62126"/>
                </a:lnTo>
                <a:lnTo>
                  <a:pt x="136525" y="60719"/>
                </a:lnTo>
                <a:cubicBezTo>
                  <a:pt x="130143" y="60438"/>
                  <a:pt x="128548" y="59031"/>
                  <a:pt x="128548" y="53683"/>
                </a:cubicBezTo>
                <a:lnTo>
                  <a:pt x="128548" y="32572"/>
                </a:lnTo>
                <a:cubicBezTo>
                  <a:pt x="128548" y="29570"/>
                  <a:pt x="132583" y="24879"/>
                  <a:pt x="135117" y="24879"/>
                </a:cubicBezTo>
                <a:cubicBezTo>
                  <a:pt x="135680" y="24879"/>
                  <a:pt x="136525" y="25349"/>
                  <a:pt x="137557" y="26287"/>
                </a:cubicBezTo>
                <a:cubicBezTo>
                  <a:pt x="139057" y="27600"/>
                  <a:pt x="140090" y="28162"/>
                  <a:pt x="141309" y="28162"/>
                </a:cubicBezTo>
                <a:cubicBezTo>
                  <a:pt x="143562" y="28162"/>
                  <a:pt x="144969" y="26568"/>
                  <a:pt x="144969" y="23942"/>
                </a:cubicBezTo>
                <a:cubicBezTo>
                  <a:pt x="144969" y="20845"/>
                  <a:pt x="142999" y="18968"/>
                  <a:pt x="139809" y="18968"/>
                </a:cubicBezTo>
                <a:cubicBezTo>
                  <a:pt x="135867" y="18968"/>
                  <a:pt x="133147" y="21127"/>
                  <a:pt x="128548" y="27787"/>
                </a:cubicBezTo>
                <a:lnTo>
                  <a:pt x="128548" y="19157"/>
                </a:lnTo>
                <a:lnTo>
                  <a:pt x="128080" y="18968"/>
                </a:lnTo>
                <a:cubicBezTo>
                  <a:pt x="123106" y="21032"/>
                  <a:pt x="119729" y="22252"/>
                  <a:pt x="114192" y="24035"/>
                </a:cubicBezTo>
                <a:lnTo>
                  <a:pt x="114192" y="25537"/>
                </a:lnTo>
                <a:close/>
                <a:moveTo>
                  <a:pt x="146564" y="24786"/>
                </a:moveTo>
                <a:cubicBezTo>
                  <a:pt x="147784" y="24504"/>
                  <a:pt x="148534" y="24411"/>
                  <a:pt x="149567" y="24411"/>
                </a:cubicBezTo>
                <a:cubicBezTo>
                  <a:pt x="152006" y="24411"/>
                  <a:pt x="152851" y="25912"/>
                  <a:pt x="152851" y="30415"/>
                </a:cubicBezTo>
                <a:lnTo>
                  <a:pt x="152851" y="54152"/>
                </a:lnTo>
                <a:cubicBezTo>
                  <a:pt x="152851" y="59219"/>
                  <a:pt x="151537" y="60626"/>
                  <a:pt x="146282" y="60719"/>
                </a:cubicBezTo>
                <a:lnTo>
                  <a:pt x="146282" y="62126"/>
                </a:lnTo>
                <a:lnTo>
                  <a:pt x="167113" y="62126"/>
                </a:lnTo>
                <a:lnTo>
                  <a:pt x="167113" y="60719"/>
                </a:lnTo>
                <a:cubicBezTo>
                  <a:pt x="162140" y="60531"/>
                  <a:pt x="160733" y="59501"/>
                  <a:pt x="160733" y="55841"/>
                </a:cubicBezTo>
                <a:lnTo>
                  <a:pt x="160733" y="29384"/>
                </a:lnTo>
                <a:cubicBezTo>
                  <a:pt x="160733" y="29196"/>
                  <a:pt x="161483" y="28257"/>
                  <a:pt x="162140" y="27601"/>
                </a:cubicBezTo>
                <a:cubicBezTo>
                  <a:pt x="164485" y="25442"/>
                  <a:pt x="168520" y="23847"/>
                  <a:pt x="171805" y="23847"/>
                </a:cubicBezTo>
                <a:cubicBezTo>
                  <a:pt x="175932" y="23847"/>
                  <a:pt x="177997" y="27132"/>
                  <a:pt x="177997" y="33699"/>
                </a:cubicBezTo>
                <a:lnTo>
                  <a:pt x="177997" y="54058"/>
                </a:lnTo>
                <a:cubicBezTo>
                  <a:pt x="177997" y="59313"/>
                  <a:pt x="176965" y="60344"/>
                  <a:pt x="171617" y="60719"/>
                </a:cubicBezTo>
                <a:lnTo>
                  <a:pt x="171617" y="62126"/>
                </a:lnTo>
                <a:lnTo>
                  <a:pt x="192635" y="62126"/>
                </a:lnTo>
                <a:lnTo>
                  <a:pt x="192635" y="60719"/>
                </a:lnTo>
                <a:cubicBezTo>
                  <a:pt x="187286" y="60626"/>
                  <a:pt x="185879" y="59031"/>
                  <a:pt x="185879" y="53214"/>
                </a:cubicBezTo>
                <a:lnTo>
                  <a:pt x="185879" y="29571"/>
                </a:lnTo>
                <a:cubicBezTo>
                  <a:pt x="188693" y="25537"/>
                  <a:pt x="191790" y="23847"/>
                  <a:pt x="196107" y="23847"/>
                </a:cubicBezTo>
                <a:cubicBezTo>
                  <a:pt x="201455" y="23847"/>
                  <a:pt x="203144" y="26381"/>
                  <a:pt x="203144" y="34169"/>
                </a:cubicBezTo>
                <a:lnTo>
                  <a:pt x="203144" y="53964"/>
                </a:lnTo>
                <a:cubicBezTo>
                  <a:pt x="203144" y="59313"/>
                  <a:pt x="202394" y="60063"/>
                  <a:pt x="196952" y="60719"/>
                </a:cubicBezTo>
                <a:lnTo>
                  <a:pt x="196952" y="62126"/>
                </a:lnTo>
                <a:lnTo>
                  <a:pt x="217500" y="62126"/>
                </a:lnTo>
                <a:lnTo>
                  <a:pt x="217500" y="60719"/>
                </a:lnTo>
                <a:lnTo>
                  <a:pt x="215061" y="60531"/>
                </a:lnTo>
                <a:cubicBezTo>
                  <a:pt x="212246" y="60344"/>
                  <a:pt x="211026" y="58656"/>
                  <a:pt x="211026" y="54996"/>
                </a:cubicBezTo>
                <a:lnTo>
                  <a:pt x="211026" y="35669"/>
                </a:lnTo>
                <a:cubicBezTo>
                  <a:pt x="211026" y="24599"/>
                  <a:pt x="207366" y="18968"/>
                  <a:pt x="200142" y="18968"/>
                </a:cubicBezTo>
                <a:cubicBezTo>
                  <a:pt x="194700" y="18968"/>
                  <a:pt x="189913" y="21407"/>
                  <a:pt x="184846" y="26850"/>
                </a:cubicBezTo>
                <a:cubicBezTo>
                  <a:pt x="183158" y="21502"/>
                  <a:pt x="179968" y="18968"/>
                  <a:pt x="174901" y="18968"/>
                </a:cubicBezTo>
                <a:cubicBezTo>
                  <a:pt x="170772" y="18968"/>
                  <a:pt x="168145" y="20282"/>
                  <a:pt x="160356" y="26194"/>
                </a:cubicBezTo>
                <a:lnTo>
                  <a:pt x="160356" y="19157"/>
                </a:lnTo>
                <a:lnTo>
                  <a:pt x="159701" y="18968"/>
                </a:lnTo>
                <a:cubicBezTo>
                  <a:pt x="154914" y="20752"/>
                  <a:pt x="151724" y="21784"/>
                  <a:pt x="146564" y="23191"/>
                </a:cubicBezTo>
                <a:lnTo>
                  <a:pt x="146564" y="247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33310-1768-4518-9453-885117C7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4734" y="2800291"/>
            <a:ext cx="333663" cy="366662"/>
          </a:xfrm>
          <a:custGeom xmlns:a="http://schemas.openxmlformats.org/drawingml/2006/main">
            <a:pathLst>
              <a:path w="333663" h="366662">
                <a:moveTo>
                  <a:pt x="244671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277671"/>
                </a:lnTo>
                <a:cubicBezTo>
                  <a:pt x="0" y="326820"/>
                  <a:pt x="39842" y="366662"/>
                  <a:pt x="88991" y="366662"/>
                </a:cubicBezTo>
                <a:lnTo>
                  <a:pt x="244671" y="366662"/>
                </a:lnTo>
                <a:cubicBezTo>
                  <a:pt x="293820" y="366662"/>
                  <a:pt x="333663" y="326820"/>
                  <a:pt x="333663" y="277671"/>
                </a:cubicBezTo>
                <a:lnTo>
                  <a:pt x="333663" y="88991"/>
                </a:lnTo>
                <a:cubicBezTo>
                  <a:pt x="333663" y="39842"/>
                  <a:pt x="293820" y="0"/>
                  <a:pt x="244671" y="0"/>
                </a:cubicBezTo>
                <a:close/>
                <a:moveTo>
                  <a:pt x="0" y="366662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2B2D1E-0D72-4D16-A8A7-0A74348A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4734" y="2800291"/>
            <a:ext cx="333663" cy="366662"/>
          </a:xfrm>
          <a:custGeom xmlns:a="http://schemas.openxmlformats.org/drawingml/2006/main">
            <a:pathLst>
              <a:path w="333663" h="366662" fill="none">
                <a:moveTo>
                  <a:pt x="244671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277671"/>
                </a:lnTo>
                <a:cubicBezTo>
                  <a:pt x="0" y="326820"/>
                  <a:pt x="39842" y="366662"/>
                  <a:pt x="88991" y="366662"/>
                </a:cubicBezTo>
                <a:lnTo>
                  <a:pt x="244671" y="366662"/>
                </a:lnTo>
                <a:cubicBezTo>
                  <a:pt x="293820" y="366662"/>
                  <a:pt x="333663" y="326820"/>
                  <a:pt x="333663" y="277671"/>
                </a:cubicBezTo>
                <a:lnTo>
                  <a:pt x="333663" y="88991"/>
                </a:lnTo>
                <a:cubicBezTo>
                  <a:pt x="333663" y="39842"/>
                  <a:pt x="293820" y="0"/>
                  <a:pt x="244671" y="0"/>
                </a:cubicBezTo>
                <a:close/>
                <a:moveTo>
                  <a:pt x="0" y="366662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443" name="Text Opt.">
            <a:extLst xmlns:a="http://schemas.openxmlformats.org/drawingml/2006/main">
              <a:ext uri="{FF2B5EF4-FFF2-40B4-BE49-F238E27FC236}">
                <a16:creationId xmlns:a16="http://schemas.microsoft.com/office/drawing/2014/main" id="{16B8A38C-DE34-4258-8D11-E56CBD84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2642" y="2852980"/>
            <a:ext cx="154539" cy="83752"/>
          </a:xfrm>
          <a:custGeom xmlns:a="http://schemas.openxmlformats.org/drawingml/2006/main">
            <a:pathLst>
              <a:path w="154539" h="83752">
                <a:moveTo>
                  <a:pt x="30682" y="0"/>
                </a:moveTo>
                <a:cubicBezTo>
                  <a:pt x="12761" y="0"/>
                  <a:pt x="0" y="13504"/>
                  <a:pt x="0" y="32347"/>
                </a:cubicBezTo>
                <a:cubicBezTo>
                  <a:pt x="0" y="41160"/>
                  <a:pt x="3002" y="49690"/>
                  <a:pt x="8069" y="55128"/>
                </a:cubicBezTo>
                <a:cubicBezTo>
                  <a:pt x="13511" y="61034"/>
                  <a:pt x="21863" y="64692"/>
                  <a:pt x="30120" y="64692"/>
                </a:cubicBezTo>
                <a:cubicBezTo>
                  <a:pt x="48604" y="64692"/>
                  <a:pt x="61365" y="51566"/>
                  <a:pt x="61365" y="32723"/>
                </a:cubicBezTo>
                <a:cubicBezTo>
                  <a:pt x="61365" y="23441"/>
                  <a:pt x="58644" y="15473"/>
                  <a:pt x="53483" y="9848"/>
                </a:cubicBezTo>
                <a:cubicBezTo>
                  <a:pt x="47573" y="3379"/>
                  <a:pt x="39691" y="0"/>
                  <a:pt x="30682" y="0"/>
                </a:cubicBezTo>
                <a:moveTo>
                  <a:pt x="30682" y="3379"/>
                </a:moveTo>
                <a:cubicBezTo>
                  <a:pt x="34999" y="3379"/>
                  <a:pt x="39314" y="5067"/>
                  <a:pt x="42693" y="8066"/>
                </a:cubicBezTo>
                <a:cubicBezTo>
                  <a:pt x="47760" y="12660"/>
                  <a:pt x="50668" y="21472"/>
                  <a:pt x="50668" y="32628"/>
                </a:cubicBezTo>
                <a:cubicBezTo>
                  <a:pt x="50668" y="38159"/>
                  <a:pt x="49448" y="44628"/>
                  <a:pt x="47573" y="49503"/>
                </a:cubicBezTo>
                <a:cubicBezTo>
                  <a:pt x="46728" y="51846"/>
                  <a:pt x="45133" y="54190"/>
                  <a:pt x="42974" y="56346"/>
                </a:cubicBezTo>
                <a:cubicBezTo>
                  <a:pt x="39691" y="59628"/>
                  <a:pt x="35467" y="61315"/>
                  <a:pt x="30495" y="61315"/>
                </a:cubicBezTo>
                <a:cubicBezTo>
                  <a:pt x="26178" y="61315"/>
                  <a:pt x="21956" y="59628"/>
                  <a:pt x="18671" y="56722"/>
                </a:cubicBezTo>
                <a:cubicBezTo>
                  <a:pt x="13793" y="52409"/>
                  <a:pt x="10697" y="42941"/>
                  <a:pt x="10697" y="32535"/>
                </a:cubicBezTo>
                <a:cubicBezTo>
                  <a:pt x="10697" y="22972"/>
                  <a:pt x="13324" y="13879"/>
                  <a:pt x="17264" y="9472"/>
                </a:cubicBezTo>
                <a:cubicBezTo>
                  <a:pt x="20924" y="5442"/>
                  <a:pt x="25522" y="3379"/>
                  <a:pt x="30682" y="3379"/>
                </a:cubicBezTo>
                <a:close/>
                <a:moveTo>
                  <a:pt x="65400" y="26515"/>
                </a:moveTo>
                <a:cubicBezTo>
                  <a:pt x="66244" y="26421"/>
                  <a:pt x="66901" y="26421"/>
                  <a:pt x="67746" y="26421"/>
                </a:cubicBezTo>
                <a:cubicBezTo>
                  <a:pt x="70936" y="26421"/>
                  <a:pt x="71593" y="27359"/>
                  <a:pt x="71593" y="31769"/>
                </a:cubicBezTo>
                <a:lnTo>
                  <a:pt x="71593" y="75682"/>
                </a:lnTo>
                <a:cubicBezTo>
                  <a:pt x="71593" y="80562"/>
                  <a:pt x="70561" y="81594"/>
                  <a:pt x="65024" y="82157"/>
                </a:cubicBezTo>
                <a:lnTo>
                  <a:pt x="65024" y="83752"/>
                </a:lnTo>
                <a:lnTo>
                  <a:pt x="87732" y="83752"/>
                </a:lnTo>
                <a:lnTo>
                  <a:pt x="87732" y="82063"/>
                </a:lnTo>
                <a:cubicBezTo>
                  <a:pt x="80695" y="81969"/>
                  <a:pt x="79475" y="80937"/>
                  <a:pt x="79475" y="75025"/>
                </a:cubicBezTo>
                <a:lnTo>
                  <a:pt x="79475" y="60292"/>
                </a:lnTo>
                <a:cubicBezTo>
                  <a:pt x="82759" y="63388"/>
                  <a:pt x="85010" y="64326"/>
                  <a:pt x="88952" y="64326"/>
                </a:cubicBezTo>
                <a:cubicBezTo>
                  <a:pt x="100024" y="64326"/>
                  <a:pt x="108656" y="53822"/>
                  <a:pt x="108656" y="40226"/>
                </a:cubicBezTo>
                <a:cubicBezTo>
                  <a:pt x="108656" y="28601"/>
                  <a:pt x="102088" y="20251"/>
                  <a:pt x="92986" y="20251"/>
                </a:cubicBezTo>
                <a:cubicBezTo>
                  <a:pt x="87732" y="20251"/>
                  <a:pt x="83603" y="22597"/>
                  <a:pt x="79475" y="27663"/>
                </a:cubicBezTo>
                <a:lnTo>
                  <a:pt x="79475" y="20440"/>
                </a:lnTo>
                <a:lnTo>
                  <a:pt x="78912" y="20251"/>
                </a:lnTo>
                <a:cubicBezTo>
                  <a:pt x="73845" y="22222"/>
                  <a:pt x="70561" y="23442"/>
                  <a:pt x="65400" y="25037"/>
                </a:cubicBezTo>
                <a:lnTo>
                  <a:pt x="65400" y="26515"/>
                </a:lnTo>
                <a:moveTo>
                  <a:pt x="79475" y="32070"/>
                </a:moveTo>
                <a:cubicBezTo>
                  <a:pt x="79475" y="29256"/>
                  <a:pt x="84730" y="25882"/>
                  <a:pt x="89045" y="25882"/>
                </a:cubicBezTo>
                <a:cubicBezTo>
                  <a:pt x="95989" y="25882"/>
                  <a:pt x="100586" y="33008"/>
                  <a:pt x="100586" y="43884"/>
                </a:cubicBezTo>
                <a:cubicBezTo>
                  <a:pt x="100586" y="54292"/>
                  <a:pt x="95989" y="61323"/>
                  <a:pt x="89234" y="61323"/>
                </a:cubicBezTo>
                <a:cubicBezTo>
                  <a:pt x="84823" y="61323"/>
                  <a:pt x="79475" y="57949"/>
                  <a:pt x="79475" y="55135"/>
                </a:cubicBezTo>
                <a:lnTo>
                  <a:pt x="79475" y="32070"/>
                </a:lnTo>
                <a:close/>
                <a:moveTo>
                  <a:pt x="135397" y="21167"/>
                </a:moveTo>
                <a:lnTo>
                  <a:pt x="125920" y="21167"/>
                </a:lnTo>
                <a:lnTo>
                  <a:pt x="125920" y="10283"/>
                </a:lnTo>
                <a:cubicBezTo>
                  <a:pt x="125920" y="9345"/>
                  <a:pt x="125827" y="9063"/>
                  <a:pt x="125263" y="9063"/>
                </a:cubicBezTo>
                <a:cubicBezTo>
                  <a:pt x="124608" y="9908"/>
                  <a:pt x="124043" y="10752"/>
                  <a:pt x="123388" y="11690"/>
                </a:cubicBezTo>
                <a:cubicBezTo>
                  <a:pt x="119821" y="16852"/>
                  <a:pt x="115787" y="21356"/>
                  <a:pt x="114286" y="21731"/>
                </a:cubicBezTo>
                <a:cubicBezTo>
                  <a:pt x="113254" y="22387"/>
                  <a:pt x="112690" y="23044"/>
                  <a:pt x="112690" y="23514"/>
                </a:cubicBezTo>
                <a:cubicBezTo>
                  <a:pt x="112690" y="23796"/>
                  <a:pt x="112784" y="23983"/>
                  <a:pt x="113066" y="24171"/>
                </a:cubicBezTo>
                <a:lnTo>
                  <a:pt x="118039" y="24171"/>
                </a:lnTo>
                <a:lnTo>
                  <a:pt x="118039" y="52411"/>
                </a:lnTo>
                <a:cubicBezTo>
                  <a:pt x="118039" y="60291"/>
                  <a:pt x="120853" y="64326"/>
                  <a:pt x="126390" y="64326"/>
                </a:cubicBezTo>
                <a:cubicBezTo>
                  <a:pt x="130987" y="64326"/>
                  <a:pt x="134552" y="62075"/>
                  <a:pt x="137649" y="57195"/>
                </a:cubicBezTo>
                <a:lnTo>
                  <a:pt x="136429" y="56163"/>
                </a:lnTo>
                <a:cubicBezTo>
                  <a:pt x="134459" y="58508"/>
                  <a:pt x="132864" y="59448"/>
                  <a:pt x="130800" y="59448"/>
                </a:cubicBezTo>
                <a:cubicBezTo>
                  <a:pt x="127328" y="59448"/>
                  <a:pt x="125920" y="56913"/>
                  <a:pt x="125920" y="51003"/>
                </a:cubicBezTo>
                <a:lnTo>
                  <a:pt x="125920" y="24171"/>
                </a:lnTo>
                <a:lnTo>
                  <a:pt x="135397" y="24171"/>
                </a:lnTo>
                <a:lnTo>
                  <a:pt x="135397" y="21167"/>
                </a:lnTo>
                <a:close/>
                <a:moveTo>
                  <a:pt x="149285" y="54003"/>
                </a:moveTo>
                <a:cubicBezTo>
                  <a:pt x="146468" y="54003"/>
                  <a:pt x="144123" y="56442"/>
                  <a:pt x="144123" y="59352"/>
                </a:cubicBezTo>
                <a:cubicBezTo>
                  <a:pt x="144123" y="62072"/>
                  <a:pt x="146468" y="64417"/>
                  <a:pt x="149190" y="64417"/>
                </a:cubicBezTo>
                <a:cubicBezTo>
                  <a:pt x="152099" y="64417"/>
                  <a:pt x="154539" y="62072"/>
                  <a:pt x="154539" y="59352"/>
                </a:cubicBezTo>
                <a:cubicBezTo>
                  <a:pt x="154539" y="56442"/>
                  <a:pt x="152099" y="54003"/>
                  <a:pt x="149285" y="540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Text RMS-">
            <a:extLst xmlns:a="http://schemas.openxmlformats.org/drawingml/2006/main">
              <a:ext uri="{FF2B5EF4-FFF2-40B4-BE49-F238E27FC236}">
                <a16:creationId xmlns:a16="http://schemas.microsoft.com/office/drawing/2014/main" id="{9B19A9F4-D2ED-485A-B89E-E3BC38D0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8443" y="2951623"/>
            <a:ext cx="223317" cy="64722"/>
          </a:xfrm>
          <a:custGeom xmlns:a="http://schemas.openxmlformats.org/drawingml/2006/main">
            <a:pathLst>
              <a:path w="223317" h="64722">
                <a:moveTo>
                  <a:pt x="60239" y="61657"/>
                </a:moveTo>
                <a:cubicBezTo>
                  <a:pt x="56673" y="61376"/>
                  <a:pt x="54797" y="60437"/>
                  <a:pt x="52076" y="57247"/>
                </a:cubicBezTo>
                <a:lnTo>
                  <a:pt x="32747" y="33503"/>
                </a:lnTo>
                <a:cubicBezTo>
                  <a:pt x="39034" y="32283"/>
                  <a:pt x="41849" y="31156"/>
                  <a:pt x="44944" y="28622"/>
                </a:cubicBezTo>
                <a:cubicBezTo>
                  <a:pt x="47948" y="26182"/>
                  <a:pt x="49730" y="22241"/>
                  <a:pt x="49730" y="17830"/>
                </a:cubicBezTo>
                <a:cubicBezTo>
                  <a:pt x="49730" y="13795"/>
                  <a:pt x="48510" y="10323"/>
                  <a:pt x="46071" y="7601"/>
                </a:cubicBezTo>
                <a:cubicBezTo>
                  <a:pt x="42504" y="3753"/>
                  <a:pt x="34717" y="1313"/>
                  <a:pt x="25897" y="1313"/>
                </a:cubicBezTo>
                <a:lnTo>
                  <a:pt x="0" y="1313"/>
                </a:lnTo>
                <a:lnTo>
                  <a:pt x="0" y="3097"/>
                </a:lnTo>
                <a:cubicBezTo>
                  <a:pt x="7037" y="3847"/>
                  <a:pt x="7975" y="4879"/>
                  <a:pt x="7975" y="11543"/>
                </a:cubicBezTo>
                <a:lnTo>
                  <a:pt x="7975" y="52179"/>
                </a:lnTo>
                <a:cubicBezTo>
                  <a:pt x="7975" y="59967"/>
                  <a:pt x="7037" y="61094"/>
                  <a:pt x="0" y="61657"/>
                </a:cubicBezTo>
                <a:lnTo>
                  <a:pt x="0" y="63439"/>
                </a:lnTo>
                <a:lnTo>
                  <a:pt x="25991" y="63439"/>
                </a:lnTo>
                <a:lnTo>
                  <a:pt x="25991" y="61657"/>
                </a:lnTo>
                <a:cubicBezTo>
                  <a:pt x="18766" y="61189"/>
                  <a:pt x="17546" y="59967"/>
                  <a:pt x="17546" y="53211"/>
                </a:cubicBezTo>
                <a:lnTo>
                  <a:pt x="17546" y="34723"/>
                </a:lnTo>
                <a:lnTo>
                  <a:pt x="22801" y="34535"/>
                </a:lnTo>
                <a:lnTo>
                  <a:pt x="45132" y="63439"/>
                </a:lnTo>
                <a:lnTo>
                  <a:pt x="60239" y="63439"/>
                </a:lnTo>
                <a:lnTo>
                  <a:pt x="60239" y="61657"/>
                </a:lnTo>
                <a:moveTo>
                  <a:pt x="17546" y="8164"/>
                </a:moveTo>
                <a:cubicBezTo>
                  <a:pt x="17546" y="5537"/>
                  <a:pt x="18578" y="4785"/>
                  <a:pt x="22331" y="4785"/>
                </a:cubicBezTo>
                <a:cubicBezTo>
                  <a:pt x="34060" y="4785"/>
                  <a:pt x="39502" y="8820"/>
                  <a:pt x="39502" y="17641"/>
                </a:cubicBezTo>
                <a:cubicBezTo>
                  <a:pt x="39502" y="22332"/>
                  <a:pt x="37532" y="26273"/>
                  <a:pt x="34154" y="28055"/>
                </a:cubicBezTo>
                <a:cubicBezTo>
                  <a:pt x="29838" y="30495"/>
                  <a:pt x="26553" y="31057"/>
                  <a:pt x="17546" y="31246"/>
                </a:cubicBezTo>
                <a:lnTo>
                  <a:pt x="17546" y="8164"/>
                </a:lnTo>
                <a:close/>
                <a:moveTo>
                  <a:pt x="124232" y="9666"/>
                </a:moveTo>
                <a:lnTo>
                  <a:pt x="124232" y="52179"/>
                </a:lnTo>
                <a:cubicBezTo>
                  <a:pt x="124232" y="59967"/>
                  <a:pt x="123106" y="61189"/>
                  <a:pt x="115693" y="61657"/>
                </a:cubicBezTo>
                <a:lnTo>
                  <a:pt x="115693" y="63439"/>
                </a:lnTo>
                <a:lnTo>
                  <a:pt x="141966" y="63439"/>
                </a:lnTo>
                <a:lnTo>
                  <a:pt x="141966" y="61657"/>
                </a:lnTo>
                <a:cubicBezTo>
                  <a:pt x="135116" y="61189"/>
                  <a:pt x="133804" y="59874"/>
                  <a:pt x="133804" y="53211"/>
                </a:cubicBezTo>
                <a:lnTo>
                  <a:pt x="133804" y="11543"/>
                </a:lnTo>
                <a:cubicBezTo>
                  <a:pt x="133804" y="4879"/>
                  <a:pt x="135023" y="3660"/>
                  <a:pt x="141966" y="3097"/>
                </a:cubicBezTo>
                <a:lnTo>
                  <a:pt x="141966" y="1313"/>
                </a:lnTo>
                <a:lnTo>
                  <a:pt x="123293" y="1313"/>
                </a:lnTo>
                <a:lnTo>
                  <a:pt x="102557" y="48707"/>
                </a:lnTo>
                <a:lnTo>
                  <a:pt x="80882" y="1313"/>
                </a:lnTo>
                <a:lnTo>
                  <a:pt x="62303" y="1313"/>
                </a:lnTo>
                <a:lnTo>
                  <a:pt x="62303" y="3097"/>
                </a:lnTo>
                <a:cubicBezTo>
                  <a:pt x="69998" y="3565"/>
                  <a:pt x="71218" y="4692"/>
                  <a:pt x="71218" y="11543"/>
                </a:cubicBezTo>
                <a:lnTo>
                  <a:pt x="71218" y="49644"/>
                </a:lnTo>
                <a:cubicBezTo>
                  <a:pt x="71218" y="59312"/>
                  <a:pt x="69903" y="61094"/>
                  <a:pt x="62116" y="61657"/>
                </a:cubicBezTo>
                <a:lnTo>
                  <a:pt x="62116" y="63439"/>
                </a:lnTo>
                <a:lnTo>
                  <a:pt x="84166" y="63439"/>
                </a:lnTo>
                <a:lnTo>
                  <a:pt x="84166" y="61657"/>
                </a:lnTo>
                <a:cubicBezTo>
                  <a:pt x="76942" y="61282"/>
                  <a:pt x="75347" y="59124"/>
                  <a:pt x="75347" y="49644"/>
                </a:cubicBezTo>
                <a:lnTo>
                  <a:pt x="75347" y="11823"/>
                </a:lnTo>
                <a:lnTo>
                  <a:pt x="98898" y="63439"/>
                </a:lnTo>
                <a:lnTo>
                  <a:pt x="100212" y="63439"/>
                </a:lnTo>
                <a:lnTo>
                  <a:pt x="124232" y="9666"/>
                </a:lnTo>
                <a:close/>
                <a:moveTo>
                  <a:pt x="186348" y="0"/>
                </a:moveTo>
                <a:lnTo>
                  <a:pt x="184378" y="0"/>
                </a:lnTo>
                <a:cubicBezTo>
                  <a:pt x="184003" y="2158"/>
                  <a:pt x="182971" y="3190"/>
                  <a:pt x="181376" y="3190"/>
                </a:cubicBezTo>
                <a:cubicBezTo>
                  <a:pt x="180436" y="3190"/>
                  <a:pt x="178841" y="2815"/>
                  <a:pt x="177246" y="2065"/>
                </a:cubicBezTo>
                <a:cubicBezTo>
                  <a:pt x="173774" y="782"/>
                  <a:pt x="170302" y="30"/>
                  <a:pt x="167300" y="30"/>
                </a:cubicBezTo>
                <a:cubicBezTo>
                  <a:pt x="163265" y="30"/>
                  <a:pt x="159138" y="1626"/>
                  <a:pt x="156041" y="4347"/>
                </a:cubicBezTo>
                <a:cubicBezTo>
                  <a:pt x="152756" y="7253"/>
                  <a:pt x="151068" y="11191"/>
                  <a:pt x="151068" y="16066"/>
                </a:cubicBezTo>
                <a:cubicBezTo>
                  <a:pt x="151068" y="23565"/>
                  <a:pt x="155196" y="28814"/>
                  <a:pt x="165705" y="34346"/>
                </a:cubicBezTo>
                <a:cubicBezTo>
                  <a:pt x="172462" y="37908"/>
                  <a:pt x="177341" y="41751"/>
                  <a:pt x="179686" y="45315"/>
                </a:cubicBezTo>
                <a:cubicBezTo>
                  <a:pt x="180531" y="46533"/>
                  <a:pt x="181000" y="48502"/>
                  <a:pt x="181000" y="50751"/>
                </a:cubicBezTo>
                <a:cubicBezTo>
                  <a:pt x="181000" y="57032"/>
                  <a:pt x="176309" y="61345"/>
                  <a:pt x="169459" y="61345"/>
                </a:cubicBezTo>
                <a:cubicBezTo>
                  <a:pt x="161108" y="61345"/>
                  <a:pt x="155196" y="56189"/>
                  <a:pt x="150504" y="44752"/>
                </a:cubicBezTo>
                <a:lnTo>
                  <a:pt x="148347" y="44752"/>
                </a:lnTo>
                <a:lnTo>
                  <a:pt x="151161" y="64629"/>
                </a:lnTo>
                <a:lnTo>
                  <a:pt x="153226" y="64629"/>
                </a:lnTo>
                <a:cubicBezTo>
                  <a:pt x="153319" y="62877"/>
                  <a:pt x="154446" y="61564"/>
                  <a:pt x="155853" y="61564"/>
                </a:cubicBezTo>
                <a:cubicBezTo>
                  <a:pt x="156886" y="61564"/>
                  <a:pt x="158481" y="61939"/>
                  <a:pt x="160263" y="62596"/>
                </a:cubicBezTo>
                <a:cubicBezTo>
                  <a:pt x="163828" y="63972"/>
                  <a:pt x="167582" y="64722"/>
                  <a:pt x="171335" y="64722"/>
                </a:cubicBezTo>
                <a:cubicBezTo>
                  <a:pt x="182126" y="64722"/>
                  <a:pt x="190477" y="57314"/>
                  <a:pt x="190477" y="47657"/>
                </a:cubicBezTo>
                <a:cubicBezTo>
                  <a:pt x="190477" y="39970"/>
                  <a:pt x="185316" y="33877"/>
                  <a:pt x="172930" y="27220"/>
                </a:cubicBezTo>
                <a:cubicBezTo>
                  <a:pt x="163078" y="21784"/>
                  <a:pt x="159138" y="17659"/>
                  <a:pt x="159138" y="12597"/>
                </a:cubicBezTo>
                <a:cubicBezTo>
                  <a:pt x="159138" y="7441"/>
                  <a:pt x="163078" y="3877"/>
                  <a:pt x="168895" y="3877"/>
                </a:cubicBezTo>
                <a:cubicBezTo>
                  <a:pt x="173119" y="3877"/>
                  <a:pt x="177059" y="5660"/>
                  <a:pt x="180343" y="9034"/>
                </a:cubicBezTo>
                <a:cubicBezTo>
                  <a:pt x="183251" y="12034"/>
                  <a:pt x="184566" y="14471"/>
                  <a:pt x="186067" y="20003"/>
                </a:cubicBezTo>
                <a:lnTo>
                  <a:pt x="188413" y="20003"/>
                </a:lnTo>
                <a:lnTo>
                  <a:pt x="186348" y="0"/>
                </a:lnTo>
                <a:close/>
                <a:moveTo>
                  <a:pt x="200234" y="39340"/>
                </a:moveTo>
                <a:lnTo>
                  <a:pt x="200234" y="45252"/>
                </a:lnTo>
                <a:lnTo>
                  <a:pt x="223317" y="45252"/>
                </a:lnTo>
                <a:lnTo>
                  <a:pt x="223317" y="39340"/>
                </a:lnTo>
                <a:lnTo>
                  <a:pt x="200234" y="39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Text Norm">
            <a:extLst xmlns:a="http://schemas.openxmlformats.org/drawingml/2006/main">
              <a:ext uri="{FF2B5EF4-FFF2-40B4-BE49-F238E27FC236}">
                <a16:creationId xmlns:a16="http://schemas.microsoft.com/office/drawing/2014/main" id="{B755CA12-93A5-4D28-8EC9-9C458D01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3216" y="3051608"/>
            <a:ext cx="217500" cy="63134"/>
          </a:xfrm>
          <a:custGeom xmlns:a="http://schemas.openxmlformats.org/drawingml/2006/main">
            <a:pathLst>
              <a:path w="217500" h="63134">
                <a:moveTo>
                  <a:pt x="56299" y="63134"/>
                </a:moveTo>
                <a:lnTo>
                  <a:pt x="56299" y="13791"/>
                </a:lnTo>
                <a:cubicBezTo>
                  <a:pt x="56299" y="8162"/>
                  <a:pt x="57237" y="4692"/>
                  <a:pt x="59020" y="3472"/>
                </a:cubicBezTo>
                <a:cubicBezTo>
                  <a:pt x="60334" y="2534"/>
                  <a:pt x="61647" y="2159"/>
                  <a:pt x="65213" y="1784"/>
                </a:cubicBezTo>
                <a:lnTo>
                  <a:pt x="65213" y="0"/>
                </a:lnTo>
                <a:lnTo>
                  <a:pt x="43163" y="0"/>
                </a:lnTo>
                <a:lnTo>
                  <a:pt x="43163" y="1784"/>
                </a:lnTo>
                <a:cubicBezTo>
                  <a:pt x="46728" y="2065"/>
                  <a:pt x="48041" y="2440"/>
                  <a:pt x="49448" y="3284"/>
                </a:cubicBezTo>
                <a:cubicBezTo>
                  <a:pt x="51325" y="4597"/>
                  <a:pt x="52170" y="7975"/>
                  <a:pt x="52170" y="13791"/>
                </a:cubicBezTo>
                <a:lnTo>
                  <a:pt x="52170" y="45405"/>
                </a:lnTo>
                <a:lnTo>
                  <a:pt x="16046" y="0"/>
                </a:lnTo>
                <a:lnTo>
                  <a:pt x="0" y="0"/>
                </a:lnTo>
                <a:lnTo>
                  <a:pt x="0" y="1784"/>
                </a:lnTo>
                <a:cubicBezTo>
                  <a:pt x="4035" y="1784"/>
                  <a:pt x="5348" y="2534"/>
                  <a:pt x="9102" y="6943"/>
                </a:cubicBezTo>
                <a:lnTo>
                  <a:pt x="9102" y="48313"/>
                </a:lnTo>
                <a:cubicBezTo>
                  <a:pt x="9102" y="57999"/>
                  <a:pt x="7787" y="59781"/>
                  <a:pt x="0" y="60344"/>
                </a:cubicBezTo>
                <a:lnTo>
                  <a:pt x="0" y="62126"/>
                </a:lnTo>
                <a:lnTo>
                  <a:pt x="22050" y="62126"/>
                </a:lnTo>
                <a:lnTo>
                  <a:pt x="22050" y="60344"/>
                </a:lnTo>
                <a:cubicBezTo>
                  <a:pt x="14826" y="59969"/>
                  <a:pt x="13231" y="57811"/>
                  <a:pt x="13231" y="48334"/>
                </a:cubicBezTo>
                <a:lnTo>
                  <a:pt x="13231" y="11553"/>
                </a:lnTo>
                <a:lnTo>
                  <a:pt x="54703" y="63134"/>
                </a:lnTo>
                <a:lnTo>
                  <a:pt x="56299" y="63134"/>
                </a:lnTo>
                <a:close/>
                <a:moveTo>
                  <a:pt x="90079" y="18968"/>
                </a:moveTo>
                <a:cubicBezTo>
                  <a:pt x="77880" y="18968"/>
                  <a:pt x="69341" y="27972"/>
                  <a:pt x="69341" y="40912"/>
                </a:cubicBezTo>
                <a:cubicBezTo>
                  <a:pt x="69341" y="53570"/>
                  <a:pt x="78068" y="63043"/>
                  <a:pt x="89890" y="63043"/>
                </a:cubicBezTo>
                <a:cubicBezTo>
                  <a:pt x="101713" y="63043"/>
                  <a:pt x="110720" y="53102"/>
                  <a:pt x="110720" y="40162"/>
                </a:cubicBezTo>
                <a:cubicBezTo>
                  <a:pt x="110720" y="27878"/>
                  <a:pt x="102088" y="18968"/>
                  <a:pt x="90079" y="18968"/>
                </a:cubicBezTo>
                <a:moveTo>
                  <a:pt x="88859" y="21596"/>
                </a:moveTo>
                <a:cubicBezTo>
                  <a:pt x="96741" y="21596"/>
                  <a:pt x="102276" y="30598"/>
                  <a:pt x="102276" y="43444"/>
                </a:cubicBezTo>
                <a:cubicBezTo>
                  <a:pt x="102276" y="54040"/>
                  <a:pt x="98053" y="60415"/>
                  <a:pt x="91016" y="60415"/>
                </a:cubicBezTo>
                <a:cubicBezTo>
                  <a:pt x="87357" y="60415"/>
                  <a:pt x="83885" y="58166"/>
                  <a:pt x="81915" y="54415"/>
                </a:cubicBezTo>
                <a:cubicBezTo>
                  <a:pt x="79287" y="49538"/>
                  <a:pt x="77786" y="42975"/>
                  <a:pt x="77786" y="36318"/>
                </a:cubicBezTo>
                <a:cubicBezTo>
                  <a:pt x="77786" y="27409"/>
                  <a:pt x="82195" y="21596"/>
                  <a:pt x="88859" y="21596"/>
                </a:cubicBezTo>
                <a:close/>
                <a:moveTo>
                  <a:pt x="114192" y="25537"/>
                </a:moveTo>
                <a:cubicBezTo>
                  <a:pt x="115506" y="25255"/>
                  <a:pt x="116351" y="25160"/>
                  <a:pt x="117477" y="25160"/>
                </a:cubicBezTo>
                <a:cubicBezTo>
                  <a:pt x="119822" y="25160"/>
                  <a:pt x="120667" y="26662"/>
                  <a:pt x="120667" y="30790"/>
                </a:cubicBezTo>
                <a:lnTo>
                  <a:pt x="120667" y="54246"/>
                </a:lnTo>
                <a:cubicBezTo>
                  <a:pt x="120667" y="58936"/>
                  <a:pt x="120009" y="59594"/>
                  <a:pt x="114005" y="60719"/>
                </a:cubicBezTo>
                <a:lnTo>
                  <a:pt x="114005" y="62126"/>
                </a:lnTo>
                <a:lnTo>
                  <a:pt x="136525" y="62126"/>
                </a:lnTo>
                <a:lnTo>
                  <a:pt x="136525" y="60719"/>
                </a:lnTo>
                <a:cubicBezTo>
                  <a:pt x="130143" y="60438"/>
                  <a:pt x="128548" y="59031"/>
                  <a:pt x="128548" y="53683"/>
                </a:cubicBezTo>
                <a:lnTo>
                  <a:pt x="128548" y="32572"/>
                </a:lnTo>
                <a:cubicBezTo>
                  <a:pt x="128548" y="29570"/>
                  <a:pt x="132583" y="24879"/>
                  <a:pt x="135117" y="24879"/>
                </a:cubicBezTo>
                <a:cubicBezTo>
                  <a:pt x="135680" y="24879"/>
                  <a:pt x="136525" y="25349"/>
                  <a:pt x="137557" y="26287"/>
                </a:cubicBezTo>
                <a:cubicBezTo>
                  <a:pt x="139057" y="27600"/>
                  <a:pt x="140090" y="28162"/>
                  <a:pt x="141309" y="28162"/>
                </a:cubicBezTo>
                <a:cubicBezTo>
                  <a:pt x="143562" y="28162"/>
                  <a:pt x="144969" y="26568"/>
                  <a:pt x="144969" y="23942"/>
                </a:cubicBezTo>
                <a:cubicBezTo>
                  <a:pt x="144969" y="20845"/>
                  <a:pt x="142999" y="18968"/>
                  <a:pt x="139809" y="18968"/>
                </a:cubicBezTo>
                <a:cubicBezTo>
                  <a:pt x="135867" y="18968"/>
                  <a:pt x="133147" y="21127"/>
                  <a:pt x="128548" y="27787"/>
                </a:cubicBezTo>
                <a:lnTo>
                  <a:pt x="128548" y="19157"/>
                </a:lnTo>
                <a:lnTo>
                  <a:pt x="128080" y="18968"/>
                </a:lnTo>
                <a:cubicBezTo>
                  <a:pt x="123106" y="21032"/>
                  <a:pt x="119729" y="22252"/>
                  <a:pt x="114192" y="24035"/>
                </a:cubicBezTo>
                <a:lnTo>
                  <a:pt x="114192" y="25537"/>
                </a:lnTo>
                <a:close/>
                <a:moveTo>
                  <a:pt x="146564" y="24786"/>
                </a:moveTo>
                <a:cubicBezTo>
                  <a:pt x="147784" y="24504"/>
                  <a:pt x="148534" y="24411"/>
                  <a:pt x="149567" y="24411"/>
                </a:cubicBezTo>
                <a:cubicBezTo>
                  <a:pt x="152006" y="24411"/>
                  <a:pt x="152851" y="25912"/>
                  <a:pt x="152851" y="30415"/>
                </a:cubicBezTo>
                <a:lnTo>
                  <a:pt x="152851" y="54152"/>
                </a:lnTo>
                <a:cubicBezTo>
                  <a:pt x="152851" y="59219"/>
                  <a:pt x="151537" y="60626"/>
                  <a:pt x="146282" y="60719"/>
                </a:cubicBezTo>
                <a:lnTo>
                  <a:pt x="146282" y="62126"/>
                </a:lnTo>
                <a:lnTo>
                  <a:pt x="167113" y="62126"/>
                </a:lnTo>
                <a:lnTo>
                  <a:pt x="167113" y="60719"/>
                </a:lnTo>
                <a:cubicBezTo>
                  <a:pt x="162140" y="60531"/>
                  <a:pt x="160733" y="59501"/>
                  <a:pt x="160733" y="55841"/>
                </a:cubicBezTo>
                <a:lnTo>
                  <a:pt x="160733" y="29384"/>
                </a:lnTo>
                <a:cubicBezTo>
                  <a:pt x="160733" y="29196"/>
                  <a:pt x="161483" y="28257"/>
                  <a:pt x="162140" y="27601"/>
                </a:cubicBezTo>
                <a:cubicBezTo>
                  <a:pt x="164485" y="25442"/>
                  <a:pt x="168520" y="23847"/>
                  <a:pt x="171805" y="23847"/>
                </a:cubicBezTo>
                <a:cubicBezTo>
                  <a:pt x="175932" y="23847"/>
                  <a:pt x="177997" y="27132"/>
                  <a:pt x="177997" y="33699"/>
                </a:cubicBezTo>
                <a:lnTo>
                  <a:pt x="177997" y="54058"/>
                </a:lnTo>
                <a:cubicBezTo>
                  <a:pt x="177997" y="59313"/>
                  <a:pt x="176965" y="60344"/>
                  <a:pt x="171617" y="60719"/>
                </a:cubicBezTo>
                <a:lnTo>
                  <a:pt x="171617" y="62126"/>
                </a:lnTo>
                <a:lnTo>
                  <a:pt x="192635" y="62126"/>
                </a:lnTo>
                <a:lnTo>
                  <a:pt x="192635" y="60719"/>
                </a:lnTo>
                <a:cubicBezTo>
                  <a:pt x="187286" y="60626"/>
                  <a:pt x="185879" y="59031"/>
                  <a:pt x="185879" y="53214"/>
                </a:cubicBezTo>
                <a:lnTo>
                  <a:pt x="185879" y="29571"/>
                </a:lnTo>
                <a:cubicBezTo>
                  <a:pt x="188693" y="25537"/>
                  <a:pt x="191790" y="23847"/>
                  <a:pt x="196107" y="23847"/>
                </a:cubicBezTo>
                <a:cubicBezTo>
                  <a:pt x="201455" y="23847"/>
                  <a:pt x="203144" y="26381"/>
                  <a:pt x="203144" y="34169"/>
                </a:cubicBezTo>
                <a:lnTo>
                  <a:pt x="203144" y="53964"/>
                </a:lnTo>
                <a:cubicBezTo>
                  <a:pt x="203144" y="59313"/>
                  <a:pt x="202394" y="60063"/>
                  <a:pt x="196952" y="60719"/>
                </a:cubicBezTo>
                <a:lnTo>
                  <a:pt x="196952" y="62126"/>
                </a:lnTo>
                <a:lnTo>
                  <a:pt x="217500" y="62126"/>
                </a:lnTo>
                <a:lnTo>
                  <a:pt x="217500" y="60719"/>
                </a:lnTo>
                <a:lnTo>
                  <a:pt x="215061" y="60531"/>
                </a:lnTo>
                <a:cubicBezTo>
                  <a:pt x="212246" y="60344"/>
                  <a:pt x="211026" y="58656"/>
                  <a:pt x="211026" y="54996"/>
                </a:cubicBezTo>
                <a:lnTo>
                  <a:pt x="211026" y="35669"/>
                </a:lnTo>
                <a:cubicBezTo>
                  <a:pt x="211026" y="24599"/>
                  <a:pt x="207366" y="18968"/>
                  <a:pt x="200142" y="18968"/>
                </a:cubicBezTo>
                <a:cubicBezTo>
                  <a:pt x="194700" y="18968"/>
                  <a:pt x="189913" y="21407"/>
                  <a:pt x="184846" y="26850"/>
                </a:cubicBezTo>
                <a:cubicBezTo>
                  <a:pt x="183158" y="21502"/>
                  <a:pt x="179968" y="18968"/>
                  <a:pt x="174901" y="18968"/>
                </a:cubicBezTo>
                <a:cubicBezTo>
                  <a:pt x="170772" y="18968"/>
                  <a:pt x="168145" y="20282"/>
                  <a:pt x="160356" y="26194"/>
                </a:cubicBezTo>
                <a:lnTo>
                  <a:pt x="160356" y="19157"/>
                </a:lnTo>
                <a:lnTo>
                  <a:pt x="159701" y="18968"/>
                </a:lnTo>
                <a:cubicBezTo>
                  <a:pt x="154914" y="20752"/>
                  <a:pt x="151724" y="21784"/>
                  <a:pt x="146564" y="23191"/>
                </a:cubicBezTo>
                <a:lnTo>
                  <a:pt x="146564" y="247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F47F2D-9E33-4D0B-866F-38EF4A4F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457" y="2800291"/>
            <a:ext cx="333663" cy="366662"/>
          </a:xfrm>
          <a:custGeom xmlns:a="http://schemas.openxmlformats.org/drawingml/2006/main">
            <a:pathLst>
              <a:path w="333663" h="366662">
                <a:moveTo>
                  <a:pt x="244672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277671"/>
                </a:lnTo>
                <a:cubicBezTo>
                  <a:pt x="0" y="326820"/>
                  <a:pt x="39842" y="366662"/>
                  <a:pt x="88991" y="366662"/>
                </a:cubicBezTo>
                <a:lnTo>
                  <a:pt x="244672" y="366662"/>
                </a:lnTo>
                <a:cubicBezTo>
                  <a:pt x="293820" y="366662"/>
                  <a:pt x="333663" y="326820"/>
                  <a:pt x="333663" y="277671"/>
                </a:cubicBezTo>
                <a:lnTo>
                  <a:pt x="333663" y="88991"/>
                </a:lnTo>
                <a:cubicBezTo>
                  <a:pt x="333663" y="39842"/>
                  <a:pt x="293820" y="0"/>
                  <a:pt x="244672" y="0"/>
                </a:cubicBezTo>
                <a:close/>
                <a:moveTo>
                  <a:pt x="0" y="366662"/>
                </a:moveTo>
              </a:path>
            </a:pathLst>
          </a:custGeom>
          <a:solidFill xmlns:a="http://schemas.openxmlformats.org/drawingml/2006/main">
            <a:srgbClr val="E6E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9BD11F-E0F2-4985-B1C0-D6E1B86E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457" y="2800291"/>
            <a:ext cx="333663" cy="366662"/>
          </a:xfrm>
          <a:custGeom xmlns:a="http://schemas.openxmlformats.org/drawingml/2006/main">
            <a:pathLst>
              <a:path w="333663" h="366662" fill="none">
                <a:moveTo>
                  <a:pt x="244672" y="0"/>
                </a:moveTo>
                <a:lnTo>
                  <a:pt x="88991" y="0"/>
                </a:lnTo>
                <a:cubicBezTo>
                  <a:pt x="39842" y="0"/>
                  <a:pt x="0" y="39842"/>
                  <a:pt x="0" y="88991"/>
                </a:cubicBezTo>
                <a:lnTo>
                  <a:pt x="0" y="277671"/>
                </a:lnTo>
                <a:cubicBezTo>
                  <a:pt x="0" y="326820"/>
                  <a:pt x="39842" y="366662"/>
                  <a:pt x="88991" y="366662"/>
                </a:cubicBezTo>
                <a:lnTo>
                  <a:pt x="244672" y="366662"/>
                </a:lnTo>
                <a:cubicBezTo>
                  <a:pt x="293820" y="366662"/>
                  <a:pt x="333663" y="326820"/>
                  <a:pt x="333663" y="277671"/>
                </a:cubicBezTo>
                <a:lnTo>
                  <a:pt x="333663" y="88991"/>
                </a:lnTo>
                <a:cubicBezTo>
                  <a:pt x="333663" y="39842"/>
                  <a:pt x="293820" y="0"/>
                  <a:pt x="244672" y="0"/>
                </a:cubicBezTo>
                <a:close/>
                <a:moveTo>
                  <a:pt x="0" y="366662"/>
                </a:moveTo>
              </a:path>
            </a:pathLst>
          </a:custGeom>
          <a:noFill xmlns:a="http://schemas.openxmlformats.org/drawingml/2006/main"/>
          <a:ln xmlns:a="http://schemas.openxmlformats.org/drawingml/2006/main" w="6255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448" name="Text Opt.">
            <a:extLst xmlns:a="http://schemas.openxmlformats.org/drawingml/2006/main">
              <a:ext uri="{FF2B5EF4-FFF2-40B4-BE49-F238E27FC236}">
                <a16:creationId xmlns:a16="http://schemas.microsoft.com/office/drawing/2014/main" id="{C1A32CDF-AEBA-4294-8541-AB20301A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7359" y="2852980"/>
            <a:ext cx="154540" cy="83752"/>
          </a:xfrm>
          <a:custGeom xmlns:a="http://schemas.openxmlformats.org/drawingml/2006/main">
            <a:pathLst>
              <a:path w="154540" h="83752">
                <a:moveTo>
                  <a:pt x="30682" y="0"/>
                </a:moveTo>
                <a:cubicBezTo>
                  <a:pt x="12761" y="0"/>
                  <a:pt x="0" y="13504"/>
                  <a:pt x="0" y="32347"/>
                </a:cubicBezTo>
                <a:cubicBezTo>
                  <a:pt x="0" y="41160"/>
                  <a:pt x="3002" y="49690"/>
                  <a:pt x="8069" y="55128"/>
                </a:cubicBezTo>
                <a:cubicBezTo>
                  <a:pt x="13511" y="61034"/>
                  <a:pt x="21863" y="64692"/>
                  <a:pt x="30120" y="64692"/>
                </a:cubicBezTo>
                <a:cubicBezTo>
                  <a:pt x="48604" y="64692"/>
                  <a:pt x="61365" y="51566"/>
                  <a:pt x="61365" y="32723"/>
                </a:cubicBezTo>
                <a:cubicBezTo>
                  <a:pt x="61365" y="23441"/>
                  <a:pt x="58644" y="15473"/>
                  <a:pt x="53483" y="9848"/>
                </a:cubicBezTo>
                <a:cubicBezTo>
                  <a:pt x="47573" y="3379"/>
                  <a:pt x="39691" y="0"/>
                  <a:pt x="30682" y="0"/>
                </a:cubicBezTo>
                <a:moveTo>
                  <a:pt x="30682" y="3379"/>
                </a:moveTo>
                <a:cubicBezTo>
                  <a:pt x="34999" y="3379"/>
                  <a:pt x="39314" y="5067"/>
                  <a:pt x="42693" y="8066"/>
                </a:cubicBezTo>
                <a:cubicBezTo>
                  <a:pt x="47760" y="12660"/>
                  <a:pt x="50668" y="21472"/>
                  <a:pt x="50668" y="32628"/>
                </a:cubicBezTo>
                <a:cubicBezTo>
                  <a:pt x="50668" y="38159"/>
                  <a:pt x="49448" y="44628"/>
                  <a:pt x="47573" y="49503"/>
                </a:cubicBezTo>
                <a:cubicBezTo>
                  <a:pt x="46728" y="51846"/>
                  <a:pt x="45133" y="54190"/>
                  <a:pt x="42974" y="56346"/>
                </a:cubicBezTo>
                <a:cubicBezTo>
                  <a:pt x="39691" y="59628"/>
                  <a:pt x="35467" y="61315"/>
                  <a:pt x="30495" y="61315"/>
                </a:cubicBezTo>
                <a:cubicBezTo>
                  <a:pt x="26178" y="61315"/>
                  <a:pt x="21956" y="59628"/>
                  <a:pt x="18671" y="56722"/>
                </a:cubicBezTo>
                <a:cubicBezTo>
                  <a:pt x="13793" y="52409"/>
                  <a:pt x="10697" y="42941"/>
                  <a:pt x="10697" y="32535"/>
                </a:cubicBezTo>
                <a:cubicBezTo>
                  <a:pt x="10697" y="22972"/>
                  <a:pt x="13324" y="13879"/>
                  <a:pt x="17264" y="9472"/>
                </a:cubicBezTo>
                <a:cubicBezTo>
                  <a:pt x="20924" y="5442"/>
                  <a:pt x="25522" y="3379"/>
                  <a:pt x="30682" y="3379"/>
                </a:cubicBezTo>
                <a:close/>
                <a:moveTo>
                  <a:pt x="65401" y="26515"/>
                </a:moveTo>
                <a:cubicBezTo>
                  <a:pt x="66246" y="26421"/>
                  <a:pt x="66903" y="26421"/>
                  <a:pt x="67748" y="26421"/>
                </a:cubicBezTo>
                <a:cubicBezTo>
                  <a:pt x="70938" y="26421"/>
                  <a:pt x="71595" y="27359"/>
                  <a:pt x="71595" y="31769"/>
                </a:cubicBezTo>
                <a:lnTo>
                  <a:pt x="71595" y="75682"/>
                </a:lnTo>
                <a:cubicBezTo>
                  <a:pt x="71595" y="80562"/>
                  <a:pt x="70562" y="81594"/>
                  <a:pt x="65026" y="82157"/>
                </a:cubicBezTo>
                <a:lnTo>
                  <a:pt x="65026" y="83752"/>
                </a:lnTo>
                <a:lnTo>
                  <a:pt x="87733" y="83752"/>
                </a:lnTo>
                <a:lnTo>
                  <a:pt x="87733" y="82063"/>
                </a:lnTo>
                <a:cubicBezTo>
                  <a:pt x="80696" y="81969"/>
                  <a:pt x="79476" y="80937"/>
                  <a:pt x="79476" y="75025"/>
                </a:cubicBezTo>
                <a:lnTo>
                  <a:pt x="79476" y="60292"/>
                </a:lnTo>
                <a:cubicBezTo>
                  <a:pt x="82761" y="63388"/>
                  <a:pt x="85012" y="64326"/>
                  <a:pt x="88953" y="64326"/>
                </a:cubicBezTo>
                <a:cubicBezTo>
                  <a:pt x="100025" y="64326"/>
                  <a:pt x="108657" y="53822"/>
                  <a:pt x="108657" y="40226"/>
                </a:cubicBezTo>
                <a:cubicBezTo>
                  <a:pt x="108657" y="28601"/>
                  <a:pt x="102090" y="20251"/>
                  <a:pt x="92988" y="20251"/>
                </a:cubicBezTo>
                <a:cubicBezTo>
                  <a:pt x="87733" y="20251"/>
                  <a:pt x="83604" y="22597"/>
                  <a:pt x="79476" y="27663"/>
                </a:cubicBezTo>
                <a:lnTo>
                  <a:pt x="79476" y="20440"/>
                </a:lnTo>
                <a:lnTo>
                  <a:pt x="78914" y="20251"/>
                </a:lnTo>
                <a:cubicBezTo>
                  <a:pt x="73847" y="22222"/>
                  <a:pt x="70562" y="23442"/>
                  <a:pt x="65401" y="25037"/>
                </a:cubicBezTo>
                <a:lnTo>
                  <a:pt x="65401" y="26515"/>
                </a:lnTo>
                <a:moveTo>
                  <a:pt x="79476" y="32070"/>
                </a:moveTo>
                <a:cubicBezTo>
                  <a:pt x="79476" y="29256"/>
                  <a:pt x="84731" y="25882"/>
                  <a:pt x="89046" y="25882"/>
                </a:cubicBezTo>
                <a:cubicBezTo>
                  <a:pt x="95990" y="25882"/>
                  <a:pt x="100588" y="33008"/>
                  <a:pt x="100588" y="43884"/>
                </a:cubicBezTo>
                <a:cubicBezTo>
                  <a:pt x="100588" y="54292"/>
                  <a:pt x="95990" y="61323"/>
                  <a:pt x="89235" y="61323"/>
                </a:cubicBezTo>
                <a:cubicBezTo>
                  <a:pt x="84824" y="61323"/>
                  <a:pt x="79476" y="57949"/>
                  <a:pt x="79476" y="55135"/>
                </a:cubicBezTo>
                <a:lnTo>
                  <a:pt x="79476" y="32070"/>
                </a:lnTo>
                <a:close/>
                <a:moveTo>
                  <a:pt x="135399" y="21167"/>
                </a:moveTo>
                <a:lnTo>
                  <a:pt x="125922" y="21167"/>
                </a:lnTo>
                <a:lnTo>
                  <a:pt x="125922" y="10283"/>
                </a:lnTo>
                <a:cubicBezTo>
                  <a:pt x="125922" y="9345"/>
                  <a:pt x="125829" y="9063"/>
                  <a:pt x="125265" y="9063"/>
                </a:cubicBezTo>
                <a:cubicBezTo>
                  <a:pt x="124609" y="9908"/>
                  <a:pt x="124045" y="10752"/>
                  <a:pt x="123389" y="11690"/>
                </a:cubicBezTo>
                <a:cubicBezTo>
                  <a:pt x="119823" y="16852"/>
                  <a:pt x="115788" y="21356"/>
                  <a:pt x="114287" y="21731"/>
                </a:cubicBezTo>
                <a:cubicBezTo>
                  <a:pt x="113255" y="22387"/>
                  <a:pt x="112691" y="23044"/>
                  <a:pt x="112691" y="23514"/>
                </a:cubicBezTo>
                <a:cubicBezTo>
                  <a:pt x="112691" y="23796"/>
                  <a:pt x="112786" y="23983"/>
                  <a:pt x="113068" y="24171"/>
                </a:cubicBezTo>
                <a:lnTo>
                  <a:pt x="118040" y="24171"/>
                </a:lnTo>
                <a:lnTo>
                  <a:pt x="118040" y="52411"/>
                </a:lnTo>
                <a:cubicBezTo>
                  <a:pt x="118040" y="60291"/>
                  <a:pt x="120855" y="64326"/>
                  <a:pt x="126391" y="64326"/>
                </a:cubicBezTo>
                <a:cubicBezTo>
                  <a:pt x="130989" y="64326"/>
                  <a:pt x="134554" y="62075"/>
                  <a:pt x="137651" y="57195"/>
                </a:cubicBezTo>
                <a:lnTo>
                  <a:pt x="136431" y="56163"/>
                </a:lnTo>
                <a:cubicBezTo>
                  <a:pt x="134461" y="58508"/>
                  <a:pt x="132866" y="59448"/>
                  <a:pt x="130801" y="59448"/>
                </a:cubicBezTo>
                <a:cubicBezTo>
                  <a:pt x="127329" y="59448"/>
                  <a:pt x="125922" y="56913"/>
                  <a:pt x="125922" y="51003"/>
                </a:cubicBezTo>
                <a:lnTo>
                  <a:pt x="125922" y="24171"/>
                </a:lnTo>
                <a:lnTo>
                  <a:pt x="135399" y="24171"/>
                </a:lnTo>
                <a:lnTo>
                  <a:pt x="135399" y="21167"/>
                </a:lnTo>
                <a:close/>
                <a:moveTo>
                  <a:pt x="149286" y="54003"/>
                </a:moveTo>
                <a:cubicBezTo>
                  <a:pt x="146470" y="54003"/>
                  <a:pt x="144125" y="56442"/>
                  <a:pt x="144125" y="59352"/>
                </a:cubicBezTo>
                <a:cubicBezTo>
                  <a:pt x="144125" y="62072"/>
                  <a:pt x="146470" y="64417"/>
                  <a:pt x="149191" y="64417"/>
                </a:cubicBezTo>
                <a:cubicBezTo>
                  <a:pt x="152101" y="64417"/>
                  <a:pt x="154540" y="62072"/>
                  <a:pt x="154540" y="59352"/>
                </a:cubicBezTo>
                <a:cubicBezTo>
                  <a:pt x="154540" y="56442"/>
                  <a:pt x="152101" y="54003"/>
                  <a:pt x="149286" y="540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Text RMS-">
            <a:extLst xmlns:a="http://schemas.openxmlformats.org/drawingml/2006/main">
              <a:ext uri="{FF2B5EF4-FFF2-40B4-BE49-F238E27FC236}">
                <a16:creationId xmlns:a16="http://schemas.microsoft.com/office/drawing/2014/main" id="{DB9FF9B2-FA20-46F7-BB55-95332623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3146" y="2951623"/>
            <a:ext cx="223317" cy="64722"/>
          </a:xfrm>
          <a:custGeom xmlns:a="http://schemas.openxmlformats.org/drawingml/2006/main">
            <a:pathLst>
              <a:path w="223317" h="64722">
                <a:moveTo>
                  <a:pt x="60239" y="61657"/>
                </a:moveTo>
                <a:cubicBezTo>
                  <a:pt x="56673" y="61376"/>
                  <a:pt x="54797" y="60437"/>
                  <a:pt x="52076" y="57247"/>
                </a:cubicBezTo>
                <a:lnTo>
                  <a:pt x="32747" y="33503"/>
                </a:lnTo>
                <a:cubicBezTo>
                  <a:pt x="39034" y="32283"/>
                  <a:pt x="41849" y="31156"/>
                  <a:pt x="44944" y="28622"/>
                </a:cubicBezTo>
                <a:cubicBezTo>
                  <a:pt x="47948" y="26182"/>
                  <a:pt x="49730" y="22241"/>
                  <a:pt x="49730" y="17830"/>
                </a:cubicBezTo>
                <a:cubicBezTo>
                  <a:pt x="49730" y="13795"/>
                  <a:pt x="48510" y="10323"/>
                  <a:pt x="46071" y="7601"/>
                </a:cubicBezTo>
                <a:cubicBezTo>
                  <a:pt x="42504" y="3753"/>
                  <a:pt x="34717" y="1313"/>
                  <a:pt x="25897" y="1313"/>
                </a:cubicBezTo>
                <a:lnTo>
                  <a:pt x="0" y="1313"/>
                </a:lnTo>
                <a:lnTo>
                  <a:pt x="0" y="3097"/>
                </a:lnTo>
                <a:cubicBezTo>
                  <a:pt x="7037" y="3847"/>
                  <a:pt x="7975" y="4879"/>
                  <a:pt x="7975" y="11543"/>
                </a:cubicBezTo>
                <a:lnTo>
                  <a:pt x="7975" y="52179"/>
                </a:lnTo>
                <a:cubicBezTo>
                  <a:pt x="7975" y="59967"/>
                  <a:pt x="7037" y="61094"/>
                  <a:pt x="0" y="61657"/>
                </a:cubicBezTo>
                <a:lnTo>
                  <a:pt x="0" y="63439"/>
                </a:lnTo>
                <a:lnTo>
                  <a:pt x="25991" y="63439"/>
                </a:lnTo>
                <a:lnTo>
                  <a:pt x="25991" y="61657"/>
                </a:lnTo>
                <a:cubicBezTo>
                  <a:pt x="18766" y="61189"/>
                  <a:pt x="17546" y="59967"/>
                  <a:pt x="17546" y="53211"/>
                </a:cubicBezTo>
                <a:lnTo>
                  <a:pt x="17546" y="34723"/>
                </a:lnTo>
                <a:lnTo>
                  <a:pt x="22801" y="34535"/>
                </a:lnTo>
                <a:lnTo>
                  <a:pt x="45132" y="63439"/>
                </a:lnTo>
                <a:lnTo>
                  <a:pt x="60239" y="63439"/>
                </a:lnTo>
                <a:lnTo>
                  <a:pt x="60239" y="61657"/>
                </a:lnTo>
                <a:moveTo>
                  <a:pt x="17546" y="8164"/>
                </a:moveTo>
                <a:cubicBezTo>
                  <a:pt x="17546" y="5537"/>
                  <a:pt x="18578" y="4785"/>
                  <a:pt x="22331" y="4785"/>
                </a:cubicBezTo>
                <a:cubicBezTo>
                  <a:pt x="34060" y="4785"/>
                  <a:pt x="39502" y="8820"/>
                  <a:pt x="39502" y="17641"/>
                </a:cubicBezTo>
                <a:cubicBezTo>
                  <a:pt x="39502" y="22332"/>
                  <a:pt x="37532" y="26273"/>
                  <a:pt x="34154" y="28055"/>
                </a:cubicBezTo>
                <a:cubicBezTo>
                  <a:pt x="29838" y="30495"/>
                  <a:pt x="26553" y="31057"/>
                  <a:pt x="17546" y="31246"/>
                </a:cubicBezTo>
                <a:lnTo>
                  <a:pt x="17546" y="8164"/>
                </a:lnTo>
                <a:close/>
                <a:moveTo>
                  <a:pt x="124233" y="9666"/>
                </a:moveTo>
                <a:lnTo>
                  <a:pt x="124233" y="52179"/>
                </a:lnTo>
                <a:cubicBezTo>
                  <a:pt x="124233" y="59967"/>
                  <a:pt x="123106" y="61189"/>
                  <a:pt x="115694" y="61657"/>
                </a:cubicBezTo>
                <a:lnTo>
                  <a:pt x="115694" y="63439"/>
                </a:lnTo>
                <a:lnTo>
                  <a:pt x="141966" y="63439"/>
                </a:lnTo>
                <a:lnTo>
                  <a:pt x="141966" y="61657"/>
                </a:lnTo>
                <a:cubicBezTo>
                  <a:pt x="135117" y="61189"/>
                  <a:pt x="133804" y="59874"/>
                  <a:pt x="133804" y="53211"/>
                </a:cubicBezTo>
                <a:lnTo>
                  <a:pt x="133804" y="11543"/>
                </a:lnTo>
                <a:cubicBezTo>
                  <a:pt x="133804" y="4879"/>
                  <a:pt x="135024" y="3660"/>
                  <a:pt x="141966" y="3097"/>
                </a:cubicBezTo>
                <a:lnTo>
                  <a:pt x="141966" y="1313"/>
                </a:lnTo>
                <a:lnTo>
                  <a:pt x="123293" y="1313"/>
                </a:lnTo>
                <a:lnTo>
                  <a:pt x="102557" y="48707"/>
                </a:lnTo>
                <a:lnTo>
                  <a:pt x="80882" y="1313"/>
                </a:lnTo>
                <a:lnTo>
                  <a:pt x="62304" y="1313"/>
                </a:lnTo>
                <a:lnTo>
                  <a:pt x="62304" y="3097"/>
                </a:lnTo>
                <a:cubicBezTo>
                  <a:pt x="69998" y="3565"/>
                  <a:pt x="71218" y="4692"/>
                  <a:pt x="71218" y="11543"/>
                </a:cubicBezTo>
                <a:lnTo>
                  <a:pt x="71218" y="49644"/>
                </a:lnTo>
                <a:cubicBezTo>
                  <a:pt x="71218" y="59312"/>
                  <a:pt x="69903" y="61094"/>
                  <a:pt x="62116" y="61657"/>
                </a:cubicBezTo>
                <a:lnTo>
                  <a:pt x="62116" y="63439"/>
                </a:lnTo>
                <a:lnTo>
                  <a:pt x="84167" y="63439"/>
                </a:lnTo>
                <a:lnTo>
                  <a:pt x="84167" y="61657"/>
                </a:lnTo>
                <a:cubicBezTo>
                  <a:pt x="76942" y="61282"/>
                  <a:pt x="75347" y="59124"/>
                  <a:pt x="75347" y="49644"/>
                </a:cubicBezTo>
                <a:lnTo>
                  <a:pt x="75347" y="11823"/>
                </a:lnTo>
                <a:lnTo>
                  <a:pt x="98898" y="63439"/>
                </a:lnTo>
                <a:lnTo>
                  <a:pt x="100212" y="63439"/>
                </a:lnTo>
                <a:lnTo>
                  <a:pt x="124233" y="9666"/>
                </a:lnTo>
                <a:close/>
                <a:moveTo>
                  <a:pt x="186348" y="0"/>
                </a:moveTo>
                <a:lnTo>
                  <a:pt x="184378" y="0"/>
                </a:lnTo>
                <a:cubicBezTo>
                  <a:pt x="184003" y="2158"/>
                  <a:pt x="182970" y="3190"/>
                  <a:pt x="181375" y="3190"/>
                </a:cubicBezTo>
                <a:cubicBezTo>
                  <a:pt x="180436" y="3190"/>
                  <a:pt x="178841" y="2815"/>
                  <a:pt x="177246" y="2065"/>
                </a:cubicBezTo>
                <a:cubicBezTo>
                  <a:pt x="173774" y="782"/>
                  <a:pt x="170302" y="30"/>
                  <a:pt x="167300" y="30"/>
                </a:cubicBezTo>
                <a:cubicBezTo>
                  <a:pt x="163265" y="30"/>
                  <a:pt x="159137" y="1626"/>
                  <a:pt x="156041" y="4347"/>
                </a:cubicBezTo>
                <a:cubicBezTo>
                  <a:pt x="152756" y="7253"/>
                  <a:pt x="151068" y="11191"/>
                  <a:pt x="151068" y="16066"/>
                </a:cubicBezTo>
                <a:cubicBezTo>
                  <a:pt x="151068" y="23565"/>
                  <a:pt x="155196" y="28814"/>
                  <a:pt x="165705" y="34346"/>
                </a:cubicBezTo>
                <a:cubicBezTo>
                  <a:pt x="172461" y="37908"/>
                  <a:pt x="177341" y="41751"/>
                  <a:pt x="179686" y="45315"/>
                </a:cubicBezTo>
                <a:cubicBezTo>
                  <a:pt x="180531" y="46533"/>
                  <a:pt x="181000" y="48502"/>
                  <a:pt x="181000" y="50751"/>
                </a:cubicBezTo>
                <a:cubicBezTo>
                  <a:pt x="181000" y="57032"/>
                  <a:pt x="176308" y="61345"/>
                  <a:pt x="169459" y="61345"/>
                </a:cubicBezTo>
                <a:cubicBezTo>
                  <a:pt x="161107" y="61345"/>
                  <a:pt x="155196" y="56189"/>
                  <a:pt x="150504" y="44752"/>
                </a:cubicBezTo>
                <a:lnTo>
                  <a:pt x="148346" y="44752"/>
                </a:lnTo>
                <a:lnTo>
                  <a:pt x="151161" y="64629"/>
                </a:lnTo>
                <a:lnTo>
                  <a:pt x="153226" y="64629"/>
                </a:lnTo>
                <a:cubicBezTo>
                  <a:pt x="153319" y="62877"/>
                  <a:pt x="154446" y="61564"/>
                  <a:pt x="155853" y="61564"/>
                </a:cubicBezTo>
                <a:cubicBezTo>
                  <a:pt x="156885" y="61564"/>
                  <a:pt x="158480" y="61939"/>
                  <a:pt x="160263" y="62596"/>
                </a:cubicBezTo>
                <a:cubicBezTo>
                  <a:pt x="163828" y="63972"/>
                  <a:pt x="167582" y="64722"/>
                  <a:pt x="171334" y="64722"/>
                </a:cubicBezTo>
                <a:cubicBezTo>
                  <a:pt x="182126" y="64722"/>
                  <a:pt x="190477" y="57314"/>
                  <a:pt x="190477" y="47657"/>
                </a:cubicBezTo>
                <a:cubicBezTo>
                  <a:pt x="190477" y="39970"/>
                  <a:pt x="185315" y="33877"/>
                  <a:pt x="172929" y="27220"/>
                </a:cubicBezTo>
                <a:cubicBezTo>
                  <a:pt x="163078" y="21784"/>
                  <a:pt x="159137" y="17659"/>
                  <a:pt x="159137" y="12597"/>
                </a:cubicBezTo>
                <a:cubicBezTo>
                  <a:pt x="159137" y="7441"/>
                  <a:pt x="163078" y="3877"/>
                  <a:pt x="168895" y="3877"/>
                </a:cubicBezTo>
                <a:cubicBezTo>
                  <a:pt x="173118" y="3877"/>
                  <a:pt x="177059" y="5660"/>
                  <a:pt x="180343" y="9034"/>
                </a:cubicBezTo>
                <a:cubicBezTo>
                  <a:pt x="183251" y="12034"/>
                  <a:pt x="184565" y="14471"/>
                  <a:pt x="186067" y="20003"/>
                </a:cubicBezTo>
                <a:lnTo>
                  <a:pt x="188412" y="20003"/>
                </a:lnTo>
                <a:lnTo>
                  <a:pt x="186348" y="0"/>
                </a:lnTo>
                <a:close/>
                <a:moveTo>
                  <a:pt x="200234" y="39340"/>
                </a:moveTo>
                <a:lnTo>
                  <a:pt x="200234" y="45252"/>
                </a:lnTo>
                <a:lnTo>
                  <a:pt x="223317" y="45252"/>
                </a:lnTo>
                <a:lnTo>
                  <a:pt x="223317" y="39340"/>
                </a:lnTo>
                <a:lnTo>
                  <a:pt x="200234" y="39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Text Norm">
            <a:extLst xmlns:a="http://schemas.openxmlformats.org/drawingml/2006/main">
              <a:ext uri="{FF2B5EF4-FFF2-40B4-BE49-F238E27FC236}">
                <a16:creationId xmlns:a16="http://schemas.microsoft.com/office/drawing/2014/main" id="{BDF38825-2CB1-4C4C-BB45-CA1A5049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936" y="3051608"/>
            <a:ext cx="217501" cy="63134"/>
          </a:xfrm>
          <a:custGeom xmlns:a="http://schemas.openxmlformats.org/drawingml/2006/main">
            <a:pathLst>
              <a:path w="217501" h="63134">
                <a:moveTo>
                  <a:pt x="56299" y="63134"/>
                </a:moveTo>
                <a:lnTo>
                  <a:pt x="56299" y="13791"/>
                </a:lnTo>
                <a:cubicBezTo>
                  <a:pt x="56299" y="8162"/>
                  <a:pt x="57237" y="4692"/>
                  <a:pt x="59020" y="3472"/>
                </a:cubicBezTo>
                <a:cubicBezTo>
                  <a:pt x="60334" y="2534"/>
                  <a:pt x="61647" y="2159"/>
                  <a:pt x="65213" y="1784"/>
                </a:cubicBezTo>
                <a:lnTo>
                  <a:pt x="65213" y="0"/>
                </a:lnTo>
                <a:lnTo>
                  <a:pt x="43163" y="0"/>
                </a:lnTo>
                <a:lnTo>
                  <a:pt x="43163" y="1784"/>
                </a:lnTo>
                <a:cubicBezTo>
                  <a:pt x="46728" y="2065"/>
                  <a:pt x="48041" y="2440"/>
                  <a:pt x="49448" y="3284"/>
                </a:cubicBezTo>
                <a:cubicBezTo>
                  <a:pt x="51325" y="4597"/>
                  <a:pt x="52170" y="7975"/>
                  <a:pt x="52170" y="13791"/>
                </a:cubicBezTo>
                <a:lnTo>
                  <a:pt x="52170" y="45405"/>
                </a:lnTo>
                <a:lnTo>
                  <a:pt x="16046" y="0"/>
                </a:lnTo>
                <a:lnTo>
                  <a:pt x="0" y="0"/>
                </a:lnTo>
                <a:lnTo>
                  <a:pt x="0" y="1784"/>
                </a:lnTo>
                <a:cubicBezTo>
                  <a:pt x="4035" y="1784"/>
                  <a:pt x="5348" y="2534"/>
                  <a:pt x="9102" y="6943"/>
                </a:cubicBezTo>
                <a:lnTo>
                  <a:pt x="9102" y="48313"/>
                </a:lnTo>
                <a:cubicBezTo>
                  <a:pt x="9102" y="57999"/>
                  <a:pt x="7787" y="59781"/>
                  <a:pt x="0" y="60344"/>
                </a:cubicBezTo>
                <a:lnTo>
                  <a:pt x="0" y="62126"/>
                </a:lnTo>
                <a:lnTo>
                  <a:pt x="22050" y="62126"/>
                </a:lnTo>
                <a:lnTo>
                  <a:pt x="22050" y="60344"/>
                </a:lnTo>
                <a:cubicBezTo>
                  <a:pt x="14826" y="59969"/>
                  <a:pt x="13231" y="57811"/>
                  <a:pt x="13231" y="48334"/>
                </a:cubicBezTo>
                <a:lnTo>
                  <a:pt x="13231" y="11553"/>
                </a:lnTo>
                <a:lnTo>
                  <a:pt x="54703" y="63134"/>
                </a:lnTo>
                <a:lnTo>
                  <a:pt x="56299" y="63134"/>
                </a:lnTo>
                <a:close/>
                <a:moveTo>
                  <a:pt x="90079" y="18968"/>
                </a:moveTo>
                <a:cubicBezTo>
                  <a:pt x="77880" y="18968"/>
                  <a:pt x="69341" y="27972"/>
                  <a:pt x="69341" y="40912"/>
                </a:cubicBezTo>
                <a:cubicBezTo>
                  <a:pt x="69341" y="53570"/>
                  <a:pt x="78068" y="63043"/>
                  <a:pt x="89890" y="63043"/>
                </a:cubicBezTo>
                <a:cubicBezTo>
                  <a:pt x="101713" y="63043"/>
                  <a:pt x="110720" y="53102"/>
                  <a:pt x="110720" y="40162"/>
                </a:cubicBezTo>
                <a:cubicBezTo>
                  <a:pt x="110720" y="27878"/>
                  <a:pt x="102088" y="18968"/>
                  <a:pt x="90079" y="18968"/>
                </a:cubicBezTo>
                <a:moveTo>
                  <a:pt x="88859" y="21596"/>
                </a:moveTo>
                <a:cubicBezTo>
                  <a:pt x="96741" y="21596"/>
                  <a:pt x="102276" y="30598"/>
                  <a:pt x="102276" y="43444"/>
                </a:cubicBezTo>
                <a:cubicBezTo>
                  <a:pt x="102276" y="54040"/>
                  <a:pt x="98053" y="60415"/>
                  <a:pt x="91016" y="60415"/>
                </a:cubicBezTo>
                <a:cubicBezTo>
                  <a:pt x="87357" y="60415"/>
                  <a:pt x="83885" y="58166"/>
                  <a:pt x="81915" y="54415"/>
                </a:cubicBezTo>
                <a:cubicBezTo>
                  <a:pt x="79287" y="49538"/>
                  <a:pt x="77786" y="42975"/>
                  <a:pt x="77786" y="36318"/>
                </a:cubicBezTo>
                <a:cubicBezTo>
                  <a:pt x="77786" y="27409"/>
                  <a:pt x="82195" y="21596"/>
                  <a:pt x="88859" y="21596"/>
                </a:cubicBezTo>
                <a:close/>
                <a:moveTo>
                  <a:pt x="114192" y="25537"/>
                </a:moveTo>
                <a:cubicBezTo>
                  <a:pt x="115506" y="25255"/>
                  <a:pt x="116351" y="25160"/>
                  <a:pt x="117477" y="25160"/>
                </a:cubicBezTo>
                <a:cubicBezTo>
                  <a:pt x="119822" y="25160"/>
                  <a:pt x="120667" y="26662"/>
                  <a:pt x="120667" y="30790"/>
                </a:cubicBezTo>
                <a:lnTo>
                  <a:pt x="120667" y="54246"/>
                </a:lnTo>
                <a:cubicBezTo>
                  <a:pt x="120667" y="58936"/>
                  <a:pt x="120009" y="59594"/>
                  <a:pt x="114005" y="60719"/>
                </a:cubicBezTo>
                <a:lnTo>
                  <a:pt x="114005" y="62126"/>
                </a:lnTo>
                <a:lnTo>
                  <a:pt x="136525" y="62126"/>
                </a:lnTo>
                <a:lnTo>
                  <a:pt x="136525" y="60719"/>
                </a:lnTo>
                <a:cubicBezTo>
                  <a:pt x="130143" y="60438"/>
                  <a:pt x="128548" y="59031"/>
                  <a:pt x="128548" y="53683"/>
                </a:cubicBezTo>
                <a:lnTo>
                  <a:pt x="128548" y="32572"/>
                </a:lnTo>
                <a:cubicBezTo>
                  <a:pt x="128548" y="29570"/>
                  <a:pt x="132583" y="24879"/>
                  <a:pt x="135117" y="24879"/>
                </a:cubicBezTo>
                <a:cubicBezTo>
                  <a:pt x="135680" y="24879"/>
                  <a:pt x="136525" y="25349"/>
                  <a:pt x="137557" y="26287"/>
                </a:cubicBezTo>
                <a:cubicBezTo>
                  <a:pt x="139057" y="27600"/>
                  <a:pt x="140090" y="28162"/>
                  <a:pt x="141309" y="28162"/>
                </a:cubicBezTo>
                <a:cubicBezTo>
                  <a:pt x="143562" y="28162"/>
                  <a:pt x="144969" y="26568"/>
                  <a:pt x="144969" y="23942"/>
                </a:cubicBezTo>
                <a:cubicBezTo>
                  <a:pt x="144969" y="20845"/>
                  <a:pt x="142999" y="18968"/>
                  <a:pt x="139809" y="18968"/>
                </a:cubicBezTo>
                <a:cubicBezTo>
                  <a:pt x="135867" y="18968"/>
                  <a:pt x="133147" y="21127"/>
                  <a:pt x="128548" y="27787"/>
                </a:cubicBezTo>
                <a:lnTo>
                  <a:pt x="128548" y="19157"/>
                </a:lnTo>
                <a:lnTo>
                  <a:pt x="128080" y="18968"/>
                </a:lnTo>
                <a:cubicBezTo>
                  <a:pt x="123106" y="21032"/>
                  <a:pt x="119729" y="22252"/>
                  <a:pt x="114192" y="24035"/>
                </a:cubicBezTo>
                <a:lnTo>
                  <a:pt x="114192" y="25537"/>
                </a:lnTo>
                <a:close/>
                <a:moveTo>
                  <a:pt x="146565" y="24786"/>
                </a:moveTo>
                <a:cubicBezTo>
                  <a:pt x="147785" y="24504"/>
                  <a:pt x="148535" y="24411"/>
                  <a:pt x="149567" y="24411"/>
                </a:cubicBezTo>
                <a:cubicBezTo>
                  <a:pt x="152007" y="24411"/>
                  <a:pt x="152852" y="25912"/>
                  <a:pt x="152852" y="30415"/>
                </a:cubicBezTo>
                <a:lnTo>
                  <a:pt x="152852" y="54152"/>
                </a:lnTo>
                <a:cubicBezTo>
                  <a:pt x="152852" y="59219"/>
                  <a:pt x="151537" y="60626"/>
                  <a:pt x="146283" y="60719"/>
                </a:cubicBezTo>
                <a:lnTo>
                  <a:pt x="146283" y="62126"/>
                </a:lnTo>
                <a:lnTo>
                  <a:pt x="167113" y="62126"/>
                </a:lnTo>
                <a:lnTo>
                  <a:pt x="167113" y="60719"/>
                </a:lnTo>
                <a:cubicBezTo>
                  <a:pt x="162141" y="60531"/>
                  <a:pt x="160733" y="59501"/>
                  <a:pt x="160733" y="55841"/>
                </a:cubicBezTo>
                <a:lnTo>
                  <a:pt x="160733" y="29384"/>
                </a:lnTo>
                <a:cubicBezTo>
                  <a:pt x="160733" y="29196"/>
                  <a:pt x="161484" y="28257"/>
                  <a:pt x="162141" y="27601"/>
                </a:cubicBezTo>
                <a:cubicBezTo>
                  <a:pt x="164486" y="25442"/>
                  <a:pt x="168521" y="23847"/>
                  <a:pt x="171805" y="23847"/>
                </a:cubicBezTo>
                <a:cubicBezTo>
                  <a:pt x="175933" y="23847"/>
                  <a:pt x="177997" y="27132"/>
                  <a:pt x="177997" y="33699"/>
                </a:cubicBezTo>
                <a:lnTo>
                  <a:pt x="177997" y="54058"/>
                </a:lnTo>
                <a:cubicBezTo>
                  <a:pt x="177997" y="59313"/>
                  <a:pt x="176965" y="60344"/>
                  <a:pt x="171618" y="60719"/>
                </a:cubicBezTo>
                <a:lnTo>
                  <a:pt x="171618" y="62126"/>
                </a:lnTo>
                <a:lnTo>
                  <a:pt x="192636" y="62126"/>
                </a:lnTo>
                <a:lnTo>
                  <a:pt x="192636" y="60719"/>
                </a:lnTo>
                <a:cubicBezTo>
                  <a:pt x="187287" y="60626"/>
                  <a:pt x="185879" y="59031"/>
                  <a:pt x="185879" y="53214"/>
                </a:cubicBezTo>
                <a:lnTo>
                  <a:pt x="185879" y="29571"/>
                </a:lnTo>
                <a:cubicBezTo>
                  <a:pt x="188694" y="25537"/>
                  <a:pt x="191791" y="23847"/>
                  <a:pt x="196108" y="23847"/>
                </a:cubicBezTo>
                <a:cubicBezTo>
                  <a:pt x="201455" y="23847"/>
                  <a:pt x="203145" y="26381"/>
                  <a:pt x="203145" y="34169"/>
                </a:cubicBezTo>
                <a:lnTo>
                  <a:pt x="203145" y="53964"/>
                </a:lnTo>
                <a:cubicBezTo>
                  <a:pt x="203145" y="59313"/>
                  <a:pt x="202394" y="60063"/>
                  <a:pt x="196952" y="60719"/>
                </a:cubicBezTo>
                <a:lnTo>
                  <a:pt x="196952" y="62126"/>
                </a:lnTo>
                <a:lnTo>
                  <a:pt x="217501" y="62126"/>
                </a:lnTo>
                <a:lnTo>
                  <a:pt x="217501" y="60719"/>
                </a:lnTo>
                <a:lnTo>
                  <a:pt x="215061" y="60531"/>
                </a:lnTo>
                <a:cubicBezTo>
                  <a:pt x="212246" y="60344"/>
                  <a:pt x="211026" y="58656"/>
                  <a:pt x="211026" y="54996"/>
                </a:cubicBezTo>
                <a:lnTo>
                  <a:pt x="211026" y="35669"/>
                </a:lnTo>
                <a:cubicBezTo>
                  <a:pt x="211026" y="24599"/>
                  <a:pt x="207367" y="18968"/>
                  <a:pt x="200142" y="18968"/>
                </a:cubicBezTo>
                <a:cubicBezTo>
                  <a:pt x="194700" y="18968"/>
                  <a:pt x="189914" y="21407"/>
                  <a:pt x="184847" y="26850"/>
                </a:cubicBezTo>
                <a:cubicBezTo>
                  <a:pt x="183159" y="21502"/>
                  <a:pt x="179969" y="18968"/>
                  <a:pt x="174902" y="18968"/>
                </a:cubicBezTo>
                <a:cubicBezTo>
                  <a:pt x="170773" y="18968"/>
                  <a:pt x="168146" y="20282"/>
                  <a:pt x="160357" y="26194"/>
                </a:cubicBezTo>
                <a:lnTo>
                  <a:pt x="160357" y="19157"/>
                </a:lnTo>
                <a:lnTo>
                  <a:pt x="159701" y="18968"/>
                </a:lnTo>
                <a:cubicBezTo>
                  <a:pt x="154915" y="20752"/>
                  <a:pt x="151725" y="21784"/>
                  <a:pt x="146565" y="23191"/>
                </a:cubicBezTo>
                <a:lnTo>
                  <a:pt x="146565" y="247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Text (b)OneM">
            <a:extLst xmlns:a="http://schemas.openxmlformats.org/drawingml/2006/main">
              <a:ext uri="{FF2B5EF4-FFF2-40B4-BE49-F238E27FC236}">
                <a16:creationId xmlns:a16="http://schemas.microsoft.com/office/drawing/2014/main" id="{BE286510-CA3F-4CA6-82E3-71BE4F69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827" y="8771764"/>
            <a:ext cx="1065087" cy="220392"/>
          </a:xfrm>
          <a:custGeom xmlns:a="http://schemas.openxmlformats.org/drawingml/2006/main">
            <a:pathLst>
              <a:path w="1065087" h="220392">
                <a:moveTo>
                  <a:pt x="63287" y="1837"/>
                </a:moveTo>
                <a:cubicBezTo>
                  <a:pt x="44326" y="14137"/>
                  <a:pt x="36640" y="20799"/>
                  <a:pt x="27159" y="32586"/>
                </a:cubicBezTo>
                <a:cubicBezTo>
                  <a:pt x="8968" y="54874"/>
                  <a:pt x="0" y="80497"/>
                  <a:pt x="0" y="110475"/>
                </a:cubicBezTo>
                <a:cubicBezTo>
                  <a:pt x="0" y="143014"/>
                  <a:pt x="9481" y="168121"/>
                  <a:pt x="32027" y="194257"/>
                </a:cubicBezTo>
                <a:cubicBezTo>
                  <a:pt x="42532" y="206556"/>
                  <a:pt x="49194" y="212194"/>
                  <a:pt x="62517" y="220392"/>
                </a:cubicBezTo>
                <a:lnTo>
                  <a:pt x="65590" y="216291"/>
                </a:lnTo>
                <a:cubicBezTo>
                  <a:pt x="45096" y="200148"/>
                  <a:pt x="37922" y="191184"/>
                  <a:pt x="31003" y="171965"/>
                </a:cubicBezTo>
                <a:cubicBezTo>
                  <a:pt x="24853" y="154802"/>
                  <a:pt x="22034" y="135328"/>
                  <a:pt x="22034" y="109705"/>
                </a:cubicBezTo>
                <a:cubicBezTo>
                  <a:pt x="22034" y="82804"/>
                  <a:pt x="25365" y="61794"/>
                  <a:pt x="32285" y="45910"/>
                </a:cubicBezTo>
                <a:cubicBezTo>
                  <a:pt x="39459" y="30021"/>
                  <a:pt x="47145" y="20799"/>
                  <a:pt x="65590" y="5939"/>
                </a:cubicBezTo>
                <a:lnTo>
                  <a:pt x="63287" y="1837"/>
                </a:lnTo>
                <a:close/>
                <a:moveTo>
                  <a:pt x="112225" y="512"/>
                </a:moveTo>
                <a:lnTo>
                  <a:pt x="110942" y="0"/>
                </a:lnTo>
                <a:cubicBezTo>
                  <a:pt x="100179" y="3843"/>
                  <a:pt x="93263" y="5892"/>
                  <a:pt x="81222" y="9223"/>
                </a:cubicBezTo>
                <a:lnTo>
                  <a:pt x="73790" y="11275"/>
                </a:lnTo>
                <a:lnTo>
                  <a:pt x="73790" y="15372"/>
                </a:lnTo>
                <a:cubicBezTo>
                  <a:pt x="75326" y="15118"/>
                  <a:pt x="76351" y="15118"/>
                  <a:pt x="78145" y="15118"/>
                </a:cubicBezTo>
                <a:cubicBezTo>
                  <a:pt x="88396" y="15118"/>
                  <a:pt x="90699" y="17421"/>
                  <a:pt x="90699" y="28184"/>
                </a:cubicBezTo>
                <a:lnTo>
                  <a:pt x="90699" y="161096"/>
                </a:lnTo>
                <a:cubicBezTo>
                  <a:pt x="90699" y="169032"/>
                  <a:pt x="112479" y="177485"/>
                  <a:pt x="132976" y="177485"/>
                </a:cubicBezTo>
                <a:cubicBezTo>
                  <a:pt x="166798" y="177485"/>
                  <a:pt x="192929" y="149317"/>
                  <a:pt x="192929" y="112704"/>
                </a:cubicBezTo>
                <a:cubicBezTo>
                  <a:pt x="192929" y="81213"/>
                  <a:pt x="173460" y="57134"/>
                  <a:pt x="147837" y="57134"/>
                </a:cubicBezTo>
                <a:cubicBezTo>
                  <a:pt x="132206" y="57134"/>
                  <a:pt x="117346" y="66360"/>
                  <a:pt x="112225" y="78910"/>
                </a:cubicBezTo>
                <a:lnTo>
                  <a:pt x="112225" y="512"/>
                </a:lnTo>
                <a:moveTo>
                  <a:pt x="112225" y="92480"/>
                </a:moveTo>
                <a:cubicBezTo>
                  <a:pt x="112225" y="82495"/>
                  <a:pt x="124266" y="73276"/>
                  <a:pt x="137590" y="73276"/>
                </a:cubicBezTo>
                <a:cubicBezTo>
                  <a:pt x="157571" y="73276"/>
                  <a:pt x="170383" y="93246"/>
                  <a:pt x="170383" y="124483"/>
                </a:cubicBezTo>
                <a:cubicBezTo>
                  <a:pt x="170383" y="152902"/>
                  <a:pt x="158083" y="169287"/>
                  <a:pt x="137077" y="169287"/>
                </a:cubicBezTo>
                <a:cubicBezTo>
                  <a:pt x="123754" y="169287"/>
                  <a:pt x="112225" y="163399"/>
                  <a:pt x="112225" y="156999"/>
                </a:cubicBezTo>
                <a:lnTo>
                  <a:pt x="112225" y="92480"/>
                </a:lnTo>
                <a:close/>
                <a:moveTo>
                  <a:pt x="210867" y="220392"/>
                </a:moveTo>
                <a:cubicBezTo>
                  <a:pt x="229828" y="208092"/>
                  <a:pt x="237514" y="201431"/>
                  <a:pt x="246991" y="189643"/>
                </a:cubicBezTo>
                <a:cubicBezTo>
                  <a:pt x="265186" y="167355"/>
                  <a:pt x="274150" y="141732"/>
                  <a:pt x="274150" y="111758"/>
                </a:cubicBezTo>
                <a:cubicBezTo>
                  <a:pt x="274150" y="78961"/>
                  <a:pt x="264670" y="54108"/>
                  <a:pt x="242123" y="27973"/>
                </a:cubicBezTo>
                <a:cubicBezTo>
                  <a:pt x="231619" y="15673"/>
                  <a:pt x="224957" y="10040"/>
                  <a:pt x="211633" y="1837"/>
                </a:cubicBezTo>
                <a:lnTo>
                  <a:pt x="208560" y="5939"/>
                </a:lnTo>
                <a:cubicBezTo>
                  <a:pt x="229058" y="22081"/>
                  <a:pt x="235974" y="31049"/>
                  <a:pt x="243148" y="50265"/>
                </a:cubicBezTo>
                <a:cubicBezTo>
                  <a:pt x="249297" y="67432"/>
                  <a:pt x="252116" y="86901"/>
                  <a:pt x="252116" y="112524"/>
                </a:cubicBezTo>
                <a:cubicBezTo>
                  <a:pt x="252116" y="139171"/>
                  <a:pt x="248785" y="160435"/>
                  <a:pt x="241869" y="176066"/>
                </a:cubicBezTo>
                <a:cubicBezTo>
                  <a:pt x="234695" y="192208"/>
                  <a:pt x="227009" y="201431"/>
                  <a:pt x="208560" y="216291"/>
                </a:cubicBezTo>
                <a:lnTo>
                  <a:pt x="210867" y="220392"/>
                </a:lnTo>
                <a:close/>
                <a:moveTo>
                  <a:pt x="442997" y="1837"/>
                </a:moveTo>
                <a:cubicBezTo>
                  <a:pt x="394062" y="1837"/>
                  <a:pt x="359216" y="38712"/>
                  <a:pt x="359216" y="90165"/>
                </a:cubicBezTo>
                <a:cubicBezTo>
                  <a:pt x="359216" y="114229"/>
                  <a:pt x="367414" y="137522"/>
                  <a:pt x="381250" y="152370"/>
                </a:cubicBezTo>
                <a:cubicBezTo>
                  <a:pt x="396110" y="168497"/>
                  <a:pt x="418915" y="178486"/>
                  <a:pt x="441461" y="178486"/>
                </a:cubicBezTo>
                <a:cubicBezTo>
                  <a:pt x="491933" y="178486"/>
                  <a:pt x="526778" y="142643"/>
                  <a:pt x="526778" y="91190"/>
                </a:cubicBezTo>
                <a:cubicBezTo>
                  <a:pt x="526778" y="65844"/>
                  <a:pt x="519350" y="44088"/>
                  <a:pt x="505256" y="28727"/>
                </a:cubicBezTo>
                <a:cubicBezTo>
                  <a:pt x="489118" y="11064"/>
                  <a:pt x="467596" y="1837"/>
                  <a:pt x="442997" y="1837"/>
                </a:cubicBezTo>
                <a:moveTo>
                  <a:pt x="442997" y="11064"/>
                </a:moveTo>
                <a:cubicBezTo>
                  <a:pt x="454784" y="11064"/>
                  <a:pt x="466568" y="15673"/>
                  <a:pt x="475794" y="23864"/>
                </a:cubicBezTo>
                <a:cubicBezTo>
                  <a:pt x="489630" y="36406"/>
                  <a:pt x="497570" y="60469"/>
                  <a:pt x="497570" y="90932"/>
                </a:cubicBezTo>
                <a:cubicBezTo>
                  <a:pt x="497570" y="106034"/>
                  <a:pt x="494239" y="123697"/>
                  <a:pt x="489118" y="137009"/>
                </a:cubicBezTo>
                <a:cubicBezTo>
                  <a:pt x="486811" y="143409"/>
                  <a:pt x="482456" y="149809"/>
                  <a:pt x="476561" y="155697"/>
                </a:cubicBezTo>
                <a:cubicBezTo>
                  <a:pt x="467596" y="164658"/>
                  <a:pt x="456063" y="169263"/>
                  <a:pt x="442485" y="169263"/>
                </a:cubicBezTo>
                <a:cubicBezTo>
                  <a:pt x="430698" y="169263"/>
                  <a:pt x="419169" y="164658"/>
                  <a:pt x="410200" y="156721"/>
                </a:cubicBezTo>
                <a:cubicBezTo>
                  <a:pt x="396880" y="144946"/>
                  <a:pt x="388424" y="119092"/>
                  <a:pt x="388424" y="90678"/>
                </a:cubicBezTo>
                <a:cubicBezTo>
                  <a:pt x="388424" y="64566"/>
                  <a:pt x="395598" y="39736"/>
                  <a:pt x="406357" y="27703"/>
                </a:cubicBezTo>
                <a:cubicBezTo>
                  <a:pt x="416350" y="16698"/>
                  <a:pt x="428907" y="11064"/>
                  <a:pt x="442997" y="11064"/>
                </a:cubicBezTo>
                <a:close/>
                <a:moveTo>
                  <a:pt x="539590" y="73022"/>
                </a:moveTo>
                <a:cubicBezTo>
                  <a:pt x="541127" y="72252"/>
                  <a:pt x="543691" y="71998"/>
                  <a:pt x="546510" y="71998"/>
                </a:cubicBezTo>
                <a:cubicBezTo>
                  <a:pt x="553684" y="71998"/>
                  <a:pt x="555987" y="75841"/>
                  <a:pt x="555987" y="88391"/>
                </a:cubicBezTo>
                <a:lnTo>
                  <a:pt x="555987" y="151928"/>
                </a:lnTo>
                <a:cubicBezTo>
                  <a:pt x="555987" y="166530"/>
                  <a:pt x="553168" y="170115"/>
                  <a:pt x="540102" y="171140"/>
                </a:cubicBezTo>
                <a:lnTo>
                  <a:pt x="540102" y="174983"/>
                </a:lnTo>
                <a:lnTo>
                  <a:pt x="594421" y="174983"/>
                </a:lnTo>
                <a:lnTo>
                  <a:pt x="594421" y="171140"/>
                </a:lnTo>
                <a:cubicBezTo>
                  <a:pt x="581352" y="170115"/>
                  <a:pt x="577509" y="167042"/>
                  <a:pt x="577509" y="157820"/>
                </a:cubicBezTo>
                <a:lnTo>
                  <a:pt x="577509" y="85830"/>
                </a:lnTo>
                <a:cubicBezTo>
                  <a:pt x="589808" y="74301"/>
                  <a:pt x="595446" y="71228"/>
                  <a:pt x="603902" y="71228"/>
                </a:cubicBezTo>
                <a:cubicBezTo>
                  <a:pt x="616455" y="71228"/>
                  <a:pt x="622605" y="79168"/>
                  <a:pt x="622605" y="96077"/>
                </a:cubicBezTo>
                <a:lnTo>
                  <a:pt x="622605" y="149622"/>
                </a:lnTo>
                <a:cubicBezTo>
                  <a:pt x="622605" y="165760"/>
                  <a:pt x="619274" y="170115"/>
                  <a:pt x="606463" y="171140"/>
                </a:cubicBezTo>
                <a:lnTo>
                  <a:pt x="606463" y="174983"/>
                </a:lnTo>
                <a:lnTo>
                  <a:pt x="659757" y="174983"/>
                </a:lnTo>
                <a:lnTo>
                  <a:pt x="659757" y="171140"/>
                </a:lnTo>
                <a:cubicBezTo>
                  <a:pt x="647200" y="169861"/>
                  <a:pt x="644127" y="166784"/>
                  <a:pt x="644127" y="154235"/>
                </a:cubicBezTo>
                <a:lnTo>
                  <a:pt x="644127" y="95565"/>
                </a:lnTo>
                <a:cubicBezTo>
                  <a:pt x="644127" y="71486"/>
                  <a:pt x="632852" y="57134"/>
                  <a:pt x="613895" y="57134"/>
                </a:cubicBezTo>
                <a:cubicBezTo>
                  <a:pt x="602107" y="57134"/>
                  <a:pt x="594163" y="61493"/>
                  <a:pt x="576742" y="77890"/>
                </a:cubicBezTo>
                <a:lnTo>
                  <a:pt x="576742" y="57650"/>
                </a:lnTo>
                <a:lnTo>
                  <a:pt x="574948" y="57134"/>
                </a:lnTo>
                <a:cubicBezTo>
                  <a:pt x="562394" y="61747"/>
                  <a:pt x="553684" y="64566"/>
                  <a:pt x="539590" y="68667"/>
                </a:cubicBezTo>
                <a:lnTo>
                  <a:pt x="539590" y="73022"/>
                </a:lnTo>
                <a:close/>
                <a:moveTo>
                  <a:pt x="768133" y="132893"/>
                </a:moveTo>
                <a:cubicBezTo>
                  <a:pt x="755838" y="152374"/>
                  <a:pt x="744817" y="159810"/>
                  <a:pt x="728420" y="159810"/>
                </a:cubicBezTo>
                <a:cubicBezTo>
                  <a:pt x="713818" y="159810"/>
                  <a:pt x="702801" y="152374"/>
                  <a:pt x="695369" y="137764"/>
                </a:cubicBezTo>
                <a:cubicBezTo>
                  <a:pt x="690756" y="128021"/>
                  <a:pt x="688965" y="119561"/>
                  <a:pt x="688453" y="103923"/>
                </a:cubicBezTo>
                <a:lnTo>
                  <a:pt x="767367" y="103923"/>
                </a:lnTo>
                <a:cubicBezTo>
                  <a:pt x="765315" y="87300"/>
                  <a:pt x="762754" y="79895"/>
                  <a:pt x="756350" y="71724"/>
                </a:cubicBezTo>
                <a:cubicBezTo>
                  <a:pt x="748660" y="62517"/>
                  <a:pt x="736877" y="57134"/>
                  <a:pt x="723553" y="57134"/>
                </a:cubicBezTo>
                <a:cubicBezTo>
                  <a:pt x="710742" y="57134"/>
                  <a:pt x="698700" y="61747"/>
                  <a:pt x="688965" y="70446"/>
                </a:cubicBezTo>
                <a:cubicBezTo>
                  <a:pt x="676920" y="80916"/>
                  <a:pt x="670004" y="99056"/>
                  <a:pt x="670004" y="120073"/>
                </a:cubicBezTo>
                <a:cubicBezTo>
                  <a:pt x="670004" y="155451"/>
                  <a:pt x="688453" y="177485"/>
                  <a:pt x="717916" y="177485"/>
                </a:cubicBezTo>
                <a:cubicBezTo>
                  <a:pt x="742256" y="177485"/>
                  <a:pt x="761472" y="162371"/>
                  <a:pt x="772235" y="134687"/>
                </a:cubicBezTo>
                <a:lnTo>
                  <a:pt x="768133" y="132893"/>
                </a:lnTo>
                <a:moveTo>
                  <a:pt x="688965" y="95725"/>
                </a:moveTo>
                <a:cubicBezTo>
                  <a:pt x="691780" y="75810"/>
                  <a:pt x="700495" y="66360"/>
                  <a:pt x="716121" y="66360"/>
                </a:cubicBezTo>
                <a:cubicBezTo>
                  <a:pt x="731751" y="66360"/>
                  <a:pt x="737901" y="73511"/>
                  <a:pt x="741232" y="95725"/>
                </a:cubicBezTo>
                <a:lnTo>
                  <a:pt x="688965" y="95725"/>
                </a:lnTo>
                <a:close/>
                <a:moveTo>
                  <a:pt x="1065087" y="7592"/>
                </a:moveTo>
                <a:lnTo>
                  <a:pt x="1022297" y="7592"/>
                </a:lnTo>
                <a:lnTo>
                  <a:pt x="936209" y="133972"/>
                </a:lnTo>
                <a:lnTo>
                  <a:pt x="922116" y="7592"/>
                </a:lnTo>
                <a:lnTo>
                  <a:pt x="875741" y="7592"/>
                </a:lnTo>
                <a:lnTo>
                  <a:pt x="875741" y="11693"/>
                </a:lnTo>
                <a:cubicBezTo>
                  <a:pt x="888552" y="12464"/>
                  <a:pt x="894702" y="15282"/>
                  <a:pt x="894702" y="21178"/>
                </a:cubicBezTo>
                <a:cubicBezTo>
                  <a:pt x="894702" y="23230"/>
                  <a:pt x="893678" y="27073"/>
                  <a:pt x="892141" y="31687"/>
                </a:cubicBezTo>
                <a:cubicBezTo>
                  <a:pt x="891629" y="32715"/>
                  <a:pt x="890859" y="35534"/>
                  <a:pt x="889835" y="39377"/>
                </a:cubicBezTo>
                <a:cubicBezTo>
                  <a:pt x="889577" y="40147"/>
                  <a:pt x="889323" y="41171"/>
                  <a:pt x="889064" y="42199"/>
                </a:cubicBezTo>
                <a:lnTo>
                  <a:pt x="861905" y="137561"/>
                </a:lnTo>
                <a:cubicBezTo>
                  <a:pt x="853965" y="164220"/>
                  <a:pt x="850122" y="169349"/>
                  <a:pt x="836798" y="170886"/>
                </a:cubicBezTo>
                <a:lnTo>
                  <a:pt x="836798" y="174983"/>
                </a:lnTo>
                <a:lnTo>
                  <a:pt x="887528" y="174983"/>
                </a:lnTo>
                <a:lnTo>
                  <a:pt x="887528" y="170886"/>
                </a:lnTo>
                <a:cubicBezTo>
                  <a:pt x="874462" y="169861"/>
                  <a:pt x="869337" y="166784"/>
                  <a:pt x="869337" y="159607"/>
                </a:cubicBezTo>
                <a:cubicBezTo>
                  <a:pt x="869337" y="157042"/>
                  <a:pt x="870361" y="150376"/>
                  <a:pt x="871644" y="146021"/>
                </a:cubicBezTo>
                <a:lnTo>
                  <a:pt x="901876" y="35022"/>
                </a:lnTo>
                <a:lnTo>
                  <a:pt x="917506" y="174983"/>
                </a:lnTo>
                <a:lnTo>
                  <a:pt x="921862" y="174983"/>
                </a:lnTo>
                <a:lnTo>
                  <a:pt x="1018454" y="31175"/>
                </a:lnTo>
                <a:lnTo>
                  <a:pt x="985403" y="151658"/>
                </a:lnTo>
                <a:cubicBezTo>
                  <a:pt x="981302" y="165248"/>
                  <a:pt x="976181" y="169091"/>
                  <a:pt x="959526" y="170886"/>
                </a:cubicBezTo>
                <a:lnTo>
                  <a:pt x="959526" y="174983"/>
                </a:lnTo>
                <a:lnTo>
                  <a:pt x="1029471" y="174983"/>
                </a:lnTo>
                <a:lnTo>
                  <a:pt x="1029471" y="170886"/>
                </a:lnTo>
                <a:cubicBezTo>
                  <a:pt x="1012050" y="169349"/>
                  <a:pt x="1009744" y="167809"/>
                  <a:pt x="1009744" y="159865"/>
                </a:cubicBezTo>
                <a:cubicBezTo>
                  <a:pt x="1009744" y="155505"/>
                  <a:pt x="1010256" y="152171"/>
                  <a:pt x="1012563" y="144226"/>
                </a:cubicBezTo>
                <a:lnTo>
                  <a:pt x="1044077" y="30662"/>
                </a:lnTo>
                <a:cubicBezTo>
                  <a:pt x="1048687" y="15282"/>
                  <a:pt x="1049969" y="14000"/>
                  <a:pt x="1065087" y="11693"/>
                </a:cubicBezTo>
                <a:lnTo>
                  <a:pt x="1065087" y="75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Text M-DiTblock">
            <a:extLst xmlns:a="http://schemas.openxmlformats.org/drawingml/2006/main">
              <a:ext uri="{FF2B5EF4-FFF2-40B4-BE49-F238E27FC236}">
                <a16:creationId xmlns:a16="http://schemas.microsoft.com/office/drawing/2014/main" id="{9FE2C877-FD99-44B9-97A9-7A83648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053" y="8771705"/>
            <a:ext cx="1356384" cy="177794"/>
          </a:xfrm>
          <a:custGeom xmlns:a="http://schemas.openxmlformats.org/drawingml/2006/main">
            <a:pathLst>
              <a:path w="1356384" h="177794">
                <a:moveTo>
                  <a:pt x="228289" y="7651"/>
                </a:moveTo>
                <a:lnTo>
                  <a:pt x="185499" y="7651"/>
                </a:lnTo>
                <a:lnTo>
                  <a:pt x="99412" y="134030"/>
                </a:lnTo>
                <a:lnTo>
                  <a:pt x="85318" y="7651"/>
                </a:lnTo>
                <a:lnTo>
                  <a:pt x="38943" y="7651"/>
                </a:lnTo>
                <a:lnTo>
                  <a:pt x="38943" y="11752"/>
                </a:lnTo>
                <a:cubicBezTo>
                  <a:pt x="51754" y="12522"/>
                  <a:pt x="57904" y="15341"/>
                  <a:pt x="57904" y="21237"/>
                </a:cubicBezTo>
                <a:cubicBezTo>
                  <a:pt x="57904" y="23289"/>
                  <a:pt x="56880" y="27132"/>
                  <a:pt x="55343" y="31745"/>
                </a:cubicBezTo>
                <a:cubicBezTo>
                  <a:pt x="54831" y="32774"/>
                  <a:pt x="54061" y="35592"/>
                  <a:pt x="53037" y="39435"/>
                </a:cubicBezTo>
                <a:cubicBezTo>
                  <a:pt x="52779" y="40206"/>
                  <a:pt x="52525" y="41230"/>
                  <a:pt x="52266" y="42258"/>
                </a:cubicBezTo>
                <a:lnTo>
                  <a:pt x="25107" y="137619"/>
                </a:lnTo>
                <a:cubicBezTo>
                  <a:pt x="17167" y="164278"/>
                  <a:pt x="13324" y="169408"/>
                  <a:pt x="0" y="170944"/>
                </a:cubicBezTo>
                <a:lnTo>
                  <a:pt x="0" y="175041"/>
                </a:lnTo>
                <a:lnTo>
                  <a:pt x="50730" y="175041"/>
                </a:lnTo>
                <a:lnTo>
                  <a:pt x="50730" y="170944"/>
                </a:lnTo>
                <a:cubicBezTo>
                  <a:pt x="37664" y="169920"/>
                  <a:pt x="32539" y="166843"/>
                  <a:pt x="32539" y="159665"/>
                </a:cubicBezTo>
                <a:cubicBezTo>
                  <a:pt x="32539" y="157101"/>
                  <a:pt x="33563" y="150435"/>
                  <a:pt x="34846" y="146080"/>
                </a:cubicBezTo>
                <a:lnTo>
                  <a:pt x="65078" y="35080"/>
                </a:lnTo>
                <a:lnTo>
                  <a:pt x="80708" y="175041"/>
                </a:lnTo>
                <a:lnTo>
                  <a:pt x="85064" y="175041"/>
                </a:lnTo>
                <a:lnTo>
                  <a:pt x="181656" y="31233"/>
                </a:lnTo>
                <a:lnTo>
                  <a:pt x="148605" y="151717"/>
                </a:lnTo>
                <a:cubicBezTo>
                  <a:pt x="144504" y="165307"/>
                  <a:pt x="139383" y="169150"/>
                  <a:pt x="122728" y="170944"/>
                </a:cubicBezTo>
                <a:lnTo>
                  <a:pt x="122728" y="175041"/>
                </a:lnTo>
                <a:lnTo>
                  <a:pt x="192673" y="175041"/>
                </a:lnTo>
                <a:lnTo>
                  <a:pt x="192673" y="170944"/>
                </a:lnTo>
                <a:cubicBezTo>
                  <a:pt x="175252" y="169408"/>
                  <a:pt x="172946" y="167867"/>
                  <a:pt x="172946" y="159923"/>
                </a:cubicBezTo>
                <a:cubicBezTo>
                  <a:pt x="172946" y="155564"/>
                  <a:pt x="173458" y="152229"/>
                  <a:pt x="175765" y="144285"/>
                </a:cubicBezTo>
                <a:lnTo>
                  <a:pt x="207279" y="30721"/>
                </a:lnTo>
                <a:cubicBezTo>
                  <a:pt x="211889" y="15341"/>
                  <a:pt x="213171" y="14059"/>
                  <a:pt x="228289" y="11752"/>
                </a:cubicBezTo>
                <a:lnTo>
                  <a:pt x="228289" y="7651"/>
                </a:lnTo>
                <a:close/>
                <a:moveTo>
                  <a:pt x="290293" y="109737"/>
                </a:moveTo>
                <a:lnTo>
                  <a:pt x="234179" y="109737"/>
                </a:lnTo>
                <a:lnTo>
                  <a:pt x="230594" y="125879"/>
                </a:lnTo>
                <a:lnTo>
                  <a:pt x="286962" y="125879"/>
                </a:lnTo>
                <a:lnTo>
                  <a:pt x="290293" y="109737"/>
                </a:lnTo>
                <a:close/>
                <a:moveTo>
                  <a:pt x="336666" y="11752"/>
                </a:moveTo>
                <a:cubicBezTo>
                  <a:pt x="352550" y="13288"/>
                  <a:pt x="356393" y="15341"/>
                  <a:pt x="356393" y="22261"/>
                </a:cubicBezTo>
                <a:cubicBezTo>
                  <a:pt x="356393" y="26108"/>
                  <a:pt x="355369" y="32258"/>
                  <a:pt x="353578" y="38669"/>
                </a:cubicBezTo>
                <a:lnTo>
                  <a:pt x="322063" y="151975"/>
                </a:lnTo>
                <a:cubicBezTo>
                  <a:pt x="317450" y="166843"/>
                  <a:pt x="315656" y="168383"/>
                  <a:pt x="301308" y="170944"/>
                </a:cubicBezTo>
                <a:lnTo>
                  <a:pt x="301308" y="175041"/>
                </a:lnTo>
                <a:lnTo>
                  <a:pt x="366132" y="175041"/>
                </a:lnTo>
                <a:cubicBezTo>
                  <a:pt x="396110" y="175041"/>
                  <a:pt x="423524" y="167101"/>
                  <a:pt x="443251" y="152745"/>
                </a:cubicBezTo>
                <a:cubicBezTo>
                  <a:pt x="468104" y="134543"/>
                  <a:pt x="482710" y="106343"/>
                  <a:pt x="482710" y="76607"/>
                </a:cubicBezTo>
                <a:cubicBezTo>
                  <a:pt x="482710" y="34564"/>
                  <a:pt x="453502" y="7651"/>
                  <a:pt x="407893" y="7651"/>
                </a:cubicBezTo>
                <a:lnTo>
                  <a:pt x="336666" y="7651"/>
                </a:lnTo>
                <a:lnTo>
                  <a:pt x="336666" y="11752"/>
                </a:lnTo>
                <a:moveTo>
                  <a:pt x="383553" y="22773"/>
                </a:moveTo>
                <a:cubicBezTo>
                  <a:pt x="385093" y="17135"/>
                  <a:pt x="388936" y="15341"/>
                  <a:pt x="399183" y="15341"/>
                </a:cubicBezTo>
                <a:cubicBezTo>
                  <a:pt x="413789" y="15341"/>
                  <a:pt x="426596" y="18672"/>
                  <a:pt x="434799" y="24826"/>
                </a:cubicBezTo>
                <a:cubicBezTo>
                  <a:pt x="447352" y="34052"/>
                  <a:pt x="454268" y="50202"/>
                  <a:pt x="454268" y="70454"/>
                </a:cubicBezTo>
                <a:cubicBezTo>
                  <a:pt x="454268" y="98141"/>
                  <a:pt x="443509" y="126852"/>
                  <a:pt x="426084" y="144285"/>
                </a:cubicBezTo>
                <a:cubicBezTo>
                  <a:pt x="410970" y="159665"/>
                  <a:pt x="390214" y="167355"/>
                  <a:pt x="363567" y="167355"/>
                </a:cubicBezTo>
                <a:cubicBezTo>
                  <a:pt x="351784" y="167355"/>
                  <a:pt x="346916" y="164536"/>
                  <a:pt x="346916" y="157871"/>
                </a:cubicBezTo>
                <a:cubicBezTo>
                  <a:pt x="346916" y="154540"/>
                  <a:pt x="348195" y="148898"/>
                  <a:pt x="352550" y="133518"/>
                </a:cubicBezTo>
                <a:lnTo>
                  <a:pt x="383553" y="22773"/>
                </a:lnTo>
                <a:close/>
                <a:moveTo>
                  <a:pt x="545227" y="145763"/>
                </a:moveTo>
                <a:cubicBezTo>
                  <a:pt x="539078" y="153961"/>
                  <a:pt x="537283" y="156014"/>
                  <a:pt x="534723" y="158832"/>
                </a:cubicBezTo>
                <a:cubicBezTo>
                  <a:pt x="530363" y="163192"/>
                  <a:pt x="526520" y="165752"/>
                  <a:pt x="524218" y="165752"/>
                </a:cubicBezTo>
                <a:cubicBezTo>
                  <a:pt x="522165" y="165752"/>
                  <a:pt x="520117" y="163704"/>
                  <a:pt x="520117" y="161909"/>
                </a:cubicBezTo>
                <a:cubicBezTo>
                  <a:pt x="520117" y="159345"/>
                  <a:pt x="520887" y="155502"/>
                  <a:pt x="522677" y="150630"/>
                </a:cubicBezTo>
                <a:cubicBezTo>
                  <a:pt x="522677" y="149860"/>
                  <a:pt x="523447" y="148070"/>
                  <a:pt x="523960" y="146017"/>
                </a:cubicBezTo>
                <a:lnTo>
                  <a:pt x="523960" y="145505"/>
                </a:lnTo>
                <a:lnTo>
                  <a:pt x="524218" y="144993"/>
                </a:lnTo>
                <a:lnTo>
                  <a:pt x="546764" y="62463"/>
                </a:lnTo>
                <a:lnTo>
                  <a:pt x="545994" y="61946"/>
                </a:lnTo>
                <a:cubicBezTo>
                  <a:pt x="520117" y="66818"/>
                  <a:pt x="514991" y="67584"/>
                  <a:pt x="504998" y="68354"/>
                </a:cubicBezTo>
                <a:lnTo>
                  <a:pt x="504998" y="72455"/>
                </a:lnTo>
                <a:cubicBezTo>
                  <a:pt x="518580" y="72709"/>
                  <a:pt x="521141" y="73480"/>
                  <a:pt x="521141" y="78605"/>
                </a:cubicBezTo>
                <a:cubicBezTo>
                  <a:pt x="521141" y="80657"/>
                  <a:pt x="520375" y="84759"/>
                  <a:pt x="518834" y="89884"/>
                </a:cubicBezTo>
                <a:lnTo>
                  <a:pt x="506539" y="135250"/>
                </a:lnTo>
                <a:cubicBezTo>
                  <a:pt x="502438" y="150118"/>
                  <a:pt x="500901" y="158062"/>
                  <a:pt x="500901" y="163192"/>
                </a:cubicBezTo>
                <a:cubicBezTo>
                  <a:pt x="500901" y="172672"/>
                  <a:pt x="504998" y="177794"/>
                  <a:pt x="512685" y="177794"/>
                </a:cubicBezTo>
                <a:cubicBezTo>
                  <a:pt x="524472" y="177794"/>
                  <a:pt x="533952" y="170108"/>
                  <a:pt x="548554" y="148582"/>
                </a:cubicBezTo>
                <a:lnTo>
                  <a:pt x="545227" y="145763"/>
                </a:lnTo>
                <a:moveTo>
                  <a:pt x="543175" y="7401"/>
                </a:moveTo>
                <a:cubicBezTo>
                  <a:pt x="536259" y="7401"/>
                  <a:pt x="531134" y="13296"/>
                  <a:pt x="531134" y="20979"/>
                </a:cubicBezTo>
                <a:cubicBezTo>
                  <a:pt x="531134" y="29173"/>
                  <a:pt x="536001" y="34549"/>
                  <a:pt x="543433" y="34549"/>
                </a:cubicBezTo>
                <a:cubicBezTo>
                  <a:pt x="550095" y="34549"/>
                  <a:pt x="555986" y="28661"/>
                  <a:pt x="555986" y="21491"/>
                </a:cubicBezTo>
                <a:cubicBezTo>
                  <a:pt x="555986" y="14063"/>
                  <a:pt x="550095" y="7401"/>
                  <a:pt x="543175" y="7401"/>
                </a:cubicBezTo>
                <a:close/>
                <a:moveTo>
                  <a:pt x="721758" y="7651"/>
                </a:moveTo>
                <a:lnTo>
                  <a:pt x="585452" y="7651"/>
                </a:lnTo>
                <a:lnTo>
                  <a:pt x="574689" y="47125"/>
                </a:lnTo>
                <a:lnTo>
                  <a:pt x="579303" y="48150"/>
                </a:lnTo>
                <a:cubicBezTo>
                  <a:pt x="592880" y="20466"/>
                  <a:pt x="601079" y="16107"/>
                  <a:pt x="640280" y="16619"/>
                </a:cubicBezTo>
                <a:lnTo>
                  <a:pt x="603385" y="151975"/>
                </a:lnTo>
                <a:cubicBezTo>
                  <a:pt x="599288" y="165561"/>
                  <a:pt x="593138" y="169662"/>
                  <a:pt x="576226" y="170944"/>
                </a:cubicBezTo>
                <a:lnTo>
                  <a:pt x="576226" y="175041"/>
                </a:lnTo>
                <a:lnTo>
                  <a:pt x="650530" y="175041"/>
                </a:lnTo>
                <a:lnTo>
                  <a:pt x="650530" y="170944"/>
                </a:lnTo>
                <a:cubicBezTo>
                  <a:pt x="646175" y="170686"/>
                  <a:pt x="642332" y="170174"/>
                  <a:pt x="640792" y="170174"/>
                </a:cubicBezTo>
                <a:cubicBezTo>
                  <a:pt x="630545" y="169408"/>
                  <a:pt x="627472" y="167097"/>
                  <a:pt x="627472" y="159407"/>
                </a:cubicBezTo>
                <a:cubicBezTo>
                  <a:pt x="627472" y="156076"/>
                  <a:pt x="628238" y="152999"/>
                  <a:pt x="630545" y="144285"/>
                </a:cubicBezTo>
                <a:lnTo>
                  <a:pt x="666161" y="16619"/>
                </a:lnTo>
                <a:lnTo>
                  <a:pt x="680251" y="16619"/>
                </a:lnTo>
                <a:cubicBezTo>
                  <a:pt x="698700" y="16619"/>
                  <a:pt x="706898" y="23027"/>
                  <a:pt x="706898" y="37383"/>
                </a:cubicBezTo>
                <a:cubicBezTo>
                  <a:pt x="706898" y="40718"/>
                  <a:pt x="706640" y="44561"/>
                  <a:pt x="706128" y="48920"/>
                </a:cubicBezTo>
                <a:lnTo>
                  <a:pt x="710483" y="49432"/>
                </a:lnTo>
                <a:lnTo>
                  <a:pt x="721758" y="7651"/>
                </a:lnTo>
                <a:close/>
                <a:moveTo>
                  <a:pt x="824996" y="571"/>
                </a:moveTo>
                <a:lnTo>
                  <a:pt x="823714" y="59"/>
                </a:lnTo>
                <a:cubicBezTo>
                  <a:pt x="812951" y="3902"/>
                  <a:pt x="806035" y="5950"/>
                  <a:pt x="793994" y="9281"/>
                </a:cubicBezTo>
                <a:lnTo>
                  <a:pt x="786562" y="11334"/>
                </a:lnTo>
                <a:lnTo>
                  <a:pt x="786562" y="15431"/>
                </a:lnTo>
                <a:cubicBezTo>
                  <a:pt x="788098" y="15177"/>
                  <a:pt x="789122" y="15177"/>
                  <a:pt x="790917" y="15177"/>
                </a:cubicBezTo>
                <a:cubicBezTo>
                  <a:pt x="801168" y="15177"/>
                  <a:pt x="803470" y="17480"/>
                  <a:pt x="803470" y="28242"/>
                </a:cubicBezTo>
                <a:lnTo>
                  <a:pt x="803470" y="161155"/>
                </a:lnTo>
                <a:cubicBezTo>
                  <a:pt x="803470" y="169091"/>
                  <a:pt x="825250" y="177543"/>
                  <a:pt x="845748" y="177543"/>
                </a:cubicBezTo>
                <a:cubicBezTo>
                  <a:pt x="879569" y="177543"/>
                  <a:pt x="905701" y="149375"/>
                  <a:pt x="905701" y="112763"/>
                </a:cubicBezTo>
                <a:cubicBezTo>
                  <a:pt x="905701" y="81271"/>
                  <a:pt x="886231" y="57193"/>
                  <a:pt x="860608" y="57193"/>
                </a:cubicBezTo>
                <a:cubicBezTo>
                  <a:pt x="844978" y="57193"/>
                  <a:pt x="830118" y="66419"/>
                  <a:pt x="824996" y="78969"/>
                </a:cubicBezTo>
                <a:lnTo>
                  <a:pt x="824996" y="571"/>
                </a:lnTo>
                <a:moveTo>
                  <a:pt x="824996" y="92539"/>
                </a:moveTo>
                <a:cubicBezTo>
                  <a:pt x="824996" y="82554"/>
                  <a:pt x="837038" y="73335"/>
                  <a:pt x="850361" y="73335"/>
                </a:cubicBezTo>
                <a:cubicBezTo>
                  <a:pt x="870343" y="73335"/>
                  <a:pt x="883154" y="93305"/>
                  <a:pt x="883154" y="124542"/>
                </a:cubicBezTo>
                <a:cubicBezTo>
                  <a:pt x="883154" y="152960"/>
                  <a:pt x="870855" y="169345"/>
                  <a:pt x="849849" y="169345"/>
                </a:cubicBezTo>
                <a:cubicBezTo>
                  <a:pt x="836525" y="169345"/>
                  <a:pt x="824996" y="163457"/>
                  <a:pt x="824996" y="157058"/>
                </a:cubicBezTo>
                <a:lnTo>
                  <a:pt x="824996" y="92539"/>
                </a:lnTo>
                <a:close/>
                <a:moveTo>
                  <a:pt x="918771" y="15419"/>
                </a:moveTo>
                <a:lnTo>
                  <a:pt x="920308" y="15419"/>
                </a:lnTo>
                <a:cubicBezTo>
                  <a:pt x="923127" y="15165"/>
                  <a:pt x="926200" y="14907"/>
                  <a:pt x="928252" y="14907"/>
                </a:cubicBezTo>
                <a:cubicBezTo>
                  <a:pt x="936450" y="14907"/>
                  <a:pt x="939011" y="18496"/>
                  <a:pt x="939011" y="30537"/>
                </a:cubicBezTo>
                <a:lnTo>
                  <a:pt x="939011" y="152753"/>
                </a:lnTo>
                <a:cubicBezTo>
                  <a:pt x="939011" y="166589"/>
                  <a:pt x="935426" y="169920"/>
                  <a:pt x="919284" y="171198"/>
                </a:cubicBezTo>
                <a:lnTo>
                  <a:pt x="919284" y="175041"/>
                </a:lnTo>
                <a:lnTo>
                  <a:pt x="979748" y="175041"/>
                </a:lnTo>
                <a:lnTo>
                  <a:pt x="979748" y="171198"/>
                </a:lnTo>
                <a:cubicBezTo>
                  <a:pt x="963610" y="170174"/>
                  <a:pt x="960533" y="167613"/>
                  <a:pt x="960533" y="153519"/>
                </a:cubicBezTo>
                <a:lnTo>
                  <a:pt x="960533" y="559"/>
                </a:lnTo>
                <a:lnTo>
                  <a:pt x="959509" y="47"/>
                </a:lnTo>
                <a:cubicBezTo>
                  <a:pt x="946185" y="4402"/>
                  <a:pt x="936450" y="6967"/>
                  <a:pt x="918771" y="11322"/>
                </a:cubicBezTo>
                <a:lnTo>
                  <a:pt x="918771" y="15419"/>
                </a:lnTo>
                <a:close/>
                <a:moveTo>
                  <a:pt x="1049185" y="57193"/>
                </a:moveTo>
                <a:cubicBezTo>
                  <a:pt x="1015876" y="57193"/>
                  <a:pt x="992559" y="81780"/>
                  <a:pt x="992559" y="117114"/>
                </a:cubicBezTo>
                <a:cubicBezTo>
                  <a:pt x="992559" y="151678"/>
                  <a:pt x="1016388" y="177543"/>
                  <a:pt x="1048669" y="177543"/>
                </a:cubicBezTo>
                <a:cubicBezTo>
                  <a:pt x="1080954" y="177543"/>
                  <a:pt x="1105549" y="150400"/>
                  <a:pt x="1105549" y="115065"/>
                </a:cubicBezTo>
                <a:cubicBezTo>
                  <a:pt x="1105549" y="81521"/>
                  <a:pt x="1081978" y="57193"/>
                  <a:pt x="1049185" y="57193"/>
                </a:cubicBezTo>
                <a:moveTo>
                  <a:pt x="1045854" y="64370"/>
                </a:moveTo>
                <a:cubicBezTo>
                  <a:pt x="1067376" y="64370"/>
                  <a:pt x="1082490" y="88950"/>
                  <a:pt x="1082490" y="124026"/>
                </a:cubicBezTo>
                <a:cubicBezTo>
                  <a:pt x="1082490" y="152960"/>
                  <a:pt x="1070961" y="170369"/>
                  <a:pt x="1051746" y="170369"/>
                </a:cubicBezTo>
                <a:cubicBezTo>
                  <a:pt x="1041753" y="170369"/>
                  <a:pt x="1032272" y="164228"/>
                  <a:pt x="1026893" y="153985"/>
                </a:cubicBezTo>
                <a:cubicBezTo>
                  <a:pt x="1019719" y="140669"/>
                  <a:pt x="1015618" y="122747"/>
                  <a:pt x="1015618" y="104568"/>
                </a:cubicBezTo>
                <a:cubicBezTo>
                  <a:pt x="1015618" y="80243"/>
                  <a:pt x="1027659" y="64370"/>
                  <a:pt x="1045854" y="64370"/>
                </a:cubicBezTo>
                <a:close/>
                <a:moveTo>
                  <a:pt x="1215211" y="135031"/>
                </a:moveTo>
                <a:cubicBezTo>
                  <a:pt x="1202911" y="152953"/>
                  <a:pt x="1193689" y="159098"/>
                  <a:pt x="1179083" y="159098"/>
                </a:cubicBezTo>
                <a:cubicBezTo>
                  <a:pt x="1155766" y="159098"/>
                  <a:pt x="1139370" y="138616"/>
                  <a:pt x="1139370" y="109174"/>
                </a:cubicBezTo>
                <a:cubicBezTo>
                  <a:pt x="1139370" y="82804"/>
                  <a:pt x="1153464" y="64625"/>
                  <a:pt x="1174215" y="64625"/>
                </a:cubicBezTo>
                <a:cubicBezTo>
                  <a:pt x="1183438" y="64625"/>
                  <a:pt x="1186769" y="67439"/>
                  <a:pt x="1189333" y="76912"/>
                </a:cubicBezTo>
                <a:lnTo>
                  <a:pt x="1190870" y="82546"/>
                </a:lnTo>
                <a:cubicBezTo>
                  <a:pt x="1192918" y="89716"/>
                  <a:pt x="1197532" y="94325"/>
                  <a:pt x="1202911" y="94325"/>
                </a:cubicBezTo>
                <a:cubicBezTo>
                  <a:pt x="1209573" y="94325"/>
                  <a:pt x="1215211" y="89458"/>
                  <a:pt x="1215211" y="83570"/>
                </a:cubicBezTo>
                <a:cubicBezTo>
                  <a:pt x="1215211" y="69234"/>
                  <a:pt x="1197274" y="57193"/>
                  <a:pt x="1175752" y="57193"/>
                </a:cubicBezTo>
                <a:cubicBezTo>
                  <a:pt x="1163198" y="57193"/>
                  <a:pt x="1150133" y="62318"/>
                  <a:pt x="1139628" y="71537"/>
                </a:cubicBezTo>
                <a:cubicBezTo>
                  <a:pt x="1126816" y="82804"/>
                  <a:pt x="1119642" y="100213"/>
                  <a:pt x="1119642" y="120437"/>
                </a:cubicBezTo>
                <a:cubicBezTo>
                  <a:pt x="1119642" y="153723"/>
                  <a:pt x="1139882" y="177543"/>
                  <a:pt x="1168324" y="177543"/>
                </a:cubicBezTo>
                <a:cubicBezTo>
                  <a:pt x="1179853" y="177543"/>
                  <a:pt x="1190100" y="173446"/>
                  <a:pt x="1199326" y="165502"/>
                </a:cubicBezTo>
                <a:cubicBezTo>
                  <a:pt x="1206242" y="159352"/>
                  <a:pt x="1211110" y="152440"/>
                  <a:pt x="1218796" y="137334"/>
                </a:cubicBezTo>
                <a:lnTo>
                  <a:pt x="1215211" y="135031"/>
                </a:lnTo>
                <a:close/>
                <a:moveTo>
                  <a:pt x="1228788" y="15372"/>
                </a:moveTo>
                <a:cubicBezTo>
                  <a:pt x="1232119" y="15114"/>
                  <a:pt x="1234426" y="14860"/>
                  <a:pt x="1236987" y="14860"/>
                </a:cubicBezTo>
                <a:cubicBezTo>
                  <a:pt x="1245443" y="14860"/>
                  <a:pt x="1248004" y="18191"/>
                  <a:pt x="1248004" y="30487"/>
                </a:cubicBezTo>
                <a:lnTo>
                  <a:pt x="1248004" y="154028"/>
                </a:lnTo>
                <a:cubicBezTo>
                  <a:pt x="1248004" y="167355"/>
                  <a:pt x="1247237" y="168125"/>
                  <a:pt x="1228788" y="171198"/>
                </a:cubicBezTo>
                <a:lnTo>
                  <a:pt x="1228788" y="175041"/>
                </a:lnTo>
                <a:lnTo>
                  <a:pt x="1288745" y="175041"/>
                </a:lnTo>
                <a:lnTo>
                  <a:pt x="1288745" y="171198"/>
                </a:lnTo>
                <a:lnTo>
                  <a:pt x="1283619" y="170944"/>
                </a:lnTo>
                <a:cubicBezTo>
                  <a:pt x="1273373" y="170432"/>
                  <a:pt x="1269526" y="166843"/>
                  <a:pt x="1269526" y="157871"/>
                </a:cubicBezTo>
                <a:lnTo>
                  <a:pt x="1269526" y="110706"/>
                </a:lnTo>
                <a:lnTo>
                  <a:pt x="1305399" y="158641"/>
                </a:lnTo>
                <a:lnTo>
                  <a:pt x="1306166" y="159665"/>
                </a:lnTo>
                <a:cubicBezTo>
                  <a:pt x="1306678" y="160435"/>
                  <a:pt x="1307190" y="161202"/>
                  <a:pt x="1307960" y="161972"/>
                </a:cubicBezTo>
                <a:cubicBezTo>
                  <a:pt x="1310009" y="164536"/>
                  <a:pt x="1310779" y="166073"/>
                  <a:pt x="1310779" y="167355"/>
                </a:cubicBezTo>
                <a:cubicBezTo>
                  <a:pt x="1310779" y="169662"/>
                  <a:pt x="1308472" y="171198"/>
                  <a:pt x="1305399" y="171198"/>
                </a:cubicBezTo>
                <a:lnTo>
                  <a:pt x="1300528" y="171198"/>
                </a:lnTo>
                <a:lnTo>
                  <a:pt x="1300528" y="175041"/>
                </a:lnTo>
                <a:lnTo>
                  <a:pt x="1356384" y="175041"/>
                </a:lnTo>
                <a:lnTo>
                  <a:pt x="1356384" y="171198"/>
                </a:lnTo>
                <a:cubicBezTo>
                  <a:pt x="1345112" y="170432"/>
                  <a:pt x="1337168" y="165561"/>
                  <a:pt x="1326409" y="152487"/>
                </a:cubicBezTo>
                <a:lnTo>
                  <a:pt x="1287204" y="102758"/>
                </a:lnTo>
                <a:lnTo>
                  <a:pt x="1294636" y="95838"/>
                </a:lnTo>
                <a:cubicBezTo>
                  <a:pt x="1312828" y="78922"/>
                  <a:pt x="1328712" y="67127"/>
                  <a:pt x="1336144" y="65078"/>
                </a:cubicBezTo>
                <a:cubicBezTo>
                  <a:pt x="1339987" y="64054"/>
                  <a:pt x="1343572" y="63542"/>
                  <a:pt x="1347931" y="63542"/>
                </a:cubicBezTo>
                <a:lnTo>
                  <a:pt x="1349980" y="63542"/>
                </a:lnTo>
                <a:lnTo>
                  <a:pt x="1349980" y="59695"/>
                </a:lnTo>
                <a:lnTo>
                  <a:pt x="1297709" y="59695"/>
                </a:lnTo>
                <a:lnTo>
                  <a:pt x="1297709" y="63284"/>
                </a:lnTo>
                <a:cubicBezTo>
                  <a:pt x="1307702" y="63542"/>
                  <a:pt x="1310521" y="64566"/>
                  <a:pt x="1310521" y="68155"/>
                </a:cubicBezTo>
                <a:cubicBezTo>
                  <a:pt x="1310521" y="70203"/>
                  <a:pt x="1308214" y="73792"/>
                  <a:pt x="1304629" y="76869"/>
                </a:cubicBezTo>
                <a:lnTo>
                  <a:pt x="1269526" y="108141"/>
                </a:lnTo>
                <a:lnTo>
                  <a:pt x="1269526" y="512"/>
                </a:lnTo>
                <a:lnTo>
                  <a:pt x="1268501" y="0"/>
                </a:lnTo>
                <a:cubicBezTo>
                  <a:pt x="1258767" y="3073"/>
                  <a:pt x="1251335" y="5121"/>
                  <a:pt x="1236474" y="9223"/>
                </a:cubicBezTo>
                <a:lnTo>
                  <a:pt x="1228788" y="11271"/>
                </a:lnTo>
                <a:lnTo>
                  <a:pt x="1228788" y="153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913144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2026-09-05T14:29:09.1460000Z</dcterms:created>
  <dcterms:modified xsi:type="dcterms:W3CDTF">2026-09-05T14:29:09.1460000Z</dcterms:modified>
</coreProperties>
</file>