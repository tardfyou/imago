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081e59f67e4f9d" /><Relationship Type="http://schemas.openxmlformats.org/officeDocument/2006/relationships/extended-properties" Target="/docProps/app.xml" Id="R5911bae8efb3493d" /><Relationship Type="http://schemas.openxmlformats.org/officeDocument/2006/relationships/officeDocument" Target="/ppt/presentation.xml" Id="R74201b26a41747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e4710309cd4535"/>
  </p:sldMasterIdLst>
  <p:notesMasterIdLst>
    <p:notesMasterId xmlns:r="http://schemas.openxmlformats.org/officeDocument/2006/relationships" r:id="R3d1b8017e1e4473d"/>
  </p:notesMasterIdLst>
  <p:sldIdLst>
    <p:sldId xmlns:r="http://schemas.openxmlformats.org/officeDocument/2006/relationships" id="256" r:id="R61b175269be34575"/>
  </p:sldIdLst>
  <p:sldSz cx="6772275" cy="4429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386d1709e4ff0" /><Relationship Type="http://schemas.openxmlformats.org/officeDocument/2006/relationships/slideMaster" Target="/ppt/slideMasters/slideMaster1.xml" Id="Rbbe4710309cd4535" /><Relationship Type="http://schemas.openxmlformats.org/officeDocument/2006/relationships/notesMaster" Target="/ppt/notesMasters/notesMaster1.xml" Id="R3d1b8017e1e4473d" /><Relationship Type="http://schemas.openxmlformats.org/officeDocument/2006/relationships/presProps" Target="/ppt/presProps.xml" Id="Reec76e814d4d45c4" /><Relationship Type="http://schemas.openxmlformats.org/officeDocument/2006/relationships/tableStyles" Target="/ppt/tableStyles.xml" Id="Rbf8ea58a32c14dbd" /><Relationship Type="http://schemas.openxmlformats.org/officeDocument/2006/relationships/slide" Target="/ppt/slides/slide1.xml" Id="R61b175269be3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13f7770dd6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75955f37004174" /><Relationship Type="http://schemas.openxmlformats.org/officeDocument/2006/relationships/notesMaster" Target="/ppt/notesMasters/notesMaster1.xml" Id="R3507e20887aa4bc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素材ID：AI-087</ns1:t>
            </ns1:r>
          </ns1:p>
          <ns1:p>
            <ns1:r>
              <ns1:t>论文：PlantTraitNet: An Uncertainty-Aware Multimodal Framework for Global-Scale Plant Trait Inference from Citizen Science Data</ns1:t>
            </ns1:r>
          </ns1:p>
          <ns1:p>
            <ns1:r>
              <ns1:t>会议：AAAI 2026</ns1:t>
            </ns1:r>
          </ns1:p>
          <ns1:p>
            <ns1:r>
              <ns1:t>奖项：Best Paper – AI for Social Impact Track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借鉴点：将三个模态的冻结编码器融合，分成植物高度、叶面积等四任务头，并用对应小图标标明输出含义。</ns1:t>
            </ns1:r>
          </ns1:p>
          <ns1:p>
            <ns1:r>
              <ns1:t>论文URL：https://ojs.aaai.org/index.php/AAAI/article/view/41272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2ca55a4254e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e5242cf6d437b" /><Relationship Type="http://schemas.openxmlformats.org/officeDocument/2006/relationships/slideLayout" Target="/ppt/slideLayouts/slideLayout1.xml" Id="R714251e833604e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4251e833604e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312a56d9a4062" /><Relationship Type="http://schemas.openxmlformats.org/officeDocument/2006/relationships/image" Target="/ppt/media/image.png" Id="R489f5529476e442d" /><Relationship Type="http://schemas.openxmlformats.org/officeDocument/2006/relationships/image" Target="/ppt/media/image2.png" Id="R3bcb91c71a7f4b36" /><Relationship Type="http://schemas.openxmlformats.org/officeDocument/2006/relationships/image" Target="/ppt/media/image3.png" Id="R240cf68ed09f4b2d" /><Relationship Type="http://schemas.openxmlformats.org/officeDocument/2006/relationships/image" Target="/ppt/media/image4.png" Id="R696c88f2822d452f" /><Relationship Type="http://schemas.openxmlformats.org/officeDocument/2006/relationships/image" Target="/ppt/media/image5.png" Id="Rbaca127da7234b3f" /><Relationship Type="http://schemas.openxmlformats.org/officeDocument/2006/relationships/notesSlide" Target="/ppt/notesSlides/notesSlide1.xml" Id="R037de4555dc549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f5529476e442d"/>
          <a:stretch xmlns:a="http://schemas.openxmlformats.org/drawingml/2006/main"/>
        </p:blipFill>
        <p:spPr>
          <a:xfrm xmlns:a="http://schemas.openxmlformats.org/drawingml/2006/main">
            <a:off x="66675" y="314325"/>
            <a:ext cx="923925" cy="75247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b91c71a7f4b36"/>
          <a:stretch xmlns:a="http://schemas.openxmlformats.org/drawingml/2006/main"/>
        </p:blipFill>
        <p:spPr>
          <a:xfrm xmlns:a="http://schemas.openxmlformats.org/drawingml/2006/main">
            <a:off x="47625" y="1685925"/>
            <a:ext cx="981075" cy="981075"/>
          </a:xfrm>
          <a:prstGeom xmlns:a="http://schemas.openxmlformats.org/drawingml/2006/main" prst="rect">
            <a:avLst/>
          </a:prstGeom>
        </p:spPr>
      </p:pic>
      <p:sp>
        <p:nvSpPr>
          <p:cNvPr id="3" name="path-1">
            <a:extLst xmlns:a="http://schemas.openxmlformats.org/drawingml/2006/main">
              <a:ext uri="{FF2B5EF4-FFF2-40B4-BE49-F238E27FC236}">
                <a16:creationId xmlns:a16="http://schemas.microsoft.com/office/drawing/2014/main" id="{718B4D60-AFDF-437C-AAFC-802F80B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"/>
            <a:ext cx="809625" cy="1314450"/>
          </a:xfrm>
          <a:custGeom xmlns:a="http://schemas.openxmlformats.org/drawingml/2006/main">
            <a:pathLst>
              <a:path w="809625" h="1314450">
                <a:moveTo>
                  <a:pt x="0" y="0"/>
                </a:moveTo>
                <a:lnTo>
                  <a:pt x="809625" y="257175"/>
                </a:lnTo>
                <a:lnTo>
                  <a:pt x="809625" y="1019175"/>
                </a:lnTo>
                <a:lnTo>
                  <a:pt x="0" y="1314450"/>
                </a:lnTo>
                <a:close/>
              </a:path>
            </a:pathLst>
          </a:custGeom>
          <a:solidFill xmlns:a="http://schemas.openxmlformats.org/drawingml/2006/main">
            <a:srgbClr val="DAE9D1"/>
          </a:solidFill>
          <a:ln xmlns:a="http://schemas.openxmlformats.org/drawingml/2006/main" w="28575">
            <a:solidFill>
              <a:srgbClr val="97BD75"/>
            </a:solidFill>
          </a:ln>
        </p:spPr>
      </p:sp>
      <p:sp>
        <p:nvSpPr>
          <p:cNvPr id="4" name="path-2">
            <a:extLst xmlns:a="http://schemas.openxmlformats.org/drawingml/2006/main">
              <a:ext uri="{FF2B5EF4-FFF2-40B4-BE49-F238E27FC236}">
                <a16:creationId xmlns:a16="http://schemas.microsoft.com/office/drawing/2014/main" id="{9B088578-99C7-4154-90C4-2B6F9A9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19225"/>
            <a:ext cx="723900" cy="1257300"/>
          </a:xfrm>
          <a:custGeom xmlns:a="http://schemas.openxmlformats.org/drawingml/2006/main">
            <a:pathLst>
              <a:path w="723900" h="1257300">
                <a:moveTo>
                  <a:pt x="0" y="0"/>
                </a:moveTo>
                <a:lnTo>
                  <a:pt x="723900" y="257175"/>
                </a:lnTo>
                <a:lnTo>
                  <a:pt x="723900" y="9906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1D6E8"/>
          </a:solidFill>
          <a:ln xmlns:a="http://schemas.openxmlformats.org/drawingml/2006/main" w="28575">
            <a:solidFill>
              <a:srgbClr val="AB8ABB"/>
            </a:solidFill>
          </a:ln>
        </p:spPr>
      </p:sp>
      <p:sp>
        <p:nvSpPr>
          <p:cNvPr id="5" name="path-3">
            <a:extLst xmlns:a="http://schemas.openxmlformats.org/drawingml/2006/main">
              <a:ext uri="{FF2B5EF4-FFF2-40B4-BE49-F238E27FC236}">
                <a16:creationId xmlns:a16="http://schemas.microsoft.com/office/drawing/2014/main" id="{B6C9B137-EC2F-4F7F-AADD-DD4B952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752475" cy="1428750"/>
          </a:xfrm>
          <a:custGeom xmlns:a="http://schemas.openxmlformats.org/drawingml/2006/main">
            <a:pathLst>
              <a:path w="752475" h="1428750">
                <a:moveTo>
                  <a:pt x="0" y="0"/>
                </a:moveTo>
                <a:lnTo>
                  <a:pt x="752475" y="247650"/>
                </a:lnTo>
                <a:lnTo>
                  <a:pt x="752475" y="117157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FDF0CC"/>
          </a:solidFill>
          <a:ln xmlns:a="http://schemas.openxmlformats.org/drawingml/2006/main" w="28575">
            <a:solidFill>
              <a:srgbClr val="E3AB2F"/>
            </a:solidFill>
          </a:ln>
        </p:spPr>
      </p:sp>
      <p:sp>
        <p:nvSpPr>
          <p:cNvPr id="6" name="AI-087-4">
            <a:extLst xmlns:a="http://schemas.openxmlformats.org/drawingml/2006/main">
              <a:ext uri="{FF2B5EF4-FFF2-40B4-BE49-F238E27FC236}">
                <a16:creationId xmlns:a16="http://schemas.microsoft.com/office/drawing/2014/main" id="{42FFBC52-CEA2-440D-8A9B-B2AC3756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9675" y="466725"/>
            <a:ext cx="942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Geo</a:t>
            </a:r>
          </a:p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</a:t>
            </a:r>
          </a:p>
        </p:txBody>
      </p:sp>
      <p:sp>
        <p:nvSpPr>
          <p:cNvPr id="7" name="AI-087-5">
            <a:extLst xmlns:a="http://schemas.openxmlformats.org/drawingml/2006/main">
              <a:ext uri="{FF2B5EF4-FFF2-40B4-BE49-F238E27FC236}">
                <a16:creationId xmlns:a16="http://schemas.microsoft.com/office/drawing/2014/main" id="{7EAD86AF-3EFB-44C2-AB28-8DEF42D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3475" y="1781175"/>
            <a:ext cx="1000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</a:t>
            </a:r>
          </a:p>
        </p:txBody>
      </p:sp>
      <p:sp>
        <p:nvSpPr>
          <p:cNvPr id="8" name="AI-087-6">
            <a:extLst xmlns:a="http://schemas.openxmlformats.org/drawingml/2006/main">
              <a:ext uri="{FF2B5EF4-FFF2-40B4-BE49-F238E27FC236}">
                <a16:creationId xmlns:a16="http://schemas.microsoft.com/office/drawing/2014/main" id="{67862364-2B08-4CF8-BA76-63BAF5B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81100" y="3286125"/>
            <a:ext cx="1000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</a:t>
            </a:r>
          </a:p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</a:t>
            </a:r>
          </a:p>
        </p:txBody>
      </p:sp>
      <p:sp>
        <p:nvSpPr>
          <p:cNvPr id="9" name="line-7">
            <a:extLst xmlns:a="http://schemas.openxmlformats.org/drawingml/2006/main">
              <a:ext uri="{FF2B5EF4-FFF2-40B4-BE49-F238E27FC236}">
                <a16:creationId xmlns:a16="http://schemas.microsoft.com/office/drawing/2014/main" id="{6A76F045-32D1-47AC-A1DD-3B97760D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3850"/>
            <a:ext cx="133350" cy="10"/>
          </a:xfrm>
          <a:custGeom xmlns:a="http://schemas.openxmlformats.org/drawingml/2006/main">
            <a:pathLst>
              <a:path w="133350" h="10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0" name="line-8">
            <a:extLst xmlns:a="http://schemas.openxmlformats.org/drawingml/2006/main">
              <a:ext uri="{FF2B5EF4-FFF2-40B4-BE49-F238E27FC236}">
                <a16:creationId xmlns:a16="http://schemas.microsoft.com/office/drawing/2014/main" id="{E2A5883B-9CE3-4CA9-AEE3-D1400176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52" y="294797"/>
            <a:ext cx="38217" cy="29053"/>
          </a:xfrm>
          <a:custGeom xmlns:a="http://schemas.openxmlformats.org/drawingml/2006/main">
            <a:pathLst>
              <a:path w="38217" h="29053">
                <a:moveTo>
                  <a:pt x="0" y="29053"/>
                </a:moveTo>
                <a:lnTo>
                  <a:pt x="382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1" name="line-9">
            <a:extLst xmlns:a="http://schemas.openxmlformats.org/drawingml/2006/main">
              <a:ext uri="{FF2B5EF4-FFF2-40B4-BE49-F238E27FC236}">
                <a16:creationId xmlns:a16="http://schemas.microsoft.com/office/drawing/2014/main" id="{9B30CAB4-825B-4794-B1E7-ED0571EF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52" y="323850"/>
            <a:ext cx="38217" cy="29053"/>
          </a:xfrm>
          <a:custGeom xmlns:a="http://schemas.openxmlformats.org/drawingml/2006/main">
            <a:pathLst>
              <a:path w="38217" h="29053">
                <a:moveTo>
                  <a:pt x="0" y="0"/>
                </a:moveTo>
                <a:lnTo>
                  <a:pt x="38217" y="2905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2" name="line-10">
            <a:extLst xmlns:a="http://schemas.openxmlformats.org/drawingml/2006/main">
              <a:ext uri="{FF2B5EF4-FFF2-40B4-BE49-F238E27FC236}">
                <a16:creationId xmlns:a16="http://schemas.microsoft.com/office/drawing/2014/main" id="{21A85B67-21FB-427C-B0DC-0559ABD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3850"/>
            <a:ext cx="66675" cy="115484"/>
          </a:xfrm>
          <a:custGeom xmlns:a="http://schemas.openxmlformats.org/drawingml/2006/main">
            <a:pathLst>
              <a:path w="66675" h="115484">
                <a:moveTo>
                  <a:pt x="0" y="0"/>
                </a:moveTo>
                <a:lnTo>
                  <a:pt x="66675" y="115484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3" name="line-11">
            <a:extLst xmlns:a="http://schemas.openxmlformats.org/drawingml/2006/main">
              <a:ext uri="{FF2B5EF4-FFF2-40B4-BE49-F238E27FC236}">
                <a16:creationId xmlns:a16="http://schemas.microsoft.com/office/drawing/2014/main" id="{EAB99496-1230-4F4B-8DF3-095C98AC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13" y="391986"/>
            <a:ext cx="44269" cy="18570"/>
          </a:xfrm>
          <a:custGeom xmlns:a="http://schemas.openxmlformats.org/drawingml/2006/main">
            <a:pathLst>
              <a:path w="44269" h="18570">
                <a:moveTo>
                  <a:pt x="0" y="0"/>
                </a:moveTo>
                <a:lnTo>
                  <a:pt x="44269" y="1857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" name="line-12">
            <a:extLst xmlns:a="http://schemas.openxmlformats.org/drawingml/2006/main">
              <a:ext uri="{FF2B5EF4-FFF2-40B4-BE49-F238E27FC236}">
                <a16:creationId xmlns:a16="http://schemas.microsoft.com/office/drawing/2014/main" id="{28CDA524-38C2-4BE4-AB2E-91319698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661" y="391986"/>
            <a:ext cx="6052" cy="47623"/>
          </a:xfrm>
          <a:custGeom xmlns:a="http://schemas.openxmlformats.org/drawingml/2006/main">
            <a:pathLst>
              <a:path w="6052" h="47623">
                <a:moveTo>
                  <a:pt x="6052" y="0"/>
                </a:moveTo>
                <a:lnTo>
                  <a:pt x="0" y="4762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" name="line-13">
            <a:extLst xmlns:a="http://schemas.openxmlformats.org/drawingml/2006/main">
              <a:ext uri="{FF2B5EF4-FFF2-40B4-BE49-F238E27FC236}">
                <a16:creationId xmlns:a16="http://schemas.microsoft.com/office/drawing/2014/main" id="{68D5B778-6F34-4D03-9389-A14F3AB4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"/>
            <a:ext cx="66675" cy="115484"/>
          </a:xfrm>
          <a:custGeom xmlns:a="http://schemas.openxmlformats.org/drawingml/2006/main">
            <a:pathLst>
              <a:path w="66675" h="115484">
                <a:moveTo>
                  <a:pt x="66675" y="0"/>
                </a:moveTo>
                <a:lnTo>
                  <a:pt x="0" y="115484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6" name="line-14">
            <a:extLst xmlns:a="http://schemas.openxmlformats.org/drawingml/2006/main">
              <a:ext uri="{FF2B5EF4-FFF2-40B4-BE49-F238E27FC236}">
                <a16:creationId xmlns:a16="http://schemas.microsoft.com/office/drawing/2014/main" id="{BAF7EC1B-9FBD-46C4-B9AD-6420559F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37" y="391986"/>
            <a:ext cx="6052" cy="47623"/>
          </a:xfrm>
          <a:custGeom xmlns:a="http://schemas.openxmlformats.org/drawingml/2006/main">
            <a:pathLst>
              <a:path w="6052" h="47623">
                <a:moveTo>
                  <a:pt x="0" y="0"/>
                </a:moveTo>
                <a:lnTo>
                  <a:pt x="6052" y="4762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7" name="line-15">
            <a:extLst xmlns:a="http://schemas.openxmlformats.org/drawingml/2006/main">
              <a:ext uri="{FF2B5EF4-FFF2-40B4-BE49-F238E27FC236}">
                <a16:creationId xmlns:a16="http://schemas.microsoft.com/office/drawing/2014/main" id="{6F745861-DC27-4C94-94C7-738F0C6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768" y="391986"/>
            <a:ext cx="44269" cy="18570"/>
          </a:xfrm>
          <a:custGeom xmlns:a="http://schemas.openxmlformats.org/drawingml/2006/main">
            <a:pathLst>
              <a:path w="44269" h="18570">
                <a:moveTo>
                  <a:pt x="44269" y="0"/>
                </a:moveTo>
                <a:lnTo>
                  <a:pt x="0" y="1857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8" name="line-16">
            <a:extLst xmlns:a="http://schemas.openxmlformats.org/drawingml/2006/main">
              <a:ext uri="{FF2B5EF4-FFF2-40B4-BE49-F238E27FC236}">
                <a16:creationId xmlns:a16="http://schemas.microsoft.com/office/drawing/2014/main" id="{4B4F7617-A271-4CE0-94E3-5CFDE04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3850"/>
            <a:ext cx="133350" cy="10"/>
          </a:xfrm>
          <a:custGeom xmlns:a="http://schemas.openxmlformats.org/drawingml/2006/main">
            <a:pathLst>
              <a:path w="133350" h="10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9" name="line-17">
            <a:extLst xmlns:a="http://schemas.openxmlformats.org/drawingml/2006/main">
              <a:ext uri="{FF2B5EF4-FFF2-40B4-BE49-F238E27FC236}">
                <a16:creationId xmlns:a16="http://schemas.microsoft.com/office/drawing/2014/main" id="{0AAC784E-C49C-4F5B-91E7-57F2D0B0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82" y="323850"/>
            <a:ext cx="38217" cy="29053"/>
          </a:xfrm>
          <a:custGeom xmlns:a="http://schemas.openxmlformats.org/drawingml/2006/main">
            <a:pathLst>
              <a:path w="38217" h="29053">
                <a:moveTo>
                  <a:pt x="38217" y="0"/>
                </a:moveTo>
                <a:lnTo>
                  <a:pt x="0" y="2905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0" name="line-18">
            <a:extLst xmlns:a="http://schemas.openxmlformats.org/drawingml/2006/main">
              <a:ext uri="{FF2B5EF4-FFF2-40B4-BE49-F238E27FC236}">
                <a16:creationId xmlns:a16="http://schemas.microsoft.com/office/drawing/2014/main" id="{D6A91BBB-BEAD-4AFD-9B88-803CE430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82" y="294797"/>
            <a:ext cx="38217" cy="29053"/>
          </a:xfrm>
          <a:custGeom xmlns:a="http://schemas.openxmlformats.org/drawingml/2006/main">
            <a:pathLst>
              <a:path w="38217" h="29053">
                <a:moveTo>
                  <a:pt x="38217" y="290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1" name="line-19">
            <a:extLst xmlns:a="http://schemas.openxmlformats.org/drawingml/2006/main">
              <a:ext uri="{FF2B5EF4-FFF2-40B4-BE49-F238E27FC236}">
                <a16:creationId xmlns:a16="http://schemas.microsoft.com/office/drawing/2014/main" id="{B39092BB-03EA-4693-86F5-17A6D22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8366"/>
            <a:ext cx="66675" cy="115484"/>
          </a:xfrm>
          <a:custGeom xmlns:a="http://schemas.openxmlformats.org/drawingml/2006/main">
            <a:pathLst>
              <a:path w="66675" h="115484">
                <a:moveTo>
                  <a:pt x="66675" y="1154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2" name="line-20">
            <a:extLst xmlns:a="http://schemas.openxmlformats.org/drawingml/2006/main">
              <a:ext uri="{FF2B5EF4-FFF2-40B4-BE49-F238E27FC236}">
                <a16:creationId xmlns:a16="http://schemas.microsoft.com/office/drawing/2014/main" id="{3654C4EE-FC75-4E3D-AF13-58DFCA81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768" y="237144"/>
            <a:ext cx="44269" cy="18570"/>
          </a:xfrm>
          <a:custGeom xmlns:a="http://schemas.openxmlformats.org/drawingml/2006/main">
            <a:pathLst>
              <a:path w="44269" h="18570">
                <a:moveTo>
                  <a:pt x="44269" y="185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3" name="line-21">
            <a:extLst xmlns:a="http://schemas.openxmlformats.org/drawingml/2006/main">
              <a:ext uri="{FF2B5EF4-FFF2-40B4-BE49-F238E27FC236}">
                <a16:creationId xmlns:a16="http://schemas.microsoft.com/office/drawing/2014/main" id="{D604726D-970C-4D5B-9E8C-6B03F864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37" y="208091"/>
            <a:ext cx="6052" cy="47623"/>
          </a:xfrm>
          <a:custGeom xmlns:a="http://schemas.openxmlformats.org/drawingml/2006/main">
            <a:pathLst>
              <a:path w="6052" h="47623">
                <a:moveTo>
                  <a:pt x="0" y="47623"/>
                </a:moveTo>
                <a:lnTo>
                  <a:pt x="60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4" name="line-22">
            <a:extLst xmlns:a="http://schemas.openxmlformats.org/drawingml/2006/main">
              <a:ext uri="{FF2B5EF4-FFF2-40B4-BE49-F238E27FC236}">
                <a16:creationId xmlns:a16="http://schemas.microsoft.com/office/drawing/2014/main" id="{86E280CA-861C-4D64-A425-63953179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8366"/>
            <a:ext cx="66675" cy="115484"/>
          </a:xfrm>
          <a:custGeom xmlns:a="http://schemas.openxmlformats.org/drawingml/2006/main">
            <a:pathLst>
              <a:path w="66675" h="115484">
                <a:moveTo>
                  <a:pt x="0" y="115484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5" name="line-23">
            <a:extLst xmlns:a="http://schemas.openxmlformats.org/drawingml/2006/main">
              <a:ext uri="{FF2B5EF4-FFF2-40B4-BE49-F238E27FC236}">
                <a16:creationId xmlns:a16="http://schemas.microsoft.com/office/drawing/2014/main" id="{ECDA2A9B-AA02-42F2-940F-BB10D43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661" y="208091"/>
            <a:ext cx="6052" cy="47623"/>
          </a:xfrm>
          <a:custGeom xmlns:a="http://schemas.openxmlformats.org/drawingml/2006/main">
            <a:pathLst>
              <a:path w="6052" h="47623">
                <a:moveTo>
                  <a:pt x="6052" y="47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6" name="line-24">
            <a:extLst xmlns:a="http://schemas.openxmlformats.org/drawingml/2006/main">
              <a:ext uri="{FF2B5EF4-FFF2-40B4-BE49-F238E27FC236}">
                <a16:creationId xmlns:a16="http://schemas.microsoft.com/office/drawing/2014/main" id="{846B0452-B16C-4E72-A144-F5844001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13" y="237144"/>
            <a:ext cx="44269" cy="18570"/>
          </a:xfrm>
          <a:custGeom xmlns:a="http://schemas.openxmlformats.org/drawingml/2006/main">
            <a:pathLst>
              <a:path w="44269" h="18570">
                <a:moveTo>
                  <a:pt x="0" y="18570"/>
                </a:moveTo>
                <a:lnTo>
                  <a:pt x="44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7" name="line-25">
            <a:extLst xmlns:a="http://schemas.openxmlformats.org/drawingml/2006/main">
              <a:ext uri="{FF2B5EF4-FFF2-40B4-BE49-F238E27FC236}">
                <a16:creationId xmlns:a16="http://schemas.microsoft.com/office/drawing/2014/main" id="{D1A3391E-D381-467F-988C-DA3AF6BF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38300"/>
            <a:ext cx="133350" cy="10"/>
          </a:xfrm>
          <a:custGeom xmlns:a="http://schemas.openxmlformats.org/drawingml/2006/main">
            <a:pathLst>
              <a:path w="133350" h="10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line-26">
            <a:extLst xmlns:a="http://schemas.openxmlformats.org/drawingml/2006/main">
              <a:ext uri="{FF2B5EF4-FFF2-40B4-BE49-F238E27FC236}">
                <a16:creationId xmlns:a16="http://schemas.microsoft.com/office/drawing/2014/main" id="{B6318EEA-BB20-4EF5-B10A-1625CF49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002" y="1609247"/>
            <a:ext cx="38217" cy="29053"/>
          </a:xfrm>
          <a:custGeom xmlns:a="http://schemas.openxmlformats.org/drawingml/2006/main">
            <a:pathLst>
              <a:path w="38217" h="29053">
                <a:moveTo>
                  <a:pt x="0" y="29053"/>
                </a:moveTo>
                <a:lnTo>
                  <a:pt x="382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9" name="line-27">
            <a:extLst xmlns:a="http://schemas.openxmlformats.org/drawingml/2006/main">
              <a:ext uri="{FF2B5EF4-FFF2-40B4-BE49-F238E27FC236}">
                <a16:creationId xmlns:a16="http://schemas.microsoft.com/office/drawing/2014/main" id="{30197565-028C-4356-8605-4B7191C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002" y="1638300"/>
            <a:ext cx="38217" cy="29053"/>
          </a:xfrm>
          <a:custGeom xmlns:a="http://schemas.openxmlformats.org/drawingml/2006/main">
            <a:pathLst>
              <a:path w="38217" h="29053">
                <a:moveTo>
                  <a:pt x="0" y="0"/>
                </a:moveTo>
                <a:lnTo>
                  <a:pt x="38217" y="2905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30" name="line-28">
            <a:extLst xmlns:a="http://schemas.openxmlformats.org/drawingml/2006/main">
              <a:ext uri="{FF2B5EF4-FFF2-40B4-BE49-F238E27FC236}">
                <a16:creationId xmlns:a16="http://schemas.microsoft.com/office/drawing/2014/main" id="{5DA07A9F-11B8-4D16-8BA2-B0C9E9C6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38300"/>
            <a:ext cx="66675" cy="115484"/>
          </a:xfrm>
          <a:custGeom xmlns:a="http://schemas.openxmlformats.org/drawingml/2006/main">
            <a:pathLst>
              <a:path w="66675" h="115484">
                <a:moveTo>
                  <a:pt x="0" y="0"/>
                </a:moveTo>
                <a:lnTo>
                  <a:pt x="66675" y="115484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line-29">
            <a:extLst xmlns:a="http://schemas.openxmlformats.org/drawingml/2006/main">
              <a:ext uri="{FF2B5EF4-FFF2-40B4-BE49-F238E27FC236}">
                <a16:creationId xmlns:a16="http://schemas.microsoft.com/office/drawing/2014/main" id="{1A5D8F75-31C8-4CFB-88EB-016E4B26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663" y="1706436"/>
            <a:ext cx="44269" cy="18570"/>
          </a:xfrm>
          <a:custGeom xmlns:a="http://schemas.openxmlformats.org/drawingml/2006/main">
            <a:pathLst>
              <a:path w="44269" h="18570">
                <a:moveTo>
                  <a:pt x="0" y="0"/>
                </a:moveTo>
                <a:lnTo>
                  <a:pt x="44269" y="1857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32" name="line-30">
            <a:extLst xmlns:a="http://schemas.openxmlformats.org/drawingml/2006/main">
              <a:ext uri="{FF2B5EF4-FFF2-40B4-BE49-F238E27FC236}">
                <a16:creationId xmlns:a16="http://schemas.microsoft.com/office/drawing/2014/main" id="{536C9F82-37CC-41E1-9D8B-3985BC17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11" y="1706436"/>
            <a:ext cx="6052" cy="47623"/>
          </a:xfrm>
          <a:custGeom xmlns:a="http://schemas.openxmlformats.org/drawingml/2006/main">
            <a:pathLst>
              <a:path w="6052" h="47623">
                <a:moveTo>
                  <a:pt x="6052" y="0"/>
                </a:moveTo>
                <a:lnTo>
                  <a:pt x="0" y="4762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33" name="line-31">
            <a:extLst xmlns:a="http://schemas.openxmlformats.org/drawingml/2006/main">
              <a:ext uri="{FF2B5EF4-FFF2-40B4-BE49-F238E27FC236}">
                <a16:creationId xmlns:a16="http://schemas.microsoft.com/office/drawing/2014/main" id="{F814BDB5-D0F7-4F8D-82F0-E124FF4D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38300"/>
            <a:ext cx="66675" cy="115484"/>
          </a:xfrm>
          <a:custGeom xmlns:a="http://schemas.openxmlformats.org/drawingml/2006/main">
            <a:pathLst>
              <a:path w="66675" h="115484">
                <a:moveTo>
                  <a:pt x="66675" y="0"/>
                </a:moveTo>
                <a:lnTo>
                  <a:pt x="0" y="115484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line-32">
            <a:extLst xmlns:a="http://schemas.openxmlformats.org/drawingml/2006/main">
              <a:ext uri="{FF2B5EF4-FFF2-40B4-BE49-F238E27FC236}">
                <a16:creationId xmlns:a16="http://schemas.microsoft.com/office/drawing/2014/main" id="{447C4809-5916-48B1-AAF2-F3DC936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987" y="1706436"/>
            <a:ext cx="6052" cy="47623"/>
          </a:xfrm>
          <a:custGeom xmlns:a="http://schemas.openxmlformats.org/drawingml/2006/main">
            <a:pathLst>
              <a:path w="6052" h="47623">
                <a:moveTo>
                  <a:pt x="0" y="0"/>
                </a:moveTo>
                <a:lnTo>
                  <a:pt x="6052" y="4762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35" name="line-33">
            <a:extLst xmlns:a="http://schemas.openxmlformats.org/drawingml/2006/main">
              <a:ext uri="{FF2B5EF4-FFF2-40B4-BE49-F238E27FC236}">
                <a16:creationId xmlns:a16="http://schemas.microsoft.com/office/drawing/2014/main" id="{E5B01ADA-7836-4736-A9BF-E3DC8A6A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718" y="1706436"/>
            <a:ext cx="44269" cy="18570"/>
          </a:xfrm>
          <a:custGeom xmlns:a="http://schemas.openxmlformats.org/drawingml/2006/main">
            <a:pathLst>
              <a:path w="44269" h="18570">
                <a:moveTo>
                  <a:pt x="44269" y="0"/>
                </a:moveTo>
                <a:lnTo>
                  <a:pt x="0" y="1857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36" name="line-34">
            <a:extLst xmlns:a="http://schemas.openxmlformats.org/drawingml/2006/main">
              <a:ext uri="{FF2B5EF4-FFF2-40B4-BE49-F238E27FC236}">
                <a16:creationId xmlns:a16="http://schemas.microsoft.com/office/drawing/2014/main" id="{9ABBEBF0-0C63-4823-ABE3-90C56E0E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638300"/>
            <a:ext cx="133350" cy="10"/>
          </a:xfrm>
          <a:custGeom xmlns:a="http://schemas.openxmlformats.org/drawingml/2006/main">
            <a:pathLst>
              <a:path w="133350" h="10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line-35">
            <a:extLst xmlns:a="http://schemas.openxmlformats.org/drawingml/2006/main">
              <a:ext uri="{FF2B5EF4-FFF2-40B4-BE49-F238E27FC236}">
                <a16:creationId xmlns:a16="http://schemas.microsoft.com/office/drawing/2014/main" id="{B6D83257-4E45-4688-B8A2-08FF72D0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32" y="1638300"/>
            <a:ext cx="38217" cy="29053"/>
          </a:xfrm>
          <a:custGeom xmlns:a="http://schemas.openxmlformats.org/drawingml/2006/main">
            <a:pathLst>
              <a:path w="38217" h="29053">
                <a:moveTo>
                  <a:pt x="38217" y="0"/>
                </a:moveTo>
                <a:lnTo>
                  <a:pt x="0" y="2905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38" name="line-36">
            <a:extLst xmlns:a="http://schemas.openxmlformats.org/drawingml/2006/main">
              <a:ext uri="{FF2B5EF4-FFF2-40B4-BE49-F238E27FC236}">
                <a16:creationId xmlns:a16="http://schemas.microsoft.com/office/drawing/2014/main" id="{D79139D7-A9F7-41FD-B2E9-89D229C2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32" y="1609247"/>
            <a:ext cx="38217" cy="29053"/>
          </a:xfrm>
          <a:custGeom xmlns:a="http://schemas.openxmlformats.org/drawingml/2006/main">
            <a:pathLst>
              <a:path w="38217" h="29053">
                <a:moveTo>
                  <a:pt x="38217" y="290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39" name="line-37">
            <a:extLst xmlns:a="http://schemas.openxmlformats.org/drawingml/2006/main">
              <a:ext uri="{FF2B5EF4-FFF2-40B4-BE49-F238E27FC236}">
                <a16:creationId xmlns:a16="http://schemas.microsoft.com/office/drawing/2014/main" id="{CE5C9BA5-0348-408E-9131-DB66974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22816"/>
            <a:ext cx="66675" cy="115484"/>
          </a:xfrm>
          <a:custGeom xmlns:a="http://schemas.openxmlformats.org/drawingml/2006/main">
            <a:pathLst>
              <a:path w="66675" h="115484">
                <a:moveTo>
                  <a:pt x="66675" y="1154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0" name="line-38">
            <a:extLst xmlns:a="http://schemas.openxmlformats.org/drawingml/2006/main">
              <a:ext uri="{FF2B5EF4-FFF2-40B4-BE49-F238E27FC236}">
                <a16:creationId xmlns:a16="http://schemas.microsoft.com/office/drawing/2014/main" id="{69BB34F0-6B25-45AA-BD37-7FD655A1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718" y="1551594"/>
            <a:ext cx="44269" cy="18570"/>
          </a:xfrm>
          <a:custGeom xmlns:a="http://schemas.openxmlformats.org/drawingml/2006/main">
            <a:pathLst>
              <a:path w="44269" h="18570">
                <a:moveTo>
                  <a:pt x="44269" y="185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41" name="line-39">
            <a:extLst xmlns:a="http://schemas.openxmlformats.org/drawingml/2006/main">
              <a:ext uri="{FF2B5EF4-FFF2-40B4-BE49-F238E27FC236}">
                <a16:creationId xmlns:a16="http://schemas.microsoft.com/office/drawing/2014/main" id="{B0B21CE7-CB9C-4FBF-97D2-2C17AF81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987" y="1522541"/>
            <a:ext cx="6052" cy="47623"/>
          </a:xfrm>
          <a:custGeom xmlns:a="http://schemas.openxmlformats.org/drawingml/2006/main">
            <a:pathLst>
              <a:path w="6052" h="47623">
                <a:moveTo>
                  <a:pt x="0" y="47623"/>
                </a:moveTo>
                <a:lnTo>
                  <a:pt x="60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42" name="line-40">
            <a:extLst xmlns:a="http://schemas.openxmlformats.org/drawingml/2006/main">
              <a:ext uri="{FF2B5EF4-FFF2-40B4-BE49-F238E27FC236}">
                <a16:creationId xmlns:a16="http://schemas.microsoft.com/office/drawing/2014/main" id="{63D643EF-BE77-44DD-9C40-62BD309E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522816"/>
            <a:ext cx="66675" cy="115484"/>
          </a:xfrm>
          <a:custGeom xmlns:a="http://schemas.openxmlformats.org/drawingml/2006/main">
            <a:pathLst>
              <a:path w="66675" h="115484">
                <a:moveTo>
                  <a:pt x="0" y="115484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3" name="line-41">
            <a:extLst xmlns:a="http://schemas.openxmlformats.org/drawingml/2006/main">
              <a:ext uri="{FF2B5EF4-FFF2-40B4-BE49-F238E27FC236}">
                <a16:creationId xmlns:a16="http://schemas.microsoft.com/office/drawing/2014/main" id="{983015EC-0FE1-4CDA-8250-968F5984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11" y="1522541"/>
            <a:ext cx="6052" cy="47623"/>
          </a:xfrm>
          <a:custGeom xmlns:a="http://schemas.openxmlformats.org/drawingml/2006/main">
            <a:pathLst>
              <a:path w="6052" h="47623">
                <a:moveTo>
                  <a:pt x="6052" y="47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44" name="line-42">
            <a:extLst xmlns:a="http://schemas.openxmlformats.org/drawingml/2006/main">
              <a:ext uri="{FF2B5EF4-FFF2-40B4-BE49-F238E27FC236}">
                <a16:creationId xmlns:a16="http://schemas.microsoft.com/office/drawing/2014/main" id="{7D452C04-5C7E-4D6A-AB21-52E0CFC5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663" y="1551594"/>
            <a:ext cx="44269" cy="18570"/>
          </a:xfrm>
          <a:custGeom xmlns:a="http://schemas.openxmlformats.org/drawingml/2006/main">
            <a:pathLst>
              <a:path w="44269" h="18570">
                <a:moveTo>
                  <a:pt x="0" y="18570"/>
                </a:moveTo>
                <a:lnTo>
                  <a:pt x="44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45" name="line-43">
            <a:extLst xmlns:a="http://schemas.openxmlformats.org/drawingml/2006/main">
              <a:ext uri="{FF2B5EF4-FFF2-40B4-BE49-F238E27FC236}">
                <a16:creationId xmlns:a16="http://schemas.microsoft.com/office/drawing/2014/main" id="{B62DE367-5120-48AF-9F54-20151CC3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52775"/>
            <a:ext cx="133350" cy="10"/>
          </a:xfrm>
          <a:custGeom xmlns:a="http://schemas.openxmlformats.org/drawingml/2006/main">
            <a:pathLst>
              <a:path w="133350" h="10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6" name="line-44">
            <a:extLst xmlns:a="http://schemas.openxmlformats.org/drawingml/2006/main">
              <a:ext uri="{FF2B5EF4-FFF2-40B4-BE49-F238E27FC236}">
                <a16:creationId xmlns:a16="http://schemas.microsoft.com/office/drawing/2014/main" id="{AF26E155-78EE-4CB8-980E-852AF81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52" y="3123722"/>
            <a:ext cx="38217" cy="29053"/>
          </a:xfrm>
          <a:custGeom xmlns:a="http://schemas.openxmlformats.org/drawingml/2006/main">
            <a:pathLst>
              <a:path w="38217" h="29053">
                <a:moveTo>
                  <a:pt x="0" y="29053"/>
                </a:moveTo>
                <a:lnTo>
                  <a:pt x="382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47" name="line-45">
            <a:extLst xmlns:a="http://schemas.openxmlformats.org/drawingml/2006/main">
              <a:ext uri="{FF2B5EF4-FFF2-40B4-BE49-F238E27FC236}">
                <a16:creationId xmlns:a16="http://schemas.microsoft.com/office/drawing/2014/main" id="{B2458AC1-D89C-405A-BB68-5D92D423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52" y="3152775"/>
            <a:ext cx="38217" cy="29053"/>
          </a:xfrm>
          <a:custGeom xmlns:a="http://schemas.openxmlformats.org/drawingml/2006/main">
            <a:pathLst>
              <a:path w="38217" h="29053">
                <a:moveTo>
                  <a:pt x="0" y="0"/>
                </a:moveTo>
                <a:lnTo>
                  <a:pt x="38217" y="2905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48" name="line-46">
            <a:extLst xmlns:a="http://schemas.openxmlformats.org/drawingml/2006/main">
              <a:ext uri="{FF2B5EF4-FFF2-40B4-BE49-F238E27FC236}">
                <a16:creationId xmlns:a16="http://schemas.microsoft.com/office/drawing/2014/main" id="{A69CF370-7118-48FB-9034-14A2A390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52775"/>
            <a:ext cx="66675" cy="115484"/>
          </a:xfrm>
          <a:custGeom xmlns:a="http://schemas.openxmlformats.org/drawingml/2006/main">
            <a:pathLst>
              <a:path w="66675" h="115484">
                <a:moveTo>
                  <a:pt x="0" y="0"/>
                </a:moveTo>
                <a:lnTo>
                  <a:pt x="66675" y="115484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9" name="line-47">
            <a:extLst xmlns:a="http://schemas.openxmlformats.org/drawingml/2006/main">
              <a:ext uri="{FF2B5EF4-FFF2-40B4-BE49-F238E27FC236}">
                <a16:creationId xmlns:a16="http://schemas.microsoft.com/office/drawing/2014/main" id="{265D31A1-30EC-4613-B780-5E554DF1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13" y="3220911"/>
            <a:ext cx="44269" cy="18570"/>
          </a:xfrm>
          <a:custGeom xmlns:a="http://schemas.openxmlformats.org/drawingml/2006/main">
            <a:pathLst>
              <a:path w="44269" h="18570">
                <a:moveTo>
                  <a:pt x="0" y="0"/>
                </a:moveTo>
                <a:lnTo>
                  <a:pt x="44269" y="1857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0" name="line-48">
            <a:extLst xmlns:a="http://schemas.openxmlformats.org/drawingml/2006/main">
              <a:ext uri="{FF2B5EF4-FFF2-40B4-BE49-F238E27FC236}">
                <a16:creationId xmlns:a16="http://schemas.microsoft.com/office/drawing/2014/main" id="{C6A6FA14-59AE-4763-AC35-E69605A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661" y="3220911"/>
            <a:ext cx="6052" cy="47623"/>
          </a:xfrm>
          <a:custGeom xmlns:a="http://schemas.openxmlformats.org/drawingml/2006/main">
            <a:pathLst>
              <a:path w="6052" h="47623">
                <a:moveTo>
                  <a:pt x="6052" y="0"/>
                </a:moveTo>
                <a:lnTo>
                  <a:pt x="0" y="4762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1" name="line-49">
            <a:extLst xmlns:a="http://schemas.openxmlformats.org/drawingml/2006/main">
              <a:ext uri="{FF2B5EF4-FFF2-40B4-BE49-F238E27FC236}">
                <a16:creationId xmlns:a16="http://schemas.microsoft.com/office/drawing/2014/main" id="{2BB5B2A3-84FE-4F92-BC4B-ABFEA58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52775"/>
            <a:ext cx="66675" cy="115484"/>
          </a:xfrm>
          <a:custGeom xmlns:a="http://schemas.openxmlformats.org/drawingml/2006/main">
            <a:pathLst>
              <a:path w="66675" h="115484">
                <a:moveTo>
                  <a:pt x="66675" y="0"/>
                </a:moveTo>
                <a:lnTo>
                  <a:pt x="0" y="115484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2" name="line-50">
            <a:extLst xmlns:a="http://schemas.openxmlformats.org/drawingml/2006/main">
              <a:ext uri="{FF2B5EF4-FFF2-40B4-BE49-F238E27FC236}">
                <a16:creationId xmlns:a16="http://schemas.microsoft.com/office/drawing/2014/main" id="{A27DC904-775C-4600-AA0C-D41DDDD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37" y="3220911"/>
            <a:ext cx="6052" cy="47623"/>
          </a:xfrm>
          <a:custGeom xmlns:a="http://schemas.openxmlformats.org/drawingml/2006/main">
            <a:pathLst>
              <a:path w="6052" h="47623">
                <a:moveTo>
                  <a:pt x="0" y="0"/>
                </a:moveTo>
                <a:lnTo>
                  <a:pt x="6052" y="4762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3" name="line-51">
            <a:extLst xmlns:a="http://schemas.openxmlformats.org/drawingml/2006/main">
              <a:ext uri="{FF2B5EF4-FFF2-40B4-BE49-F238E27FC236}">
                <a16:creationId xmlns:a16="http://schemas.microsoft.com/office/drawing/2014/main" id="{8DCFC9A1-A7BD-4ABA-95FB-72E300C0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768" y="3220911"/>
            <a:ext cx="44269" cy="18570"/>
          </a:xfrm>
          <a:custGeom xmlns:a="http://schemas.openxmlformats.org/drawingml/2006/main">
            <a:pathLst>
              <a:path w="44269" h="18570">
                <a:moveTo>
                  <a:pt x="44269" y="0"/>
                </a:moveTo>
                <a:lnTo>
                  <a:pt x="0" y="1857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4" name="line-52">
            <a:extLst xmlns:a="http://schemas.openxmlformats.org/drawingml/2006/main">
              <a:ext uri="{FF2B5EF4-FFF2-40B4-BE49-F238E27FC236}">
                <a16:creationId xmlns:a16="http://schemas.microsoft.com/office/drawing/2014/main" id="{36F09B0B-AE0C-45F7-858B-FF75FE68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52775"/>
            <a:ext cx="133350" cy="10"/>
          </a:xfrm>
          <a:custGeom xmlns:a="http://schemas.openxmlformats.org/drawingml/2006/main">
            <a:pathLst>
              <a:path w="133350" h="10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5" name="line-53">
            <a:extLst xmlns:a="http://schemas.openxmlformats.org/drawingml/2006/main">
              <a:ext uri="{FF2B5EF4-FFF2-40B4-BE49-F238E27FC236}">
                <a16:creationId xmlns:a16="http://schemas.microsoft.com/office/drawing/2014/main" id="{7930EDA0-295D-470F-ABB2-6E434232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82" y="3152775"/>
            <a:ext cx="38217" cy="29053"/>
          </a:xfrm>
          <a:custGeom xmlns:a="http://schemas.openxmlformats.org/drawingml/2006/main">
            <a:pathLst>
              <a:path w="38217" h="29053">
                <a:moveTo>
                  <a:pt x="38217" y="0"/>
                </a:moveTo>
                <a:lnTo>
                  <a:pt x="0" y="2905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6" name="line-54">
            <a:extLst xmlns:a="http://schemas.openxmlformats.org/drawingml/2006/main">
              <a:ext uri="{FF2B5EF4-FFF2-40B4-BE49-F238E27FC236}">
                <a16:creationId xmlns:a16="http://schemas.microsoft.com/office/drawing/2014/main" id="{A4730198-83A3-4769-A267-5FA8081F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82" y="3123722"/>
            <a:ext cx="38217" cy="29053"/>
          </a:xfrm>
          <a:custGeom xmlns:a="http://schemas.openxmlformats.org/drawingml/2006/main">
            <a:pathLst>
              <a:path w="38217" h="29053">
                <a:moveTo>
                  <a:pt x="38217" y="290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7" name="line-55">
            <a:extLst xmlns:a="http://schemas.openxmlformats.org/drawingml/2006/main">
              <a:ext uri="{FF2B5EF4-FFF2-40B4-BE49-F238E27FC236}">
                <a16:creationId xmlns:a16="http://schemas.microsoft.com/office/drawing/2014/main" id="{032B4B2B-51C1-407B-8152-D0EA288B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37291"/>
            <a:ext cx="66675" cy="115484"/>
          </a:xfrm>
          <a:custGeom xmlns:a="http://schemas.openxmlformats.org/drawingml/2006/main">
            <a:pathLst>
              <a:path w="66675" h="115484">
                <a:moveTo>
                  <a:pt x="66675" y="1154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line-56">
            <a:extLst xmlns:a="http://schemas.openxmlformats.org/drawingml/2006/main">
              <a:ext uri="{FF2B5EF4-FFF2-40B4-BE49-F238E27FC236}">
                <a16:creationId xmlns:a16="http://schemas.microsoft.com/office/drawing/2014/main" id="{5837850D-210B-4E16-AAD5-3A64EB6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768" y="3066069"/>
            <a:ext cx="44269" cy="18570"/>
          </a:xfrm>
          <a:custGeom xmlns:a="http://schemas.openxmlformats.org/drawingml/2006/main">
            <a:pathLst>
              <a:path w="44269" h="18570">
                <a:moveTo>
                  <a:pt x="44269" y="185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9" name="line-57">
            <a:extLst xmlns:a="http://schemas.openxmlformats.org/drawingml/2006/main">
              <a:ext uri="{FF2B5EF4-FFF2-40B4-BE49-F238E27FC236}">
                <a16:creationId xmlns:a16="http://schemas.microsoft.com/office/drawing/2014/main" id="{D99E7A1C-34AC-4B9B-BA3F-3BB5F7E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37" y="3037016"/>
            <a:ext cx="6052" cy="47623"/>
          </a:xfrm>
          <a:custGeom xmlns:a="http://schemas.openxmlformats.org/drawingml/2006/main">
            <a:pathLst>
              <a:path w="6052" h="47623">
                <a:moveTo>
                  <a:pt x="0" y="47623"/>
                </a:moveTo>
                <a:lnTo>
                  <a:pt x="60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60" name="line-58">
            <a:extLst xmlns:a="http://schemas.openxmlformats.org/drawingml/2006/main">
              <a:ext uri="{FF2B5EF4-FFF2-40B4-BE49-F238E27FC236}">
                <a16:creationId xmlns:a16="http://schemas.microsoft.com/office/drawing/2014/main" id="{84C80FBF-37B1-4DC0-A46D-331B3777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37291"/>
            <a:ext cx="66675" cy="115484"/>
          </a:xfrm>
          <a:custGeom xmlns:a="http://schemas.openxmlformats.org/drawingml/2006/main">
            <a:pathLst>
              <a:path w="66675" h="115484">
                <a:moveTo>
                  <a:pt x="0" y="115484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1" name="line-59">
            <a:extLst xmlns:a="http://schemas.openxmlformats.org/drawingml/2006/main">
              <a:ext uri="{FF2B5EF4-FFF2-40B4-BE49-F238E27FC236}">
                <a16:creationId xmlns:a16="http://schemas.microsoft.com/office/drawing/2014/main" id="{33AB0CC9-0F8D-4CFB-9E5A-CC742785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661" y="3037016"/>
            <a:ext cx="6052" cy="47623"/>
          </a:xfrm>
          <a:custGeom xmlns:a="http://schemas.openxmlformats.org/drawingml/2006/main">
            <a:pathLst>
              <a:path w="6052" h="47623">
                <a:moveTo>
                  <a:pt x="6052" y="47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62" name="line-60">
            <a:extLst xmlns:a="http://schemas.openxmlformats.org/drawingml/2006/main">
              <a:ext uri="{FF2B5EF4-FFF2-40B4-BE49-F238E27FC236}">
                <a16:creationId xmlns:a16="http://schemas.microsoft.com/office/drawing/2014/main" id="{D1123356-4B44-4E54-8807-81B3D87F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13" y="3066069"/>
            <a:ext cx="44269" cy="18570"/>
          </a:xfrm>
          <a:custGeom xmlns:a="http://schemas.openxmlformats.org/drawingml/2006/main">
            <a:pathLst>
              <a:path w="44269" h="18570">
                <a:moveTo>
                  <a:pt x="0" y="18570"/>
                </a:moveTo>
                <a:lnTo>
                  <a:pt x="44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63" name="AI-087-61">
            <a:extLst xmlns:a="http://schemas.openxmlformats.org/drawingml/2006/main">
              <a:ext uri="{FF2B5EF4-FFF2-40B4-BE49-F238E27FC236}">
                <a16:creationId xmlns:a16="http://schemas.microsoft.com/office/drawing/2014/main" id="{CF1C32F5-DA80-4629-A49C-27FDD6E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514350"/>
            <a:ext cx="123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D6"/>
          </a:solidFill>
          <a:ln xmlns:a="http://schemas.openxmlformats.org/drawingml/2006/main" w="28575">
            <a:solidFill>
              <a:srgbClr val="97BD75"/>
            </a:solidFill>
          </a:ln>
        </p:spPr>
      </p:sp>
      <p:sp>
        <p:nvSpPr>
          <p:cNvPr id="64" name="AI-087-62">
            <a:extLst xmlns:a="http://schemas.openxmlformats.org/drawingml/2006/main">
              <a:ext uri="{FF2B5EF4-FFF2-40B4-BE49-F238E27FC236}">
                <a16:creationId xmlns:a16="http://schemas.microsoft.com/office/drawing/2014/main" id="{BA868903-6F8C-4C68-BF6B-1B9A14FF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1676400"/>
            <a:ext cx="114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6E8"/>
          </a:solidFill>
          <a:ln xmlns:a="http://schemas.openxmlformats.org/drawingml/2006/main" w="28575">
            <a:solidFill>
              <a:srgbClr val="AB8ABB"/>
            </a:solidFill>
          </a:ln>
        </p:spPr>
      </p:sp>
      <p:sp>
        <p:nvSpPr>
          <p:cNvPr id="65" name="AI-087-63">
            <a:extLst xmlns:a="http://schemas.openxmlformats.org/drawingml/2006/main">
              <a:ext uri="{FF2B5EF4-FFF2-40B4-BE49-F238E27FC236}">
                <a16:creationId xmlns:a16="http://schemas.microsoft.com/office/drawing/2014/main" id="{1FD451C8-7689-41A0-BBEA-0EBAAD0F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32575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B9"/>
          </a:solidFill>
          <a:ln xmlns:a="http://schemas.openxmlformats.org/drawingml/2006/main" w="28575">
            <a:solidFill>
              <a:srgbClr val="E3AB2F"/>
            </a:solidFill>
          </a:ln>
        </p:spPr>
      </p:sp>
      <p:sp>
        <p:nvSpPr>
          <p:cNvPr id="66" name="line-64">
            <a:extLst xmlns:a="http://schemas.openxmlformats.org/drawingml/2006/main">
              <a:ext uri="{FF2B5EF4-FFF2-40B4-BE49-F238E27FC236}">
                <a16:creationId xmlns:a16="http://schemas.microsoft.com/office/drawing/2014/main" id="{40DC6470-68FB-4BEF-925E-6A1D2C12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266700" cy="10"/>
          </a:xfrm>
          <a:custGeom xmlns:a="http://schemas.openxmlformats.org/drawingml/2006/main">
            <a:pathLst>
              <a:path w="266700" h="10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67" name="path-65">
            <a:extLst xmlns:a="http://schemas.openxmlformats.org/drawingml/2006/main">
              <a:ext uri="{FF2B5EF4-FFF2-40B4-BE49-F238E27FC236}">
                <a16:creationId xmlns:a16="http://schemas.microsoft.com/office/drawing/2014/main" id="{F5A48D25-17FA-4E9D-A3DE-DB3AF0CB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21" y="64609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68" name="line-66">
            <a:extLst xmlns:a="http://schemas.openxmlformats.org/drawingml/2006/main">
              <a:ext uri="{FF2B5EF4-FFF2-40B4-BE49-F238E27FC236}">
                <a16:creationId xmlns:a16="http://schemas.microsoft.com/office/drawing/2014/main" id="{29BA7661-0E6B-4D44-9754-C86D90EA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85800"/>
            <a:ext cx="276225" cy="10"/>
          </a:xfrm>
          <a:custGeom xmlns:a="http://schemas.openxmlformats.org/drawingml/2006/main">
            <a:pathLst>
              <a:path w="276225" h="10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69" name="path-67">
            <a:extLst xmlns:a="http://schemas.openxmlformats.org/drawingml/2006/main">
              <a:ext uri="{FF2B5EF4-FFF2-40B4-BE49-F238E27FC236}">
                <a16:creationId xmlns:a16="http://schemas.microsoft.com/office/drawing/2014/main" id="{F95A1B0D-E663-4D62-B8A0-6E073EBD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096" y="64609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0" name="line-68">
            <a:extLst xmlns:a="http://schemas.openxmlformats.org/drawingml/2006/main">
              <a:ext uri="{FF2B5EF4-FFF2-40B4-BE49-F238E27FC236}">
                <a16:creationId xmlns:a16="http://schemas.microsoft.com/office/drawing/2014/main" id="{4B6D8241-5CD7-47CA-BF2A-D7775FDE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247650" cy="10"/>
          </a:xfrm>
          <a:custGeom xmlns:a="http://schemas.openxmlformats.org/drawingml/2006/main">
            <a:pathLst>
              <a:path w="247650" h="1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1" name="path-69">
            <a:extLst xmlns:a="http://schemas.openxmlformats.org/drawingml/2006/main">
              <a:ext uri="{FF2B5EF4-FFF2-40B4-BE49-F238E27FC236}">
                <a16:creationId xmlns:a16="http://schemas.microsoft.com/office/drawing/2014/main" id="{2604DE12-44FC-4F2F-86F0-49495B25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71" y="20748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2" name="line-70">
            <a:extLst xmlns:a="http://schemas.openxmlformats.org/drawingml/2006/main">
              <a:ext uri="{FF2B5EF4-FFF2-40B4-BE49-F238E27FC236}">
                <a16:creationId xmlns:a16="http://schemas.microsoft.com/office/drawing/2014/main" id="{F517B3AF-1CA3-4799-A2F8-75BFF60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14550"/>
            <a:ext cx="342900" cy="10"/>
          </a:xfrm>
          <a:custGeom xmlns:a="http://schemas.openxmlformats.org/drawingml/2006/main">
            <a:pathLst>
              <a:path w="342900" h="10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3" name="path-71">
            <a:extLst xmlns:a="http://schemas.openxmlformats.org/drawingml/2006/main">
              <a:ext uri="{FF2B5EF4-FFF2-40B4-BE49-F238E27FC236}">
                <a16:creationId xmlns:a16="http://schemas.microsoft.com/office/drawing/2014/main" id="{35C39796-8B1E-4F4C-A026-C4321490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096" y="20748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4" name="path-72">
            <a:extLst xmlns:a="http://schemas.openxmlformats.org/drawingml/2006/main">
              <a:ext uri="{FF2B5EF4-FFF2-40B4-BE49-F238E27FC236}">
                <a16:creationId xmlns:a16="http://schemas.microsoft.com/office/drawing/2014/main" id="{DEA49C92-0493-4276-8988-4675865D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67000"/>
            <a:ext cx="723900" cy="904875"/>
          </a:xfrm>
          <a:custGeom xmlns:a="http://schemas.openxmlformats.org/drawingml/2006/main">
            <a:pathLst>
              <a:path w="723900" h="904875">
                <a:moveTo>
                  <a:pt x="0" y="0"/>
                </a:moveTo>
                <a:lnTo>
                  <a:pt x="0" y="904875"/>
                </a:lnTo>
                <a:lnTo>
                  <a:pt x="723900" y="9048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5" name="path-73">
            <a:extLst xmlns:a="http://schemas.openxmlformats.org/drawingml/2006/main">
              <a:ext uri="{FF2B5EF4-FFF2-40B4-BE49-F238E27FC236}">
                <a16:creationId xmlns:a16="http://schemas.microsoft.com/office/drawing/2014/main" id="{FF5B58B9-0738-4EE3-845F-3B8FF81C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14725"/>
            <a:ext cx="104775" cy="114300"/>
          </a:xfrm>
          <a:custGeom xmlns:a="http://schemas.openxmlformats.org/drawingml/2006/main">
            <a:pathLst>
              <a:path w="104775" h="114300">
                <a:moveTo>
                  <a:pt x="0" y="0"/>
                </a:moveTo>
                <a:lnTo>
                  <a:pt x="104775" y="571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6" name="line-74">
            <a:extLst xmlns:a="http://schemas.openxmlformats.org/drawingml/2006/main">
              <a:ext uri="{FF2B5EF4-FFF2-40B4-BE49-F238E27FC236}">
                <a16:creationId xmlns:a16="http://schemas.microsoft.com/office/drawing/2014/main" id="{5125878F-AF3F-499A-9272-14D6E733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71875"/>
            <a:ext cx="314325" cy="10"/>
          </a:xfrm>
          <a:custGeom xmlns:a="http://schemas.openxmlformats.org/drawingml/2006/main">
            <a:pathLst>
              <a:path w="314325" h="10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7" name="path-75">
            <a:extLst xmlns:a="http://schemas.openxmlformats.org/drawingml/2006/main">
              <a:ext uri="{FF2B5EF4-FFF2-40B4-BE49-F238E27FC236}">
                <a16:creationId xmlns:a16="http://schemas.microsoft.com/office/drawing/2014/main" id="{8E679A1F-EF03-46B3-A4A5-4BE06E6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096" y="353216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78" name="AI-087-76">
            <a:extLst xmlns:a="http://schemas.openxmlformats.org/drawingml/2006/main">
              <a:ext uri="{FF2B5EF4-FFF2-40B4-BE49-F238E27FC236}">
                <a16:creationId xmlns:a16="http://schemas.microsoft.com/office/drawing/2014/main" id="{B37CA245-D35B-4EB4-A476-E2C9DD2D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066800"/>
            <a:ext cx="55245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A"/>
          </a:solidFill>
          <a:ln xmlns:a="http://schemas.openxmlformats.org/drawingml/2006/main" w="28575">
            <a:solidFill>
              <a:srgbClr val="7799C5"/>
            </a:solidFill>
          </a:ln>
        </p:spPr>
      </p:sp>
      <p:sp>
        <p:nvSpPr>
          <p:cNvPr id="79" name="AI-087-77">
            <a:extLst xmlns:a="http://schemas.openxmlformats.org/drawingml/2006/main">
              <a:ext uri="{FF2B5EF4-FFF2-40B4-BE49-F238E27FC236}">
                <a16:creationId xmlns:a16="http://schemas.microsoft.com/office/drawing/2014/main" id="{A05AFC1F-76E5-4912-805A-02BB8C61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71675" y="1914525"/>
            <a:ext cx="2314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Fused Embedding</a:t>
            </a:r>
          </a:p>
        </p:txBody>
      </p:sp>
      <p:sp>
        <p:nvSpPr>
          <p:cNvPr id="80" name="path-78">
            <a:extLst xmlns:a="http://schemas.openxmlformats.org/drawingml/2006/main">
              <a:ext uri="{FF2B5EF4-FFF2-40B4-BE49-F238E27FC236}">
                <a16:creationId xmlns:a16="http://schemas.microsoft.com/office/drawing/2014/main" id="{66E97F01-6CEF-4A79-99D4-3B9B9B07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752475"/>
            <a:ext cx="647700" cy="295275"/>
          </a:xfrm>
          <a:custGeom xmlns:a="http://schemas.openxmlformats.org/drawingml/2006/main">
            <a:pathLst>
              <a:path w="647700" h="295275">
                <a:moveTo>
                  <a:pt x="0" y="0"/>
                </a:moveTo>
                <a:lnTo>
                  <a:pt x="647700" y="0"/>
                </a:lnTo>
                <a:lnTo>
                  <a:pt x="64770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81" name="path-79">
            <a:extLst xmlns:a="http://schemas.openxmlformats.org/drawingml/2006/main">
              <a:ext uri="{FF2B5EF4-FFF2-40B4-BE49-F238E27FC236}">
                <a16:creationId xmlns:a16="http://schemas.microsoft.com/office/drawing/2014/main" id="{D8219A60-00FD-4BDD-9C20-B74A9398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9620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57150" y="9525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82" name="line-80">
            <a:extLst xmlns:a="http://schemas.openxmlformats.org/drawingml/2006/main">
              <a:ext uri="{FF2B5EF4-FFF2-40B4-BE49-F238E27FC236}">
                <a16:creationId xmlns:a16="http://schemas.microsoft.com/office/drawing/2014/main" id="{FBD0D8F5-9813-48F5-AE68-2B4D210C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05025"/>
            <a:ext cx="371475" cy="10"/>
          </a:xfrm>
          <a:custGeom xmlns:a="http://schemas.openxmlformats.org/drawingml/2006/main">
            <a:pathLst>
              <a:path w="371475" h="10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83" name="path-81">
            <a:extLst xmlns:a="http://schemas.openxmlformats.org/drawingml/2006/main">
              <a:ext uri="{FF2B5EF4-FFF2-40B4-BE49-F238E27FC236}">
                <a16:creationId xmlns:a16="http://schemas.microsoft.com/office/drawing/2014/main" id="{DA88CF21-45A0-4A97-B0CC-C765532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396" y="206531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84" name="path-82">
            <a:extLst xmlns:a="http://schemas.openxmlformats.org/drawingml/2006/main">
              <a:ext uri="{FF2B5EF4-FFF2-40B4-BE49-F238E27FC236}">
                <a16:creationId xmlns:a16="http://schemas.microsoft.com/office/drawing/2014/main" id="{27E8CFD5-DCB5-4564-927F-9AA4CF89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52775"/>
            <a:ext cx="657225" cy="466725"/>
          </a:xfrm>
          <a:custGeom xmlns:a="http://schemas.openxmlformats.org/drawingml/2006/main">
            <a:pathLst>
              <a:path w="657225" h="466725">
                <a:moveTo>
                  <a:pt x="0" y="466725"/>
                </a:moveTo>
                <a:lnTo>
                  <a:pt x="657225" y="466725"/>
                </a:ln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85" name="path-83">
            <a:extLst xmlns:a="http://schemas.openxmlformats.org/drawingml/2006/main">
              <a:ext uri="{FF2B5EF4-FFF2-40B4-BE49-F238E27FC236}">
                <a16:creationId xmlns:a16="http://schemas.microsoft.com/office/drawing/2014/main" id="{B4D8AE61-CB93-47C0-81D5-BD347514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43250"/>
            <a:ext cx="114300" cy="104775"/>
          </a:xfrm>
          <a:custGeom xmlns:a="http://schemas.openxmlformats.org/drawingml/2006/main">
            <a:pathLst>
              <a:path w="114300" h="104775">
                <a:moveTo>
                  <a:pt x="0" y="104775"/>
                </a:moveTo>
                <a:lnTo>
                  <a:pt x="57150" y="0"/>
                </a:lnTo>
                <a:lnTo>
                  <a:pt x="11430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86" name="AI-087-84">
            <a:extLst xmlns:a="http://schemas.openxmlformats.org/drawingml/2006/main">
              <a:ext uri="{FF2B5EF4-FFF2-40B4-BE49-F238E27FC236}">
                <a16:creationId xmlns:a16="http://schemas.microsoft.com/office/drawing/2014/main" id="{DFF2E18E-5A8E-46F6-B92D-B6820C25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1819275"/>
            <a:ext cx="13906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0CB"/>
          </a:solidFill>
          <a:ln xmlns:a="http://schemas.openxmlformats.org/drawingml/2006/main" w="28575">
            <a:solidFill>
              <a:srgbClr val="BB6560"/>
            </a:solidFill>
          </a:ln>
        </p:spPr>
      </p:sp>
      <p:sp>
        <p:nvSpPr>
          <p:cNvPr id="87" name="AI-087-85">
            <a:extLst xmlns:a="http://schemas.openxmlformats.org/drawingml/2006/main">
              <a:ext uri="{FF2B5EF4-FFF2-40B4-BE49-F238E27FC236}">
                <a16:creationId xmlns:a16="http://schemas.microsoft.com/office/drawing/2014/main" id="{3E6421D7-8775-446E-A56F-0AEF53FB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1819275"/>
            <a:ext cx="1352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Multimodal</a:t>
            </a:r>
          </a:p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88" name="line-86">
            <a:extLst xmlns:a="http://schemas.openxmlformats.org/drawingml/2006/main">
              <a:ext uri="{FF2B5EF4-FFF2-40B4-BE49-F238E27FC236}">
                <a16:creationId xmlns:a16="http://schemas.microsoft.com/office/drawing/2014/main" id="{E31B7F8F-D042-4294-8EDC-C8986D62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05025"/>
            <a:ext cx="314325" cy="10"/>
          </a:xfrm>
          <a:custGeom xmlns:a="http://schemas.openxmlformats.org/drawingml/2006/main">
            <a:pathLst>
              <a:path w="314325" h="10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89" name="path-87">
            <a:extLst xmlns:a="http://schemas.openxmlformats.org/drawingml/2006/main">
              <a:ext uri="{FF2B5EF4-FFF2-40B4-BE49-F238E27FC236}">
                <a16:creationId xmlns:a16="http://schemas.microsoft.com/office/drawing/2014/main" id="{6D364661-CBDC-4A7F-B973-D7BE03BC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221" y="206531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0" name="path-88">
            <a:extLst xmlns:a="http://schemas.openxmlformats.org/drawingml/2006/main">
              <a:ext uri="{FF2B5EF4-FFF2-40B4-BE49-F238E27FC236}">
                <a16:creationId xmlns:a16="http://schemas.microsoft.com/office/drawing/2014/main" id="{BC4E1838-2B4F-49FB-ACFF-337F9DD5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914400"/>
            <a:ext cx="466725" cy="904875"/>
          </a:xfrm>
          <a:custGeom xmlns:a="http://schemas.openxmlformats.org/drawingml/2006/main">
            <a:pathLst>
              <a:path w="466725" h="904875">
                <a:moveTo>
                  <a:pt x="0" y="904875"/>
                </a:moveTo>
                <a:lnTo>
                  <a:pt x="0" y="0"/>
                </a:ln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1" name="path-89">
            <a:extLst xmlns:a="http://schemas.openxmlformats.org/drawingml/2006/main">
              <a:ext uri="{FF2B5EF4-FFF2-40B4-BE49-F238E27FC236}">
                <a16:creationId xmlns:a16="http://schemas.microsoft.com/office/drawing/2014/main" id="{D9F1800B-C88E-42F8-B816-81983404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857250"/>
            <a:ext cx="104775" cy="114300"/>
          </a:xfrm>
          <a:custGeom xmlns:a="http://schemas.openxmlformats.org/drawingml/2006/main">
            <a:pathLst>
              <a:path w="104775" h="114300">
                <a:moveTo>
                  <a:pt x="0" y="0"/>
                </a:moveTo>
                <a:lnTo>
                  <a:pt x="104775" y="571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2" name="path-90">
            <a:extLst xmlns:a="http://schemas.openxmlformats.org/drawingml/2006/main">
              <a:ext uri="{FF2B5EF4-FFF2-40B4-BE49-F238E27FC236}">
                <a16:creationId xmlns:a16="http://schemas.microsoft.com/office/drawing/2014/main" id="{46F0E232-30E0-42FF-8D9F-2C88B4FD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362075"/>
            <a:ext cx="285750" cy="457200"/>
          </a:xfrm>
          <a:custGeom xmlns:a="http://schemas.openxmlformats.org/drawingml/2006/main">
            <a:pathLst>
              <a:path w="285750" h="457200">
                <a:moveTo>
                  <a:pt x="0" y="457200"/>
                </a:moveTo>
                <a:lnTo>
                  <a:pt x="0" y="0"/>
                </a:ln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3" name="path-91">
            <a:extLst xmlns:a="http://schemas.openxmlformats.org/drawingml/2006/main">
              <a:ext uri="{FF2B5EF4-FFF2-40B4-BE49-F238E27FC236}">
                <a16:creationId xmlns:a16="http://schemas.microsoft.com/office/drawing/2014/main" id="{D13E87E9-8833-4B36-937E-19E5F89A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304925"/>
            <a:ext cx="104775" cy="114300"/>
          </a:xfrm>
          <a:custGeom xmlns:a="http://schemas.openxmlformats.org/drawingml/2006/main">
            <a:pathLst>
              <a:path w="104775" h="114300">
                <a:moveTo>
                  <a:pt x="0" y="0"/>
                </a:moveTo>
                <a:lnTo>
                  <a:pt x="104775" y="571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4" name="path-92">
            <a:extLst xmlns:a="http://schemas.openxmlformats.org/drawingml/2006/main">
              <a:ext uri="{FF2B5EF4-FFF2-40B4-BE49-F238E27FC236}">
                <a16:creationId xmlns:a16="http://schemas.microsoft.com/office/drawing/2014/main" id="{DB569E3E-15E4-46A6-BD40-C42AB855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76225" cy="247650"/>
          </a:xfrm>
          <a:custGeom xmlns:a="http://schemas.openxmlformats.org/drawingml/2006/main">
            <a:pathLst>
              <a:path w="276225" h="247650">
                <a:moveTo>
                  <a:pt x="0" y="0"/>
                </a:moveTo>
                <a:lnTo>
                  <a:pt x="0" y="247650"/>
                </a:lnTo>
                <a:lnTo>
                  <a:pt x="276225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5" name="path-93">
            <a:extLst xmlns:a="http://schemas.openxmlformats.org/drawingml/2006/main">
              <a:ext uri="{FF2B5EF4-FFF2-40B4-BE49-F238E27FC236}">
                <a16:creationId xmlns:a16="http://schemas.microsoft.com/office/drawing/2014/main" id="{EF429FD4-EDC3-4221-B1F5-0A6BCBBE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71750"/>
            <a:ext cx="104775" cy="114300"/>
          </a:xfrm>
          <a:custGeom xmlns:a="http://schemas.openxmlformats.org/drawingml/2006/main">
            <a:pathLst>
              <a:path w="104775" h="114300">
                <a:moveTo>
                  <a:pt x="0" y="0"/>
                </a:moveTo>
                <a:lnTo>
                  <a:pt x="104775" y="571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6" name="path-94">
            <a:extLst xmlns:a="http://schemas.openxmlformats.org/drawingml/2006/main">
              <a:ext uri="{FF2B5EF4-FFF2-40B4-BE49-F238E27FC236}">
                <a16:creationId xmlns:a16="http://schemas.microsoft.com/office/drawing/2014/main" id="{6BE1BD8E-44BE-4322-9E28-F1A9E774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381250"/>
            <a:ext cx="400050" cy="857250"/>
          </a:xfrm>
          <a:custGeom xmlns:a="http://schemas.openxmlformats.org/drawingml/2006/main">
            <a:pathLst>
              <a:path w="400050" h="857250">
                <a:moveTo>
                  <a:pt x="0" y="0"/>
                </a:moveTo>
                <a:lnTo>
                  <a:pt x="0" y="857250"/>
                </a:lnTo>
                <a:lnTo>
                  <a:pt x="40005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7" name="path-95">
            <a:extLst xmlns:a="http://schemas.openxmlformats.org/drawingml/2006/main">
              <a:ext uri="{FF2B5EF4-FFF2-40B4-BE49-F238E27FC236}">
                <a16:creationId xmlns:a16="http://schemas.microsoft.com/office/drawing/2014/main" id="{F464A7E4-89CF-4DC2-90D8-274AA7BD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81350"/>
            <a:ext cx="104775" cy="114300"/>
          </a:xfrm>
          <a:custGeom xmlns:a="http://schemas.openxmlformats.org/drawingml/2006/main">
            <a:pathLst>
              <a:path w="104775" h="114300">
                <a:moveTo>
                  <a:pt x="0" y="0"/>
                </a:moveTo>
                <a:lnTo>
                  <a:pt x="104775" y="571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98" name="AI-087-96">
            <a:extLst xmlns:a="http://schemas.openxmlformats.org/drawingml/2006/main">
              <a:ext uri="{FF2B5EF4-FFF2-40B4-BE49-F238E27FC236}">
                <a16:creationId xmlns:a16="http://schemas.microsoft.com/office/drawing/2014/main" id="{C7C5DFAB-9E15-4423-8EA5-C01939FF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7524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CA"/>
          </a:solidFill>
          <a:ln xmlns:a="http://schemas.openxmlformats.org/drawingml/2006/main" w="28575">
            <a:solidFill>
              <a:srgbClr val="E3AB2F"/>
            </a:solidFill>
          </a:ln>
        </p:spPr>
      </p:sp>
      <p:sp>
        <p:nvSpPr>
          <p:cNvPr id="99" name="AI-087-97">
            <a:extLst xmlns:a="http://schemas.openxmlformats.org/drawingml/2006/main">
              <a:ext uri="{FF2B5EF4-FFF2-40B4-BE49-F238E27FC236}">
                <a16:creationId xmlns:a16="http://schemas.microsoft.com/office/drawing/2014/main" id="{A1070A60-E2F5-44A7-9474-8DCE808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75247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00" name="AI-087-98">
            <a:extLst xmlns:a="http://schemas.openxmlformats.org/drawingml/2006/main">
              <a:ext uri="{FF2B5EF4-FFF2-40B4-BE49-F238E27FC236}">
                <a16:creationId xmlns:a16="http://schemas.microsoft.com/office/drawing/2014/main" id="{2318DE12-3A87-4EE2-98B6-C6FAA5D2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1276350"/>
            <a:ext cx="8286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3"/>
          </a:solidFill>
          <a:ln xmlns:a="http://schemas.openxmlformats.org/drawingml/2006/main" w="28575">
            <a:solidFill>
              <a:srgbClr val="97BD75"/>
            </a:solidFill>
          </a:ln>
        </p:spPr>
      </p:sp>
      <p:sp>
        <p:nvSpPr>
          <p:cNvPr id="101" name="AI-087-99">
            <a:extLst xmlns:a="http://schemas.openxmlformats.org/drawingml/2006/main">
              <a:ext uri="{FF2B5EF4-FFF2-40B4-BE49-F238E27FC236}">
                <a16:creationId xmlns:a16="http://schemas.microsoft.com/office/drawing/2014/main" id="{CF0AAF71-6F64-4DA5-BEF5-4BC0E57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276350"/>
            <a:ext cx="809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</a:t>
            </a:r>
          </a:p>
        </p:txBody>
      </p:sp>
      <p:sp>
        <p:nvSpPr>
          <p:cNvPr id="102" name="AI-087-100">
            <a:extLst xmlns:a="http://schemas.openxmlformats.org/drawingml/2006/main">
              <a:ext uri="{FF2B5EF4-FFF2-40B4-BE49-F238E27FC236}">
                <a16:creationId xmlns:a16="http://schemas.microsoft.com/office/drawing/2014/main" id="{2B1170B1-7863-468E-BA00-9021245E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447925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E9"/>
          </a:solidFill>
          <a:ln xmlns:a="http://schemas.openxmlformats.org/drawingml/2006/main" w="28575">
            <a:solidFill>
              <a:srgbClr val="AB8ABB"/>
            </a:solidFill>
          </a:ln>
        </p:spPr>
      </p:sp>
      <p:sp>
        <p:nvSpPr>
          <p:cNvPr id="103" name="AI-087-101">
            <a:extLst xmlns:a="http://schemas.openxmlformats.org/drawingml/2006/main">
              <a:ext uri="{FF2B5EF4-FFF2-40B4-BE49-F238E27FC236}">
                <a16:creationId xmlns:a16="http://schemas.microsoft.com/office/drawing/2014/main" id="{CF511030-A4AA-419F-A0D3-625A382E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4479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SLA</a:t>
            </a:r>
          </a:p>
        </p:txBody>
      </p:sp>
      <p:sp>
        <p:nvSpPr>
          <p:cNvPr id="104" name="AI-087-102">
            <a:extLst xmlns:a="http://schemas.openxmlformats.org/drawingml/2006/main">
              <a:ext uri="{FF2B5EF4-FFF2-40B4-BE49-F238E27FC236}">
                <a16:creationId xmlns:a16="http://schemas.microsoft.com/office/drawing/2014/main" id="{E08DC559-A552-4148-97DD-131CE56C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30289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D96"/>
          </a:solidFill>
          <a:ln xmlns:a="http://schemas.openxmlformats.org/drawingml/2006/main" w="28575">
            <a:solidFill>
              <a:srgbClr val="D1B568"/>
            </a:solidFill>
          </a:ln>
        </p:spPr>
      </p:sp>
      <p:sp>
        <p:nvSpPr>
          <p:cNvPr id="105" name="AI-087-103">
            <a:extLst xmlns:a="http://schemas.openxmlformats.org/drawingml/2006/main">
              <a:ext uri="{FF2B5EF4-FFF2-40B4-BE49-F238E27FC236}">
                <a16:creationId xmlns:a16="http://schemas.microsoft.com/office/drawing/2014/main" id="{E9AB00F6-F1DD-4001-AFDB-1546E445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2895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LN</a:t>
            </a:r>
          </a:p>
        </p:txBody>
      </p:sp>
      <p:sp>
        <p:nvSpPr>
          <p:cNvPr id="106" name="AI-087-104">
            <a:extLst xmlns:a="http://schemas.openxmlformats.org/drawingml/2006/main">
              <a:ext uri="{FF2B5EF4-FFF2-40B4-BE49-F238E27FC236}">
                <a16:creationId xmlns:a16="http://schemas.microsoft.com/office/drawing/2014/main" id="{42372995-3D94-42B9-A897-9D347467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609600"/>
            <a:ext cx="1714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9C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07" name="line-105">
            <a:extLst xmlns:a="http://schemas.openxmlformats.org/drawingml/2006/main">
              <a:ext uri="{FF2B5EF4-FFF2-40B4-BE49-F238E27FC236}">
                <a16:creationId xmlns:a16="http://schemas.microsoft.com/office/drawing/2014/main" id="{9DF63A77-68E7-498E-9F81-B5D308A4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5722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08" name="line-106">
            <a:extLst xmlns:a="http://schemas.openxmlformats.org/drawingml/2006/main">
              <a:ext uri="{FF2B5EF4-FFF2-40B4-BE49-F238E27FC236}">
                <a16:creationId xmlns:a16="http://schemas.microsoft.com/office/drawing/2014/main" id="{1BB0BB69-D30A-4639-87DD-5FBDF948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1437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09" name="line-107">
            <a:extLst xmlns:a="http://schemas.openxmlformats.org/drawingml/2006/main">
              <a:ext uri="{FF2B5EF4-FFF2-40B4-BE49-F238E27FC236}">
                <a16:creationId xmlns:a16="http://schemas.microsoft.com/office/drawing/2014/main" id="{CB82C98C-E8D5-4725-BB51-2BA6291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7152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0" name="line-108">
            <a:extLst xmlns:a="http://schemas.openxmlformats.org/drawingml/2006/main">
              <a:ext uri="{FF2B5EF4-FFF2-40B4-BE49-F238E27FC236}">
                <a16:creationId xmlns:a16="http://schemas.microsoft.com/office/drawing/2014/main" id="{A3399FCF-3C83-4E83-B9FC-E7B25059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2867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1" name="line-109">
            <a:extLst xmlns:a="http://schemas.openxmlformats.org/drawingml/2006/main">
              <a:ext uri="{FF2B5EF4-FFF2-40B4-BE49-F238E27FC236}">
                <a16:creationId xmlns:a16="http://schemas.microsoft.com/office/drawing/2014/main" id="{2B9E814B-BB74-475E-8034-1FA6C199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8582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2" name="line-110">
            <a:extLst xmlns:a="http://schemas.openxmlformats.org/drawingml/2006/main">
              <a:ext uri="{FF2B5EF4-FFF2-40B4-BE49-F238E27FC236}">
                <a16:creationId xmlns:a16="http://schemas.microsoft.com/office/drawing/2014/main" id="{A6022589-5AD6-462A-85CC-0966A76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94297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3" name="line-111">
            <a:extLst xmlns:a="http://schemas.openxmlformats.org/drawingml/2006/main">
              <a:ext uri="{FF2B5EF4-FFF2-40B4-BE49-F238E27FC236}">
                <a16:creationId xmlns:a16="http://schemas.microsoft.com/office/drawing/2014/main" id="{073A994D-23E1-40E5-96B8-2D8213BB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00012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4" name="line-112">
            <a:extLst xmlns:a="http://schemas.openxmlformats.org/drawingml/2006/main">
              <a:ext uri="{FF2B5EF4-FFF2-40B4-BE49-F238E27FC236}">
                <a16:creationId xmlns:a16="http://schemas.microsoft.com/office/drawing/2014/main" id="{425186A0-FAC5-4D3C-8493-50570902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05727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5" name="line-113">
            <a:extLst xmlns:a="http://schemas.openxmlformats.org/drawingml/2006/main">
              <a:ext uri="{FF2B5EF4-FFF2-40B4-BE49-F238E27FC236}">
                <a16:creationId xmlns:a16="http://schemas.microsoft.com/office/drawing/2014/main" id="{C261716B-D008-411E-8F75-8AC5F9F8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1442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6" name="line-114">
            <a:extLst xmlns:a="http://schemas.openxmlformats.org/drawingml/2006/main">
              <a:ext uri="{FF2B5EF4-FFF2-40B4-BE49-F238E27FC236}">
                <a16:creationId xmlns:a16="http://schemas.microsoft.com/office/drawing/2014/main" id="{8BBBB927-0245-4F3D-9D77-D44E4026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28650"/>
            <a:ext cx="10" cy="523875"/>
          </a:xfrm>
          <a:custGeom xmlns:a="http://schemas.openxmlformats.org/drawingml/2006/main">
            <a:pathLst>
              <a:path w="10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17" name="AI-087-115">
            <a:extLst xmlns:a="http://schemas.openxmlformats.org/drawingml/2006/main">
              <a:ext uri="{FF2B5EF4-FFF2-40B4-BE49-F238E27FC236}">
                <a16:creationId xmlns:a16="http://schemas.microsoft.com/office/drawing/2014/main" id="{2EC1B2E2-6E59-40D0-9F67-439775AF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1238250"/>
            <a:ext cx="171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9C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18" name="line-116">
            <a:extLst xmlns:a="http://schemas.openxmlformats.org/drawingml/2006/main">
              <a:ext uri="{FF2B5EF4-FFF2-40B4-BE49-F238E27FC236}">
                <a16:creationId xmlns:a16="http://schemas.microsoft.com/office/drawing/2014/main" id="{B5DDFF25-A3FB-4A89-828E-273110B6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28587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9" name="line-117">
            <a:extLst xmlns:a="http://schemas.openxmlformats.org/drawingml/2006/main">
              <a:ext uri="{FF2B5EF4-FFF2-40B4-BE49-F238E27FC236}">
                <a16:creationId xmlns:a16="http://schemas.microsoft.com/office/drawing/2014/main" id="{E133B51D-13BA-4EA7-ADB5-D82E9A84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34302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20" name="line-118">
            <a:extLst xmlns:a="http://schemas.openxmlformats.org/drawingml/2006/main">
              <a:ext uri="{FF2B5EF4-FFF2-40B4-BE49-F238E27FC236}">
                <a16:creationId xmlns:a16="http://schemas.microsoft.com/office/drawing/2014/main" id="{127ED145-3266-4583-85B9-2B044D7F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0017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21" name="line-119">
            <a:extLst xmlns:a="http://schemas.openxmlformats.org/drawingml/2006/main">
              <a:ext uri="{FF2B5EF4-FFF2-40B4-BE49-F238E27FC236}">
                <a16:creationId xmlns:a16="http://schemas.microsoft.com/office/drawing/2014/main" id="{22D149D6-DB2E-4B03-BB03-15F8C66D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5732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22" name="line-120">
            <a:extLst xmlns:a="http://schemas.openxmlformats.org/drawingml/2006/main">
              <a:ext uri="{FF2B5EF4-FFF2-40B4-BE49-F238E27FC236}">
                <a16:creationId xmlns:a16="http://schemas.microsoft.com/office/drawing/2014/main" id="{A033576C-792D-4E19-A17B-A55C742C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1447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23" name="line-121">
            <a:extLst xmlns:a="http://schemas.openxmlformats.org/drawingml/2006/main">
              <a:ext uri="{FF2B5EF4-FFF2-40B4-BE49-F238E27FC236}">
                <a16:creationId xmlns:a16="http://schemas.microsoft.com/office/drawing/2014/main" id="{4EB5976D-3851-4114-B4A3-1F0D6E31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7162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24" name="line-122">
            <a:extLst xmlns:a="http://schemas.openxmlformats.org/drawingml/2006/main">
              <a:ext uri="{FF2B5EF4-FFF2-40B4-BE49-F238E27FC236}">
                <a16:creationId xmlns:a16="http://schemas.microsoft.com/office/drawing/2014/main" id="{A0F1F09D-DA0C-480F-808F-AEC0BF90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2877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25" name="line-123">
            <a:extLst xmlns:a="http://schemas.openxmlformats.org/drawingml/2006/main">
              <a:ext uri="{FF2B5EF4-FFF2-40B4-BE49-F238E27FC236}">
                <a16:creationId xmlns:a16="http://schemas.microsoft.com/office/drawing/2014/main" id="{78A8EBC0-A1A5-4C2D-A800-24A78AD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57300"/>
            <a:ext cx="10" cy="428625"/>
          </a:xfrm>
          <a:custGeom xmlns:a="http://schemas.openxmlformats.org/drawingml/2006/main">
            <a:pathLst>
              <a:path w="10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cf68ed09f4b2d"/>
          <a:stretch xmlns:a="http://schemas.openxmlformats.org/drawingml/2006/main"/>
        </p:blipFill>
        <p:spPr>
          <a:xfrm xmlns:a="http://schemas.openxmlformats.org/drawingml/2006/main">
            <a:off x="5857875" y="638175"/>
            <a:ext cx="390525" cy="495300"/>
          </a:xfrm>
          <a:prstGeom xmlns:a="http://schemas.openxmlformats.org/drawingml/2006/main" prst="rect">
            <a:avLst/>
          </a:prstGeom>
        </p:spPr>
      </p:pic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c88f2822d452f"/>
          <a:stretch xmlns:a="http://schemas.openxmlformats.org/drawingml/2006/main"/>
        </p:blipFill>
        <p:spPr>
          <a:xfrm xmlns:a="http://schemas.openxmlformats.org/drawingml/2006/main">
            <a:off x="6153150" y="1362075"/>
            <a:ext cx="352425" cy="381000"/>
          </a:xfrm>
          <a:prstGeom xmlns:a="http://schemas.openxmlformats.org/drawingml/2006/main" prst="rect">
            <a:avLst/>
          </a:prstGeom>
        </p:spPr>
      </p:pic>
      <p:pic>
        <p:nvPicPr>
          <p:cNvPr id="2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a127da7234b3f"/>
          <a:stretch xmlns:a="http://schemas.openxmlformats.org/drawingml/2006/main"/>
        </p:blipFill>
        <p:spPr>
          <a:xfrm xmlns:a="http://schemas.openxmlformats.org/drawingml/2006/main">
            <a:off x="6353175" y="2438400"/>
            <a:ext cx="371475" cy="400050"/>
          </a:xfrm>
          <a:prstGeom xmlns:a="http://schemas.openxmlformats.org/drawingml/2006/main" prst="rect">
            <a:avLst/>
          </a:prstGeom>
        </p:spPr>
      </p:pic>
      <p:sp>
        <p:nvSpPr>
          <p:cNvPr id="129" name="line-124">
            <a:extLst xmlns:a="http://schemas.openxmlformats.org/drawingml/2006/main">
              <a:ext uri="{FF2B5EF4-FFF2-40B4-BE49-F238E27FC236}">
                <a16:creationId xmlns:a16="http://schemas.microsoft.com/office/drawing/2014/main" id="{AC63E1D0-85B7-4BFC-8A09-86FB6A24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0" cy="228600"/>
          </a:xfrm>
          <a:custGeom xmlns:a="http://schemas.openxmlformats.org/drawingml/2006/main">
            <a:pathLst>
              <a:path w="1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11111"/>
            </a:solidFill>
          </a:ln>
        </p:spPr>
      </p:sp>
      <p:sp>
        <p:nvSpPr>
          <p:cNvPr id="130" name="line-125">
            <a:extLst xmlns:a="http://schemas.openxmlformats.org/drawingml/2006/main">
              <a:ext uri="{FF2B5EF4-FFF2-40B4-BE49-F238E27FC236}">
                <a16:creationId xmlns:a16="http://schemas.microsoft.com/office/drawing/2014/main" id="{86014DDF-9AE0-485C-9E81-AC75284D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33650"/>
            <a:ext cx="219075" cy="10"/>
          </a:xfrm>
          <a:custGeom xmlns:a="http://schemas.openxmlformats.org/drawingml/2006/main">
            <a:pathLst>
              <a:path w="219075" h="10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11111"/>
            </a:solidFill>
          </a:ln>
        </p:spPr>
      </p:sp>
      <p:sp>
        <p:nvSpPr>
          <p:cNvPr id="131" name="path-126">
            <a:extLst xmlns:a="http://schemas.openxmlformats.org/drawingml/2006/main">
              <a:ext uri="{FF2B5EF4-FFF2-40B4-BE49-F238E27FC236}">
                <a16:creationId xmlns:a16="http://schemas.microsoft.com/office/drawing/2014/main" id="{077236DD-539B-4BC4-B43D-10FAD10F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43175"/>
            <a:ext cx="85725" cy="123825"/>
          </a:xfrm>
          <a:custGeom xmlns:a="http://schemas.openxmlformats.org/drawingml/2006/main">
            <a:pathLst>
              <a:path w="85725" h="123825">
                <a:moveTo>
                  <a:pt x="47625" y="0"/>
                </a:moveTo>
                <a:lnTo>
                  <a:pt x="0" y="123825"/>
                </a:lnTo>
                <a:lnTo>
                  <a:pt x="85725" y="123825"/>
                </a:ln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2" name="path-127">
            <a:extLst xmlns:a="http://schemas.openxmlformats.org/drawingml/2006/main">
              <a:ext uri="{FF2B5EF4-FFF2-40B4-BE49-F238E27FC236}">
                <a16:creationId xmlns:a16="http://schemas.microsoft.com/office/drawing/2014/main" id="{D41F048B-6A30-4824-893A-B9BDB6C3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43175"/>
            <a:ext cx="85725" cy="123825"/>
          </a:xfrm>
          <a:custGeom xmlns:a="http://schemas.openxmlformats.org/drawingml/2006/main">
            <a:pathLst>
              <a:path w="85725" h="123825">
                <a:moveTo>
                  <a:pt x="47625" y="0"/>
                </a:moveTo>
                <a:lnTo>
                  <a:pt x="0" y="123825"/>
                </a:lnTo>
                <a:lnTo>
                  <a:pt x="85725" y="123825"/>
                </a:ln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3" name="line-128">
            <a:extLst xmlns:a="http://schemas.openxmlformats.org/drawingml/2006/main">
              <a:ext uri="{FF2B5EF4-FFF2-40B4-BE49-F238E27FC236}">
                <a16:creationId xmlns:a16="http://schemas.microsoft.com/office/drawing/2014/main" id="{E2AF27E2-190D-4C23-989B-6E596A6D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33675"/>
            <a:ext cx="114300" cy="10"/>
          </a:xfrm>
          <a:custGeom xmlns:a="http://schemas.openxmlformats.org/drawingml/2006/main">
            <a:pathLst>
              <a:path w="114300" h="1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11111"/>
            </a:solidFill>
          </a:ln>
        </p:spPr>
      </p:sp>
      <p:sp>
        <p:nvSpPr>
          <p:cNvPr id="134" name="path-129">
            <a:extLst xmlns:a="http://schemas.openxmlformats.org/drawingml/2006/main">
              <a:ext uri="{FF2B5EF4-FFF2-40B4-BE49-F238E27FC236}">
                <a16:creationId xmlns:a16="http://schemas.microsoft.com/office/drawing/2014/main" id="{422BD2CA-E7BA-41DB-8DEA-176E4EDF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76575"/>
            <a:ext cx="266700" cy="361950"/>
          </a:xfrm>
          <a:custGeom xmlns:a="http://schemas.openxmlformats.org/drawingml/2006/main">
            <a:pathLst>
              <a:path w="266700" h="361950">
                <a:moveTo>
                  <a:pt x="133350" y="0"/>
                </a:moveTo>
                <a:lnTo>
                  <a:pt x="47625" y="114300"/>
                </a:lnTo>
                <a:lnTo>
                  <a:pt x="0" y="219075"/>
                </a:lnTo>
                <a:lnTo>
                  <a:pt x="0" y="285750"/>
                </a:lnTo>
                <a:lnTo>
                  <a:pt x="57150" y="342900"/>
                </a:lnTo>
                <a:lnTo>
                  <a:pt x="133350" y="361950"/>
                </a:lnTo>
                <a:lnTo>
                  <a:pt x="209550" y="342900"/>
                </a:lnTo>
                <a:lnTo>
                  <a:pt x="266700" y="285750"/>
                </a:lnTo>
                <a:lnTo>
                  <a:pt x="266700" y="219075"/>
                </a:lnTo>
                <a:lnTo>
                  <a:pt x="228600" y="133350"/>
                </a:lnTo>
                <a:lnTo>
                  <a:pt x="1333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F5F5F"/>
            </a:solidFill>
          </a:ln>
        </p:spPr>
      </p:sp>
      <p:sp>
        <p:nvSpPr>
          <p:cNvPr id="135" name="AI-087-130">
            <a:extLst xmlns:a="http://schemas.openxmlformats.org/drawingml/2006/main">
              <a:ext uri="{FF2B5EF4-FFF2-40B4-BE49-F238E27FC236}">
                <a16:creationId xmlns:a16="http://schemas.microsoft.com/office/drawing/2014/main" id="{D1394420-4537-45A5-A61F-950ABC2B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4063" y="31861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F5F5F"/>
            </a:solidFill>
          </a:ln>
        </p:spPr>
      </p:sp>
      <p:sp>
        <p:nvSpPr>
          <p:cNvPr id="136" name="AI-087-131">
            <a:extLst xmlns:a="http://schemas.openxmlformats.org/drawingml/2006/main">
              <a:ext uri="{FF2B5EF4-FFF2-40B4-BE49-F238E27FC236}">
                <a16:creationId xmlns:a16="http://schemas.microsoft.com/office/drawing/2014/main" id="{E2988D07-80B7-47D0-8ED2-E8618742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9788" y="32432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F5F5F"/>
            </a:solidFill>
          </a:ln>
        </p:spPr>
      </p:sp>
      <p:sp>
        <p:nvSpPr>
          <p:cNvPr id="137" name="AI-087-132">
            <a:extLst xmlns:a="http://schemas.openxmlformats.org/drawingml/2006/main">
              <a:ext uri="{FF2B5EF4-FFF2-40B4-BE49-F238E27FC236}">
                <a16:creationId xmlns:a16="http://schemas.microsoft.com/office/drawing/2014/main" id="{665298E1-1663-4FAF-984F-53F3C923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5013" y="33099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F5F5F"/>
            </a:solidFill>
          </a:ln>
        </p:spPr>
      </p:sp>
      <p:sp>
        <p:nvSpPr>
          <p:cNvPr id="138" name="AI-087-133">
            <a:extLst xmlns:a="http://schemas.openxmlformats.org/drawingml/2006/main">
              <a:ext uri="{FF2B5EF4-FFF2-40B4-BE49-F238E27FC236}">
                <a16:creationId xmlns:a16="http://schemas.microsoft.com/office/drawing/2014/main" id="{5445ED97-71AC-448D-B9DC-B208585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0738" y="33194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F5F5F"/>
            </a:solidFill>
          </a:ln>
        </p:spPr>
      </p:sp>
      <p:sp>
        <p:nvSpPr>
          <p:cNvPr id="139" name="line-134">
            <a:extLst xmlns:a="http://schemas.openxmlformats.org/drawingml/2006/main">
              <a:ext uri="{FF2B5EF4-FFF2-40B4-BE49-F238E27FC236}">
                <a16:creationId xmlns:a16="http://schemas.microsoft.com/office/drawing/2014/main" id="{5F51992A-A1C2-4EE4-94F1-505B2D3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19450"/>
            <a:ext cx="57150" cy="38100"/>
          </a:xfrm>
          <a:custGeom xmlns:a="http://schemas.openxmlformats.org/drawingml/2006/main">
            <a:pathLst>
              <a:path w="57150" h="38100">
                <a:moveTo>
                  <a:pt x="0" y="0"/>
                </a:moveTo>
                <a:lnTo>
                  <a:pt x="571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F5F5F"/>
            </a:solidFill>
          </a:ln>
        </p:spPr>
      </p:sp>
      <p:sp>
        <p:nvSpPr>
          <p:cNvPr id="140" name="line-135">
            <a:extLst xmlns:a="http://schemas.openxmlformats.org/drawingml/2006/main">
              <a:ext uri="{FF2B5EF4-FFF2-40B4-BE49-F238E27FC236}">
                <a16:creationId xmlns:a16="http://schemas.microsoft.com/office/drawing/2014/main" id="{857EA22F-E0DE-4C79-906E-0393B9BB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86125"/>
            <a:ext cx="9525" cy="38100"/>
          </a:xfrm>
          <a:custGeom xmlns:a="http://schemas.openxmlformats.org/drawingml/2006/main">
            <a:pathLst>
              <a:path w="9525" h="38100">
                <a:moveTo>
                  <a:pt x="9525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F5F5F"/>
            </a:solidFill>
          </a:ln>
        </p:spPr>
      </p:sp>
      <p:sp>
        <p:nvSpPr>
          <p:cNvPr id="141" name="line-136">
            <a:extLst xmlns:a="http://schemas.openxmlformats.org/drawingml/2006/main">
              <a:ext uri="{FF2B5EF4-FFF2-40B4-BE49-F238E27FC236}">
                <a16:creationId xmlns:a16="http://schemas.microsoft.com/office/drawing/2014/main" id="{89954C1C-E5D6-4FF4-A561-DE1514C9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2422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F5F5F"/>
            </a:solidFill>
          </a:ln>
        </p:spPr>
      </p:sp>
    </p:spTree>
    <p:extLst>
      <p:ext uri="{BB962C8B-B14F-4D97-AF65-F5344CB8AC3E}">
        <p14:creationId xmlns:p14="http://schemas.microsoft.com/office/powerpoint/2010/main" val="1656183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2026-09-08T03:32:01.0810000Z</dcterms:created>
  <dcterms:modified xsi:type="dcterms:W3CDTF">2026-09-08T03:32:01.0810000Z</dcterms:modified>
</coreProperties>
</file>