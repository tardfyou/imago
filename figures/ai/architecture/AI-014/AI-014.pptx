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4d2d858357442a" /><Relationship Type="http://schemas.openxmlformats.org/officeDocument/2006/relationships/extended-properties" Target="/docProps/app.xml" Id="R9ede8b57af924953" /><Relationship Type="http://schemas.openxmlformats.org/officeDocument/2006/relationships/officeDocument" Target="/ppt/presentation.xml" Id="Rea0b35bf76bf49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18e3490f704ca4"/>
  </p:sldMasterIdLst>
  <p:notesMasterIdLst>
    <p:notesMasterId xmlns:r="http://schemas.openxmlformats.org/officeDocument/2006/relationships" r:id="Re95ff1cba68b4375"/>
  </p:notesMasterIdLst>
  <p:sldIdLst>
    <p:sldId xmlns:r="http://schemas.openxmlformats.org/officeDocument/2006/relationships" id="256" r:id="R5e0925a5ad4a474d"/>
  </p:sldIdLst>
  <p:sldSz cx="11315700" cy="3457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267a98985f4e2f" /><Relationship Type="http://schemas.openxmlformats.org/officeDocument/2006/relationships/slideMaster" Target="/ppt/slideMasters/slideMaster1.xml" Id="R1318e3490f704ca4" /><Relationship Type="http://schemas.openxmlformats.org/officeDocument/2006/relationships/notesMaster" Target="/ppt/notesMasters/notesMaster1.xml" Id="Re95ff1cba68b4375" /><Relationship Type="http://schemas.openxmlformats.org/officeDocument/2006/relationships/presProps" Target="/ppt/presProps.xml" Id="Rab08cba434364040" /><Relationship Type="http://schemas.openxmlformats.org/officeDocument/2006/relationships/tableStyles" Target="/ppt/tableStyles.xml" Id="R9b6b2c8bae634246" /><Relationship Type="http://schemas.openxmlformats.org/officeDocument/2006/relationships/slide" Target="/ppt/slides/slide1.xml" Id="R5e0925a5ad4a47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359f9f005734c9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84f294a10e41c3" /><Relationship Type="http://schemas.openxmlformats.org/officeDocument/2006/relationships/notesMaster" Target="/ppt/notesMasters/notesMaster1.xml" Id="Rdc9c4b1a970c40f6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素材ID：AI-014</ns1:t>
            </ns1:r>
          </ns1:p>
          <ns1:p>
            <ns1:r>
              <ns1:t>论文：Rich Human Feedback for Text-to-Image Generation</ns1:t>
            </ns1:r>
          </ns1:p>
          <ns1:p>
            <ns1:r>
              <ns1:t>会议：CVPR 2024</ns1:t>
            </ns1:r>
          </ns1:p>
          <ns1:p>
            <ns1:r>
              <ns1:t>奖项：Best Paper</ns1:t>
            </ns1:r>
          </ns1:p>
          <ns1:p>
            <ns1:r>
              <ns1:t>图号：Figure 3，PDF第4页</ns1:t>
            </ns1:r>
          </ns1:p>
          <ns1:p>
            <ns1:r>
              <ns1:t>类型：系统架构</ns1:t>
            </ns1:r>
          </ns1:p>
          <ns1:p>
            <ns1:r>
              <ns1:t>借鉴点：视觉与文本流经自注意力交互，分别输出热力图、分数和关键词；适合多任务、多粒度评估模型。</ns1:t>
            </ns1:r>
          </ns1:p>
          <ns1:p>
            <ns1:r>
              <ns1:t>论文URL：https://openaccess.thecvf.com/content/CVPR2024/html/Liang_Rich_Human_Feedback_for_Text-to-Image_Generation_CVPR_2024_paper.html</ns1:t>
            </ns1:r>
          </ns1:p>
          <ns1:p>
            <ns1:r>
              <ns1:t>官方获奖URL：https://www.thecvf.com/?page_id=413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69d74604094c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54ef4502a04858" /><Relationship Type="http://schemas.openxmlformats.org/officeDocument/2006/relationships/slideLayout" Target="/ppt/slideLayouts/slideLayout1.xml" Id="Rcaf056485b9044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f056485b9044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0ed873bf94896" /><Relationship Type="http://schemas.openxmlformats.org/officeDocument/2006/relationships/image" Target="/ppt/media/image.png" Id="R0dcf653c3c6f42b6" /><Relationship Type="http://schemas.openxmlformats.org/officeDocument/2006/relationships/image" Target="/ppt/media/image2.png" Id="R67b6d97643a248e0" /><Relationship Type="http://schemas.openxmlformats.org/officeDocument/2006/relationships/image" Target="/ppt/media/image3.png" Id="R901755d7a20648eb" /><Relationship Type="http://schemas.openxmlformats.org/officeDocument/2006/relationships/image" Target="/ppt/media/image4.png" Id="Reb16905b46504074" /><Relationship Type="http://schemas.openxmlformats.org/officeDocument/2006/relationships/image" Target="/ppt/media/image5.png" Id="R946e2d1f890c402a" /><Relationship Type="http://schemas.openxmlformats.org/officeDocument/2006/relationships/image" Target="/ppt/media/image6.png" Id="R0737343436de4552" /><Relationship Type="http://schemas.openxmlformats.org/officeDocument/2006/relationships/notesSlide" Target="/ppt/notesSlides/notesSlide1.xml" Id="R5868fd6e37d846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5ADDC9-DA36-424E-9669-DE6B439B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8" y="0"/>
            <a:ext cx="11248092" cy="3457575"/>
          </a:xfrm>
          <a:custGeom xmlns:a="http://schemas.openxmlformats.org/drawingml/2006/main">
            <a:pathLst>
              <a:path w="11248092" h="3457575">
                <a:moveTo>
                  <a:pt x="0" y="3457575"/>
                </a:moveTo>
                <a:lnTo>
                  <a:pt x="0" y="0"/>
                </a:lnTo>
                <a:lnTo>
                  <a:pt x="11248092" y="0"/>
                </a:lnTo>
                <a:lnTo>
                  <a:pt x="11248092" y="3457575"/>
                </a:lnTo>
                <a:lnTo>
                  <a:pt x="0" y="34575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cf653c3c6f42b6"/>
          <a:stretch xmlns:a="http://schemas.openxmlformats.org/drawingml/2006/main"/>
        </p:blipFill>
        <p:spPr>
          <a:xfrm xmlns:a="http://schemas.openxmlformats.org/drawingml/2006/main">
            <a:off x="1147114" y="582367"/>
            <a:ext cx="1108311" cy="781832"/>
          </a:xfrm>
          <a:prstGeom xmlns:a="http://schemas.openxmlformats.org/drawingml/2006/main" prst="rect">
            <a:avLst/>
          </a:prstGeom>
        </p:spPr>
      </p:pic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EE2C0B-B164-4A96-9FDA-506AF4010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337" y="640473"/>
            <a:ext cx="939866" cy="613790"/>
          </a:xfrm>
          <a:custGeom xmlns:a="http://schemas.openxmlformats.org/drawingml/2006/main">
            <a:pathLst>
              <a:path w="939866" h="613790">
                <a:moveTo>
                  <a:pt x="0" y="102300"/>
                </a:moveTo>
                <a:lnTo>
                  <a:pt x="0" y="102300"/>
                </a:lnTo>
                <a:cubicBezTo>
                  <a:pt x="0" y="45801"/>
                  <a:pt x="45801" y="0"/>
                  <a:pt x="102300" y="0"/>
                </a:cubicBezTo>
                <a:lnTo>
                  <a:pt x="837565" y="0"/>
                </a:lnTo>
                <a:cubicBezTo>
                  <a:pt x="864697" y="0"/>
                  <a:pt x="890718" y="10778"/>
                  <a:pt x="909903" y="29963"/>
                </a:cubicBezTo>
                <a:cubicBezTo>
                  <a:pt x="929088" y="49148"/>
                  <a:pt x="939866" y="75169"/>
                  <a:pt x="939866" y="102300"/>
                </a:cubicBezTo>
                <a:lnTo>
                  <a:pt x="939866" y="511490"/>
                </a:lnTo>
                <a:cubicBezTo>
                  <a:pt x="939866" y="567989"/>
                  <a:pt x="894064" y="613790"/>
                  <a:pt x="837565" y="613790"/>
                </a:cubicBezTo>
                <a:lnTo>
                  <a:pt x="102300" y="613790"/>
                </a:lnTo>
                <a:cubicBezTo>
                  <a:pt x="45801" y="613790"/>
                  <a:pt x="0" y="567989"/>
                  <a:pt x="0" y="511490"/>
                </a:cubicBezTo>
                <a:lnTo>
                  <a:pt x="0" y="102300"/>
                </a:lnTo>
                <a:close/>
              </a:path>
            </a:pathLst>
          </a:custGeom>
          <a:solidFill xmlns:a="http://schemas.openxmlformats.org/drawingml/2006/main">
            <a:srgbClr val="EFEF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7B9101-6468-4396-A60A-D7111866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337" y="640473"/>
            <a:ext cx="939866" cy="613790"/>
          </a:xfrm>
          <a:custGeom xmlns:a="http://schemas.openxmlformats.org/drawingml/2006/main">
            <a:pathLst>
              <a:path w="939866" h="613790" fill="none">
                <a:moveTo>
                  <a:pt x="0" y="102300"/>
                </a:moveTo>
                <a:lnTo>
                  <a:pt x="0" y="102300"/>
                </a:lnTo>
                <a:cubicBezTo>
                  <a:pt x="0" y="45801"/>
                  <a:pt x="45801" y="0"/>
                  <a:pt x="102300" y="0"/>
                </a:cubicBezTo>
                <a:lnTo>
                  <a:pt x="837565" y="0"/>
                </a:lnTo>
                <a:cubicBezTo>
                  <a:pt x="864697" y="0"/>
                  <a:pt x="890718" y="10778"/>
                  <a:pt x="909903" y="29963"/>
                </a:cubicBezTo>
                <a:cubicBezTo>
                  <a:pt x="929088" y="49148"/>
                  <a:pt x="939866" y="75169"/>
                  <a:pt x="939866" y="102300"/>
                </a:cubicBezTo>
                <a:lnTo>
                  <a:pt x="939866" y="511490"/>
                </a:lnTo>
                <a:cubicBezTo>
                  <a:pt x="939866" y="567989"/>
                  <a:pt x="894064" y="613790"/>
                  <a:pt x="837565" y="613790"/>
                </a:cubicBezTo>
                <a:lnTo>
                  <a:pt x="102300" y="613790"/>
                </a:lnTo>
                <a:cubicBezTo>
                  <a:pt x="45801" y="613790"/>
                  <a:pt x="0" y="567989"/>
                  <a:pt x="0" y="511490"/>
                </a:cubicBezTo>
                <a:lnTo>
                  <a:pt x="0" y="1023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666666"/>
            </a:solidFill>
            <a:round/>
          </a:ln>
        </p:spPr>
      </p:sp>
      <p:sp>
        <p:nvSpPr>
          <p:cNvPr id="5" name="Text ViT">
            <a:extLst xmlns:a="http://schemas.openxmlformats.org/drawingml/2006/main">
              <a:ext uri="{FF2B5EF4-FFF2-40B4-BE49-F238E27FC236}">
                <a16:creationId xmlns:a16="http://schemas.microsoft.com/office/drawing/2014/main" id="{EA602538-E030-4D39-A136-30CA0866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566" y="874896"/>
            <a:ext cx="301942" cy="148402"/>
          </a:xfrm>
          <a:custGeom xmlns:a="http://schemas.openxmlformats.org/drawingml/2006/main">
            <a:pathLst>
              <a:path w="301942" h="148402">
                <a:moveTo>
                  <a:pt x="57498" y="148402"/>
                </a:moveTo>
                <a:lnTo>
                  <a:pt x="0" y="0"/>
                </a:lnTo>
                <a:lnTo>
                  <a:pt x="21258" y="0"/>
                </a:lnTo>
                <a:lnTo>
                  <a:pt x="59826" y="107809"/>
                </a:lnTo>
                <a:cubicBezTo>
                  <a:pt x="62931" y="116447"/>
                  <a:pt x="65529" y="124546"/>
                  <a:pt x="67621" y="132104"/>
                </a:cubicBezTo>
                <a:cubicBezTo>
                  <a:pt x="69916" y="124006"/>
                  <a:pt x="72581" y="115907"/>
                  <a:pt x="75618" y="107809"/>
                </a:cubicBezTo>
                <a:lnTo>
                  <a:pt x="115705" y="0"/>
                </a:lnTo>
                <a:lnTo>
                  <a:pt x="135748" y="0"/>
                </a:lnTo>
                <a:lnTo>
                  <a:pt x="77643" y="148402"/>
                </a:lnTo>
                <a:lnTo>
                  <a:pt x="57498" y="148402"/>
                </a:lnTo>
                <a:close/>
                <a:moveTo>
                  <a:pt x="147198" y="20853"/>
                </a:moveTo>
                <a:lnTo>
                  <a:pt x="147198" y="0"/>
                </a:lnTo>
                <a:lnTo>
                  <a:pt x="165419" y="0"/>
                </a:lnTo>
                <a:lnTo>
                  <a:pt x="165419" y="20853"/>
                </a:lnTo>
                <a:lnTo>
                  <a:pt x="147198" y="20853"/>
                </a:lnTo>
                <a:moveTo>
                  <a:pt x="147198" y="148402"/>
                </a:moveTo>
                <a:lnTo>
                  <a:pt x="147198" y="40897"/>
                </a:lnTo>
                <a:lnTo>
                  <a:pt x="165419" y="40897"/>
                </a:lnTo>
                <a:lnTo>
                  <a:pt x="165419" y="148402"/>
                </a:lnTo>
                <a:lnTo>
                  <a:pt x="147198" y="148402"/>
                </a:lnTo>
                <a:close/>
                <a:moveTo>
                  <a:pt x="233208" y="148402"/>
                </a:moveTo>
                <a:lnTo>
                  <a:pt x="233208" y="17614"/>
                </a:lnTo>
                <a:lnTo>
                  <a:pt x="184314" y="17614"/>
                </a:lnTo>
                <a:lnTo>
                  <a:pt x="184314" y="0"/>
                </a:lnTo>
                <a:lnTo>
                  <a:pt x="301942" y="0"/>
                </a:lnTo>
                <a:lnTo>
                  <a:pt x="301942" y="17614"/>
                </a:lnTo>
                <a:lnTo>
                  <a:pt x="252846" y="17614"/>
                </a:lnTo>
                <a:lnTo>
                  <a:pt x="252846" y="148402"/>
                </a:lnTo>
                <a:lnTo>
                  <a:pt x="233208" y="1484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b6d97643a248e0"/>
          <a:stretch xmlns:a="http://schemas.openxmlformats.org/drawingml/2006/main"/>
        </p:blipFill>
        <p:spPr>
          <a:xfrm xmlns:a="http://schemas.openxmlformats.org/drawingml/2006/main">
            <a:off x="1160088" y="2438445"/>
            <a:ext cx="1108311" cy="781832"/>
          </a:xfrm>
          <a:prstGeom xmlns:a="http://schemas.openxmlformats.org/drawingml/2006/main" prst="rect">
            <a:avLst/>
          </a:prstGeom>
        </p:spPr>
      </p:pic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D29415-B0F6-48EB-8B52-4D3F3F54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311" y="2496551"/>
            <a:ext cx="939866" cy="613790"/>
          </a:xfrm>
          <a:custGeom xmlns:a="http://schemas.openxmlformats.org/drawingml/2006/main">
            <a:pathLst>
              <a:path w="939866" h="613790">
                <a:moveTo>
                  <a:pt x="0" y="102300"/>
                </a:moveTo>
                <a:lnTo>
                  <a:pt x="0" y="102300"/>
                </a:lnTo>
                <a:cubicBezTo>
                  <a:pt x="0" y="45802"/>
                  <a:pt x="45801" y="0"/>
                  <a:pt x="102300" y="0"/>
                </a:cubicBezTo>
                <a:lnTo>
                  <a:pt x="837566" y="0"/>
                </a:lnTo>
                <a:cubicBezTo>
                  <a:pt x="864697" y="0"/>
                  <a:pt x="890718" y="10778"/>
                  <a:pt x="909903" y="29963"/>
                </a:cubicBezTo>
                <a:cubicBezTo>
                  <a:pt x="929088" y="49148"/>
                  <a:pt x="939866" y="75169"/>
                  <a:pt x="939866" y="102300"/>
                </a:cubicBezTo>
                <a:lnTo>
                  <a:pt x="939866" y="511490"/>
                </a:lnTo>
                <a:cubicBezTo>
                  <a:pt x="939866" y="567988"/>
                  <a:pt x="894064" y="613790"/>
                  <a:pt x="837566" y="613790"/>
                </a:cubicBezTo>
                <a:lnTo>
                  <a:pt x="102300" y="613790"/>
                </a:lnTo>
                <a:cubicBezTo>
                  <a:pt x="45801" y="613790"/>
                  <a:pt x="0" y="567988"/>
                  <a:pt x="0" y="511490"/>
                </a:cubicBezTo>
                <a:lnTo>
                  <a:pt x="0" y="102300"/>
                </a:lnTo>
                <a:close/>
              </a:path>
            </a:pathLst>
          </a:custGeom>
          <a:solidFill xmlns:a="http://schemas.openxmlformats.org/drawingml/2006/main">
            <a:srgbClr val="EFEF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B3705A-CD9C-4D41-B6AA-DA5436985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311" y="2496551"/>
            <a:ext cx="939866" cy="613790"/>
          </a:xfrm>
          <a:custGeom xmlns:a="http://schemas.openxmlformats.org/drawingml/2006/main">
            <a:pathLst>
              <a:path w="939866" h="613790" fill="none">
                <a:moveTo>
                  <a:pt x="0" y="102300"/>
                </a:moveTo>
                <a:lnTo>
                  <a:pt x="0" y="102300"/>
                </a:lnTo>
                <a:cubicBezTo>
                  <a:pt x="0" y="45802"/>
                  <a:pt x="45801" y="0"/>
                  <a:pt x="102300" y="0"/>
                </a:cubicBezTo>
                <a:lnTo>
                  <a:pt x="837566" y="0"/>
                </a:lnTo>
                <a:cubicBezTo>
                  <a:pt x="864697" y="0"/>
                  <a:pt x="890718" y="10778"/>
                  <a:pt x="909903" y="29963"/>
                </a:cubicBezTo>
                <a:cubicBezTo>
                  <a:pt x="929088" y="49148"/>
                  <a:pt x="939866" y="75169"/>
                  <a:pt x="939866" y="102300"/>
                </a:cubicBezTo>
                <a:lnTo>
                  <a:pt x="939866" y="511490"/>
                </a:lnTo>
                <a:cubicBezTo>
                  <a:pt x="939866" y="567988"/>
                  <a:pt x="894064" y="613790"/>
                  <a:pt x="837566" y="613790"/>
                </a:cubicBezTo>
                <a:lnTo>
                  <a:pt x="102300" y="613790"/>
                </a:lnTo>
                <a:cubicBezTo>
                  <a:pt x="45801" y="613790"/>
                  <a:pt x="0" y="567988"/>
                  <a:pt x="0" y="511490"/>
                </a:cubicBezTo>
                <a:lnTo>
                  <a:pt x="0" y="1023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666666"/>
            </a:solidFill>
            <a:round/>
          </a:ln>
        </p:spPr>
      </p:sp>
      <p:sp>
        <p:nvSpPr>
          <p:cNvPr id="9" name="Text T">
            <a:extLst xmlns:a="http://schemas.openxmlformats.org/drawingml/2006/main">
              <a:ext uri="{FF2B5EF4-FFF2-40B4-BE49-F238E27FC236}">
                <a16:creationId xmlns:a16="http://schemas.microsoft.com/office/drawing/2014/main" id="{02B5CF40-87C1-4FA8-AE35-F00F03DB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563" y="2616618"/>
            <a:ext cx="107826" cy="136035"/>
          </a:xfrm>
          <a:custGeom xmlns:a="http://schemas.openxmlformats.org/drawingml/2006/main">
            <a:pathLst>
              <a:path w="107826" h="136035">
                <a:moveTo>
                  <a:pt x="44819" y="136035"/>
                </a:moveTo>
                <a:lnTo>
                  <a:pt x="44819" y="16146"/>
                </a:lnTo>
                <a:lnTo>
                  <a:pt x="0" y="16146"/>
                </a:lnTo>
                <a:lnTo>
                  <a:pt x="0" y="0"/>
                </a:lnTo>
                <a:lnTo>
                  <a:pt x="107826" y="0"/>
                </a:lnTo>
                <a:lnTo>
                  <a:pt x="107826" y="16146"/>
                </a:lnTo>
                <a:lnTo>
                  <a:pt x="62821" y="16146"/>
                </a:lnTo>
                <a:lnTo>
                  <a:pt x="62821" y="136035"/>
                </a:lnTo>
                <a:lnTo>
                  <a:pt x="44819" y="1360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ext">
            <a:extLst xmlns:a="http://schemas.openxmlformats.org/drawingml/2006/main">
              <a:ext uri="{FF2B5EF4-FFF2-40B4-BE49-F238E27FC236}">
                <a16:creationId xmlns:a16="http://schemas.microsoft.com/office/drawing/2014/main" id="{266D5114-9AE1-46FF-93C3-C5CAB604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089" y="2619681"/>
            <a:ext cx="245131" cy="135200"/>
          </a:xfrm>
          <a:custGeom xmlns:a="http://schemas.openxmlformats.org/drawingml/2006/main">
            <a:pathLst>
              <a:path w="245131" h="135200">
                <a:moveTo>
                  <a:pt x="73028" y="101052"/>
                </a:moveTo>
                <a:lnTo>
                  <a:pt x="90288" y="103279"/>
                </a:lnTo>
                <a:cubicBezTo>
                  <a:pt x="87566" y="113392"/>
                  <a:pt x="82524" y="121240"/>
                  <a:pt x="75163" y="126825"/>
                </a:cubicBezTo>
                <a:cubicBezTo>
                  <a:pt x="67801" y="132408"/>
                  <a:pt x="58398" y="135200"/>
                  <a:pt x="46953" y="135200"/>
                </a:cubicBezTo>
                <a:cubicBezTo>
                  <a:pt x="32540" y="135200"/>
                  <a:pt x="21110" y="130761"/>
                  <a:pt x="12666" y="121884"/>
                </a:cubicBezTo>
                <a:cubicBezTo>
                  <a:pt x="4222" y="113007"/>
                  <a:pt x="0" y="100557"/>
                  <a:pt x="0" y="84535"/>
                </a:cubicBezTo>
                <a:cubicBezTo>
                  <a:pt x="0" y="67956"/>
                  <a:pt x="4268" y="55088"/>
                  <a:pt x="12805" y="45933"/>
                </a:cubicBezTo>
                <a:cubicBezTo>
                  <a:pt x="21342" y="36777"/>
                  <a:pt x="32416" y="32199"/>
                  <a:pt x="46026" y="32199"/>
                </a:cubicBezTo>
                <a:cubicBezTo>
                  <a:pt x="59202" y="32199"/>
                  <a:pt x="69966" y="36678"/>
                  <a:pt x="78318" y="45634"/>
                </a:cubicBezTo>
                <a:cubicBezTo>
                  <a:pt x="86669" y="54589"/>
                  <a:pt x="90845" y="67187"/>
                  <a:pt x="90845" y="83430"/>
                </a:cubicBezTo>
                <a:cubicBezTo>
                  <a:pt x="90845" y="84418"/>
                  <a:pt x="90814" y="85900"/>
                  <a:pt x="90752" y="87875"/>
                </a:cubicBezTo>
                <a:lnTo>
                  <a:pt x="17260" y="87875"/>
                </a:lnTo>
                <a:cubicBezTo>
                  <a:pt x="17878" y="98732"/>
                  <a:pt x="20940" y="107045"/>
                  <a:pt x="26446" y="112814"/>
                </a:cubicBezTo>
                <a:cubicBezTo>
                  <a:pt x="31952" y="118582"/>
                  <a:pt x="38819" y="121467"/>
                  <a:pt x="47046" y="121467"/>
                </a:cubicBezTo>
                <a:cubicBezTo>
                  <a:pt x="53171" y="121467"/>
                  <a:pt x="58398" y="119844"/>
                  <a:pt x="62728" y="116598"/>
                </a:cubicBezTo>
                <a:cubicBezTo>
                  <a:pt x="67059" y="113350"/>
                  <a:pt x="70492" y="108168"/>
                  <a:pt x="73028" y="101052"/>
                </a:cubicBezTo>
                <a:moveTo>
                  <a:pt x="18188" y="74142"/>
                </a:moveTo>
                <a:lnTo>
                  <a:pt x="73214" y="74142"/>
                </a:lnTo>
                <a:cubicBezTo>
                  <a:pt x="72472" y="65879"/>
                  <a:pt x="70368" y="59683"/>
                  <a:pt x="66904" y="55551"/>
                </a:cubicBezTo>
                <a:cubicBezTo>
                  <a:pt x="61584" y="49139"/>
                  <a:pt x="54686" y="45933"/>
                  <a:pt x="46211" y="45933"/>
                </a:cubicBezTo>
                <a:cubicBezTo>
                  <a:pt x="38540" y="45933"/>
                  <a:pt x="32091" y="48492"/>
                  <a:pt x="26864" y="53611"/>
                </a:cubicBezTo>
                <a:cubicBezTo>
                  <a:pt x="21636" y="58729"/>
                  <a:pt x="18744" y="65572"/>
                  <a:pt x="18188" y="74142"/>
                </a:cubicBezTo>
                <a:close/>
                <a:moveTo>
                  <a:pt x="100095" y="132973"/>
                </a:moveTo>
                <a:lnTo>
                  <a:pt x="136128" y="82018"/>
                </a:lnTo>
                <a:lnTo>
                  <a:pt x="102786" y="34426"/>
                </a:lnTo>
                <a:lnTo>
                  <a:pt x="123665" y="34426"/>
                </a:lnTo>
                <a:lnTo>
                  <a:pt x="138790" y="57393"/>
                </a:lnTo>
                <a:cubicBezTo>
                  <a:pt x="141636" y="61826"/>
                  <a:pt x="143925" y="65524"/>
                  <a:pt x="145657" y="68487"/>
                </a:cubicBezTo>
                <a:cubicBezTo>
                  <a:pt x="148379" y="64534"/>
                  <a:pt x="150884" y="60966"/>
                  <a:pt x="153173" y="57784"/>
                </a:cubicBezTo>
                <a:lnTo>
                  <a:pt x="169783" y="34426"/>
                </a:lnTo>
                <a:lnTo>
                  <a:pt x="189734" y="34426"/>
                </a:lnTo>
                <a:lnTo>
                  <a:pt x="156522" y="81580"/>
                </a:lnTo>
                <a:lnTo>
                  <a:pt x="192332" y="132973"/>
                </a:lnTo>
                <a:lnTo>
                  <a:pt x="171824" y="132973"/>
                </a:lnTo>
                <a:lnTo>
                  <a:pt x="151596" y="102392"/>
                </a:lnTo>
                <a:lnTo>
                  <a:pt x="146213" y="94664"/>
                </a:lnTo>
                <a:lnTo>
                  <a:pt x="120324" y="132973"/>
                </a:lnTo>
                <a:lnTo>
                  <a:pt x="100095" y="132973"/>
                </a:lnTo>
                <a:close/>
                <a:moveTo>
                  <a:pt x="242719" y="118033"/>
                </a:moveTo>
                <a:lnTo>
                  <a:pt x="245131" y="132787"/>
                </a:lnTo>
                <a:cubicBezTo>
                  <a:pt x="240430" y="133777"/>
                  <a:pt x="236223" y="134272"/>
                  <a:pt x="232511" y="134272"/>
                </a:cubicBezTo>
                <a:cubicBezTo>
                  <a:pt x="226449" y="134272"/>
                  <a:pt x="221747" y="133313"/>
                  <a:pt x="218407" y="131395"/>
                </a:cubicBezTo>
                <a:cubicBezTo>
                  <a:pt x="215066" y="129478"/>
                  <a:pt x="212716" y="126957"/>
                  <a:pt x="211355" y="123833"/>
                </a:cubicBezTo>
                <a:cubicBezTo>
                  <a:pt x="209994" y="120709"/>
                  <a:pt x="209313" y="114136"/>
                  <a:pt x="209313" y="104114"/>
                </a:cubicBezTo>
                <a:lnTo>
                  <a:pt x="209313" y="47417"/>
                </a:lnTo>
                <a:lnTo>
                  <a:pt x="197064" y="47417"/>
                </a:lnTo>
                <a:lnTo>
                  <a:pt x="197064" y="34426"/>
                </a:lnTo>
                <a:lnTo>
                  <a:pt x="209313" y="34426"/>
                </a:lnTo>
                <a:lnTo>
                  <a:pt x="209313" y="10022"/>
                </a:lnTo>
                <a:lnTo>
                  <a:pt x="225923" y="0"/>
                </a:lnTo>
                <a:lnTo>
                  <a:pt x="225923" y="34426"/>
                </a:lnTo>
                <a:lnTo>
                  <a:pt x="242719" y="34426"/>
                </a:lnTo>
                <a:lnTo>
                  <a:pt x="242719" y="47417"/>
                </a:lnTo>
                <a:lnTo>
                  <a:pt x="225923" y="47417"/>
                </a:lnTo>
                <a:lnTo>
                  <a:pt x="225923" y="105042"/>
                </a:lnTo>
                <a:cubicBezTo>
                  <a:pt x="225923" y="109806"/>
                  <a:pt x="226217" y="112868"/>
                  <a:pt x="226805" y="114229"/>
                </a:cubicBezTo>
                <a:cubicBezTo>
                  <a:pt x="227392" y="115590"/>
                  <a:pt x="228351" y="116672"/>
                  <a:pt x="229681" y="117476"/>
                </a:cubicBezTo>
                <a:cubicBezTo>
                  <a:pt x="231011" y="118281"/>
                  <a:pt x="232914" y="118683"/>
                  <a:pt x="235388" y="118683"/>
                </a:cubicBezTo>
                <a:cubicBezTo>
                  <a:pt x="237244" y="118683"/>
                  <a:pt x="239688" y="118466"/>
                  <a:pt x="242719" y="1180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embed">
            <a:extLst xmlns:a="http://schemas.openxmlformats.org/drawingml/2006/main">
              <a:ext uri="{FF2B5EF4-FFF2-40B4-BE49-F238E27FC236}">
                <a16:creationId xmlns:a16="http://schemas.microsoft.com/office/drawing/2014/main" id="{642F4B5E-E36D-4B0B-BC48-5C4B77E9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873" y="2849850"/>
            <a:ext cx="560291" cy="138262"/>
          </a:xfrm>
          <a:custGeom xmlns:a="http://schemas.openxmlformats.org/drawingml/2006/main">
            <a:pathLst>
              <a:path w="560291" h="138262">
                <a:moveTo>
                  <a:pt x="73028" y="104114"/>
                </a:moveTo>
                <a:lnTo>
                  <a:pt x="90288" y="106341"/>
                </a:lnTo>
                <a:cubicBezTo>
                  <a:pt x="87566" y="116454"/>
                  <a:pt x="82524" y="124303"/>
                  <a:pt x="75163" y="129888"/>
                </a:cubicBezTo>
                <a:cubicBezTo>
                  <a:pt x="67801" y="135471"/>
                  <a:pt x="58398" y="138262"/>
                  <a:pt x="46953" y="138262"/>
                </a:cubicBezTo>
                <a:cubicBezTo>
                  <a:pt x="32540" y="138262"/>
                  <a:pt x="21110" y="133824"/>
                  <a:pt x="12666" y="124946"/>
                </a:cubicBezTo>
                <a:cubicBezTo>
                  <a:pt x="4222" y="116069"/>
                  <a:pt x="0" y="103619"/>
                  <a:pt x="0" y="87597"/>
                </a:cubicBezTo>
                <a:cubicBezTo>
                  <a:pt x="0" y="71018"/>
                  <a:pt x="4268" y="58151"/>
                  <a:pt x="12805" y="48995"/>
                </a:cubicBezTo>
                <a:cubicBezTo>
                  <a:pt x="21342" y="39839"/>
                  <a:pt x="32416" y="35261"/>
                  <a:pt x="46026" y="35261"/>
                </a:cubicBezTo>
                <a:cubicBezTo>
                  <a:pt x="59202" y="35261"/>
                  <a:pt x="69966" y="39740"/>
                  <a:pt x="78318" y="48696"/>
                </a:cubicBezTo>
                <a:cubicBezTo>
                  <a:pt x="86669" y="57651"/>
                  <a:pt x="90845" y="70249"/>
                  <a:pt x="90845" y="86492"/>
                </a:cubicBezTo>
                <a:cubicBezTo>
                  <a:pt x="90845" y="87480"/>
                  <a:pt x="90814" y="88962"/>
                  <a:pt x="90752" y="90938"/>
                </a:cubicBezTo>
                <a:lnTo>
                  <a:pt x="17260" y="90938"/>
                </a:lnTo>
                <a:cubicBezTo>
                  <a:pt x="17878" y="101794"/>
                  <a:pt x="20940" y="110107"/>
                  <a:pt x="26446" y="115876"/>
                </a:cubicBezTo>
                <a:cubicBezTo>
                  <a:pt x="31952" y="121644"/>
                  <a:pt x="38819" y="124529"/>
                  <a:pt x="47046" y="124529"/>
                </a:cubicBezTo>
                <a:cubicBezTo>
                  <a:pt x="53171" y="124529"/>
                  <a:pt x="58398" y="122906"/>
                  <a:pt x="62728" y="119660"/>
                </a:cubicBezTo>
                <a:cubicBezTo>
                  <a:pt x="67059" y="116412"/>
                  <a:pt x="70492" y="111230"/>
                  <a:pt x="73028" y="104114"/>
                </a:cubicBezTo>
                <a:moveTo>
                  <a:pt x="18188" y="77204"/>
                </a:moveTo>
                <a:lnTo>
                  <a:pt x="73214" y="77204"/>
                </a:lnTo>
                <a:cubicBezTo>
                  <a:pt x="72472" y="68942"/>
                  <a:pt x="70368" y="62745"/>
                  <a:pt x="66904" y="58614"/>
                </a:cubicBezTo>
                <a:cubicBezTo>
                  <a:pt x="61584" y="52201"/>
                  <a:pt x="54686" y="48995"/>
                  <a:pt x="46211" y="48995"/>
                </a:cubicBezTo>
                <a:cubicBezTo>
                  <a:pt x="38540" y="48995"/>
                  <a:pt x="32091" y="51554"/>
                  <a:pt x="26864" y="56674"/>
                </a:cubicBezTo>
                <a:cubicBezTo>
                  <a:pt x="21636" y="61791"/>
                  <a:pt x="18744" y="68634"/>
                  <a:pt x="18188" y="77204"/>
                </a:cubicBezTo>
                <a:close/>
                <a:moveTo>
                  <a:pt x="111230" y="136035"/>
                </a:moveTo>
                <a:lnTo>
                  <a:pt x="111230" y="37489"/>
                </a:lnTo>
                <a:lnTo>
                  <a:pt x="126170" y="37489"/>
                </a:lnTo>
                <a:lnTo>
                  <a:pt x="126170" y="51315"/>
                </a:lnTo>
                <a:cubicBezTo>
                  <a:pt x="129263" y="46489"/>
                  <a:pt x="133377" y="42608"/>
                  <a:pt x="138512" y="39669"/>
                </a:cubicBezTo>
                <a:cubicBezTo>
                  <a:pt x="143646" y="36731"/>
                  <a:pt x="149492" y="35261"/>
                  <a:pt x="156050" y="35261"/>
                </a:cubicBezTo>
                <a:cubicBezTo>
                  <a:pt x="163349" y="35261"/>
                  <a:pt x="169334" y="36777"/>
                  <a:pt x="174005" y="39808"/>
                </a:cubicBezTo>
                <a:cubicBezTo>
                  <a:pt x="178676" y="42840"/>
                  <a:pt x="181970" y="47077"/>
                  <a:pt x="183888" y="52521"/>
                </a:cubicBezTo>
                <a:cubicBezTo>
                  <a:pt x="191682" y="41015"/>
                  <a:pt x="201828" y="35261"/>
                  <a:pt x="214324" y="35261"/>
                </a:cubicBezTo>
                <a:cubicBezTo>
                  <a:pt x="224098" y="35261"/>
                  <a:pt x="231614" y="37968"/>
                  <a:pt x="236873" y="43381"/>
                </a:cubicBezTo>
                <a:cubicBezTo>
                  <a:pt x="242131" y="48794"/>
                  <a:pt x="244760" y="57130"/>
                  <a:pt x="244760" y="68389"/>
                </a:cubicBezTo>
                <a:lnTo>
                  <a:pt x="244760" y="136035"/>
                </a:lnTo>
                <a:lnTo>
                  <a:pt x="228150" y="136035"/>
                </a:lnTo>
                <a:lnTo>
                  <a:pt x="228150" y="73956"/>
                </a:lnTo>
                <a:cubicBezTo>
                  <a:pt x="228150" y="67275"/>
                  <a:pt x="227609" y="62465"/>
                  <a:pt x="226526" y="59527"/>
                </a:cubicBezTo>
                <a:cubicBezTo>
                  <a:pt x="225444" y="56589"/>
                  <a:pt x="223479" y="54222"/>
                  <a:pt x="220634" y="52428"/>
                </a:cubicBezTo>
                <a:cubicBezTo>
                  <a:pt x="217788" y="50634"/>
                  <a:pt x="214448" y="49737"/>
                  <a:pt x="210612" y="49737"/>
                </a:cubicBezTo>
                <a:cubicBezTo>
                  <a:pt x="203684" y="49737"/>
                  <a:pt x="197930" y="52042"/>
                  <a:pt x="193353" y="56650"/>
                </a:cubicBezTo>
                <a:cubicBezTo>
                  <a:pt x="188775" y="61259"/>
                  <a:pt x="186486" y="68636"/>
                  <a:pt x="186486" y="78782"/>
                </a:cubicBezTo>
                <a:lnTo>
                  <a:pt x="186486" y="136035"/>
                </a:lnTo>
                <a:lnTo>
                  <a:pt x="169783" y="136035"/>
                </a:lnTo>
                <a:lnTo>
                  <a:pt x="169783" y="72008"/>
                </a:lnTo>
                <a:cubicBezTo>
                  <a:pt x="169783" y="64584"/>
                  <a:pt x="168422" y="59017"/>
                  <a:pt x="165700" y="55305"/>
                </a:cubicBezTo>
                <a:cubicBezTo>
                  <a:pt x="162978" y="51593"/>
                  <a:pt x="158524" y="49737"/>
                  <a:pt x="152338" y="49737"/>
                </a:cubicBezTo>
                <a:cubicBezTo>
                  <a:pt x="147636" y="49737"/>
                  <a:pt x="143290" y="50975"/>
                  <a:pt x="139300" y="53449"/>
                </a:cubicBezTo>
                <a:cubicBezTo>
                  <a:pt x="135310" y="55923"/>
                  <a:pt x="132418" y="59542"/>
                  <a:pt x="130624" y="64306"/>
                </a:cubicBezTo>
                <a:cubicBezTo>
                  <a:pt x="128830" y="69069"/>
                  <a:pt x="127933" y="75936"/>
                  <a:pt x="127933" y="84906"/>
                </a:cubicBezTo>
                <a:lnTo>
                  <a:pt x="127933" y="136035"/>
                </a:lnTo>
                <a:lnTo>
                  <a:pt x="111230" y="136035"/>
                </a:lnTo>
                <a:close/>
                <a:moveTo>
                  <a:pt x="284938" y="136035"/>
                </a:moveTo>
                <a:lnTo>
                  <a:pt x="269442" y="136035"/>
                </a:lnTo>
                <a:lnTo>
                  <a:pt x="269442" y="0"/>
                </a:lnTo>
                <a:lnTo>
                  <a:pt x="286145" y="0"/>
                </a:lnTo>
                <a:lnTo>
                  <a:pt x="286145" y="48531"/>
                </a:lnTo>
                <a:cubicBezTo>
                  <a:pt x="293197" y="39685"/>
                  <a:pt x="302198" y="35261"/>
                  <a:pt x="313147" y="35261"/>
                </a:cubicBezTo>
                <a:cubicBezTo>
                  <a:pt x="319210" y="35261"/>
                  <a:pt x="324948" y="36483"/>
                  <a:pt x="330361" y="38927"/>
                </a:cubicBezTo>
                <a:cubicBezTo>
                  <a:pt x="335774" y="41370"/>
                  <a:pt x="340228" y="44804"/>
                  <a:pt x="343723" y="49227"/>
                </a:cubicBezTo>
                <a:cubicBezTo>
                  <a:pt x="347218" y="53650"/>
                  <a:pt x="349955" y="58986"/>
                  <a:pt x="351935" y="65234"/>
                </a:cubicBezTo>
                <a:cubicBezTo>
                  <a:pt x="353915" y="71482"/>
                  <a:pt x="354904" y="78163"/>
                  <a:pt x="354904" y="85277"/>
                </a:cubicBezTo>
                <a:cubicBezTo>
                  <a:pt x="354904" y="102166"/>
                  <a:pt x="350729" y="115218"/>
                  <a:pt x="342377" y="124436"/>
                </a:cubicBezTo>
                <a:cubicBezTo>
                  <a:pt x="334026" y="133653"/>
                  <a:pt x="324004" y="138262"/>
                  <a:pt x="312312" y="138262"/>
                </a:cubicBezTo>
                <a:cubicBezTo>
                  <a:pt x="300682" y="138262"/>
                  <a:pt x="291557" y="133406"/>
                  <a:pt x="284938" y="123694"/>
                </a:cubicBezTo>
                <a:lnTo>
                  <a:pt x="284938" y="136035"/>
                </a:lnTo>
                <a:moveTo>
                  <a:pt x="284753" y="86019"/>
                </a:moveTo>
                <a:cubicBezTo>
                  <a:pt x="284753" y="97835"/>
                  <a:pt x="286361" y="106372"/>
                  <a:pt x="289578" y="111630"/>
                </a:cubicBezTo>
                <a:cubicBezTo>
                  <a:pt x="294836" y="120229"/>
                  <a:pt x="301950" y="124529"/>
                  <a:pt x="310920" y="124529"/>
                </a:cubicBezTo>
                <a:cubicBezTo>
                  <a:pt x="318220" y="124529"/>
                  <a:pt x="324530" y="121358"/>
                  <a:pt x="329850" y="115017"/>
                </a:cubicBezTo>
                <a:cubicBezTo>
                  <a:pt x="335170" y="108677"/>
                  <a:pt x="337830" y="99227"/>
                  <a:pt x="337830" y="86669"/>
                </a:cubicBezTo>
                <a:cubicBezTo>
                  <a:pt x="337830" y="73802"/>
                  <a:pt x="335279" y="64306"/>
                  <a:pt x="330175" y="58181"/>
                </a:cubicBezTo>
                <a:cubicBezTo>
                  <a:pt x="325071" y="52057"/>
                  <a:pt x="318901" y="48995"/>
                  <a:pt x="311663" y="48995"/>
                </a:cubicBezTo>
                <a:cubicBezTo>
                  <a:pt x="304363" y="48995"/>
                  <a:pt x="298053" y="52165"/>
                  <a:pt x="292733" y="58506"/>
                </a:cubicBezTo>
                <a:cubicBezTo>
                  <a:pt x="287413" y="64847"/>
                  <a:pt x="284753" y="74018"/>
                  <a:pt x="284753" y="86019"/>
                </a:cubicBezTo>
                <a:close/>
                <a:moveTo>
                  <a:pt x="442658" y="104114"/>
                </a:moveTo>
                <a:lnTo>
                  <a:pt x="459918" y="106341"/>
                </a:lnTo>
                <a:cubicBezTo>
                  <a:pt x="457196" y="116454"/>
                  <a:pt x="452154" y="124303"/>
                  <a:pt x="444792" y="129888"/>
                </a:cubicBezTo>
                <a:cubicBezTo>
                  <a:pt x="437431" y="135471"/>
                  <a:pt x="428028" y="138262"/>
                  <a:pt x="416583" y="138262"/>
                </a:cubicBezTo>
                <a:cubicBezTo>
                  <a:pt x="402169" y="138262"/>
                  <a:pt x="390740" y="133824"/>
                  <a:pt x="382296" y="124946"/>
                </a:cubicBezTo>
                <a:cubicBezTo>
                  <a:pt x="373852" y="116069"/>
                  <a:pt x="369630" y="103619"/>
                  <a:pt x="369630" y="87597"/>
                </a:cubicBezTo>
                <a:cubicBezTo>
                  <a:pt x="369630" y="71018"/>
                  <a:pt x="373898" y="58151"/>
                  <a:pt x="382435" y="48995"/>
                </a:cubicBezTo>
                <a:cubicBezTo>
                  <a:pt x="390972" y="39839"/>
                  <a:pt x="402045" y="35261"/>
                  <a:pt x="415655" y="35261"/>
                </a:cubicBezTo>
                <a:cubicBezTo>
                  <a:pt x="428832" y="35261"/>
                  <a:pt x="439596" y="39740"/>
                  <a:pt x="447947" y="48696"/>
                </a:cubicBezTo>
                <a:cubicBezTo>
                  <a:pt x="456299" y="57651"/>
                  <a:pt x="460474" y="70249"/>
                  <a:pt x="460474" y="86492"/>
                </a:cubicBezTo>
                <a:cubicBezTo>
                  <a:pt x="460474" y="87480"/>
                  <a:pt x="460443" y="88962"/>
                  <a:pt x="460381" y="90938"/>
                </a:cubicBezTo>
                <a:lnTo>
                  <a:pt x="386889" y="90938"/>
                </a:lnTo>
                <a:cubicBezTo>
                  <a:pt x="387508" y="101794"/>
                  <a:pt x="390570" y="110107"/>
                  <a:pt x="396076" y="115876"/>
                </a:cubicBezTo>
                <a:cubicBezTo>
                  <a:pt x="401581" y="121644"/>
                  <a:pt x="408448" y="124529"/>
                  <a:pt x="416676" y="124529"/>
                </a:cubicBezTo>
                <a:cubicBezTo>
                  <a:pt x="422800" y="124529"/>
                  <a:pt x="428028" y="122906"/>
                  <a:pt x="432358" y="119660"/>
                </a:cubicBezTo>
                <a:cubicBezTo>
                  <a:pt x="436688" y="116412"/>
                  <a:pt x="440122" y="111230"/>
                  <a:pt x="442658" y="104114"/>
                </a:cubicBezTo>
                <a:moveTo>
                  <a:pt x="387817" y="77204"/>
                </a:moveTo>
                <a:lnTo>
                  <a:pt x="442844" y="77204"/>
                </a:lnTo>
                <a:cubicBezTo>
                  <a:pt x="442101" y="68942"/>
                  <a:pt x="439998" y="62745"/>
                  <a:pt x="436534" y="58614"/>
                </a:cubicBezTo>
                <a:cubicBezTo>
                  <a:pt x="431213" y="52201"/>
                  <a:pt x="424316" y="48995"/>
                  <a:pt x="415841" y="48995"/>
                </a:cubicBezTo>
                <a:cubicBezTo>
                  <a:pt x="408170" y="48995"/>
                  <a:pt x="401721" y="51554"/>
                  <a:pt x="396493" y="56674"/>
                </a:cubicBezTo>
                <a:cubicBezTo>
                  <a:pt x="391266" y="61791"/>
                  <a:pt x="388374" y="68634"/>
                  <a:pt x="387817" y="77204"/>
                </a:cubicBezTo>
                <a:close/>
                <a:moveTo>
                  <a:pt x="544795" y="136035"/>
                </a:moveTo>
                <a:lnTo>
                  <a:pt x="544795" y="123601"/>
                </a:lnTo>
                <a:cubicBezTo>
                  <a:pt x="538546" y="133375"/>
                  <a:pt x="529360" y="138262"/>
                  <a:pt x="517235" y="138262"/>
                </a:cubicBezTo>
                <a:cubicBezTo>
                  <a:pt x="509378" y="138262"/>
                  <a:pt x="502156" y="136097"/>
                  <a:pt x="495568" y="131767"/>
                </a:cubicBezTo>
                <a:cubicBezTo>
                  <a:pt x="488979" y="127436"/>
                  <a:pt x="483876" y="121389"/>
                  <a:pt x="480257" y="113626"/>
                </a:cubicBezTo>
                <a:cubicBezTo>
                  <a:pt x="476638" y="105862"/>
                  <a:pt x="474828" y="96938"/>
                  <a:pt x="474828" y="86855"/>
                </a:cubicBezTo>
                <a:cubicBezTo>
                  <a:pt x="474828" y="77019"/>
                  <a:pt x="476468" y="68095"/>
                  <a:pt x="479746" y="60084"/>
                </a:cubicBezTo>
                <a:cubicBezTo>
                  <a:pt x="483025" y="52073"/>
                  <a:pt x="487943" y="45933"/>
                  <a:pt x="494501" y="41664"/>
                </a:cubicBezTo>
                <a:cubicBezTo>
                  <a:pt x="501058" y="37396"/>
                  <a:pt x="508389" y="35261"/>
                  <a:pt x="516493" y="35261"/>
                </a:cubicBezTo>
                <a:cubicBezTo>
                  <a:pt x="522431" y="35261"/>
                  <a:pt x="527721" y="36523"/>
                  <a:pt x="532360" y="39046"/>
                </a:cubicBezTo>
                <a:cubicBezTo>
                  <a:pt x="537000" y="41567"/>
                  <a:pt x="540774" y="44851"/>
                  <a:pt x="543681" y="48899"/>
                </a:cubicBezTo>
                <a:lnTo>
                  <a:pt x="543681" y="0"/>
                </a:lnTo>
                <a:lnTo>
                  <a:pt x="560291" y="0"/>
                </a:lnTo>
                <a:lnTo>
                  <a:pt x="560291" y="136035"/>
                </a:lnTo>
                <a:lnTo>
                  <a:pt x="544795" y="136035"/>
                </a:lnTo>
                <a:moveTo>
                  <a:pt x="491995" y="86901"/>
                </a:moveTo>
                <a:cubicBezTo>
                  <a:pt x="491995" y="99505"/>
                  <a:pt x="494655" y="108928"/>
                  <a:pt x="499975" y="115168"/>
                </a:cubicBezTo>
                <a:cubicBezTo>
                  <a:pt x="505295" y="121409"/>
                  <a:pt x="511575" y="124529"/>
                  <a:pt x="518812" y="124529"/>
                </a:cubicBezTo>
                <a:cubicBezTo>
                  <a:pt x="526112" y="124529"/>
                  <a:pt x="532314" y="121548"/>
                  <a:pt x="537417" y="115586"/>
                </a:cubicBezTo>
                <a:cubicBezTo>
                  <a:pt x="542521" y="109624"/>
                  <a:pt x="545073" y="100525"/>
                  <a:pt x="545073" y="88290"/>
                </a:cubicBezTo>
                <a:cubicBezTo>
                  <a:pt x="545073" y="74821"/>
                  <a:pt x="542475" y="64936"/>
                  <a:pt x="537278" y="58634"/>
                </a:cubicBezTo>
                <a:cubicBezTo>
                  <a:pt x="532082" y="52332"/>
                  <a:pt x="525679" y="49181"/>
                  <a:pt x="518070" y="49181"/>
                </a:cubicBezTo>
                <a:cubicBezTo>
                  <a:pt x="510647" y="49181"/>
                  <a:pt x="504445" y="52208"/>
                  <a:pt x="499465" y="58263"/>
                </a:cubicBezTo>
                <a:cubicBezTo>
                  <a:pt x="494485" y="64317"/>
                  <a:pt x="491995" y="73864"/>
                  <a:pt x="491995" y="869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9E038E-2D9C-4463-82EF-F3B9A0C8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203" y="947368"/>
            <a:ext cx="356276" cy="4489"/>
          </a:xfrm>
          <a:custGeom xmlns:a="http://schemas.openxmlformats.org/drawingml/2006/main">
            <a:pathLst>
              <a:path w="356276" h="4489">
                <a:moveTo>
                  <a:pt x="0" y="0"/>
                </a:moveTo>
                <a:lnTo>
                  <a:pt x="356276" y="4489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DF2AF4-E46D-4043-BED3-2C26B0FF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203" y="947368"/>
            <a:ext cx="278538" cy="3510"/>
          </a:xfrm>
          <a:custGeom xmlns:a="http://schemas.openxmlformats.org/drawingml/2006/main">
            <a:pathLst>
              <a:path w="278538" h="3510" fill="none">
                <a:moveTo>
                  <a:pt x="0" y="0"/>
                </a:moveTo>
                <a:lnTo>
                  <a:pt x="278538" y="3510"/>
                </a:lnTo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666666"/>
            </a:solidFill>
            <a:round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FEA0FD-FEC2-45FE-82B1-CDDE5C96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9471" y="929477"/>
            <a:ext cx="59067" cy="42801"/>
          </a:xfrm>
          <a:custGeom xmlns:a="http://schemas.openxmlformats.org/drawingml/2006/main">
            <a:pathLst>
              <a:path w="59067" h="42801">
                <a:moveTo>
                  <a:pt x="0" y="42801"/>
                </a:moveTo>
                <a:lnTo>
                  <a:pt x="539" y="0"/>
                </a:lnTo>
                <a:lnTo>
                  <a:pt x="59067" y="22141"/>
                </a:lnTo>
                <a:lnTo>
                  <a:pt x="0" y="42801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1EFFF5-B534-4729-A03B-2A5ABE74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9471" y="929477"/>
            <a:ext cx="59067" cy="42801"/>
          </a:xfrm>
          <a:custGeom xmlns:a="http://schemas.openxmlformats.org/drawingml/2006/main">
            <a:pathLst>
              <a:path w="59067" h="42801" fill="none">
                <a:moveTo>
                  <a:pt x="0" y="42801"/>
                </a:moveTo>
                <a:lnTo>
                  <a:pt x="59067" y="22141"/>
                </a:lnTo>
                <a:lnTo>
                  <a:pt x="539" y="0"/>
                </a:lnTo>
                <a:lnTo>
                  <a:pt x="0" y="4280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666666"/>
            </a:solidFill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9740A1-9A51-477B-9D4D-A47D4B30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177" y="2803446"/>
            <a:ext cx="356276" cy="10"/>
          </a:xfrm>
          <a:custGeom xmlns:a="http://schemas.openxmlformats.org/drawingml/2006/main">
            <a:pathLst>
              <a:path w="356276" h="1">
                <a:moveTo>
                  <a:pt x="0" y="0"/>
                </a:moveTo>
                <a:lnTo>
                  <a:pt x="356276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F97CA0-88B0-42AC-8FBA-98BBFCAF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177" y="2803446"/>
            <a:ext cx="278532" cy="10"/>
          </a:xfrm>
          <a:custGeom xmlns:a="http://schemas.openxmlformats.org/drawingml/2006/main">
            <a:pathLst>
              <a:path w="278532" h="1" fill="none">
                <a:moveTo>
                  <a:pt x="0" y="0"/>
                </a:moveTo>
                <a:lnTo>
                  <a:pt x="2785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666666"/>
            </a:solidFill>
            <a:round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DC15C7-4B99-45A7-A116-AA475E5A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708" y="2782044"/>
            <a:ext cx="58802" cy="42804"/>
          </a:xfrm>
          <a:custGeom xmlns:a="http://schemas.openxmlformats.org/drawingml/2006/main">
            <a:pathLst>
              <a:path w="58802" h="42804">
                <a:moveTo>
                  <a:pt x="0" y="42804"/>
                </a:moveTo>
                <a:lnTo>
                  <a:pt x="0" y="0"/>
                </a:lnTo>
                <a:lnTo>
                  <a:pt x="58802" y="21402"/>
                </a:lnTo>
                <a:lnTo>
                  <a:pt x="0" y="42804"/>
                </a:lnTo>
                <a:close/>
              </a:path>
            </a:pathLst>
          </a:custGeom>
          <a:solidFill xmlns:a="http://schemas.openxmlformats.org/drawingml/2006/main">
            <a:srgbClr val="66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852360-09E0-472B-BE0D-A62476D3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708" y="2782044"/>
            <a:ext cx="58802" cy="42804"/>
          </a:xfrm>
          <a:custGeom xmlns:a="http://schemas.openxmlformats.org/drawingml/2006/main">
            <a:pathLst>
              <a:path w="58802" h="42804" fill="none">
                <a:moveTo>
                  <a:pt x="0" y="42804"/>
                </a:moveTo>
                <a:lnTo>
                  <a:pt x="58802" y="21402"/>
                </a:lnTo>
                <a:lnTo>
                  <a:pt x="0" y="0"/>
                </a:lnTo>
                <a:lnTo>
                  <a:pt x="0" y="428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666666"/>
            </a:solidFill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7F91B3-0831-4631-A520-AF850C2E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7359" y="683120"/>
            <a:ext cx="939866" cy="537066"/>
          </a:xfrm>
          <a:custGeom xmlns:a="http://schemas.openxmlformats.org/drawingml/2006/main">
            <a:pathLst>
              <a:path w="939866" h="537066">
                <a:moveTo>
                  <a:pt x="0" y="0"/>
                </a:moveTo>
                <a:lnTo>
                  <a:pt x="939866" y="0"/>
                </a:lnTo>
                <a:lnTo>
                  <a:pt x="939866" y="537066"/>
                </a:lnTo>
                <a:lnTo>
                  <a:pt x="0" y="53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82CCA9-3A15-404B-A91A-9222BD3A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7359" y="683120"/>
            <a:ext cx="939866" cy="537066"/>
          </a:xfrm>
          <a:custGeom xmlns:a="http://schemas.openxmlformats.org/drawingml/2006/main">
            <a:pathLst>
              <a:path w="939866" h="537066" fill="none">
                <a:moveTo>
                  <a:pt x="0" y="0"/>
                </a:moveTo>
                <a:lnTo>
                  <a:pt x="939866" y="0"/>
                </a:lnTo>
                <a:lnTo>
                  <a:pt x="939866" y="537066"/>
                </a:lnTo>
                <a:lnTo>
                  <a:pt x="0" y="53706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666666"/>
            </a:solidFill>
            <a:round/>
          </a:ln>
        </p:spPr>
      </p:sp>
      <p:sp>
        <p:nvSpPr>
          <p:cNvPr id="22" name="Text Image">
            <a:extLst xmlns:a="http://schemas.openxmlformats.org/drawingml/2006/main">
              <a:ext uri="{FF2B5EF4-FFF2-40B4-BE49-F238E27FC236}">
                <a16:creationId xmlns:a16="http://schemas.microsoft.com/office/drawing/2014/main" id="{E9FFF711-02DA-485D-984E-96536A4AB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8529" y="756086"/>
            <a:ext cx="548020" cy="192133"/>
          </a:xfrm>
          <a:custGeom xmlns:a="http://schemas.openxmlformats.org/drawingml/2006/main">
            <a:pathLst>
              <a:path w="548020" h="192133">
                <a:moveTo>
                  <a:pt x="0" y="148402"/>
                </a:moveTo>
                <a:lnTo>
                  <a:pt x="0" y="0"/>
                </a:lnTo>
                <a:lnTo>
                  <a:pt x="19638" y="0"/>
                </a:lnTo>
                <a:lnTo>
                  <a:pt x="19638" y="148402"/>
                </a:lnTo>
                <a:lnTo>
                  <a:pt x="0" y="148402"/>
                </a:lnTo>
                <a:close/>
                <a:moveTo>
                  <a:pt x="51758" y="148402"/>
                </a:moveTo>
                <a:lnTo>
                  <a:pt x="51758" y="40897"/>
                </a:lnTo>
                <a:lnTo>
                  <a:pt x="68056" y="40897"/>
                </a:lnTo>
                <a:lnTo>
                  <a:pt x="68056" y="55980"/>
                </a:lnTo>
                <a:cubicBezTo>
                  <a:pt x="71430" y="50716"/>
                  <a:pt x="75918" y="46481"/>
                  <a:pt x="81519" y="43275"/>
                </a:cubicBezTo>
                <a:cubicBezTo>
                  <a:pt x="87121" y="40070"/>
                  <a:pt x="93498" y="38467"/>
                  <a:pt x="100652" y="38467"/>
                </a:cubicBezTo>
                <a:cubicBezTo>
                  <a:pt x="108615" y="38467"/>
                  <a:pt x="115144" y="40120"/>
                  <a:pt x="120240" y="43427"/>
                </a:cubicBezTo>
                <a:cubicBezTo>
                  <a:pt x="125335" y="46734"/>
                  <a:pt x="128928" y="51357"/>
                  <a:pt x="131021" y="57296"/>
                </a:cubicBezTo>
                <a:cubicBezTo>
                  <a:pt x="139524" y="44743"/>
                  <a:pt x="150591" y="38467"/>
                  <a:pt x="164224" y="38467"/>
                </a:cubicBezTo>
                <a:cubicBezTo>
                  <a:pt x="174886" y="38467"/>
                  <a:pt x="183086" y="41420"/>
                  <a:pt x="188822" y="47325"/>
                </a:cubicBezTo>
                <a:cubicBezTo>
                  <a:pt x="194559" y="53230"/>
                  <a:pt x="197427" y="62323"/>
                  <a:pt x="197427" y="74606"/>
                </a:cubicBezTo>
                <a:lnTo>
                  <a:pt x="197427" y="148402"/>
                </a:lnTo>
                <a:lnTo>
                  <a:pt x="179307" y="148402"/>
                </a:lnTo>
                <a:lnTo>
                  <a:pt x="179307" y="80680"/>
                </a:lnTo>
                <a:cubicBezTo>
                  <a:pt x="179307" y="73391"/>
                  <a:pt x="178716" y="68144"/>
                  <a:pt x="177535" y="64939"/>
                </a:cubicBezTo>
                <a:cubicBezTo>
                  <a:pt x="176354" y="61733"/>
                  <a:pt x="174212" y="59152"/>
                  <a:pt x="171107" y="57194"/>
                </a:cubicBezTo>
                <a:cubicBezTo>
                  <a:pt x="168003" y="55237"/>
                  <a:pt x="164359" y="54259"/>
                  <a:pt x="160175" y="54259"/>
                </a:cubicBezTo>
                <a:cubicBezTo>
                  <a:pt x="152616" y="54259"/>
                  <a:pt x="146340" y="56773"/>
                  <a:pt x="141346" y="61800"/>
                </a:cubicBezTo>
                <a:cubicBezTo>
                  <a:pt x="136352" y="66828"/>
                  <a:pt x="133855" y="74876"/>
                  <a:pt x="133855" y="85944"/>
                </a:cubicBezTo>
                <a:lnTo>
                  <a:pt x="133855" y="148402"/>
                </a:lnTo>
                <a:lnTo>
                  <a:pt x="115634" y="148402"/>
                </a:lnTo>
                <a:lnTo>
                  <a:pt x="115634" y="78554"/>
                </a:lnTo>
                <a:cubicBezTo>
                  <a:pt x="115634" y="70455"/>
                  <a:pt x="114149" y="64382"/>
                  <a:pt x="111180" y="60333"/>
                </a:cubicBezTo>
                <a:cubicBezTo>
                  <a:pt x="108210" y="56283"/>
                  <a:pt x="103351" y="54259"/>
                  <a:pt x="96603" y="54259"/>
                </a:cubicBezTo>
                <a:cubicBezTo>
                  <a:pt x="91474" y="54259"/>
                  <a:pt x="86733" y="55609"/>
                  <a:pt x="82380" y="58308"/>
                </a:cubicBezTo>
                <a:cubicBezTo>
                  <a:pt x="78027" y="61007"/>
                  <a:pt x="74872" y="64955"/>
                  <a:pt x="72915" y="70152"/>
                </a:cubicBezTo>
                <a:cubicBezTo>
                  <a:pt x="70958" y="75348"/>
                  <a:pt x="69979" y="82839"/>
                  <a:pt x="69979" y="92625"/>
                </a:cubicBezTo>
                <a:lnTo>
                  <a:pt x="69979" y="148402"/>
                </a:lnTo>
                <a:lnTo>
                  <a:pt x="51758" y="148402"/>
                </a:lnTo>
                <a:close/>
                <a:moveTo>
                  <a:pt x="294605" y="134837"/>
                </a:moveTo>
                <a:cubicBezTo>
                  <a:pt x="287857" y="140685"/>
                  <a:pt x="281361" y="144814"/>
                  <a:pt x="275119" y="147222"/>
                </a:cubicBezTo>
                <a:cubicBezTo>
                  <a:pt x="268876" y="149628"/>
                  <a:pt x="262178" y="150831"/>
                  <a:pt x="255025" y="150831"/>
                </a:cubicBezTo>
                <a:cubicBezTo>
                  <a:pt x="243215" y="150831"/>
                  <a:pt x="234138" y="147946"/>
                  <a:pt x="227794" y="142176"/>
                </a:cubicBezTo>
                <a:cubicBezTo>
                  <a:pt x="221450" y="136406"/>
                  <a:pt x="218279" y="129033"/>
                  <a:pt x="218279" y="120058"/>
                </a:cubicBezTo>
                <a:cubicBezTo>
                  <a:pt x="218279" y="114794"/>
                  <a:pt x="219476" y="109985"/>
                  <a:pt x="221872" y="105633"/>
                </a:cubicBezTo>
                <a:cubicBezTo>
                  <a:pt x="224268" y="101280"/>
                  <a:pt x="227406" y="97787"/>
                  <a:pt x="231287" y="95155"/>
                </a:cubicBezTo>
                <a:cubicBezTo>
                  <a:pt x="235167" y="92523"/>
                  <a:pt x="239537" y="90533"/>
                  <a:pt x="244396" y="89183"/>
                </a:cubicBezTo>
                <a:cubicBezTo>
                  <a:pt x="247972" y="88238"/>
                  <a:pt x="253371" y="87327"/>
                  <a:pt x="260592" y="86450"/>
                </a:cubicBezTo>
                <a:cubicBezTo>
                  <a:pt x="275304" y="84695"/>
                  <a:pt x="286136" y="82603"/>
                  <a:pt x="293087" y="80173"/>
                </a:cubicBezTo>
                <a:cubicBezTo>
                  <a:pt x="293154" y="77687"/>
                  <a:pt x="293188" y="76107"/>
                  <a:pt x="293188" y="75435"/>
                </a:cubicBezTo>
                <a:cubicBezTo>
                  <a:pt x="293188" y="68039"/>
                  <a:pt x="291467" y="62829"/>
                  <a:pt x="288026" y="59804"/>
                </a:cubicBezTo>
                <a:cubicBezTo>
                  <a:pt x="283369" y="55702"/>
                  <a:pt x="276452" y="53651"/>
                  <a:pt x="267274" y="53651"/>
                </a:cubicBezTo>
                <a:cubicBezTo>
                  <a:pt x="258703" y="53651"/>
                  <a:pt x="252376" y="55153"/>
                  <a:pt x="248293" y="58156"/>
                </a:cubicBezTo>
                <a:cubicBezTo>
                  <a:pt x="244210" y="61159"/>
                  <a:pt x="241190" y="66474"/>
                  <a:pt x="239233" y="74100"/>
                </a:cubicBezTo>
                <a:lnTo>
                  <a:pt x="221417" y="71670"/>
                </a:lnTo>
                <a:cubicBezTo>
                  <a:pt x="223036" y="64021"/>
                  <a:pt x="225702" y="57844"/>
                  <a:pt x="229414" y="53139"/>
                </a:cubicBezTo>
                <a:cubicBezTo>
                  <a:pt x="233126" y="48434"/>
                  <a:pt x="238491" y="44813"/>
                  <a:pt x="245509" y="42276"/>
                </a:cubicBezTo>
                <a:cubicBezTo>
                  <a:pt x="252528" y="39737"/>
                  <a:pt x="260660" y="38467"/>
                  <a:pt x="269905" y="38467"/>
                </a:cubicBezTo>
                <a:cubicBezTo>
                  <a:pt x="279084" y="38467"/>
                  <a:pt x="286541" y="39551"/>
                  <a:pt x="292277" y="41719"/>
                </a:cubicBezTo>
                <a:cubicBezTo>
                  <a:pt x="298013" y="43885"/>
                  <a:pt x="302231" y="46611"/>
                  <a:pt x="304931" y="49896"/>
                </a:cubicBezTo>
                <a:cubicBezTo>
                  <a:pt x="307630" y="53180"/>
                  <a:pt x="309520" y="57328"/>
                  <a:pt x="310600" y="62341"/>
                </a:cubicBezTo>
                <a:cubicBezTo>
                  <a:pt x="311207" y="65456"/>
                  <a:pt x="311511" y="71051"/>
                  <a:pt x="311511" y="79126"/>
                </a:cubicBezTo>
                <a:lnTo>
                  <a:pt x="311511" y="103352"/>
                </a:lnTo>
                <a:cubicBezTo>
                  <a:pt x="311511" y="120242"/>
                  <a:pt x="311899" y="130940"/>
                  <a:pt x="312675" y="135445"/>
                </a:cubicBezTo>
                <a:cubicBezTo>
                  <a:pt x="313451" y="139949"/>
                  <a:pt x="314986" y="144268"/>
                  <a:pt x="317281" y="148402"/>
                </a:cubicBezTo>
                <a:lnTo>
                  <a:pt x="298250" y="148402"/>
                </a:lnTo>
                <a:cubicBezTo>
                  <a:pt x="296360" y="144536"/>
                  <a:pt x="295145" y="140015"/>
                  <a:pt x="294605" y="134837"/>
                </a:cubicBezTo>
                <a:moveTo>
                  <a:pt x="293087" y="94548"/>
                </a:moveTo>
                <a:cubicBezTo>
                  <a:pt x="286473" y="97235"/>
                  <a:pt x="276553" y="99519"/>
                  <a:pt x="263326" y="101400"/>
                </a:cubicBezTo>
                <a:cubicBezTo>
                  <a:pt x="255835" y="102473"/>
                  <a:pt x="250537" y="103682"/>
                  <a:pt x="247433" y="105025"/>
                </a:cubicBezTo>
                <a:cubicBezTo>
                  <a:pt x="244328" y="106369"/>
                  <a:pt x="241932" y="108333"/>
                  <a:pt x="240245" y="110919"/>
                </a:cubicBezTo>
                <a:cubicBezTo>
                  <a:pt x="238558" y="113504"/>
                  <a:pt x="237715" y="116376"/>
                  <a:pt x="237715" y="119533"/>
                </a:cubicBezTo>
                <a:cubicBezTo>
                  <a:pt x="237715" y="124368"/>
                  <a:pt x="239554" y="128399"/>
                  <a:pt x="243232" y="131623"/>
                </a:cubicBezTo>
                <a:cubicBezTo>
                  <a:pt x="246910" y="134846"/>
                  <a:pt x="252292" y="136457"/>
                  <a:pt x="259378" y="136457"/>
                </a:cubicBezTo>
                <a:cubicBezTo>
                  <a:pt x="266396" y="136457"/>
                  <a:pt x="272639" y="134927"/>
                  <a:pt x="278105" y="131867"/>
                </a:cubicBezTo>
                <a:cubicBezTo>
                  <a:pt x="283571" y="128805"/>
                  <a:pt x="287587" y="124622"/>
                  <a:pt x="290151" y="119318"/>
                </a:cubicBezTo>
                <a:cubicBezTo>
                  <a:pt x="292108" y="115224"/>
                  <a:pt x="293087" y="109183"/>
                  <a:pt x="293087" y="101194"/>
                </a:cubicBezTo>
                <a:lnTo>
                  <a:pt x="293087" y="94548"/>
                </a:lnTo>
                <a:close/>
                <a:moveTo>
                  <a:pt x="336381" y="157310"/>
                </a:moveTo>
                <a:lnTo>
                  <a:pt x="354097" y="159740"/>
                </a:lnTo>
                <a:cubicBezTo>
                  <a:pt x="354839" y="165271"/>
                  <a:pt x="356897" y="169301"/>
                  <a:pt x="360272" y="171827"/>
                </a:cubicBezTo>
                <a:cubicBezTo>
                  <a:pt x="364793" y="175241"/>
                  <a:pt x="370968" y="176949"/>
                  <a:pt x="378796" y="176949"/>
                </a:cubicBezTo>
                <a:cubicBezTo>
                  <a:pt x="387232" y="176949"/>
                  <a:pt x="393745" y="175257"/>
                  <a:pt x="398334" y="171874"/>
                </a:cubicBezTo>
                <a:cubicBezTo>
                  <a:pt x="402923" y="168492"/>
                  <a:pt x="406027" y="163757"/>
                  <a:pt x="407647" y="157671"/>
                </a:cubicBezTo>
                <a:cubicBezTo>
                  <a:pt x="408592" y="153948"/>
                  <a:pt x="409030" y="146135"/>
                  <a:pt x="408963" y="134230"/>
                </a:cubicBezTo>
                <a:cubicBezTo>
                  <a:pt x="400999" y="143678"/>
                  <a:pt x="391079" y="148402"/>
                  <a:pt x="379201" y="148402"/>
                </a:cubicBezTo>
                <a:cubicBezTo>
                  <a:pt x="364422" y="148402"/>
                  <a:pt x="352983" y="143071"/>
                  <a:pt x="344885" y="132408"/>
                </a:cubicBezTo>
                <a:cubicBezTo>
                  <a:pt x="336786" y="121745"/>
                  <a:pt x="332737" y="108956"/>
                  <a:pt x="332737" y="94042"/>
                </a:cubicBezTo>
                <a:cubicBezTo>
                  <a:pt x="332737" y="83784"/>
                  <a:pt x="334593" y="74319"/>
                  <a:pt x="338305" y="65647"/>
                </a:cubicBezTo>
                <a:cubicBezTo>
                  <a:pt x="342017" y="56975"/>
                  <a:pt x="347399" y="50277"/>
                  <a:pt x="354451" y="45553"/>
                </a:cubicBezTo>
                <a:cubicBezTo>
                  <a:pt x="361503" y="40829"/>
                  <a:pt x="369787" y="38467"/>
                  <a:pt x="379303" y="38467"/>
                </a:cubicBezTo>
                <a:cubicBezTo>
                  <a:pt x="391990" y="38467"/>
                  <a:pt x="402450" y="43664"/>
                  <a:pt x="410684" y="54056"/>
                </a:cubicBezTo>
                <a:lnTo>
                  <a:pt x="410684" y="40897"/>
                </a:lnTo>
                <a:lnTo>
                  <a:pt x="427488" y="40897"/>
                </a:lnTo>
                <a:lnTo>
                  <a:pt x="427488" y="133888"/>
                </a:lnTo>
                <a:cubicBezTo>
                  <a:pt x="427488" y="150635"/>
                  <a:pt x="425784" y="162503"/>
                  <a:pt x="422376" y="169492"/>
                </a:cubicBezTo>
                <a:cubicBezTo>
                  <a:pt x="418968" y="176481"/>
                  <a:pt x="413569" y="182002"/>
                  <a:pt x="406179" y="186053"/>
                </a:cubicBezTo>
                <a:cubicBezTo>
                  <a:pt x="398789" y="190106"/>
                  <a:pt x="389695" y="192133"/>
                  <a:pt x="378898" y="192133"/>
                </a:cubicBezTo>
                <a:cubicBezTo>
                  <a:pt x="366075" y="192133"/>
                  <a:pt x="355716" y="189239"/>
                  <a:pt x="347820" y="183453"/>
                </a:cubicBezTo>
                <a:cubicBezTo>
                  <a:pt x="339924" y="177666"/>
                  <a:pt x="336111" y="168951"/>
                  <a:pt x="336381" y="157310"/>
                </a:cubicBezTo>
                <a:moveTo>
                  <a:pt x="351465" y="92729"/>
                </a:moveTo>
                <a:cubicBezTo>
                  <a:pt x="351465" y="106798"/>
                  <a:pt x="354265" y="117063"/>
                  <a:pt x="359867" y="123525"/>
                </a:cubicBezTo>
                <a:cubicBezTo>
                  <a:pt x="365468" y="129987"/>
                  <a:pt x="372486" y="133218"/>
                  <a:pt x="380922" y="133218"/>
                </a:cubicBezTo>
                <a:cubicBezTo>
                  <a:pt x="389291" y="133218"/>
                  <a:pt x="396309" y="130004"/>
                  <a:pt x="401978" y="123576"/>
                </a:cubicBezTo>
                <a:cubicBezTo>
                  <a:pt x="407647" y="117147"/>
                  <a:pt x="410481" y="107067"/>
                  <a:pt x="410481" y="93333"/>
                </a:cubicBezTo>
                <a:cubicBezTo>
                  <a:pt x="410481" y="80207"/>
                  <a:pt x="407562" y="70312"/>
                  <a:pt x="401725" y="63648"/>
                </a:cubicBezTo>
                <a:cubicBezTo>
                  <a:pt x="395887" y="56984"/>
                  <a:pt x="388852" y="53651"/>
                  <a:pt x="380619" y="53651"/>
                </a:cubicBezTo>
                <a:cubicBezTo>
                  <a:pt x="372520" y="53651"/>
                  <a:pt x="365637" y="56933"/>
                  <a:pt x="359968" y="63496"/>
                </a:cubicBezTo>
                <a:cubicBezTo>
                  <a:pt x="354299" y="70059"/>
                  <a:pt x="351465" y="79803"/>
                  <a:pt x="351465" y="92729"/>
                </a:cubicBezTo>
                <a:close/>
                <a:moveTo>
                  <a:pt x="528584" y="113579"/>
                </a:moveTo>
                <a:lnTo>
                  <a:pt x="547413" y="116009"/>
                </a:lnTo>
                <a:cubicBezTo>
                  <a:pt x="544443" y="127040"/>
                  <a:pt x="538943" y="135603"/>
                  <a:pt x="530912" y="141696"/>
                </a:cubicBezTo>
                <a:cubicBezTo>
                  <a:pt x="522881" y="147786"/>
                  <a:pt x="512624" y="150831"/>
                  <a:pt x="500139" y="150831"/>
                </a:cubicBezTo>
                <a:cubicBezTo>
                  <a:pt x="484414" y="150831"/>
                  <a:pt x="471946" y="145989"/>
                  <a:pt x="462734" y="136305"/>
                </a:cubicBezTo>
                <a:cubicBezTo>
                  <a:pt x="453523" y="126621"/>
                  <a:pt x="448917" y="113039"/>
                  <a:pt x="448917" y="95560"/>
                </a:cubicBezTo>
                <a:cubicBezTo>
                  <a:pt x="448917" y="77474"/>
                  <a:pt x="453573" y="63437"/>
                  <a:pt x="462886" y="53449"/>
                </a:cubicBezTo>
                <a:cubicBezTo>
                  <a:pt x="472199" y="43461"/>
                  <a:pt x="484279" y="38467"/>
                  <a:pt x="499126" y="38467"/>
                </a:cubicBezTo>
                <a:cubicBezTo>
                  <a:pt x="513501" y="38467"/>
                  <a:pt x="525243" y="43352"/>
                  <a:pt x="534354" y="53123"/>
                </a:cubicBezTo>
                <a:cubicBezTo>
                  <a:pt x="543465" y="62892"/>
                  <a:pt x="548020" y="76636"/>
                  <a:pt x="548020" y="94355"/>
                </a:cubicBezTo>
                <a:cubicBezTo>
                  <a:pt x="548020" y="95433"/>
                  <a:pt x="547986" y="97049"/>
                  <a:pt x="547919" y="99205"/>
                </a:cubicBezTo>
                <a:lnTo>
                  <a:pt x="467745" y="99205"/>
                </a:lnTo>
                <a:cubicBezTo>
                  <a:pt x="468420" y="111048"/>
                  <a:pt x="471761" y="120117"/>
                  <a:pt x="477767" y="126410"/>
                </a:cubicBezTo>
                <a:cubicBezTo>
                  <a:pt x="483773" y="132703"/>
                  <a:pt x="491264" y="135850"/>
                  <a:pt x="500240" y="135850"/>
                </a:cubicBezTo>
                <a:cubicBezTo>
                  <a:pt x="506921" y="135850"/>
                  <a:pt x="512624" y="134079"/>
                  <a:pt x="517348" y="130538"/>
                </a:cubicBezTo>
                <a:cubicBezTo>
                  <a:pt x="522072" y="126995"/>
                  <a:pt x="525817" y="121342"/>
                  <a:pt x="528584" y="113579"/>
                </a:cubicBezTo>
                <a:moveTo>
                  <a:pt x="468758" y="84223"/>
                </a:moveTo>
                <a:lnTo>
                  <a:pt x="528786" y="84223"/>
                </a:lnTo>
                <a:cubicBezTo>
                  <a:pt x="527977" y="75209"/>
                  <a:pt x="525682" y="68449"/>
                  <a:pt x="521903" y="63942"/>
                </a:cubicBezTo>
                <a:cubicBezTo>
                  <a:pt x="516099" y="56947"/>
                  <a:pt x="508574" y="53449"/>
                  <a:pt x="499329" y="53449"/>
                </a:cubicBezTo>
                <a:cubicBezTo>
                  <a:pt x="490960" y="53449"/>
                  <a:pt x="483925" y="56241"/>
                  <a:pt x="478222" y="61826"/>
                </a:cubicBezTo>
                <a:cubicBezTo>
                  <a:pt x="472520" y="67408"/>
                  <a:pt x="469365" y="74874"/>
                  <a:pt x="468758" y="8422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tokens">
            <a:extLst xmlns:a="http://schemas.openxmlformats.org/drawingml/2006/main">
              <a:ext uri="{FF2B5EF4-FFF2-40B4-BE49-F238E27FC236}">
                <a16:creationId xmlns:a16="http://schemas.microsoft.com/office/drawing/2014/main" id="{E9DE57DA-0549-4F8A-83DC-CE95A550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28" y="1002276"/>
            <a:ext cx="598908" cy="150831"/>
          </a:xfrm>
          <a:custGeom xmlns:a="http://schemas.openxmlformats.org/drawingml/2006/main">
            <a:pathLst>
              <a:path w="598908" h="150831">
                <a:moveTo>
                  <a:pt x="49805" y="132104"/>
                </a:moveTo>
                <a:lnTo>
                  <a:pt x="52437" y="148200"/>
                </a:lnTo>
                <a:cubicBezTo>
                  <a:pt x="47308" y="149279"/>
                  <a:pt x="42719" y="149819"/>
                  <a:pt x="38670" y="149819"/>
                </a:cubicBezTo>
                <a:cubicBezTo>
                  <a:pt x="32056" y="149819"/>
                  <a:pt x="26927" y="148773"/>
                  <a:pt x="23283" y="146681"/>
                </a:cubicBezTo>
                <a:cubicBezTo>
                  <a:pt x="19638" y="144589"/>
                  <a:pt x="17074" y="141839"/>
                  <a:pt x="15589" y="138431"/>
                </a:cubicBezTo>
                <a:cubicBezTo>
                  <a:pt x="14105" y="135023"/>
                  <a:pt x="13362" y="127852"/>
                  <a:pt x="13362" y="116920"/>
                </a:cubicBezTo>
                <a:lnTo>
                  <a:pt x="13362" y="55069"/>
                </a:lnTo>
                <a:lnTo>
                  <a:pt x="0" y="55069"/>
                </a:lnTo>
                <a:lnTo>
                  <a:pt x="0" y="40897"/>
                </a:lnTo>
                <a:lnTo>
                  <a:pt x="13362" y="40897"/>
                </a:lnTo>
                <a:lnTo>
                  <a:pt x="13362" y="14273"/>
                </a:lnTo>
                <a:lnTo>
                  <a:pt x="31482" y="3341"/>
                </a:lnTo>
                <a:lnTo>
                  <a:pt x="31482" y="40897"/>
                </a:lnTo>
                <a:lnTo>
                  <a:pt x="49805" y="40897"/>
                </a:lnTo>
                <a:lnTo>
                  <a:pt x="49805" y="55069"/>
                </a:lnTo>
                <a:lnTo>
                  <a:pt x="31482" y="55069"/>
                </a:lnTo>
                <a:lnTo>
                  <a:pt x="31482" y="117932"/>
                </a:lnTo>
                <a:cubicBezTo>
                  <a:pt x="31482" y="123128"/>
                  <a:pt x="31803" y="126469"/>
                  <a:pt x="32444" y="127954"/>
                </a:cubicBezTo>
                <a:cubicBezTo>
                  <a:pt x="33085" y="129438"/>
                  <a:pt x="34131" y="130619"/>
                  <a:pt x="35582" y="131497"/>
                </a:cubicBezTo>
                <a:cubicBezTo>
                  <a:pt x="37033" y="132374"/>
                  <a:pt x="39108" y="132813"/>
                  <a:pt x="41808" y="132813"/>
                </a:cubicBezTo>
                <a:cubicBezTo>
                  <a:pt x="43832" y="132813"/>
                  <a:pt x="46498" y="132576"/>
                  <a:pt x="49805" y="132104"/>
                </a:cubicBezTo>
                <a:close/>
                <a:moveTo>
                  <a:pt x="60666" y="94649"/>
                </a:moveTo>
                <a:cubicBezTo>
                  <a:pt x="60666" y="74741"/>
                  <a:pt x="66200" y="59995"/>
                  <a:pt x="77268" y="50412"/>
                </a:cubicBezTo>
                <a:cubicBezTo>
                  <a:pt x="86513" y="42449"/>
                  <a:pt x="97784" y="38467"/>
                  <a:pt x="111078" y="38467"/>
                </a:cubicBezTo>
                <a:cubicBezTo>
                  <a:pt x="125858" y="38467"/>
                  <a:pt x="137938" y="43309"/>
                  <a:pt x="147318" y="52993"/>
                </a:cubicBezTo>
                <a:cubicBezTo>
                  <a:pt x="156699" y="62678"/>
                  <a:pt x="161389" y="76057"/>
                  <a:pt x="161389" y="93131"/>
                </a:cubicBezTo>
                <a:cubicBezTo>
                  <a:pt x="161389" y="106965"/>
                  <a:pt x="159314" y="117848"/>
                  <a:pt x="155164" y="125777"/>
                </a:cubicBezTo>
                <a:cubicBezTo>
                  <a:pt x="151013" y="133707"/>
                  <a:pt x="144973" y="139865"/>
                  <a:pt x="137044" y="144252"/>
                </a:cubicBezTo>
                <a:cubicBezTo>
                  <a:pt x="129114" y="148638"/>
                  <a:pt x="120459" y="150831"/>
                  <a:pt x="111078" y="150831"/>
                </a:cubicBezTo>
                <a:cubicBezTo>
                  <a:pt x="96029" y="150831"/>
                  <a:pt x="83865" y="146006"/>
                  <a:pt x="74585" y="136356"/>
                </a:cubicBezTo>
                <a:cubicBezTo>
                  <a:pt x="65306" y="126705"/>
                  <a:pt x="60666" y="112803"/>
                  <a:pt x="60666" y="94649"/>
                </a:cubicBezTo>
                <a:moveTo>
                  <a:pt x="79394" y="94700"/>
                </a:moveTo>
                <a:cubicBezTo>
                  <a:pt x="79394" y="108450"/>
                  <a:pt x="82397" y="118746"/>
                  <a:pt x="88403" y="125587"/>
                </a:cubicBezTo>
                <a:cubicBezTo>
                  <a:pt x="94409" y="132429"/>
                  <a:pt x="101968" y="135850"/>
                  <a:pt x="111078" y="135850"/>
                </a:cubicBezTo>
                <a:cubicBezTo>
                  <a:pt x="120121" y="135850"/>
                  <a:pt x="127646" y="132412"/>
                  <a:pt x="133652" y="125537"/>
                </a:cubicBezTo>
                <a:cubicBezTo>
                  <a:pt x="139659" y="118662"/>
                  <a:pt x="142662" y="108180"/>
                  <a:pt x="142662" y="94093"/>
                </a:cubicBezTo>
                <a:cubicBezTo>
                  <a:pt x="142662" y="80815"/>
                  <a:pt x="139642" y="70755"/>
                  <a:pt x="133602" y="63914"/>
                </a:cubicBezTo>
                <a:cubicBezTo>
                  <a:pt x="127562" y="57072"/>
                  <a:pt x="120054" y="53651"/>
                  <a:pt x="111078" y="53651"/>
                </a:cubicBezTo>
                <a:cubicBezTo>
                  <a:pt x="101968" y="53651"/>
                  <a:pt x="94409" y="57055"/>
                  <a:pt x="88403" y="63863"/>
                </a:cubicBezTo>
                <a:cubicBezTo>
                  <a:pt x="82397" y="70671"/>
                  <a:pt x="79394" y="80950"/>
                  <a:pt x="79394" y="94700"/>
                </a:cubicBezTo>
                <a:close/>
                <a:moveTo>
                  <a:pt x="182818" y="148402"/>
                </a:moveTo>
                <a:lnTo>
                  <a:pt x="182818" y="0"/>
                </a:lnTo>
                <a:lnTo>
                  <a:pt x="201039" y="0"/>
                </a:lnTo>
                <a:lnTo>
                  <a:pt x="201039" y="84536"/>
                </a:lnTo>
                <a:lnTo>
                  <a:pt x="244163" y="40897"/>
                </a:lnTo>
                <a:lnTo>
                  <a:pt x="267749" y="40897"/>
                </a:lnTo>
                <a:lnTo>
                  <a:pt x="226650" y="80838"/>
                </a:lnTo>
                <a:lnTo>
                  <a:pt x="271900" y="148402"/>
                </a:lnTo>
                <a:lnTo>
                  <a:pt x="249427" y="148402"/>
                </a:lnTo>
                <a:lnTo>
                  <a:pt x="213896" y="93343"/>
                </a:lnTo>
                <a:lnTo>
                  <a:pt x="201039" y="105784"/>
                </a:lnTo>
                <a:lnTo>
                  <a:pt x="201039" y="148402"/>
                </a:lnTo>
                <a:lnTo>
                  <a:pt x="182818" y="148402"/>
                </a:lnTo>
                <a:close/>
                <a:moveTo>
                  <a:pt x="359969" y="113579"/>
                </a:moveTo>
                <a:lnTo>
                  <a:pt x="378798" y="116009"/>
                </a:lnTo>
                <a:cubicBezTo>
                  <a:pt x="375829" y="127040"/>
                  <a:pt x="370328" y="135603"/>
                  <a:pt x="362298" y="141696"/>
                </a:cubicBezTo>
                <a:cubicBezTo>
                  <a:pt x="354267" y="147786"/>
                  <a:pt x="344009" y="150831"/>
                  <a:pt x="331524" y="150831"/>
                </a:cubicBezTo>
                <a:cubicBezTo>
                  <a:pt x="315800" y="150831"/>
                  <a:pt x="303332" y="145989"/>
                  <a:pt x="294120" y="136305"/>
                </a:cubicBezTo>
                <a:cubicBezTo>
                  <a:pt x="284908" y="126621"/>
                  <a:pt x="280302" y="113039"/>
                  <a:pt x="280302" y="95560"/>
                </a:cubicBezTo>
                <a:cubicBezTo>
                  <a:pt x="280302" y="77474"/>
                  <a:pt x="284958" y="63437"/>
                  <a:pt x="294272" y="53449"/>
                </a:cubicBezTo>
                <a:cubicBezTo>
                  <a:pt x="303585" y="43461"/>
                  <a:pt x="315665" y="38467"/>
                  <a:pt x="330512" y="38467"/>
                </a:cubicBezTo>
                <a:cubicBezTo>
                  <a:pt x="344886" y="38467"/>
                  <a:pt x="356629" y="43352"/>
                  <a:pt x="365739" y="53123"/>
                </a:cubicBezTo>
                <a:cubicBezTo>
                  <a:pt x="374850" y="62892"/>
                  <a:pt x="379405" y="76636"/>
                  <a:pt x="379405" y="94355"/>
                </a:cubicBezTo>
                <a:cubicBezTo>
                  <a:pt x="379405" y="95433"/>
                  <a:pt x="379372" y="97049"/>
                  <a:pt x="379304" y="99205"/>
                </a:cubicBezTo>
                <a:lnTo>
                  <a:pt x="299131" y="99205"/>
                </a:lnTo>
                <a:cubicBezTo>
                  <a:pt x="299805" y="111048"/>
                  <a:pt x="303146" y="120117"/>
                  <a:pt x="309152" y="126410"/>
                </a:cubicBezTo>
                <a:cubicBezTo>
                  <a:pt x="315158" y="132703"/>
                  <a:pt x="322649" y="135850"/>
                  <a:pt x="331625" y="135850"/>
                </a:cubicBezTo>
                <a:cubicBezTo>
                  <a:pt x="338306" y="135850"/>
                  <a:pt x="344009" y="134079"/>
                  <a:pt x="348733" y="130538"/>
                </a:cubicBezTo>
                <a:cubicBezTo>
                  <a:pt x="353457" y="126995"/>
                  <a:pt x="357202" y="121342"/>
                  <a:pt x="359969" y="113579"/>
                </a:cubicBezTo>
                <a:moveTo>
                  <a:pt x="300143" y="84223"/>
                </a:moveTo>
                <a:lnTo>
                  <a:pt x="360172" y="84223"/>
                </a:lnTo>
                <a:cubicBezTo>
                  <a:pt x="359362" y="75209"/>
                  <a:pt x="357067" y="68449"/>
                  <a:pt x="353288" y="63942"/>
                </a:cubicBezTo>
                <a:cubicBezTo>
                  <a:pt x="347484" y="56947"/>
                  <a:pt x="339960" y="53449"/>
                  <a:pt x="330714" y="53449"/>
                </a:cubicBezTo>
                <a:cubicBezTo>
                  <a:pt x="322346" y="53449"/>
                  <a:pt x="315310" y="56241"/>
                  <a:pt x="309608" y="61826"/>
                </a:cubicBezTo>
                <a:cubicBezTo>
                  <a:pt x="303905" y="67408"/>
                  <a:pt x="300750" y="74874"/>
                  <a:pt x="300143" y="84223"/>
                </a:cubicBezTo>
                <a:close/>
                <a:moveTo>
                  <a:pt x="401644" y="148402"/>
                </a:moveTo>
                <a:lnTo>
                  <a:pt x="401644" y="40897"/>
                </a:lnTo>
                <a:lnTo>
                  <a:pt x="418043" y="40897"/>
                </a:lnTo>
                <a:lnTo>
                  <a:pt x="418043" y="56182"/>
                </a:lnTo>
                <a:cubicBezTo>
                  <a:pt x="425939" y="44372"/>
                  <a:pt x="437344" y="38467"/>
                  <a:pt x="452259" y="38467"/>
                </a:cubicBezTo>
                <a:cubicBezTo>
                  <a:pt x="458738" y="38467"/>
                  <a:pt x="464693" y="39631"/>
                  <a:pt x="470126" y="41959"/>
                </a:cubicBezTo>
                <a:cubicBezTo>
                  <a:pt x="475558" y="44288"/>
                  <a:pt x="479625" y="47342"/>
                  <a:pt x="482324" y="51121"/>
                </a:cubicBezTo>
                <a:cubicBezTo>
                  <a:pt x="485023" y="54900"/>
                  <a:pt x="486913" y="59388"/>
                  <a:pt x="487993" y="64584"/>
                </a:cubicBezTo>
                <a:cubicBezTo>
                  <a:pt x="488668" y="67959"/>
                  <a:pt x="489005" y="73864"/>
                  <a:pt x="489005" y="82299"/>
                </a:cubicBezTo>
                <a:lnTo>
                  <a:pt x="489005" y="148402"/>
                </a:lnTo>
                <a:lnTo>
                  <a:pt x="470784" y="148402"/>
                </a:lnTo>
                <a:lnTo>
                  <a:pt x="470784" y="83008"/>
                </a:lnTo>
                <a:cubicBezTo>
                  <a:pt x="470784" y="75584"/>
                  <a:pt x="470075" y="70034"/>
                  <a:pt x="468658" y="66356"/>
                </a:cubicBezTo>
                <a:cubicBezTo>
                  <a:pt x="467241" y="62678"/>
                  <a:pt x="464727" y="59742"/>
                  <a:pt x="461116" y="57549"/>
                </a:cubicBezTo>
                <a:cubicBezTo>
                  <a:pt x="457506" y="55355"/>
                  <a:pt x="453271" y="54259"/>
                  <a:pt x="448412" y="54259"/>
                </a:cubicBezTo>
                <a:cubicBezTo>
                  <a:pt x="440651" y="54259"/>
                  <a:pt x="433953" y="56722"/>
                  <a:pt x="428318" y="61649"/>
                </a:cubicBezTo>
                <a:cubicBezTo>
                  <a:pt x="422683" y="66575"/>
                  <a:pt x="419866" y="75922"/>
                  <a:pt x="419866" y="89689"/>
                </a:cubicBezTo>
                <a:lnTo>
                  <a:pt x="419866" y="148402"/>
                </a:lnTo>
                <a:lnTo>
                  <a:pt x="401644" y="148402"/>
                </a:lnTo>
                <a:close/>
                <a:moveTo>
                  <a:pt x="509624" y="116211"/>
                </a:moveTo>
                <a:lnTo>
                  <a:pt x="527643" y="113377"/>
                </a:lnTo>
                <a:cubicBezTo>
                  <a:pt x="528655" y="120629"/>
                  <a:pt x="531473" y="126188"/>
                  <a:pt x="536096" y="130054"/>
                </a:cubicBezTo>
                <a:cubicBezTo>
                  <a:pt x="540718" y="133918"/>
                  <a:pt x="547180" y="135850"/>
                  <a:pt x="555481" y="135850"/>
                </a:cubicBezTo>
                <a:cubicBezTo>
                  <a:pt x="563849" y="135850"/>
                  <a:pt x="570058" y="134146"/>
                  <a:pt x="574107" y="130737"/>
                </a:cubicBezTo>
                <a:cubicBezTo>
                  <a:pt x="578156" y="127329"/>
                  <a:pt x="580181" y="123331"/>
                  <a:pt x="580181" y="118742"/>
                </a:cubicBezTo>
                <a:cubicBezTo>
                  <a:pt x="580181" y="114625"/>
                  <a:pt x="578393" y="111386"/>
                  <a:pt x="574816" y="109024"/>
                </a:cubicBezTo>
                <a:cubicBezTo>
                  <a:pt x="572319" y="107404"/>
                  <a:pt x="566110" y="105346"/>
                  <a:pt x="556190" y="102849"/>
                </a:cubicBezTo>
                <a:cubicBezTo>
                  <a:pt x="542827" y="99475"/>
                  <a:pt x="533565" y="96556"/>
                  <a:pt x="528402" y="94093"/>
                </a:cubicBezTo>
                <a:cubicBezTo>
                  <a:pt x="523240" y="91629"/>
                  <a:pt x="519325" y="88221"/>
                  <a:pt x="516660" y="83868"/>
                </a:cubicBezTo>
                <a:cubicBezTo>
                  <a:pt x="513994" y="79516"/>
                  <a:pt x="512661" y="74707"/>
                  <a:pt x="512661" y="69443"/>
                </a:cubicBezTo>
                <a:cubicBezTo>
                  <a:pt x="512661" y="64652"/>
                  <a:pt x="513758" y="60214"/>
                  <a:pt x="515951" y="56132"/>
                </a:cubicBezTo>
                <a:cubicBezTo>
                  <a:pt x="518144" y="52049"/>
                  <a:pt x="521131" y="48657"/>
                  <a:pt x="524910" y="45958"/>
                </a:cubicBezTo>
                <a:cubicBezTo>
                  <a:pt x="527744" y="43866"/>
                  <a:pt x="531608" y="42094"/>
                  <a:pt x="536501" y="40644"/>
                </a:cubicBezTo>
                <a:cubicBezTo>
                  <a:pt x="541393" y="39193"/>
                  <a:pt x="546640" y="38467"/>
                  <a:pt x="552242" y="38467"/>
                </a:cubicBezTo>
                <a:cubicBezTo>
                  <a:pt x="560677" y="38467"/>
                  <a:pt x="568084" y="39682"/>
                  <a:pt x="574462" y="42111"/>
                </a:cubicBezTo>
                <a:cubicBezTo>
                  <a:pt x="580839" y="44541"/>
                  <a:pt x="585546" y="47831"/>
                  <a:pt x="588583" y="51981"/>
                </a:cubicBezTo>
                <a:cubicBezTo>
                  <a:pt x="591620" y="56132"/>
                  <a:pt x="593712" y="61682"/>
                  <a:pt x="594859" y="68633"/>
                </a:cubicBezTo>
                <a:lnTo>
                  <a:pt x="577043" y="71063"/>
                </a:lnTo>
                <a:cubicBezTo>
                  <a:pt x="576233" y="65529"/>
                  <a:pt x="573888" y="61210"/>
                  <a:pt x="570007" y="58106"/>
                </a:cubicBezTo>
                <a:cubicBezTo>
                  <a:pt x="566127" y="55001"/>
                  <a:pt x="560644" y="53449"/>
                  <a:pt x="553558" y="53449"/>
                </a:cubicBezTo>
                <a:cubicBezTo>
                  <a:pt x="545189" y="53449"/>
                  <a:pt x="539217" y="54832"/>
                  <a:pt x="535640" y="57599"/>
                </a:cubicBezTo>
                <a:cubicBezTo>
                  <a:pt x="532063" y="60366"/>
                  <a:pt x="530275" y="63606"/>
                  <a:pt x="530275" y="67317"/>
                </a:cubicBezTo>
                <a:cubicBezTo>
                  <a:pt x="530275" y="69679"/>
                  <a:pt x="531017" y="71805"/>
                  <a:pt x="532502" y="73695"/>
                </a:cubicBezTo>
                <a:cubicBezTo>
                  <a:pt x="533987" y="75652"/>
                  <a:pt x="536315" y="77272"/>
                  <a:pt x="539487" y="78554"/>
                </a:cubicBezTo>
                <a:cubicBezTo>
                  <a:pt x="541309" y="79229"/>
                  <a:pt x="546674" y="80781"/>
                  <a:pt x="555582" y="83210"/>
                </a:cubicBezTo>
                <a:cubicBezTo>
                  <a:pt x="568472" y="86652"/>
                  <a:pt x="577465" y="89470"/>
                  <a:pt x="582560" y="91663"/>
                </a:cubicBezTo>
                <a:cubicBezTo>
                  <a:pt x="587655" y="93856"/>
                  <a:pt x="591654" y="97045"/>
                  <a:pt x="594556" y="101229"/>
                </a:cubicBezTo>
                <a:cubicBezTo>
                  <a:pt x="597457" y="105413"/>
                  <a:pt x="598908" y="110610"/>
                  <a:pt x="598908" y="116818"/>
                </a:cubicBezTo>
                <a:cubicBezTo>
                  <a:pt x="598908" y="122892"/>
                  <a:pt x="597137" y="128612"/>
                  <a:pt x="593594" y="133977"/>
                </a:cubicBezTo>
                <a:cubicBezTo>
                  <a:pt x="590051" y="139342"/>
                  <a:pt x="584939" y="143492"/>
                  <a:pt x="578258" y="146428"/>
                </a:cubicBezTo>
                <a:cubicBezTo>
                  <a:pt x="571576" y="149364"/>
                  <a:pt x="564018" y="150831"/>
                  <a:pt x="555582" y="150831"/>
                </a:cubicBezTo>
                <a:cubicBezTo>
                  <a:pt x="541613" y="150831"/>
                  <a:pt x="530967" y="147921"/>
                  <a:pt x="523644" y="142100"/>
                </a:cubicBezTo>
                <a:cubicBezTo>
                  <a:pt x="516322" y="136280"/>
                  <a:pt x="511649" y="127650"/>
                  <a:pt x="509624" y="1162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614DDB-24CD-44C0-BDCC-429F59E11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300" y="2534913"/>
            <a:ext cx="939866" cy="537066"/>
          </a:xfrm>
          <a:custGeom xmlns:a="http://schemas.openxmlformats.org/drawingml/2006/main">
            <a:pathLst>
              <a:path w="939866" h="537066">
                <a:moveTo>
                  <a:pt x="0" y="0"/>
                </a:moveTo>
                <a:lnTo>
                  <a:pt x="939866" y="0"/>
                </a:lnTo>
                <a:lnTo>
                  <a:pt x="939866" y="537066"/>
                </a:lnTo>
                <a:lnTo>
                  <a:pt x="0" y="537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34951F-FF8B-4339-913F-EB08028C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300" y="2534913"/>
            <a:ext cx="939866" cy="537066"/>
          </a:xfrm>
          <a:custGeom xmlns:a="http://schemas.openxmlformats.org/drawingml/2006/main">
            <a:pathLst>
              <a:path w="939866" h="537066" fill="none">
                <a:moveTo>
                  <a:pt x="0" y="0"/>
                </a:moveTo>
                <a:lnTo>
                  <a:pt x="939866" y="0"/>
                </a:lnTo>
                <a:lnTo>
                  <a:pt x="939866" y="537066"/>
                </a:lnTo>
                <a:lnTo>
                  <a:pt x="0" y="53706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666666"/>
            </a:solidFill>
            <a:round/>
          </a:ln>
        </p:spPr>
      </p:sp>
      <p:sp>
        <p:nvSpPr>
          <p:cNvPr id="26" name="Text T">
            <a:extLst xmlns:a="http://schemas.openxmlformats.org/drawingml/2006/main">
              <a:ext uri="{FF2B5EF4-FFF2-40B4-BE49-F238E27FC236}">
                <a16:creationId xmlns:a16="http://schemas.microsoft.com/office/drawing/2014/main" id="{EFB50A59-DD0C-4C2D-BD41-F524EF38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983" y="2607880"/>
            <a:ext cx="117628" cy="148402"/>
          </a:xfrm>
          <a:custGeom xmlns:a="http://schemas.openxmlformats.org/drawingml/2006/main">
            <a:pathLst>
              <a:path w="117628" h="148402">
                <a:moveTo>
                  <a:pt x="48894" y="148402"/>
                </a:moveTo>
                <a:lnTo>
                  <a:pt x="48894" y="17614"/>
                </a:lnTo>
                <a:lnTo>
                  <a:pt x="0" y="17614"/>
                </a:lnTo>
                <a:lnTo>
                  <a:pt x="0" y="0"/>
                </a:lnTo>
                <a:lnTo>
                  <a:pt x="117628" y="0"/>
                </a:lnTo>
                <a:lnTo>
                  <a:pt x="117628" y="17614"/>
                </a:lnTo>
                <a:lnTo>
                  <a:pt x="68532" y="17614"/>
                </a:lnTo>
                <a:lnTo>
                  <a:pt x="68532" y="148402"/>
                </a:lnTo>
                <a:lnTo>
                  <a:pt x="48894" y="1484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ext">
            <a:extLst xmlns:a="http://schemas.openxmlformats.org/drawingml/2006/main">
              <a:ext uri="{FF2B5EF4-FFF2-40B4-BE49-F238E27FC236}">
                <a16:creationId xmlns:a16="http://schemas.microsoft.com/office/drawing/2014/main" id="{BEB1F5E2-E037-474C-BA2E-4F1FCBB3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1375" y="2611220"/>
            <a:ext cx="267416" cy="147491"/>
          </a:xfrm>
          <a:custGeom xmlns:a="http://schemas.openxmlformats.org/drawingml/2006/main">
            <a:pathLst>
              <a:path w="267416" h="147491">
                <a:moveTo>
                  <a:pt x="79667" y="110239"/>
                </a:moveTo>
                <a:lnTo>
                  <a:pt x="98496" y="112668"/>
                </a:lnTo>
                <a:cubicBezTo>
                  <a:pt x="95527" y="123700"/>
                  <a:pt x="90026" y="132262"/>
                  <a:pt x="81996" y="138355"/>
                </a:cubicBezTo>
                <a:cubicBezTo>
                  <a:pt x="73965" y="144446"/>
                  <a:pt x="63707" y="147491"/>
                  <a:pt x="51222" y="147491"/>
                </a:cubicBezTo>
                <a:cubicBezTo>
                  <a:pt x="35498" y="147491"/>
                  <a:pt x="23030" y="142649"/>
                  <a:pt x="13818" y="132965"/>
                </a:cubicBezTo>
                <a:cubicBezTo>
                  <a:pt x="4606" y="123280"/>
                  <a:pt x="0" y="109699"/>
                  <a:pt x="0" y="92220"/>
                </a:cubicBezTo>
                <a:cubicBezTo>
                  <a:pt x="0" y="74134"/>
                  <a:pt x="4657" y="60096"/>
                  <a:pt x="13970" y="50108"/>
                </a:cubicBezTo>
                <a:cubicBezTo>
                  <a:pt x="23283" y="40120"/>
                  <a:pt x="35363" y="35127"/>
                  <a:pt x="50210" y="35127"/>
                </a:cubicBezTo>
                <a:cubicBezTo>
                  <a:pt x="64584" y="35127"/>
                  <a:pt x="76327" y="40012"/>
                  <a:pt x="85437" y="49783"/>
                </a:cubicBezTo>
                <a:cubicBezTo>
                  <a:pt x="94548" y="59551"/>
                  <a:pt x="99103" y="73295"/>
                  <a:pt x="99103" y="91015"/>
                </a:cubicBezTo>
                <a:cubicBezTo>
                  <a:pt x="99103" y="92092"/>
                  <a:pt x="99070" y="93709"/>
                  <a:pt x="99002" y="95864"/>
                </a:cubicBezTo>
                <a:lnTo>
                  <a:pt x="18829" y="95864"/>
                </a:lnTo>
                <a:cubicBezTo>
                  <a:pt x="19503" y="107708"/>
                  <a:pt x="22844" y="116776"/>
                  <a:pt x="28850" y="123069"/>
                </a:cubicBezTo>
                <a:cubicBezTo>
                  <a:pt x="34857" y="129362"/>
                  <a:pt x="42348" y="132509"/>
                  <a:pt x="51323" y="132509"/>
                </a:cubicBezTo>
                <a:cubicBezTo>
                  <a:pt x="58004" y="132509"/>
                  <a:pt x="63707" y="130739"/>
                  <a:pt x="68431" y="127198"/>
                </a:cubicBezTo>
                <a:cubicBezTo>
                  <a:pt x="73155" y="123655"/>
                  <a:pt x="76900" y="118002"/>
                  <a:pt x="79667" y="110239"/>
                </a:cubicBezTo>
                <a:moveTo>
                  <a:pt x="19841" y="80882"/>
                </a:moveTo>
                <a:lnTo>
                  <a:pt x="79870" y="80882"/>
                </a:lnTo>
                <a:cubicBezTo>
                  <a:pt x="79060" y="71868"/>
                  <a:pt x="76765" y="65108"/>
                  <a:pt x="72986" y="60601"/>
                </a:cubicBezTo>
                <a:cubicBezTo>
                  <a:pt x="67182" y="53606"/>
                  <a:pt x="59658" y="50108"/>
                  <a:pt x="50412" y="50108"/>
                </a:cubicBezTo>
                <a:cubicBezTo>
                  <a:pt x="42044" y="50108"/>
                  <a:pt x="35008" y="52901"/>
                  <a:pt x="29306" y="58485"/>
                </a:cubicBezTo>
                <a:cubicBezTo>
                  <a:pt x="23603" y="64068"/>
                  <a:pt x="20448" y="71533"/>
                  <a:pt x="19841" y="80882"/>
                </a:cubicBezTo>
                <a:close/>
                <a:moveTo>
                  <a:pt x="109195" y="145061"/>
                </a:moveTo>
                <a:lnTo>
                  <a:pt x="148503" y="89474"/>
                </a:lnTo>
                <a:lnTo>
                  <a:pt x="112130" y="37556"/>
                </a:lnTo>
                <a:lnTo>
                  <a:pt x="134907" y="37556"/>
                </a:lnTo>
                <a:lnTo>
                  <a:pt x="151407" y="62610"/>
                </a:lnTo>
                <a:cubicBezTo>
                  <a:pt x="154512" y="67446"/>
                  <a:pt x="157009" y="71480"/>
                  <a:pt x="158898" y="74713"/>
                </a:cubicBezTo>
                <a:cubicBezTo>
                  <a:pt x="161868" y="70401"/>
                  <a:pt x="164601" y="66509"/>
                  <a:pt x="167098" y="63037"/>
                </a:cubicBezTo>
                <a:lnTo>
                  <a:pt x="185218" y="37556"/>
                </a:lnTo>
                <a:lnTo>
                  <a:pt x="206982" y="37556"/>
                </a:lnTo>
                <a:lnTo>
                  <a:pt x="170751" y="88996"/>
                </a:lnTo>
                <a:lnTo>
                  <a:pt x="209816" y="145061"/>
                </a:lnTo>
                <a:lnTo>
                  <a:pt x="187445" y="145061"/>
                </a:lnTo>
                <a:lnTo>
                  <a:pt x="165377" y="111700"/>
                </a:lnTo>
                <a:lnTo>
                  <a:pt x="159506" y="103270"/>
                </a:lnTo>
                <a:lnTo>
                  <a:pt x="131263" y="145061"/>
                </a:lnTo>
                <a:lnTo>
                  <a:pt x="109195" y="145061"/>
                </a:lnTo>
                <a:close/>
                <a:moveTo>
                  <a:pt x="264784" y="128764"/>
                </a:moveTo>
                <a:lnTo>
                  <a:pt x="267416" y="144859"/>
                </a:lnTo>
                <a:cubicBezTo>
                  <a:pt x="262287" y="145939"/>
                  <a:pt x="257698" y="146479"/>
                  <a:pt x="253649" y="146479"/>
                </a:cubicBezTo>
                <a:cubicBezTo>
                  <a:pt x="247035" y="146479"/>
                  <a:pt x="241906" y="145433"/>
                  <a:pt x="238262" y="143341"/>
                </a:cubicBezTo>
                <a:cubicBezTo>
                  <a:pt x="234618" y="141248"/>
                  <a:pt x="232053" y="138498"/>
                  <a:pt x="230569" y="135090"/>
                </a:cubicBezTo>
                <a:cubicBezTo>
                  <a:pt x="229084" y="131682"/>
                  <a:pt x="228342" y="124512"/>
                  <a:pt x="228342" y="113579"/>
                </a:cubicBezTo>
                <a:lnTo>
                  <a:pt x="228342" y="51728"/>
                </a:lnTo>
                <a:lnTo>
                  <a:pt x="214979" y="51728"/>
                </a:lnTo>
                <a:lnTo>
                  <a:pt x="214979" y="37556"/>
                </a:lnTo>
                <a:lnTo>
                  <a:pt x="228342" y="37556"/>
                </a:lnTo>
                <a:lnTo>
                  <a:pt x="228342" y="10933"/>
                </a:lnTo>
                <a:lnTo>
                  <a:pt x="246462" y="0"/>
                </a:lnTo>
                <a:lnTo>
                  <a:pt x="246462" y="37556"/>
                </a:lnTo>
                <a:lnTo>
                  <a:pt x="264784" y="37556"/>
                </a:lnTo>
                <a:lnTo>
                  <a:pt x="264784" y="51728"/>
                </a:lnTo>
                <a:lnTo>
                  <a:pt x="246462" y="51728"/>
                </a:lnTo>
                <a:lnTo>
                  <a:pt x="246462" y="114591"/>
                </a:lnTo>
                <a:cubicBezTo>
                  <a:pt x="246462" y="119788"/>
                  <a:pt x="246782" y="123128"/>
                  <a:pt x="247423" y="124613"/>
                </a:cubicBezTo>
                <a:cubicBezTo>
                  <a:pt x="248064" y="126098"/>
                  <a:pt x="249110" y="127279"/>
                  <a:pt x="250561" y="128156"/>
                </a:cubicBezTo>
                <a:cubicBezTo>
                  <a:pt x="252012" y="129033"/>
                  <a:pt x="254088" y="129472"/>
                  <a:pt x="256787" y="129472"/>
                </a:cubicBezTo>
                <a:cubicBezTo>
                  <a:pt x="258812" y="129472"/>
                  <a:pt x="261477" y="129236"/>
                  <a:pt x="264784" y="12876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tokens">
            <a:extLst xmlns:a="http://schemas.openxmlformats.org/drawingml/2006/main">
              <a:ext uri="{FF2B5EF4-FFF2-40B4-BE49-F238E27FC236}">
                <a16:creationId xmlns:a16="http://schemas.microsoft.com/office/drawing/2014/main" id="{C10BE48E-3A10-46E4-AFCF-F0D91F98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468" y="2854069"/>
            <a:ext cx="598908" cy="150831"/>
          </a:xfrm>
          <a:custGeom xmlns:a="http://schemas.openxmlformats.org/drawingml/2006/main">
            <a:pathLst>
              <a:path w="598908" h="150831">
                <a:moveTo>
                  <a:pt x="49805" y="132104"/>
                </a:moveTo>
                <a:lnTo>
                  <a:pt x="52437" y="148200"/>
                </a:lnTo>
                <a:cubicBezTo>
                  <a:pt x="47308" y="149279"/>
                  <a:pt x="42719" y="149819"/>
                  <a:pt x="38670" y="149819"/>
                </a:cubicBezTo>
                <a:cubicBezTo>
                  <a:pt x="32056" y="149819"/>
                  <a:pt x="26927" y="148773"/>
                  <a:pt x="23283" y="146681"/>
                </a:cubicBezTo>
                <a:cubicBezTo>
                  <a:pt x="19638" y="144589"/>
                  <a:pt x="17074" y="141839"/>
                  <a:pt x="15589" y="138431"/>
                </a:cubicBezTo>
                <a:cubicBezTo>
                  <a:pt x="14105" y="135023"/>
                  <a:pt x="13362" y="127852"/>
                  <a:pt x="13362" y="116920"/>
                </a:cubicBezTo>
                <a:lnTo>
                  <a:pt x="13362" y="55069"/>
                </a:lnTo>
                <a:lnTo>
                  <a:pt x="0" y="55069"/>
                </a:lnTo>
                <a:lnTo>
                  <a:pt x="0" y="40897"/>
                </a:lnTo>
                <a:lnTo>
                  <a:pt x="13362" y="40897"/>
                </a:lnTo>
                <a:lnTo>
                  <a:pt x="13362" y="14273"/>
                </a:lnTo>
                <a:lnTo>
                  <a:pt x="31482" y="3341"/>
                </a:lnTo>
                <a:lnTo>
                  <a:pt x="31482" y="40897"/>
                </a:lnTo>
                <a:lnTo>
                  <a:pt x="49805" y="40897"/>
                </a:lnTo>
                <a:lnTo>
                  <a:pt x="49805" y="55069"/>
                </a:lnTo>
                <a:lnTo>
                  <a:pt x="31482" y="55069"/>
                </a:lnTo>
                <a:lnTo>
                  <a:pt x="31482" y="117932"/>
                </a:lnTo>
                <a:cubicBezTo>
                  <a:pt x="31482" y="123128"/>
                  <a:pt x="31803" y="126469"/>
                  <a:pt x="32444" y="127954"/>
                </a:cubicBezTo>
                <a:cubicBezTo>
                  <a:pt x="33085" y="129438"/>
                  <a:pt x="34131" y="130619"/>
                  <a:pt x="35582" y="131497"/>
                </a:cubicBezTo>
                <a:cubicBezTo>
                  <a:pt x="37033" y="132374"/>
                  <a:pt x="39108" y="132813"/>
                  <a:pt x="41808" y="132813"/>
                </a:cubicBezTo>
                <a:cubicBezTo>
                  <a:pt x="43832" y="132813"/>
                  <a:pt x="46498" y="132576"/>
                  <a:pt x="49805" y="132104"/>
                </a:cubicBezTo>
                <a:close/>
                <a:moveTo>
                  <a:pt x="60666" y="94649"/>
                </a:moveTo>
                <a:cubicBezTo>
                  <a:pt x="60666" y="74741"/>
                  <a:pt x="66200" y="59995"/>
                  <a:pt x="77268" y="50412"/>
                </a:cubicBezTo>
                <a:cubicBezTo>
                  <a:pt x="86513" y="42449"/>
                  <a:pt x="97784" y="38467"/>
                  <a:pt x="111078" y="38467"/>
                </a:cubicBezTo>
                <a:cubicBezTo>
                  <a:pt x="125858" y="38467"/>
                  <a:pt x="137938" y="43309"/>
                  <a:pt x="147318" y="52993"/>
                </a:cubicBezTo>
                <a:cubicBezTo>
                  <a:pt x="156699" y="62678"/>
                  <a:pt x="161389" y="76057"/>
                  <a:pt x="161389" y="93131"/>
                </a:cubicBezTo>
                <a:cubicBezTo>
                  <a:pt x="161389" y="106965"/>
                  <a:pt x="159314" y="117848"/>
                  <a:pt x="155164" y="125777"/>
                </a:cubicBezTo>
                <a:cubicBezTo>
                  <a:pt x="151013" y="133707"/>
                  <a:pt x="144973" y="139865"/>
                  <a:pt x="137044" y="144252"/>
                </a:cubicBezTo>
                <a:cubicBezTo>
                  <a:pt x="129114" y="148638"/>
                  <a:pt x="120459" y="150831"/>
                  <a:pt x="111078" y="150831"/>
                </a:cubicBezTo>
                <a:cubicBezTo>
                  <a:pt x="96029" y="150831"/>
                  <a:pt x="83865" y="146006"/>
                  <a:pt x="74585" y="136356"/>
                </a:cubicBezTo>
                <a:cubicBezTo>
                  <a:pt x="65306" y="126705"/>
                  <a:pt x="60666" y="112803"/>
                  <a:pt x="60666" y="94649"/>
                </a:cubicBezTo>
                <a:moveTo>
                  <a:pt x="79394" y="94700"/>
                </a:moveTo>
                <a:cubicBezTo>
                  <a:pt x="79394" y="108450"/>
                  <a:pt x="82397" y="118746"/>
                  <a:pt x="88403" y="125587"/>
                </a:cubicBezTo>
                <a:cubicBezTo>
                  <a:pt x="94409" y="132429"/>
                  <a:pt x="101968" y="135850"/>
                  <a:pt x="111078" y="135850"/>
                </a:cubicBezTo>
                <a:cubicBezTo>
                  <a:pt x="120121" y="135850"/>
                  <a:pt x="127646" y="132412"/>
                  <a:pt x="133652" y="125537"/>
                </a:cubicBezTo>
                <a:cubicBezTo>
                  <a:pt x="139659" y="118662"/>
                  <a:pt x="142662" y="108180"/>
                  <a:pt x="142662" y="94093"/>
                </a:cubicBezTo>
                <a:cubicBezTo>
                  <a:pt x="142662" y="80815"/>
                  <a:pt x="139642" y="70755"/>
                  <a:pt x="133602" y="63914"/>
                </a:cubicBezTo>
                <a:cubicBezTo>
                  <a:pt x="127562" y="57072"/>
                  <a:pt x="120054" y="53651"/>
                  <a:pt x="111078" y="53651"/>
                </a:cubicBezTo>
                <a:cubicBezTo>
                  <a:pt x="101968" y="53651"/>
                  <a:pt x="94409" y="57055"/>
                  <a:pt x="88403" y="63863"/>
                </a:cubicBezTo>
                <a:cubicBezTo>
                  <a:pt x="82397" y="70671"/>
                  <a:pt x="79394" y="80950"/>
                  <a:pt x="79394" y="94700"/>
                </a:cubicBezTo>
                <a:close/>
                <a:moveTo>
                  <a:pt x="182818" y="148402"/>
                </a:moveTo>
                <a:lnTo>
                  <a:pt x="182818" y="0"/>
                </a:lnTo>
                <a:lnTo>
                  <a:pt x="201039" y="0"/>
                </a:lnTo>
                <a:lnTo>
                  <a:pt x="201039" y="84536"/>
                </a:lnTo>
                <a:lnTo>
                  <a:pt x="244163" y="40897"/>
                </a:lnTo>
                <a:lnTo>
                  <a:pt x="267750" y="40897"/>
                </a:lnTo>
                <a:lnTo>
                  <a:pt x="226650" y="80838"/>
                </a:lnTo>
                <a:lnTo>
                  <a:pt x="271900" y="148402"/>
                </a:lnTo>
                <a:lnTo>
                  <a:pt x="249427" y="148402"/>
                </a:lnTo>
                <a:lnTo>
                  <a:pt x="213896" y="93343"/>
                </a:lnTo>
                <a:lnTo>
                  <a:pt x="201039" y="105784"/>
                </a:lnTo>
                <a:lnTo>
                  <a:pt x="201039" y="148402"/>
                </a:lnTo>
                <a:lnTo>
                  <a:pt x="182818" y="148402"/>
                </a:lnTo>
                <a:close/>
                <a:moveTo>
                  <a:pt x="359969" y="113579"/>
                </a:moveTo>
                <a:lnTo>
                  <a:pt x="378798" y="116009"/>
                </a:lnTo>
                <a:cubicBezTo>
                  <a:pt x="375829" y="127040"/>
                  <a:pt x="370328" y="135603"/>
                  <a:pt x="362298" y="141696"/>
                </a:cubicBezTo>
                <a:cubicBezTo>
                  <a:pt x="354267" y="147786"/>
                  <a:pt x="344009" y="150831"/>
                  <a:pt x="331524" y="150831"/>
                </a:cubicBezTo>
                <a:cubicBezTo>
                  <a:pt x="315800" y="150831"/>
                  <a:pt x="303332" y="145989"/>
                  <a:pt x="294120" y="136305"/>
                </a:cubicBezTo>
                <a:cubicBezTo>
                  <a:pt x="284908" y="126621"/>
                  <a:pt x="280302" y="113039"/>
                  <a:pt x="280302" y="95560"/>
                </a:cubicBezTo>
                <a:cubicBezTo>
                  <a:pt x="280302" y="77474"/>
                  <a:pt x="284958" y="63437"/>
                  <a:pt x="294272" y="53449"/>
                </a:cubicBezTo>
                <a:cubicBezTo>
                  <a:pt x="303585" y="43461"/>
                  <a:pt x="315665" y="38467"/>
                  <a:pt x="330512" y="38467"/>
                </a:cubicBezTo>
                <a:cubicBezTo>
                  <a:pt x="344886" y="38467"/>
                  <a:pt x="356629" y="43352"/>
                  <a:pt x="365739" y="53123"/>
                </a:cubicBezTo>
                <a:cubicBezTo>
                  <a:pt x="374850" y="62892"/>
                  <a:pt x="379405" y="76636"/>
                  <a:pt x="379405" y="94355"/>
                </a:cubicBezTo>
                <a:cubicBezTo>
                  <a:pt x="379405" y="95433"/>
                  <a:pt x="379372" y="97049"/>
                  <a:pt x="379304" y="99205"/>
                </a:cubicBezTo>
                <a:lnTo>
                  <a:pt x="299131" y="99205"/>
                </a:lnTo>
                <a:cubicBezTo>
                  <a:pt x="299805" y="111048"/>
                  <a:pt x="303146" y="120117"/>
                  <a:pt x="309152" y="126410"/>
                </a:cubicBezTo>
                <a:cubicBezTo>
                  <a:pt x="315158" y="132703"/>
                  <a:pt x="322649" y="135850"/>
                  <a:pt x="331625" y="135850"/>
                </a:cubicBezTo>
                <a:cubicBezTo>
                  <a:pt x="338306" y="135850"/>
                  <a:pt x="344009" y="134079"/>
                  <a:pt x="348733" y="130538"/>
                </a:cubicBezTo>
                <a:cubicBezTo>
                  <a:pt x="353457" y="126995"/>
                  <a:pt x="357202" y="121342"/>
                  <a:pt x="359969" y="113579"/>
                </a:cubicBezTo>
                <a:moveTo>
                  <a:pt x="300143" y="84223"/>
                </a:moveTo>
                <a:lnTo>
                  <a:pt x="360172" y="84223"/>
                </a:lnTo>
                <a:cubicBezTo>
                  <a:pt x="359362" y="75209"/>
                  <a:pt x="357067" y="68449"/>
                  <a:pt x="353288" y="63942"/>
                </a:cubicBezTo>
                <a:cubicBezTo>
                  <a:pt x="347484" y="56947"/>
                  <a:pt x="339960" y="53449"/>
                  <a:pt x="330714" y="53449"/>
                </a:cubicBezTo>
                <a:cubicBezTo>
                  <a:pt x="322346" y="53449"/>
                  <a:pt x="315310" y="56241"/>
                  <a:pt x="309608" y="61826"/>
                </a:cubicBezTo>
                <a:cubicBezTo>
                  <a:pt x="303905" y="67408"/>
                  <a:pt x="300750" y="74874"/>
                  <a:pt x="300143" y="84223"/>
                </a:cubicBezTo>
                <a:close/>
                <a:moveTo>
                  <a:pt x="401644" y="148402"/>
                </a:moveTo>
                <a:lnTo>
                  <a:pt x="401644" y="40897"/>
                </a:lnTo>
                <a:lnTo>
                  <a:pt x="418043" y="40897"/>
                </a:lnTo>
                <a:lnTo>
                  <a:pt x="418043" y="56182"/>
                </a:lnTo>
                <a:cubicBezTo>
                  <a:pt x="425939" y="44372"/>
                  <a:pt x="437344" y="38467"/>
                  <a:pt x="452259" y="38467"/>
                </a:cubicBezTo>
                <a:cubicBezTo>
                  <a:pt x="458737" y="38467"/>
                  <a:pt x="464693" y="39631"/>
                  <a:pt x="470126" y="41959"/>
                </a:cubicBezTo>
                <a:cubicBezTo>
                  <a:pt x="475558" y="44288"/>
                  <a:pt x="479624" y="47342"/>
                  <a:pt x="482324" y="51121"/>
                </a:cubicBezTo>
                <a:cubicBezTo>
                  <a:pt x="485023" y="54900"/>
                  <a:pt x="486913" y="59388"/>
                  <a:pt x="487993" y="64584"/>
                </a:cubicBezTo>
                <a:cubicBezTo>
                  <a:pt x="488667" y="67959"/>
                  <a:pt x="489005" y="73864"/>
                  <a:pt x="489005" y="82299"/>
                </a:cubicBezTo>
                <a:lnTo>
                  <a:pt x="489005" y="148402"/>
                </a:lnTo>
                <a:lnTo>
                  <a:pt x="470784" y="148402"/>
                </a:lnTo>
                <a:lnTo>
                  <a:pt x="470784" y="83008"/>
                </a:lnTo>
                <a:cubicBezTo>
                  <a:pt x="470784" y="75584"/>
                  <a:pt x="470075" y="70034"/>
                  <a:pt x="468658" y="66356"/>
                </a:cubicBezTo>
                <a:cubicBezTo>
                  <a:pt x="467241" y="62678"/>
                  <a:pt x="464727" y="59742"/>
                  <a:pt x="461116" y="57549"/>
                </a:cubicBezTo>
                <a:cubicBezTo>
                  <a:pt x="457506" y="55355"/>
                  <a:pt x="453271" y="54259"/>
                  <a:pt x="448412" y="54259"/>
                </a:cubicBezTo>
                <a:cubicBezTo>
                  <a:pt x="440651" y="54259"/>
                  <a:pt x="433953" y="56722"/>
                  <a:pt x="428318" y="61649"/>
                </a:cubicBezTo>
                <a:cubicBezTo>
                  <a:pt x="422683" y="66575"/>
                  <a:pt x="419865" y="75922"/>
                  <a:pt x="419865" y="89689"/>
                </a:cubicBezTo>
                <a:lnTo>
                  <a:pt x="419865" y="148402"/>
                </a:lnTo>
                <a:lnTo>
                  <a:pt x="401644" y="148402"/>
                </a:lnTo>
                <a:close/>
                <a:moveTo>
                  <a:pt x="509624" y="116211"/>
                </a:moveTo>
                <a:lnTo>
                  <a:pt x="527643" y="113377"/>
                </a:lnTo>
                <a:cubicBezTo>
                  <a:pt x="528655" y="120629"/>
                  <a:pt x="531473" y="126188"/>
                  <a:pt x="536095" y="130054"/>
                </a:cubicBezTo>
                <a:cubicBezTo>
                  <a:pt x="540718" y="133918"/>
                  <a:pt x="547180" y="135850"/>
                  <a:pt x="555481" y="135850"/>
                </a:cubicBezTo>
                <a:cubicBezTo>
                  <a:pt x="563849" y="135850"/>
                  <a:pt x="570058" y="134146"/>
                  <a:pt x="574107" y="130737"/>
                </a:cubicBezTo>
                <a:cubicBezTo>
                  <a:pt x="578156" y="127329"/>
                  <a:pt x="580181" y="123331"/>
                  <a:pt x="580181" y="118742"/>
                </a:cubicBezTo>
                <a:cubicBezTo>
                  <a:pt x="580181" y="114625"/>
                  <a:pt x="578392" y="111386"/>
                  <a:pt x="574816" y="109024"/>
                </a:cubicBezTo>
                <a:cubicBezTo>
                  <a:pt x="572319" y="107404"/>
                  <a:pt x="566110" y="105346"/>
                  <a:pt x="556189" y="102849"/>
                </a:cubicBezTo>
                <a:cubicBezTo>
                  <a:pt x="542827" y="99475"/>
                  <a:pt x="533565" y="96556"/>
                  <a:pt x="528402" y="94093"/>
                </a:cubicBezTo>
                <a:cubicBezTo>
                  <a:pt x="523239" y="91629"/>
                  <a:pt x="519325" y="88221"/>
                  <a:pt x="516659" y="83868"/>
                </a:cubicBezTo>
                <a:cubicBezTo>
                  <a:pt x="513994" y="79516"/>
                  <a:pt x="512661" y="74707"/>
                  <a:pt x="512661" y="69443"/>
                </a:cubicBezTo>
                <a:cubicBezTo>
                  <a:pt x="512661" y="64652"/>
                  <a:pt x="513758" y="60214"/>
                  <a:pt x="515951" y="56132"/>
                </a:cubicBezTo>
                <a:cubicBezTo>
                  <a:pt x="518144" y="52049"/>
                  <a:pt x="521130" y="48657"/>
                  <a:pt x="524910" y="45958"/>
                </a:cubicBezTo>
                <a:cubicBezTo>
                  <a:pt x="527744" y="43866"/>
                  <a:pt x="531608" y="42094"/>
                  <a:pt x="536500" y="40644"/>
                </a:cubicBezTo>
                <a:cubicBezTo>
                  <a:pt x="541393" y="39193"/>
                  <a:pt x="546640" y="38467"/>
                  <a:pt x="552241" y="38467"/>
                </a:cubicBezTo>
                <a:cubicBezTo>
                  <a:pt x="560677" y="38467"/>
                  <a:pt x="568084" y="39682"/>
                  <a:pt x="574461" y="42111"/>
                </a:cubicBezTo>
                <a:cubicBezTo>
                  <a:pt x="580839" y="44541"/>
                  <a:pt x="585546" y="47831"/>
                  <a:pt x="588583" y="51981"/>
                </a:cubicBezTo>
                <a:cubicBezTo>
                  <a:pt x="591620" y="56132"/>
                  <a:pt x="593712" y="61682"/>
                  <a:pt x="594859" y="68633"/>
                </a:cubicBezTo>
                <a:lnTo>
                  <a:pt x="577043" y="71063"/>
                </a:lnTo>
                <a:cubicBezTo>
                  <a:pt x="576233" y="65529"/>
                  <a:pt x="573888" y="61210"/>
                  <a:pt x="570007" y="58106"/>
                </a:cubicBezTo>
                <a:cubicBezTo>
                  <a:pt x="566127" y="55001"/>
                  <a:pt x="560644" y="53449"/>
                  <a:pt x="553557" y="53449"/>
                </a:cubicBezTo>
                <a:cubicBezTo>
                  <a:pt x="545189" y="53449"/>
                  <a:pt x="539217" y="54832"/>
                  <a:pt x="535640" y="57599"/>
                </a:cubicBezTo>
                <a:cubicBezTo>
                  <a:pt x="532063" y="60366"/>
                  <a:pt x="530275" y="63606"/>
                  <a:pt x="530275" y="67317"/>
                </a:cubicBezTo>
                <a:cubicBezTo>
                  <a:pt x="530275" y="69679"/>
                  <a:pt x="531017" y="71805"/>
                  <a:pt x="532502" y="73695"/>
                </a:cubicBezTo>
                <a:cubicBezTo>
                  <a:pt x="533986" y="75652"/>
                  <a:pt x="536315" y="77272"/>
                  <a:pt x="539487" y="78554"/>
                </a:cubicBezTo>
                <a:cubicBezTo>
                  <a:pt x="541309" y="79229"/>
                  <a:pt x="546674" y="80781"/>
                  <a:pt x="555582" y="83210"/>
                </a:cubicBezTo>
                <a:cubicBezTo>
                  <a:pt x="568472" y="86652"/>
                  <a:pt x="577464" y="89470"/>
                  <a:pt x="582560" y="91663"/>
                </a:cubicBezTo>
                <a:cubicBezTo>
                  <a:pt x="587655" y="93856"/>
                  <a:pt x="591653" y="97045"/>
                  <a:pt x="594555" y="101229"/>
                </a:cubicBezTo>
                <a:cubicBezTo>
                  <a:pt x="597457" y="105413"/>
                  <a:pt x="598908" y="110610"/>
                  <a:pt x="598908" y="116818"/>
                </a:cubicBezTo>
                <a:cubicBezTo>
                  <a:pt x="598908" y="122892"/>
                  <a:pt x="597137" y="128612"/>
                  <a:pt x="593594" y="133977"/>
                </a:cubicBezTo>
                <a:cubicBezTo>
                  <a:pt x="590051" y="139342"/>
                  <a:pt x="584939" y="143492"/>
                  <a:pt x="578257" y="146428"/>
                </a:cubicBezTo>
                <a:cubicBezTo>
                  <a:pt x="571576" y="149364"/>
                  <a:pt x="564018" y="150831"/>
                  <a:pt x="555582" y="150831"/>
                </a:cubicBezTo>
                <a:cubicBezTo>
                  <a:pt x="541612" y="150831"/>
                  <a:pt x="530966" y="147921"/>
                  <a:pt x="523644" y="142100"/>
                </a:cubicBezTo>
                <a:cubicBezTo>
                  <a:pt x="516322" y="136280"/>
                  <a:pt x="511649" y="127650"/>
                  <a:pt x="509624" y="1162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BB8D8B-6578-4EC8-851D-8F022143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0" y="1634413"/>
            <a:ext cx="3312320" cy="470545"/>
          </a:xfrm>
          <a:custGeom xmlns:a="http://schemas.openxmlformats.org/drawingml/2006/main">
            <a:pathLst>
              <a:path w="3312320" h="470545">
                <a:moveTo>
                  <a:pt x="3312320" y="470545"/>
                </a:moveTo>
                <a:lnTo>
                  <a:pt x="0" y="470545"/>
                </a:lnTo>
                <a:lnTo>
                  <a:pt x="0" y="0"/>
                </a:lnTo>
                <a:lnTo>
                  <a:pt x="3312320" y="0"/>
                </a:lnTo>
                <a:lnTo>
                  <a:pt x="3312320" y="47054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Text Plausibility,alignment,aesthetics,overall">
            <a:extLst xmlns:a="http://schemas.openxmlformats.org/drawingml/2006/main">
              <a:ext uri="{FF2B5EF4-FFF2-40B4-BE49-F238E27FC236}">
                <a16:creationId xmlns:a16="http://schemas.microsoft.com/office/drawing/2014/main" id="{C96BAE6E-8540-417C-B2AC-ED7E9834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3325" y="1793214"/>
            <a:ext cx="3099516" cy="160111"/>
          </a:xfrm>
          <a:custGeom xmlns:a="http://schemas.openxmlformats.org/drawingml/2006/main">
            <a:pathLst>
              <a:path w="3099516" h="160111">
                <a:moveTo>
                  <a:pt x="0" y="123668"/>
                </a:moveTo>
                <a:lnTo>
                  <a:pt x="0" y="0"/>
                </a:lnTo>
                <a:lnTo>
                  <a:pt x="46650" y="0"/>
                </a:lnTo>
                <a:cubicBezTo>
                  <a:pt x="54861" y="0"/>
                  <a:pt x="61131" y="394"/>
                  <a:pt x="65462" y="1181"/>
                </a:cubicBezTo>
                <a:cubicBezTo>
                  <a:pt x="71535" y="2193"/>
                  <a:pt x="76625" y="4119"/>
                  <a:pt x="80730" y="6960"/>
                </a:cubicBezTo>
                <a:cubicBezTo>
                  <a:pt x="84836" y="9800"/>
                  <a:pt x="88140" y="13778"/>
                  <a:pt x="90642" y="18896"/>
                </a:cubicBezTo>
                <a:cubicBezTo>
                  <a:pt x="93145" y="24014"/>
                  <a:pt x="94396" y="29638"/>
                  <a:pt x="94396" y="35768"/>
                </a:cubicBezTo>
                <a:cubicBezTo>
                  <a:pt x="94396" y="46284"/>
                  <a:pt x="91050" y="55184"/>
                  <a:pt x="84358" y="62467"/>
                </a:cubicBezTo>
                <a:cubicBezTo>
                  <a:pt x="77665" y="69750"/>
                  <a:pt x="65574" y="73391"/>
                  <a:pt x="48084" y="73391"/>
                </a:cubicBezTo>
                <a:lnTo>
                  <a:pt x="16365" y="73391"/>
                </a:lnTo>
                <a:lnTo>
                  <a:pt x="16365" y="123668"/>
                </a:lnTo>
                <a:lnTo>
                  <a:pt x="0" y="123668"/>
                </a:lnTo>
                <a:moveTo>
                  <a:pt x="16365" y="58713"/>
                </a:moveTo>
                <a:lnTo>
                  <a:pt x="48337" y="58713"/>
                </a:lnTo>
                <a:cubicBezTo>
                  <a:pt x="58910" y="58713"/>
                  <a:pt x="66418" y="56752"/>
                  <a:pt x="70860" y="52832"/>
                </a:cubicBezTo>
                <a:cubicBezTo>
                  <a:pt x="75303" y="48909"/>
                  <a:pt x="77525" y="43391"/>
                  <a:pt x="77525" y="36276"/>
                </a:cubicBezTo>
                <a:cubicBezTo>
                  <a:pt x="77525" y="31122"/>
                  <a:pt x="76217" y="26710"/>
                  <a:pt x="73602" y="23040"/>
                </a:cubicBezTo>
                <a:cubicBezTo>
                  <a:pt x="70987" y="19371"/>
                  <a:pt x="67542" y="16947"/>
                  <a:pt x="63268" y="15770"/>
                </a:cubicBezTo>
                <a:cubicBezTo>
                  <a:pt x="60513" y="15042"/>
                  <a:pt x="55423" y="14678"/>
                  <a:pt x="47999" y="14678"/>
                </a:cubicBezTo>
                <a:lnTo>
                  <a:pt x="16365" y="14678"/>
                </a:lnTo>
                <a:lnTo>
                  <a:pt x="16365" y="58713"/>
                </a:lnTo>
                <a:close/>
                <a:moveTo>
                  <a:pt x="112784" y="123668"/>
                </a:moveTo>
                <a:lnTo>
                  <a:pt x="112784" y="0"/>
                </a:lnTo>
                <a:lnTo>
                  <a:pt x="127968" y="0"/>
                </a:lnTo>
                <a:lnTo>
                  <a:pt x="127968" y="123668"/>
                </a:lnTo>
                <a:lnTo>
                  <a:pt x="112784" y="123668"/>
                </a:lnTo>
                <a:close/>
                <a:moveTo>
                  <a:pt x="209934" y="112364"/>
                </a:moveTo>
                <a:cubicBezTo>
                  <a:pt x="204310" y="117238"/>
                  <a:pt x="198897" y="120678"/>
                  <a:pt x="193695" y="122685"/>
                </a:cubicBezTo>
                <a:cubicBezTo>
                  <a:pt x="188493" y="124690"/>
                  <a:pt x="182911" y="125693"/>
                  <a:pt x="176950" y="125693"/>
                </a:cubicBezTo>
                <a:cubicBezTo>
                  <a:pt x="167108" y="125693"/>
                  <a:pt x="159544" y="123289"/>
                  <a:pt x="154258" y="118480"/>
                </a:cubicBezTo>
                <a:cubicBezTo>
                  <a:pt x="148971" y="113672"/>
                  <a:pt x="146328" y="107528"/>
                  <a:pt x="146328" y="100048"/>
                </a:cubicBezTo>
                <a:cubicBezTo>
                  <a:pt x="146328" y="95662"/>
                  <a:pt x="147327" y="91655"/>
                  <a:pt x="149323" y="88027"/>
                </a:cubicBezTo>
                <a:cubicBezTo>
                  <a:pt x="151319" y="84400"/>
                  <a:pt x="153935" y="81489"/>
                  <a:pt x="157168" y="79296"/>
                </a:cubicBezTo>
                <a:cubicBezTo>
                  <a:pt x="160402" y="77103"/>
                  <a:pt x="164043" y="75444"/>
                  <a:pt x="168093" y="74319"/>
                </a:cubicBezTo>
                <a:cubicBezTo>
                  <a:pt x="171073" y="73532"/>
                  <a:pt x="175572" y="72773"/>
                  <a:pt x="181590" y="72041"/>
                </a:cubicBezTo>
                <a:cubicBezTo>
                  <a:pt x="193850" y="70579"/>
                  <a:pt x="202876" y="68836"/>
                  <a:pt x="208669" y="66811"/>
                </a:cubicBezTo>
                <a:cubicBezTo>
                  <a:pt x="208725" y="64739"/>
                  <a:pt x="208753" y="63423"/>
                  <a:pt x="208753" y="62862"/>
                </a:cubicBezTo>
                <a:cubicBezTo>
                  <a:pt x="208753" y="56699"/>
                  <a:pt x="207319" y="52357"/>
                  <a:pt x="204451" y="49837"/>
                </a:cubicBezTo>
                <a:cubicBezTo>
                  <a:pt x="200570" y="46419"/>
                  <a:pt x="194806" y="44710"/>
                  <a:pt x="187157" y="44710"/>
                </a:cubicBezTo>
                <a:cubicBezTo>
                  <a:pt x="180015" y="44710"/>
                  <a:pt x="174743" y="45961"/>
                  <a:pt x="171340" y="48463"/>
                </a:cubicBezTo>
                <a:cubicBezTo>
                  <a:pt x="167938" y="50966"/>
                  <a:pt x="165421" y="55395"/>
                  <a:pt x="163790" y="61750"/>
                </a:cubicBezTo>
                <a:lnTo>
                  <a:pt x="148943" y="59725"/>
                </a:lnTo>
                <a:cubicBezTo>
                  <a:pt x="150293" y="53351"/>
                  <a:pt x="152515" y="48203"/>
                  <a:pt x="155608" y="44282"/>
                </a:cubicBezTo>
                <a:cubicBezTo>
                  <a:pt x="158701" y="40362"/>
                  <a:pt x="163172" y="37344"/>
                  <a:pt x="169020" y="35230"/>
                </a:cubicBezTo>
                <a:cubicBezTo>
                  <a:pt x="174869" y="33114"/>
                  <a:pt x="181646" y="32056"/>
                  <a:pt x="189351" y="32056"/>
                </a:cubicBezTo>
                <a:cubicBezTo>
                  <a:pt x="196999" y="32056"/>
                  <a:pt x="203213" y="32959"/>
                  <a:pt x="207994" y="34766"/>
                </a:cubicBezTo>
                <a:cubicBezTo>
                  <a:pt x="212774" y="36571"/>
                  <a:pt x="216289" y="38842"/>
                  <a:pt x="218538" y="41580"/>
                </a:cubicBezTo>
                <a:cubicBezTo>
                  <a:pt x="220788" y="44317"/>
                  <a:pt x="222363" y="47774"/>
                  <a:pt x="223262" y="51951"/>
                </a:cubicBezTo>
                <a:cubicBezTo>
                  <a:pt x="223769" y="54547"/>
                  <a:pt x="224022" y="59209"/>
                  <a:pt x="224022" y="65939"/>
                </a:cubicBezTo>
                <a:lnTo>
                  <a:pt x="224022" y="86127"/>
                </a:lnTo>
                <a:cubicBezTo>
                  <a:pt x="224022" y="100202"/>
                  <a:pt x="224345" y="109117"/>
                  <a:pt x="224992" y="112871"/>
                </a:cubicBezTo>
                <a:cubicBezTo>
                  <a:pt x="225639" y="116624"/>
                  <a:pt x="226918" y="120224"/>
                  <a:pt x="228830" y="123668"/>
                </a:cubicBezTo>
                <a:lnTo>
                  <a:pt x="212971" y="123668"/>
                </a:lnTo>
                <a:cubicBezTo>
                  <a:pt x="211396" y="120447"/>
                  <a:pt x="210384" y="116679"/>
                  <a:pt x="209934" y="112364"/>
                </a:cubicBezTo>
                <a:moveTo>
                  <a:pt x="208669" y="78790"/>
                </a:moveTo>
                <a:cubicBezTo>
                  <a:pt x="203157" y="81029"/>
                  <a:pt x="194890" y="82932"/>
                  <a:pt x="183867" y="84500"/>
                </a:cubicBezTo>
                <a:cubicBezTo>
                  <a:pt x="177625" y="85395"/>
                  <a:pt x="173210" y="86402"/>
                  <a:pt x="170623" y="87521"/>
                </a:cubicBezTo>
                <a:cubicBezTo>
                  <a:pt x="168036" y="88641"/>
                  <a:pt x="166040" y="90278"/>
                  <a:pt x="164634" y="92432"/>
                </a:cubicBezTo>
                <a:cubicBezTo>
                  <a:pt x="163228" y="94587"/>
                  <a:pt x="162525" y="96980"/>
                  <a:pt x="162525" y="99611"/>
                </a:cubicBezTo>
                <a:cubicBezTo>
                  <a:pt x="162525" y="103640"/>
                  <a:pt x="164057" y="106999"/>
                  <a:pt x="167122" y="109686"/>
                </a:cubicBezTo>
                <a:cubicBezTo>
                  <a:pt x="170187" y="112371"/>
                  <a:pt x="174672" y="113714"/>
                  <a:pt x="180577" y="113714"/>
                </a:cubicBezTo>
                <a:cubicBezTo>
                  <a:pt x="186426" y="113714"/>
                  <a:pt x="191628" y="112439"/>
                  <a:pt x="196184" y="109889"/>
                </a:cubicBezTo>
                <a:cubicBezTo>
                  <a:pt x="200739" y="107337"/>
                  <a:pt x="204085" y="103851"/>
                  <a:pt x="206222" y="99431"/>
                </a:cubicBezTo>
                <a:cubicBezTo>
                  <a:pt x="207853" y="96020"/>
                  <a:pt x="208669" y="90986"/>
                  <a:pt x="208669" y="84329"/>
                </a:cubicBezTo>
                <a:lnTo>
                  <a:pt x="208669" y="78790"/>
                </a:lnTo>
                <a:close/>
                <a:moveTo>
                  <a:pt x="306244" y="123668"/>
                </a:moveTo>
                <a:lnTo>
                  <a:pt x="306244" y="110427"/>
                </a:lnTo>
                <a:cubicBezTo>
                  <a:pt x="299271" y="120604"/>
                  <a:pt x="289794" y="125693"/>
                  <a:pt x="277816" y="125693"/>
                </a:cubicBezTo>
                <a:cubicBezTo>
                  <a:pt x="272529" y="125693"/>
                  <a:pt x="267594" y="124681"/>
                  <a:pt x="263011" y="122656"/>
                </a:cubicBezTo>
                <a:cubicBezTo>
                  <a:pt x="258427" y="120631"/>
                  <a:pt x="255025" y="118087"/>
                  <a:pt x="252804" y="115022"/>
                </a:cubicBezTo>
                <a:cubicBezTo>
                  <a:pt x="250582" y="111957"/>
                  <a:pt x="249022" y="108203"/>
                  <a:pt x="248122" y="103760"/>
                </a:cubicBezTo>
                <a:cubicBezTo>
                  <a:pt x="247503" y="100779"/>
                  <a:pt x="247194" y="96055"/>
                  <a:pt x="247194" y="89588"/>
                </a:cubicBezTo>
                <a:lnTo>
                  <a:pt x="247194" y="34080"/>
                </a:lnTo>
                <a:lnTo>
                  <a:pt x="262378" y="34080"/>
                </a:lnTo>
                <a:lnTo>
                  <a:pt x="262378" y="83714"/>
                </a:lnTo>
                <a:cubicBezTo>
                  <a:pt x="262378" y="91635"/>
                  <a:pt x="262687" y="96972"/>
                  <a:pt x="263306" y="99724"/>
                </a:cubicBezTo>
                <a:cubicBezTo>
                  <a:pt x="264262" y="103713"/>
                  <a:pt x="266287" y="106846"/>
                  <a:pt x="269380" y="109122"/>
                </a:cubicBezTo>
                <a:cubicBezTo>
                  <a:pt x="272473" y="111396"/>
                  <a:pt x="276297" y="112533"/>
                  <a:pt x="280853" y="112533"/>
                </a:cubicBezTo>
                <a:cubicBezTo>
                  <a:pt x="285408" y="112533"/>
                  <a:pt x="289682" y="111368"/>
                  <a:pt x="293675" y="109038"/>
                </a:cubicBezTo>
                <a:cubicBezTo>
                  <a:pt x="297668" y="106705"/>
                  <a:pt x="300494" y="103531"/>
                  <a:pt x="302153" y="99516"/>
                </a:cubicBezTo>
                <a:cubicBezTo>
                  <a:pt x="303812" y="95498"/>
                  <a:pt x="304641" y="89670"/>
                  <a:pt x="304641" y="82030"/>
                </a:cubicBezTo>
                <a:lnTo>
                  <a:pt x="304641" y="34080"/>
                </a:lnTo>
                <a:lnTo>
                  <a:pt x="319826" y="34080"/>
                </a:lnTo>
                <a:lnTo>
                  <a:pt x="319826" y="123668"/>
                </a:lnTo>
                <a:lnTo>
                  <a:pt x="306244" y="123668"/>
                </a:lnTo>
                <a:close/>
                <a:moveTo>
                  <a:pt x="337515" y="96843"/>
                </a:moveTo>
                <a:lnTo>
                  <a:pt x="352531" y="94481"/>
                </a:lnTo>
                <a:cubicBezTo>
                  <a:pt x="353374" y="100524"/>
                  <a:pt x="355722" y="105157"/>
                  <a:pt x="359575" y="108378"/>
                </a:cubicBezTo>
                <a:cubicBezTo>
                  <a:pt x="363427" y="111598"/>
                  <a:pt x="368812" y="113208"/>
                  <a:pt x="375729" y="113208"/>
                </a:cubicBezTo>
                <a:cubicBezTo>
                  <a:pt x="382703" y="113208"/>
                  <a:pt x="387877" y="111788"/>
                  <a:pt x="391251" y="108948"/>
                </a:cubicBezTo>
                <a:cubicBezTo>
                  <a:pt x="394625" y="106108"/>
                  <a:pt x="396312" y="102776"/>
                  <a:pt x="396312" y="98952"/>
                </a:cubicBezTo>
                <a:cubicBezTo>
                  <a:pt x="396312" y="95521"/>
                  <a:pt x="394822" y="92822"/>
                  <a:pt x="391842" y="90853"/>
                </a:cubicBezTo>
                <a:cubicBezTo>
                  <a:pt x="389761" y="89503"/>
                  <a:pt x="384587" y="87788"/>
                  <a:pt x="376320" y="85707"/>
                </a:cubicBezTo>
                <a:cubicBezTo>
                  <a:pt x="365185" y="82895"/>
                  <a:pt x="357466" y="80463"/>
                  <a:pt x="353164" y="78410"/>
                </a:cubicBezTo>
                <a:cubicBezTo>
                  <a:pt x="348861" y="76358"/>
                  <a:pt x="345599" y="73518"/>
                  <a:pt x="343378" y="69890"/>
                </a:cubicBezTo>
                <a:cubicBezTo>
                  <a:pt x="341157" y="66263"/>
                  <a:pt x="340046" y="62256"/>
                  <a:pt x="340046" y="57869"/>
                </a:cubicBezTo>
                <a:cubicBezTo>
                  <a:pt x="340046" y="53876"/>
                  <a:pt x="340960" y="50179"/>
                  <a:pt x="342788" y="46776"/>
                </a:cubicBezTo>
                <a:cubicBezTo>
                  <a:pt x="344615" y="43374"/>
                  <a:pt x="347104" y="40548"/>
                  <a:pt x="350253" y="38298"/>
                </a:cubicBezTo>
                <a:cubicBezTo>
                  <a:pt x="352615" y="36555"/>
                  <a:pt x="355835" y="35079"/>
                  <a:pt x="359912" y="33870"/>
                </a:cubicBezTo>
                <a:cubicBezTo>
                  <a:pt x="363989" y="32660"/>
                  <a:pt x="368362" y="32056"/>
                  <a:pt x="373030" y="32056"/>
                </a:cubicBezTo>
                <a:cubicBezTo>
                  <a:pt x="380060" y="32056"/>
                  <a:pt x="386232" y="33068"/>
                  <a:pt x="391546" y="35093"/>
                </a:cubicBezTo>
                <a:cubicBezTo>
                  <a:pt x="396861" y="37117"/>
                  <a:pt x="400783" y="39859"/>
                  <a:pt x="403314" y="43318"/>
                </a:cubicBezTo>
                <a:cubicBezTo>
                  <a:pt x="405845" y="46776"/>
                  <a:pt x="407588" y="51402"/>
                  <a:pt x="408544" y="57194"/>
                </a:cubicBezTo>
                <a:lnTo>
                  <a:pt x="393697" y="59219"/>
                </a:lnTo>
                <a:cubicBezTo>
                  <a:pt x="393023" y="54608"/>
                  <a:pt x="391068" y="51008"/>
                  <a:pt x="387835" y="48421"/>
                </a:cubicBezTo>
                <a:cubicBezTo>
                  <a:pt x="384601" y="45834"/>
                  <a:pt x="380031" y="44541"/>
                  <a:pt x="374126" y="44541"/>
                </a:cubicBezTo>
                <a:cubicBezTo>
                  <a:pt x="367153" y="44541"/>
                  <a:pt x="362176" y="45694"/>
                  <a:pt x="359195" y="47999"/>
                </a:cubicBezTo>
                <a:cubicBezTo>
                  <a:pt x="356214" y="50305"/>
                  <a:pt x="354724" y="53005"/>
                  <a:pt x="354724" y="56098"/>
                </a:cubicBezTo>
                <a:cubicBezTo>
                  <a:pt x="354724" y="58066"/>
                  <a:pt x="355343" y="59838"/>
                  <a:pt x="356580" y="61412"/>
                </a:cubicBezTo>
                <a:cubicBezTo>
                  <a:pt x="357817" y="63043"/>
                  <a:pt x="359758" y="64393"/>
                  <a:pt x="362401" y="65462"/>
                </a:cubicBezTo>
                <a:cubicBezTo>
                  <a:pt x="363919" y="66024"/>
                  <a:pt x="368390" y="67317"/>
                  <a:pt x="375814" y="69342"/>
                </a:cubicBezTo>
                <a:cubicBezTo>
                  <a:pt x="386555" y="72210"/>
                  <a:pt x="394049" y="74558"/>
                  <a:pt x="398295" y="76386"/>
                </a:cubicBezTo>
                <a:cubicBezTo>
                  <a:pt x="402541" y="78214"/>
                  <a:pt x="405873" y="80871"/>
                  <a:pt x="408291" y="84358"/>
                </a:cubicBezTo>
                <a:cubicBezTo>
                  <a:pt x="410710" y="87844"/>
                  <a:pt x="411919" y="92175"/>
                  <a:pt x="411919" y="97349"/>
                </a:cubicBezTo>
                <a:cubicBezTo>
                  <a:pt x="411919" y="102410"/>
                  <a:pt x="410442" y="107176"/>
                  <a:pt x="407490" y="111647"/>
                </a:cubicBezTo>
                <a:cubicBezTo>
                  <a:pt x="404537" y="116118"/>
                  <a:pt x="400277" y="119577"/>
                  <a:pt x="394710" y="122023"/>
                </a:cubicBezTo>
                <a:cubicBezTo>
                  <a:pt x="389142" y="124470"/>
                  <a:pt x="382843" y="125693"/>
                  <a:pt x="375814" y="125693"/>
                </a:cubicBezTo>
                <a:cubicBezTo>
                  <a:pt x="364172" y="125693"/>
                  <a:pt x="355301" y="123268"/>
                  <a:pt x="349199" y="118417"/>
                </a:cubicBezTo>
                <a:cubicBezTo>
                  <a:pt x="343097" y="113566"/>
                  <a:pt x="339202" y="106375"/>
                  <a:pt x="337515" y="96843"/>
                </a:cubicBezTo>
                <a:close/>
                <a:moveTo>
                  <a:pt x="430055" y="17378"/>
                </a:moveTo>
                <a:lnTo>
                  <a:pt x="430055" y="0"/>
                </a:lnTo>
                <a:lnTo>
                  <a:pt x="445239" y="0"/>
                </a:lnTo>
                <a:lnTo>
                  <a:pt x="445239" y="17378"/>
                </a:lnTo>
                <a:lnTo>
                  <a:pt x="430055" y="17378"/>
                </a:lnTo>
                <a:moveTo>
                  <a:pt x="430055" y="123668"/>
                </a:moveTo>
                <a:lnTo>
                  <a:pt x="430055" y="34080"/>
                </a:lnTo>
                <a:lnTo>
                  <a:pt x="445239" y="34080"/>
                </a:lnTo>
                <a:lnTo>
                  <a:pt x="445239" y="123668"/>
                </a:lnTo>
                <a:lnTo>
                  <a:pt x="430055" y="123668"/>
                </a:lnTo>
                <a:close/>
                <a:moveTo>
                  <a:pt x="482328" y="123668"/>
                </a:moveTo>
                <a:lnTo>
                  <a:pt x="468240" y="123668"/>
                </a:lnTo>
                <a:lnTo>
                  <a:pt x="468240" y="0"/>
                </a:lnTo>
                <a:lnTo>
                  <a:pt x="483425" y="0"/>
                </a:lnTo>
                <a:lnTo>
                  <a:pt x="483425" y="44119"/>
                </a:lnTo>
                <a:cubicBezTo>
                  <a:pt x="489836" y="36077"/>
                  <a:pt x="498018" y="32056"/>
                  <a:pt x="507973" y="32056"/>
                </a:cubicBezTo>
                <a:cubicBezTo>
                  <a:pt x="513484" y="32056"/>
                  <a:pt x="518700" y="33167"/>
                  <a:pt x="523621" y="35388"/>
                </a:cubicBezTo>
                <a:cubicBezTo>
                  <a:pt x="528542" y="37609"/>
                  <a:pt x="532591" y="40731"/>
                  <a:pt x="535768" y="44752"/>
                </a:cubicBezTo>
                <a:cubicBezTo>
                  <a:pt x="538946" y="48773"/>
                  <a:pt x="541435" y="53623"/>
                  <a:pt x="543234" y="59303"/>
                </a:cubicBezTo>
                <a:cubicBezTo>
                  <a:pt x="545034" y="64983"/>
                  <a:pt x="545934" y="71057"/>
                  <a:pt x="545934" y="77525"/>
                </a:cubicBezTo>
                <a:cubicBezTo>
                  <a:pt x="545934" y="92878"/>
                  <a:pt x="542137" y="104744"/>
                  <a:pt x="534545" y="113124"/>
                </a:cubicBezTo>
                <a:cubicBezTo>
                  <a:pt x="526953" y="121503"/>
                  <a:pt x="517842" y="125693"/>
                  <a:pt x="507213" y="125693"/>
                </a:cubicBezTo>
                <a:cubicBezTo>
                  <a:pt x="496641" y="125693"/>
                  <a:pt x="488345" y="121278"/>
                  <a:pt x="482328" y="112449"/>
                </a:cubicBezTo>
                <a:lnTo>
                  <a:pt x="482328" y="123668"/>
                </a:lnTo>
                <a:moveTo>
                  <a:pt x="482159" y="78200"/>
                </a:moveTo>
                <a:cubicBezTo>
                  <a:pt x="482159" y="88941"/>
                  <a:pt x="483621" y="96702"/>
                  <a:pt x="486546" y="101482"/>
                </a:cubicBezTo>
                <a:cubicBezTo>
                  <a:pt x="491326" y="109299"/>
                  <a:pt x="497793" y="113208"/>
                  <a:pt x="505948" y="113208"/>
                </a:cubicBezTo>
                <a:cubicBezTo>
                  <a:pt x="512584" y="113208"/>
                  <a:pt x="518321" y="110326"/>
                  <a:pt x="523157" y="104561"/>
                </a:cubicBezTo>
                <a:cubicBezTo>
                  <a:pt x="527994" y="98797"/>
                  <a:pt x="530412" y="90206"/>
                  <a:pt x="530412" y="78790"/>
                </a:cubicBezTo>
                <a:cubicBezTo>
                  <a:pt x="530412" y="67092"/>
                  <a:pt x="528092" y="58460"/>
                  <a:pt x="523452" y="52892"/>
                </a:cubicBezTo>
                <a:cubicBezTo>
                  <a:pt x="518813" y="47325"/>
                  <a:pt x="513203" y="44541"/>
                  <a:pt x="506623" y="44541"/>
                </a:cubicBezTo>
                <a:cubicBezTo>
                  <a:pt x="499987" y="44541"/>
                  <a:pt x="494250" y="47423"/>
                  <a:pt x="489414" y="53187"/>
                </a:cubicBezTo>
                <a:cubicBezTo>
                  <a:pt x="484577" y="58952"/>
                  <a:pt x="482159" y="67289"/>
                  <a:pt x="482159" y="78200"/>
                </a:cubicBezTo>
                <a:close/>
                <a:moveTo>
                  <a:pt x="564466" y="17378"/>
                </a:moveTo>
                <a:lnTo>
                  <a:pt x="564466" y="0"/>
                </a:lnTo>
                <a:lnTo>
                  <a:pt x="579650" y="0"/>
                </a:lnTo>
                <a:lnTo>
                  <a:pt x="579650" y="17378"/>
                </a:lnTo>
                <a:lnTo>
                  <a:pt x="564466" y="17378"/>
                </a:lnTo>
                <a:moveTo>
                  <a:pt x="564466" y="123668"/>
                </a:moveTo>
                <a:lnTo>
                  <a:pt x="564466" y="34080"/>
                </a:lnTo>
                <a:lnTo>
                  <a:pt x="579650" y="34080"/>
                </a:lnTo>
                <a:lnTo>
                  <a:pt x="579650" y="123668"/>
                </a:lnTo>
                <a:lnTo>
                  <a:pt x="564466" y="123668"/>
                </a:lnTo>
                <a:close/>
                <a:moveTo>
                  <a:pt x="602398" y="123668"/>
                </a:moveTo>
                <a:lnTo>
                  <a:pt x="602398" y="0"/>
                </a:lnTo>
                <a:lnTo>
                  <a:pt x="617583" y="0"/>
                </a:lnTo>
                <a:lnTo>
                  <a:pt x="617583" y="123668"/>
                </a:lnTo>
                <a:lnTo>
                  <a:pt x="602398" y="123668"/>
                </a:lnTo>
                <a:close/>
                <a:moveTo>
                  <a:pt x="641173" y="17378"/>
                </a:moveTo>
                <a:lnTo>
                  <a:pt x="641173" y="0"/>
                </a:lnTo>
                <a:lnTo>
                  <a:pt x="656357" y="0"/>
                </a:lnTo>
                <a:lnTo>
                  <a:pt x="656357" y="17378"/>
                </a:lnTo>
                <a:lnTo>
                  <a:pt x="641173" y="17378"/>
                </a:lnTo>
                <a:moveTo>
                  <a:pt x="641173" y="123668"/>
                </a:moveTo>
                <a:lnTo>
                  <a:pt x="641173" y="34080"/>
                </a:lnTo>
                <a:lnTo>
                  <a:pt x="656357" y="34080"/>
                </a:lnTo>
                <a:lnTo>
                  <a:pt x="656357" y="123668"/>
                </a:lnTo>
                <a:lnTo>
                  <a:pt x="641173" y="123668"/>
                </a:lnTo>
                <a:close/>
                <a:moveTo>
                  <a:pt x="712595" y="110087"/>
                </a:moveTo>
                <a:lnTo>
                  <a:pt x="714789" y="123500"/>
                </a:lnTo>
                <a:cubicBezTo>
                  <a:pt x="710515" y="124399"/>
                  <a:pt x="706690" y="124849"/>
                  <a:pt x="703316" y="124849"/>
                </a:cubicBezTo>
                <a:cubicBezTo>
                  <a:pt x="697805" y="124849"/>
                  <a:pt x="693531" y="123978"/>
                  <a:pt x="690494" y="122234"/>
                </a:cubicBezTo>
                <a:cubicBezTo>
                  <a:pt x="687457" y="120491"/>
                  <a:pt x="685320" y="118199"/>
                  <a:pt x="684083" y="115359"/>
                </a:cubicBezTo>
                <a:cubicBezTo>
                  <a:pt x="682845" y="112519"/>
                  <a:pt x="682227" y="106544"/>
                  <a:pt x="682227" y="97433"/>
                </a:cubicBezTo>
                <a:lnTo>
                  <a:pt x="682227" y="45891"/>
                </a:lnTo>
                <a:lnTo>
                  <a:pt x="671092" y="45891"/>
                </a:lnTo>
                <a:lnTo>
                  <a:pt x="671092" y="34080"/>
                </a:lnTo>
                <a:lnTo>
                  <a:pt x="682227" y="34080"/>
                </a:lnTo>
                <a:lnTo>
                  <a:pt x="682227" y="11894"/>
                </a:lnTo>
                <a:lnTo>
                  <a:pt x="697327" y="2784"/>
                </a:lnTo>
                <a:lnTo>
                  <a:pt x="697327" y="34080"/>
                </a:lnTo>
                <a:lnTo>
                  <a:pt x="712595" y="34080"/>
                </a:lnTo>
                <a:lnTo>
                  <a:pt x="712595" y="45891"/>
                </a:lnTo>
                <a:lnTo>
                  <a:pt x="697327" y="45891"/>
                </a:lnTo>
                <a:lnTo>
                  <a:pt x="697327" y="98277"/>
                </a:lnTo>
                <a:cubicBezTo>
                  <a:pt x="697327" y="102607"/>
                  <a:pt x="697594" y="105391"/>
                  <a:pt x="698128" y="106628"/>
                </a:cubicBezTo>
                <a:cubicBezTo>
                  <a:pt x="698662" y="107865"/>
                  <a:pt x="699534" y="108849"/>
                  <a:pt x="700743" y="109581"/>
                </a:cubicBezTo>
                <a:cubicBezTo>
                  <a:pt x="701952" y="110312"/>
                  <a:pt x="703682" y="110677"/>
                  <a:pt x="705931" y="110677"/>
                </a:cubicBezTo>
                <a:cubicBezTo>
                  <a:pt x="707618" y="110677"/>
                  <a:pt x="709840" y="110480"/>
                  <a:pt x="712595" y="110087"/>
                </a:cubicBezTo>
                <a:close/>
                <a:moveTo>
                  <a:pt x="726623" y="158265"/>
                </a:moveTo>
                <a:lnTo>
                  <a:pt x="724936" y="144083"/>
                </a:lnTo>
                <a:cubicBezTo>
                  <a:pt x="728254" y="144983"/>
                  <a:pt x="731150" y="145433"/>
                  <a:pt x="733625" y="145433"/>
                </a:cubicBezTo>
                <a:cubicBezTo>
                  <a:pt x="736999" y="145433"/>
                  <a:pt x="739699" y="144869"/>
                  <a:pt x="741723" y="143743"/>
                </a:cubicBezTo>
                <a:cubicBezTo>
                  <a:pt x="743748" y="142616"/>
                  <a:pt x="745407" y="141039"/>
                  <a:pt x="746700" y="139011"/>
                </a:cubicBezTo>
                <a:cubicBezTo>
                  <a:pt x="747656" y="137491"/>
                  <a:pt x="749203" y="133717"/>
                  <a:pt x="751340" y="127691"/>
                </a:cubicBezTo>
                <a:cubicBezTo>
                  <a:pt x="751621" y="126846"/>
                  <a:pt x="752071" y="125607"/>
                  <a:pt x="752690" y="123974"/>
                </a:cubicBezTo>
                <a:lnTo>
                  <a:pt x="718694" y="34080"/>
                </a:lnTo>
                <a:lnTo>
                  <a:pt x="735059" y="34080"/>
                </a:lnTo>
                <a:lnTo>
                  <a:pt x="753702" y="85976"/>
                </a:lnTo>
                <a:cubicBezTo>
                  <a:pt x="756120" y="92558"/>
                  <a:pt x="758285" y="99477"/>
                  <a:pt x="760198" y="106734"/>
                </a:cubicBezTo>
                <a:cubicBezTo>
                  <a:pt x="761941" y="99744"/>
                  <a:pt x="764022" y="92933"/>
                  <a:pt x="766440" y="86301"/>
                </a:cubicBezTo>
                <a:lnTo>
                  <a:pt x="785589" y="34080"/>
                </a:lnTo>
                <a:lnTo>
                  <a:pt x="800774" y="34080"/>
                </a:lnTo>
                <a:lnTo>
                  <a:pt x="766693" y="125176"/>
                </a:lnTo>
                <a:cubicBezTo>
                  <a:pt x="763038" y="135044"/>
                  <a:pt x="760198" y="141839"/>
                  <a:pt x="758173" y="145562"/>
                </a:cubicBezTo>
                <a:cubicBezTo>
                  <a:pt x="755474" y="150581"/>
                  <a:pt x="752380" y="154260"/>
                  <a:pt x="748894" y="156599"/>
                </a:cubicBezTo>
                <a:cubicBezTo>
                  <a:pt x="745407" y="158940"/>
                  <a:pt x="741245" y="160111"/>
                  <a:pt x="736409" y="160111"/>
                </a:cubicBezTo>
                <a:cubicBezTo>
                  <a:pt x="733484" y="160111"/>
                  <a:pt x="730222" y="159496"/>
                  <a:pt x="726623" y="158265"/>
                </a:cubicBezTo>
                <a:close/>
                <a:moveTo>
                  <a:pt x="804861" y="123668"/>
                </a:moveTo>
                <a:lnTo>
                  <a:pt x="804861" y="106291"/>
                </a:lnTo>
                <a:lnTo>
                  <a:pt x="822154" y="106291"/>
                </a:lnTo>
                <a:lnTo>
                  <a:pt x="822154" y="123668"/>
                </a:lnTo>
                <a:cubicBezTo>
                  <a:pt x="822154" y="130023"/>
                  <a:pt x="821029" y="135155"/>
                  <a:pt x="818780" y="139064"/>
                </a:cubicBezTo>
                <a:cubicBezTo>
                  <a:pt x="816530" y="142972"/>
                  <a:pt x="812959" y="145995"/>
                  <a:pt x="808066" y="148132"/>
                </a:cubicBezTo>
                <a:lnTo>
                  <a:pt x="803848" y="141552"/>
                </a:lnTo>
                <a:cubicBezTo>
                  <a:pt x="807054" y="140153"/>
                  <a:pt x="809416" y="138096"/>
                  <a:pt x="810934" y="135381"/>
                </a:cubicBezTo>
                <a:cubicBezTo>
                  <a:pt x="812453" y="132666"/>
                  <a:pt x="813296" y="128761"/>
                  <a:pt x="813465" y="123668"/>
                </a:cubicBezTo>
                <a:lnTo>
                  <a:pt x="804861" y="123668"/>
                </a:lnTo>
                <a:close/>
                <a:moveTo>
                  <a:pt x="955068" y="112364"/>
                </a:moveTo>
                <a:cubicBezTo>
                  <a:pt x="949444" y="117238"/>
                  <a:pt x="944031" y="120678"/>
                  <a:pt x="938829" y="122685"/>
                </a:cubicBezTo>
                <a:cubicBezTo>
                  <a:pt x="933627" y="124690"/>
                  <a:pt x="928045" y="125693"/>
                  <a:pt x="922084" y="125693"/>
                </a:cubicBezTo>
                <a:cubicBezTo>
                  <a:pt x="912242" y="125693"/>
                  <a:pt x="904678" y="123289"/>
                  <a:pt x="899392" y="118480"/>
                </a:cubicBezTo>
                <a:cubicBezTo>
                  <a:pt x="894105" y="113672"/>
                  <a:pt x="891462" y="107528"/>
                  <a:pt x="891462" y="100048"/>
                </a:cubicBezTo>
                <a:cubicBezTo>
                  <a:pt x="891462" y="95662"/>
                  <a:pt x="892460" y="91655"/>
                  <a:pt x="894457" y="88027"/>
                </a:cubicBezTo>
                <a:cubicBezTo>
                  <a:pt x="896453" y="84400"/>
                  <a:pt x="899068" y="81489"/>
                  <a:pt x="902302" y="79296"/>
                </a:cubicBezTo>
                <a:cubicBezTo>
                  <a:pt x="905536" y="77103"/>
                  <a:pt x="909177" y="75444"/>
                  <a:pt x="913226" y="74319"/>
                </a:cubicBezTo>
                <a:cubicBezTo>
                  <a:pt x="916207" y="73532"/>
                  <a:pt x="920706" y="72773"/>
                  <a:pt x="926723" y="72041"/>
                </a:cubicBezTo>
                <a:cubicBezTo>
                  <a:pt x="938983" y="70579"/>
                  <a:pt x="948010" y="68836"/>
                  <a:pt x="953802" y="66811"/>
                </a:cubicBezTo>
                <a:cubicBezTo>
                  <a:pt x="953859" y="64739"/>
                  <a:pt x="953887" y="63423"/>
                  <a:pt x="953887" y="62862"/>
                </a:cubicBezTo>
                <a:cubicBezTo>
                  <a:pt x="953887" y="56699"/>
                  <a:pt x="952453" y="52357"/>
                  <a:pt x="949584" y="49837"/>
                </a:cubicBezTo>
                <a:cubicBezTo>
                  <a:pt x="945704" y="46419"/>
                  <a:pt x="939940" y="44710"/>
                  <a:pt x="932291" y="44710"/>
                </a:cubicBezTo>
                <a:cubicBezTo>
                  <a:pt x="925149" y="44710"/>
                  <a:pt x="919876" y="45961"/>
                  <a:pt x="916474" y="48463"/>
                </a:cubicBezTo>
                <a:cubicBezTo>
                  <a:pt x="913072" y="50966"/>
                  <a:pt x="910555" y="55395"/>
                  <a:pt x="908924" y="61750"/>
                </a:cubicBezTo>
                <a:lnTo>
                  <a:pt x="894077" y="59725"/>
                </a:lnTo>
                <a:cubicBezTo>
                  <a:pt x="895427" y="53351"/>
                  <a:pt x="897648" y="48203"/>
                  <a:pt x="900741" y="44282"/>
                </a:cubicBezTo>
                <a:cubicBezTo>
                  <a:pt x="903834" y="40362"/>
                  <a:pt x="908305" y="37344"/>
                  <a:pt x="914154" y="35230"/>
                </a:cubicBezTo>
                <a:cubicBezTo>
                  <a:pt x="920003" y="33114"/>
                  <a:pt x="926780" y="32056"/>
                  <a:pt x="934484" y="32056"/>
                </a:cubicBezTo>
                <a:cubicBezTo>
                  <a:pt x="942133" y="32056"/>
                  <a:pt x="948347" y="32959"/>
                  <a:pt x="953127" y="34766"/>
                </a:cubicBezTo>
                <a:cubicBezTo>
                  <a:pt x="957908" y="36571"/>
                  <a:pt x="961423" y="38842"/>
                  <a:pt x="963672" y="41580"/>
                </a:cubicBezTo>
                <a:cubicBezTo>
                  <a:pt x="965922" y="44317"/>
                  <a:pt x="967496" y="47774"/>
                  <a:pt x="968396" y="51951"/>
                </a:cubicBezTo>
                <a:cubicBezTo>
                  <a:pt x="968902" y="54547"/>
                  <a:pt x="969155" y="59209"/>
                  <a:pt x="969155" y="65939"/>
                </a:cubicBezTo>
                <a:lnTo>
                  <a:pt x="969155" y="86127"/>
                </a:lnTo>
                <a:cubicBezTo>
                  <a:pt x="969155" y="100202"/>
                  <a:pt x="969479" y="109117"/>
                  <a:pt x="970125" y="112871"/>
                </a:cubicBezTo>
                <a:cubicBezTo>
                  <a:pt x="970772" y="116624"/>
                  <a:pt x="972052" y="120224"/>
                  <a:pt x="973964" y="123668"/>
                </a:cubicBezTo>
                <a:lnTo>
                  <a:pt x="958105" y="123668"/>
                </a:lnTo>
                <a:cubicBezTo>
                  <a:pt x="956530" y="120447"/>
                  <a:pt x="955518" y="116679"/>
                  <a:pt x="955068" y="112364"/>
                </a:cubicBezTo>
                <a:moveTo>
                  <a:pt x="953802" y="78790"/>
                </a:moveTo>
                <a:cubicBezTo>
                  <a:pt x="948291" y="81029"/>
                  <a:pt x="940024" y="82932"/>
                  <a:pt x="929001" y="84500"/>
                </a:cubicBezTo>
                <a:cubicBezTo>
                  <a:pt x="922759" y="85395"/>
                  <a:pt x="918344" y="86402"/>
                  <a:pt x="915757" y="87521"/>
                </a:cubicBezTo>
                <a:cubicBezTo>
                  <a:pt x="913170" y="88641"/>
                  <a:pt x="911174" y="90278"/>
                  <a:pt x="909768" y="92432"/>
                </a:cubicBezTo>
                <a:cubicBezTo>
                  <a:pt x="908362" y="94587"/>
                  <a:pt x="907659" y="96980"/>
                  <a:pt x="907659" y="99611"/>
                </a:cubicBezTo>
                <a:cubicBezTo>
                  <a:pt x="907659" y="103640"/>
                  <a:pt x="909191" y="106999"/>
                  <a:pt x="912256" y="109686"/>
                </a:cubicBezTo>
                <a:cubicBezTo>
                  <a:pt x="915321" y="112371"/>
                  <a:pt x="919806" y="113714"/>
                  <a:pt x="925711" y="113714"/>
                </a:cubicBezTo>
                <a:cubicBezTo>
                  <a:pt x="931560" y="113714"/>
                  <a:pt x="936762" y="112439"/>
                  <a:pt x="941317" y="109889"/>
                </a:cubicBezTo>
                <a:cubicBezTo>
                  <a:pt x="945873" y="107337"/>
                  <a:pt x="949219" y="103851"/>
                  <a:pt x="951356" y="99431"/>
                </a:cubicBezTo>
                <a:cubicBezTo>
                  <a:pt x="952987" y="96020"/>
                  <a:pt x="953802" y="90986"/>
                  <a:pt x="953802" y="84329"/>
                </a:cubicBezTo>
                <a:lnTo>
                  <a:pt x="953802" y="78790"/>
                </a:lnTo>
                <a:close/>
                <a:moveTo>
                  <a:pt x="992327" y="123668"/>
                </a:moveTo>
                <a:lnTo>
                  <a:pt x="992327" y="0"/>
                </a:lnTo>
                <a:lnTo>
                  <a:pt x="1007512" y="0"/>
                </a:lnTo>
                <a:lnTo>
                  <a:pt x="1007512" y="123668"/>
                </a:lnTo>
                <a:lnTo>
                  <a:pt x="992327" y="123668"/>
                </a:lnTo>
                <a:close/>
                <a:moveTo>
                  <a:pt x="1031102" y="17378"/>
                </a:moveTo>
                <a:lnTo>
                  <a:pt x="1031102" y="0"/>
                </a:lnTo>
                <a:lnTo>
                  <a:pt x="1046286" y="0"/>
                </a:lnTo>
                <a:lnTo>
                  <a:pt x="1046286" y="17378"/>
                </a:lnTo>
                <a:lnTo>
                  <a:pt x="1031102" y="17378"/>
                </a:lnTo>
                <a:moveTo>
                  <a:pt x="1031102" y="123668"/>
                </a:moveTo>
                <a:lnTo>
                  <a:pt x="1031102" y="34080"/>
                </a:lnTo>
                <a:lnTo>
                  <a:pt x="1046286" y="34080"/>
                </a:lnTo>
                <a:lnTo>
                  <a:pt x="1046286" y="123668"/>
                </a:lnTo>
                <a:lnTo>
                  <a:pt x="1031102" y="123668"/>
                </a:lnTo>
                <a:close/>
                <a:moveTo>
                  <a:pt x="1066588" y="131092"/>
                </a:moveTo>
                <a:lnTo>
                  <a:pt x="1081351" y="133116"/>
                </a:lnTo>
                <a:cubicBezTo>
                  <a:pt x="1081969" y="137726"/>
                  <a:pt x="1083685" y="141084"/>
                  <a:pt x="1086497" y="143189"/>
                </a:cubicBezTo>
                <a:cubicBezTo>
                  <a:pt x="1090265" y="146034"/>
                  <a:pt x="1095410" y="147457"/>
                  <a:pt x="1101934" y="147457"/>
                </a:cubicBezTo>
                <a:cubicBezTo>
                  <a:pt x="1108964" y="147457"/>
                  <a:pt x="1114391" y="146048"/>
                  <a:pt x="1118215" y="143229"/>
                </a:cubicBezTo>
                <a:cubicBezTo>
                  <a:pt x="1122039" y="140410"/>
                  <a:pt x="1124626" y="136464"/>
                  <a:pt x="1125976" y="131392"/>
                </a:cubicBezTo>
                <a:cubicBezTo>
                  <a:pt x="1126763" y="128290"/>
                  <a:pt x="1127129" y="121779"/>
                  <a:pt x="1127073" y="111858"/>
                </a:cubicBezTo>
                <a:cubicBezTo>
                  <a:pt x="1120436" y="119732"/>
                  <a:pt x="1112169" y="123668"/>
                  <a:pt x="1102271" y="123668"/>
                </a:cubicBezTo>
                <a:cubicBezTo>
                  <a:pt x="1089955" y="123668"/>
                  <a:pt x="1080423" y="119225"/>
                  <a:pt x="1073674" y="110340"/>
                </a:cubicBezTo>
                <a:cubicBezTo>
                  <a:pt x="1066926" y="101454"/>
                  <a:pt x="1063551" y="90797"/>
                  <a:pt x="1063551" y="78368"/>
                </a:cubicBezTo>
                <a:cubicBezTo>
                  <a:pt x="1063551" y="69820"/>
                  <a:pt x="1065098" y="61933"/>
                  <a:pt x="1068191" y="54706"/>
                </a:cubicBezTo>
                <a:cubicBezTo>
                  <a:pt x="1071284" y="47479"/>
                  <a:pt x="1075769" y="41898"/>
                  <a:pt x="1081646" y="37961"/>
                </a:cubicBezTo>
                <a:cubicBezTo>
                  <a:pt x="1087523" y="34024"/>
                  <a:pt x="1094426" y="32056"/>
                  <a:pt x="1102356" y="32056"/>
                </a:cubicBezTo>
                <a:cubicBezTo>
                  <a:pt x="1112929" y="32056"/>
                  <a:pt x="1121646" y="36386"/>
                  <a:pt x="1128507" y="45047"/>
                </a:cubicBezTo>
                <a:lnTo>
                  <a:pt x="1128507" y="34080"/>
                </a:lnTo>
                <a:lnTo>
                  <a:pt x="1142510" y="34080"/>
                </a:lnTo>
                <a:lnTo>
                  <a:pt x="1142510" y="111574"/>
                </a:lnTo>
                <a:cubicBezTo>
                  <a:pt x="1142510" y="125529"/>
                  <a:pt x="1141090" y="135419"/>
                  <a:pt x="1138250" y="141244"/>
                </a:cubicBezTo>
                <a:cubicBezTo>
                  <a:pt x="1135410" y="147068"/>
                  <a:pt x="1130911" y="151668"/>
                  <a:pt x="1124753" y="155044"/>
                </a:cubicBezTo>
                <a:cubicBezTo>
                  <a:pt x="1118595" y="158422"/>
                  <a:pt x="1111017" y="160111"/>
                  <a:pt x="1102018" y="160111"/>
                </a:cubicBezTo>
                <a:cubicBezTo>
                  <a:pt x="1091333" y="160111"/>
                  <a:pt x="1082700" y="157700"/>
                  <a:pt x="1076121" y="152877"/>
                </a:cubicBezTo>
                <a:cubicBezTo>
                  <a:pt x="1069541" y="148055"/>
                  <a:pt x="1066363" y="140793"/>
                  <a:pt x="1066588" y="131092"/>
                </a:cubicBezTo>
                <a:moveTo>
                  <a:pt x="1079157" y="77274"/>
                </a:moveTo>
                <a:cubicBezTo>
                  <a:pt x="1079157" y="88998"/>
                  <a:pt x="1081491" y="97553"/>
                  <a:pt x="1086159" y="102937"/>
                </a:cubicBezTo>
                <a:cubicBezTo>
                  <a:pt x="1090827" y="108322"/>
                  <a:pt x="1096676" y="111015"/>
                  <a:pt x="1103706" y="111015"/>
                </a:cubicBezTo>
                <a:cubicBezTo>
                  <a:pt x="1110679" y="111015"/>
                  <a:pt x="1116528" y="108336"/>
                  <a:pt x="1121252" y="102980"/>
                </a:cubicBezTo>
                <a:cubicBezTo>
                  <a:pt x="1125976" y="97623"/>
                  <a:pt x="1128338" y="89222"/>
                  <a:pt x="1128338" y="77778"/>
                </a:cubicBezTo>
                <a:cubicBezTo>
                  <a:pt x="1128338" y="66839"/>
                  <a:pt x="1125906" y="58593"/>
                  <a:pt x="1121041" y="53040"/>
                </a:cubicBezTo>
                <a:cubicBezTo>
                  <a:pt x="1116176" y="47486"/>
                  <a:pt x="1110314" y="44710"/>
                  <a:pt x="1103452" y="44710"/>
                </a:cubicBezTo>
                <a:cubicBezTo>
                  <a:pt x="1096704" y="44710"/>
                  <a:pt x="1090968" y="47444"/>
                  <a:pt x="1086243" y="52913"/>
                </a:cubicBezTo>
                <a:cubicBezTo>
                  <a:pt x="1081519" y="58383"/>
                  <a:pt x="1079157" y="66503"/>
                  <a:pt x="1079157" y="77274"/>
                </a:cubicBezTo>
                <a:close/>
                <a:moveTo>
                  <a:pt x="1165429" y="123668"/>
                </a:moveTo>
                <a:lnTo>
                  <a:pt x="1165429" y="34080"/>
                </a:lnTo>
                <a:lnTo>
                  <a:pt x="1179095" y="34080"/>
                </a:lnTo>
                <a:lnTo>
                  <a:pt x="1179095" y="46818"/>
                </a:lnTo>
                <a:cubicBezTo>
                  <a:pt x="1185675" y="36977"/>
                  <a:pt x="1195179" y="32056"/>
                  <a:pt x="1207608" y="32056"/>
                </a:cubicBezTo>
                <a:cubicBezTo>
                  <a:pt x="1213007" y="32056"/>
                  <a:pt x="1217970" y="33026"/>
                  <a:pt x="1222497" y="34966"/>
                </a:cubicBezTo>
                <a:cubicBezTo>
                  <a:pt x="1227024" y="36906"/>
                  <a:pt x="1230412" y="39451"/>
                  <a:pt x="1232662" y="42601"/>
                </a:cubicBezTo>
                <a:cubicBezTo>
                  <a:pt x="1234911" y="45750"/>
                  <a:pt x="1236486" y="49490"/>
                  <a:pt x="1237386" y="53820"/>
                </a:cubicBezTo>
                <a:cubicBezTo>
                  <a:pt x="1237948" y="56632"/>
                  <a:pt x="1238229" y="61553"/>
                  <a:pt x="1238229" y="68583"/>
                </a:cubicBezTo>
                <a:lnTo>
                  <a:pt x="1238229" y="123668"/>
                </a:lnTo>
                <a:lnTo>
                  <a:pt x="1223045" y="123668"/>
                </a:lnTo>
                <a:lnTo>
                  <a:pt x="1223045" y="69173"/>
                </a:lnTo>
                <a:cubicBezTo>
                  <a:pt x="1223045" y="62987"/>
                  <a:pt x="1222455" y="58361"/>
                  <a:pt x="1221274" y="55296"/>
                </a:cubicBezTo>
                <a:cubicBezTo>
                  <a:pt x="1220093" y="52231"/>
                  <a:pt x="1217998" y="49785"/>
                  <a:pt x="1214989" y="47957"/>
                </a:cubicBezTo>
                <a:cubicBezTo>
                  <a:pt x="1211980" y="46130"/>
                  <a:pt x="1208451" y="45216"/>
                  <a:pt x="1204402" y="45216"/>
                </a:cubicBezTo>
                <a:cubicBezTo>
                  <a:pt x="1197935" y="45216"/>
                  <a:pt x="1192353" y="47268"/>
                  <a:pt x="1187657" y="51374"/>
                </a:cubicBezTo>
                <a:cubicBezTo>
                  <a:pt x="1182961" y="55479"/>
                  <a:pt x="1180613" y="63268"/>
                  <a:pt x="1180613" y="74741"/>
                </a:cubicBezTo>
                <a:lnTo>
                  <a:pt x="1180613" y="123668"/>
                </a:lnTo>
                <a:lnTo>
                  <a:pt x="1165429" y="123668"/>
                </a:lnTo>
                <a:close/>
                <a:moveTo>
                  <a:pt x="1261486" y="123668"/>
                </a:moveTo>
                <a:lnTo>
                  <a:pt x="1261486" y="34080"/>
                </a:lnTo>
                <a:lnTo>
                  <a:pt x="1275067" y="34080"/>
                </a:lnTo>
                <a:lnTo>
                  <a:pt x="1275067" y="46650"/>
                </a:lnTo>
                <a:cubicBezTo>
                  <a:pt x="1277879" y="42263"/>
                  <a:pt x="1281619" y="38734"/>
                  <a:pt x="1286287" y="36063"/>
                </a:cubicBezTo>
                <a:cubicBezTo>
                  <a:pt x="1290955" y="33392"/>
                  <a:pt x="1296269" y="32056"/>
                  <a:pt x="1302230" y="32056"/>
                </a:cubicBezTo>
                <a:cubicBezTo>
                  <a:pt x="1308867" y="32056"/>
                  <a:pt x="1314308" y="33434"/>
                  <a:pt x="1318554" y="36189"/>
                </a:cubicBezTo>
                <a:cubicBezTo>
                  <a:pt x="1322800" y="38945"/>
                  <a:pt x="1325794" y="42797"/>
                  <a:pt x="1327538" y="47746"/>
                </a:cubicBezTo>
                <a:cubicBezTo>
                  <a:pt x="1334624" y="37286"/>
                  <a:pt x="1343847" y="32056"/>
                  <a:pt x="1355207" y="32056"/>
                </a:cubicBezTo>
                <a:cubicBezTo>
                  <a:pt x="1364093" y="32056"/>
                  <a:pt x="1370926" y="34516"/>
                  <a:pt x="1375706" y="39437"/>
                </a:cubicBezTo>
                <a:cubicBezTo>
                  <a:pt x="1380486" y="44358"/>
                  <a:pt x="1382876" y="51936"/>
                  <a:pt x="1382876" y="62172"/>
                </a:cubicBezTo>
                <a:lnTo>
                  <a:pt x="1382876" y="123668"/>
                </a:lnTo>
                <a:lnTo>
                  <a:pt x="1367776" y="123668"/>
                </a:lnTo>
                <a:lnTo>
                  <a:pt x="1367776" y="67233"/>
                </a:lnTo>
                <a:cubicBezTo>
                  <a:pt x="1367776" y="61159"/>
                  <a:pt x="1367284" y="56787"/>
                  <a:pt x="1366300" y="54115"/>
                </a:cubicBezTo>
                <a:cubicBezTo>
                  <a:pt x="1365316" y="51444"/>
                  <a:pt x="1363530" y="49293"/>
                  <a:pt x="1360943" y="47662"/>
                </a:cubicBezTo>
                <a:cubicBezTo>
                  <a:pt x="1358356" y="46031"/>
                  <a:pt x="1355320" y="45216"/>
                  <a:pt x="1351833" y="45216"/>
                </a:cubicBezTo>
                <a:cubicBezTo>
                  <a:pt x="1345534" y="45216"/>
                  <a:pt x="1340304" y="47311"/>
                  <a:pt x="1336142" y="51500"/>
                </a:cubicBezTo>
                <a:cubicBezTo>
                  <a:pt x="1331981" y="55690"/>
                  <a:pt x="1329900" y="62397"/>
                  <a:pt x="1329900" y="71620"/>
                </a:cubicBezTo>
                <a:lnTo>
                  <a:pt x="1329900" y="123668"/>
                </a:lnTo>
                <a:lnTo>
                  <a:pt x="1314715" y="123668"/>
                </a:lnTo>
                <a:lnTo>
                  <a:pt x="1314715" y="65462"/>
                </a:lnTo>
                <a:cubicBezTo>
                  <a:pt x="1314715" y="58713"/>
                  <a:pt x="1313478" y="53651"/>
                  <a:pt x="1311004" y="50277"/>
                </a:cubicBezTo>
                <a:cubicBezTo>
                  <a:pt x="1308529" y="46903"/>
                  <a:pt x="1304480" y="45216"/>
                  <a:pt x="1298856" y="45216"/>
                </a:cubicBezTo>
                <a:cubicBezTo>
                  <a:pt x="1294582" y="45216"/>
                  <a:pt x="1290631" y="46340"/>
                  <a:pt x="1287004" y="48590"/>
                </a:cubicBezTo>
                <a:cubicBezTo>
                  <a:pt x="1283376" y="50840"/>
                  <a:pt x="1280747" y="54129"/>
                  <a:pt x="1279116" y="58460"/>
                </a:cubicBezTo>
                <a:cubicBezTo>
                  <a:pt x="1277486" y="62790"/>
                  <a:pt x="1276670" y="69033"/>
                  <a:pt x="1276670" y="77187"/>
                </a:cubicBezTo>
                <a:lnTo>
                  <a:pt x="1276670" y="123668"/>
                </a:lnTo>
                <a:lnTo>
                  <a:pt x="1261486" y="123668"/>
                </a:lnTo>
                <a:close/>
                <a:moveTo>
                  <a:pt x="1466727" y="94649"/>
                </a:moveTo>
                <a:lnTo>
                  <a:pt x="1482417" y="96674"/>
                </a:lnTo>
                <a:cubicBezTo>
                  <a:pt x="1479943" y="105867"/>
                  <a:pt x="1475359" y="113002"/>
                  <a:pt x="1468667" y="118080"/>
                </a:cubicBezTo>
                <a:cubicBezTo>
                  <a:pt x="1461974" y="123155"/>
                  <a:pt x="1453426" y="125693"/>
                  <a:pt x="1443022" y="125693"/>
                </a:cubicBezTo>
                <a:cubicBezTo>
                  <a:pt x="1429918" y="125693"/>
                  <a:pt x="1419528" y="121658"/>
                  <a:pt x="1411852" y="113588"/>
                </a:cubicBezTo>
                <a:cubicBezTo>
                  <a:pt x="1404175" y="105517"/>
                  <a:pt x="1400337" y="94199"/>
                  <a:pt x="1400337" y="79634"/>
                </a:cubicBezTo>
                <a:cubicBezTo>
                  <a:pt x="1400337" y="64562"/>
                  <a:pt x="1404218" y="52864"/>
                  <a:pt x="1411978" y="44541"/>
                </a:cubicBezTo>
                <a:cubicBezTo>
                  <a:pt x="1419739" y="36218"/>
                  <a:pt x="1429806" y="32056"/>
                  <a:pt x="1442178" y="32056"/>
                </a:cubicBezTo>
                <a:cubicBezTo>
                  <a:pt x="1454157" y="32056"/>
                  <a:pt x="1463943" y="36127"/>
                  <a:pt x="1471535" y="44269"/>
                </a:cubicBezTo>
                <a:cubicBezTo>
                  <a:pt x="1479127" y="52410"/>
                  <a:pt x="1482923" y="63863"/>
                  <a:pt x="1482923" y="78629"/>
                </a:cubicBezTo>
                <a:cubicBezTo>
                  <a:pt x="1482923" y="79527"/>
                  <a:pt x="1482895" y="80874"/>
                  <a:pt x="1482839" y="82670"/>
                </a:cubicBezTo>
                <a:lnTo>
                  <a:pt x="1416028" y="82670"/>
                </a:lnTo>
                <a:cubicBezTo>
                  <a:pt x="1416590" y="92540"/>
                  <a:pt x="1419374" y="100097"/>
                  <a:pt x="1424379" y="105342"/>
                </a:cubicBezTo>
                <a:cubicBezTo>
                  <a:pt x="1429384" y="110586"/>
                  <a:pt x="1435627" y="113208"/>
                  <a:pt x="1443106" y="113208"/>
                </a:cubicBezTo>
                <a:cubicBezTo>
                  <a:pt x="1448674" y="113208"/>
                  <a:pt x="1453426" y="111733"/>
                  <a:pt x="1457363" y="108782"/>
                </a:cubicBezTo>
                <a:cubicBezTo>
                  <a:pt x="1461300" y="105829"/>
                  <a:pt x="1464421" y="101118"/>
                  <a:pt x="1466727" y="94649"/>
                </a:cubicBezTo>
                <a:moveTo>
                  <a:pt x="1416871" y="70186"/>
                </a:moveTo>
                <a:lnTo>
                  <a:pt x="1466895" y="70186"/>
                </a:lnTo>
                <a:cubicBezTo>
                  <a:pt x="1466220" y="62674"/>
                  <a:pt x="1464308" y="57041"/>
                  <a:pt x="1461159" y="53285"/>
                </a:cubicBezTo>
                <a:cubicBezTo>
                  <a:pt x="1456322" y="47456"/>
                  <a:pt x="1450052" y="44541"/>
                  <a:pt x="1442347" y="44541"/>
                </a:cubicBezTo>
                <a:cubicBezTo>
                  <a:pt x="1435374" y="44541"/>
                  <a:pt x="1429511" y="46868"/>
                  <a:pt x="1424759" y="51521"/>
                </a:cubicBezTo>
                <a:cubicBezTo>
                  <a:pt x="1420006" y="56173"/>
                  <a:pt x="1417377" y="62395"/>
                  <a:pt x="1416871" y="70186"/>
                </a:cubicBezTo>
                <a:close/>
                <a:moveTo>
                  <a:pt x="1501455" y="123668"/>
                </a:moveTo>
                <a:lnTo>
                  <a:pt x="1501455" y="34080"/>
                </a:lnTo>
                <a:lnTo>
                  <a:pt x="1515121" y="34080"/>
                </a:lnTo>
                <a:lnTo>
                  <a:pt x="1515121" y="46818"/>
                </a:lnTo>
                <a:cubicBezTo>
                  <a:pt x="1521701" y="36977"/>
                  <a:pt x="1531205" y="32056"/>
                  <a:pt x="1543634" y="32056"/>
                </a:cubicBezTo>
                <a:cubicBezTo>
                  <a:pt x="1549033" y="32056"/>
                  <a:pt x="1553996" y="33026"/>
                  <a:pt x="1558523" y="34966"/>
                </a:cubicBezTo>
                <a:cubicBezTo>
                  <a:pt x="1563050" y="36906"/>
                  <a:pt x="1566438" y="39451"/>
                  <a:pt x="1568688" y="42601"/>
                </a:cubicBezTo>
                <a:cubicBezTo>
                  <a:pt x="1570937" y="45750"/>
                  <a:pt x="1572512" y="49490"/>
                  <a:pt x="1573412" y="53820"/>
                </a:cubicBezTo>
                <a:cubicBezTo>
                  <a:pt x="1573974" y="56632"/>
                  <a:pt x="1574255" y="61553"/>
                  <a:pt x="1574255" y="68583"/>
                </a:cubicBezTo>
                <a:lnTo>
                  <a:pt x="1574255" y="123668"/>
                </a:lnTo>
                <a:lnTo>
                  <a:pt x="1559071" y="123668"/>
                </a:lnTo>
                <a:lnTo>
                  <a:pt x="1559071" y="69173"/>
                </a:lnTo>
                <a:cubicBezTo>
                  <a:pt x="1559071" y="62987"/>
                  <a:pt x="1558481" y="58361"/>
                  <a:pt x="1557300" y="55296"/>
                </a:cubicBezTo>
                <a:cubicBezTo>
                  <a:pt x="1556119" y="52231"/>
                  <a:pt x="1554024" y="49785"/>
                  <a:pt x="1551015" y="47957"/>
                </a:cubicBezTo>
                <a:cubicBezTo>
                  <a:pt x="1548006" y="46130"/>
                  <a:pt x="1544477" y="45216"/>
                  <a:pt x="1540428" y="45216"/>
                </a:cubicBezTo>
                <a:cubicBezTo>
                  <a:pt x="1533961" y="45216"/>
                  <a:pt x="1528379" y="47268"/>
                  <a:pt x="1523683" y="51374"/>
                </a:cubicBezTo>
                <a:cubicBezTo>
                  <a:pt x="1518987" y="55479"/>
                  <a:pt x="1516639" y="63268"/>
                  <a:pt x="1516639" y="74741"/>
                </a:cubicBezTo>
                <a:lnTo>
                  <a:pt x="1516639" y="123668"/>
                </a:lnTo>
                <a:lnTo>
                  <a:pt x="1501455" y="123668"/>
                </a:lnTo>
                <a:close/>
                <a:moveTo>
                  <a:pt x="1630665" y="110087"/>
                </a:moveTo>
                <a:lnTo>
                  <a:pt x="1632858" y="123500"/>
                </a:lnTo>
                <a:cubicBezTo>
                  <a:pt x="1628584" y="124399"/>
                  <a:pt x="1624760" y="124849"/>
                  <a:pt x="1621386" y="124849"/>
                </a:cubicBezTo>
                <a:cubicBezTo>
                  <a:pt x="1615874" y="124849"/>
                  <a:pt x="1611600" y="123978"/>
                  <a:pt x="1608563" y="122234"/>
                </a:cubicBezTo>
                <a:cubicBezTo>
                  <a:pt x="1605527" y="120491"/>
                  <a:pt x="1603389" y="118199"/>
                  <a:pt x="1602152" y="115359"/>
                </a:cubicBezTo>
                <a:cubicBezTo>
                  <a:pt x="1600915" y="112519"/>
                  <a:pt x="1600296" y="106544"/>
                  <a:pt x="1600296" y="97433"/>
                </a:cubicBezTo>
                <a:lnTo>
                  <a:pt x="1600296" y="45891"/>
                </a:lnTo>
                <a:lnTo>
                  <a:pt x="1589161" y="45891"/>
                </a:lnTo>
                <a:lnTo>
                  <a:pt x="1589161" y="34080"/>
                </a:lnTo>
                <a:lnTo>
                  <a:pt x="1600296" y="34080"/>
                </a:lnTo>
                <a:lnTo>
                  <a:pt x="1600296" y="11894"/>
                </a:lnTo>
                <a:lnTo>
                  <a:pt x="1615396" y="2784"/>
                </a:lnTo>
                <a:lnTo>
                  <a:pt x="1615396" y="34080"/>
                </a:lnTo>
                <a:lnTo>
                  <a:pt x="1630665" y="34080"/>
                </a:lnTo>
                <a:lnTo>
                  <a:pt x="1630665" y="45891"/>
                </a:lnTo>
                <a:lnTo>
                  <a:pt x="1615396" y="45891"/>
                </a:lnTo>
                <a:lnTo>
                  <a:pt x="1615396" y="98277"/>
                </a:lnTo>
                <a:cubicBezTo>
                  <a:pt x="1615396" y="102607"/>
                  <a:pt x="1615663" y="105391"/>
                  <a:pt x="1616198" y="106628"/>
                </a:cubicBezTo>
                <a:cubicBezTo>
                  <a:pt x="1616732" y="107865"/>
                  <a:pt x="1617604" y="108849"/>
                  <a:pt x="1618813" y="109581"/>
                </a:cubicBezTo>
                <a:cubicBezTo>
                  <a:pt x="1620022" y="110312"/>
                  <a:pt x="1621751" y="110677"/>
                  <a:pt x="1624001" y="110677"/>
                </a:cubicBezTo>
                <a:cubicBezTo>
                  <a:pt x="1625688" y="110677"/>
                  <a:pt x="1627909" y="110480"/>
                  <a:pt x="1630665" y="110087"/>
                </a:cubicBezTo>
                <a:close/>
                <a:moveTo>
                  <a:pt x="1649333" y="123668"/>
                </a:moveTo>
                <a:lnTo>
                  <a:pt x="1649333" y="106291"/>
                </a:lnTo>
                <a:lnTo>
                  <a:pt x="1666626" y="106291"/>
                </a:lnTo>
                <a:lnTo>
                  <a:pt x="1666626" y="123668"/>
                </a:lnTo>
                <a:cubicBezTo>
                  <a:pt x="1666626" y="130023"/>
                  <a:pt x="1665502" y="135155"/>
                  <a:pt x="1663252" y="139064"/>
                </a:cubicBezTo>
                <a:cubicBezTo>
                  <a:pt x="1661003" y="142972"/>
                  <a:pt x="1657431" y="145995"/>
                  <a:pt x="1652539" y="148132"/>
                </a:cubicBezTo>
                <a:lnTo>
                  <a:pt x="1648321" y="141552"/>
                </a:lnTo>
                <a:cubicBezTo>
                  <a:pt x="1651526" y="140153"/>
                  <a:pt x="1653888" y="138096"/>
                  <a:pt x="1655407" y="135381"/>
                </a:cubicBezTo>
                <a:cubicBezTo>
                  <a:pt x="1656925" y="132666"/>
                  <a:pt x="1657769" y="128761"/>
                  <a:pt x="1657938" y="123668"/>
                </a:cubicBezTo>
                <a:lnTo>
                  <a:pt x="1649333" y="123668"/>
                </a:lnTo>
                <a:close/>
                <a:moveTo>
                  <a:pt x="1799539" y="112364"/>
                </a:moveTo>
                <a:cubicBezTo>
                  <a:pt x="1793915" y="117238"/>
                  <a:pt x="1788502" y="120678"/>
                  <a:pt x="1783300" y="122685"/>
                </a:cubicBezTo>
                <a:cubicBezTo>
                  <a:pt x="1778098" y="124690"/>
                  <a:pt x="1772516" y="125693"/>
                  <a:pt x="1766555" y="125693"/>
                </a:cubicBezTo>
                <a:cubicBezTo>
                  <a:pt x="1756713" y="125693"/>
                  <a:pt x="1749149" y="123289"/>
                  <a:pt x="1743863" y="118480"/>
                </a:cubicBezTo>
                <a:cubicBezTo>
                  <a:pt x="1738576" y="113672"/>
                  <a:pt x="1735933" y="107528"/>
                  <a:pt x="1735933" y="100048"/>
                </a:cubicBezTo>
                <a:cubicBezTo>
                  <a:pt x="1735933" y="95662"/>
                  <a:pt x="1736931" y="91655"/>
                  <a:pt x="1738928" y="88027"/>
                </a:cubicBezTo>
                <a:cubicBezTo>
                  <a:pt x="1740924" y="84400"/>
                  <a:pt x="1743539" y="81489"/>
                  <a:pt x="1746773" y="79296"/>
                </a:cubicBezTo>
                <a:cubicBezTo>
                  <a:pt x="1750007" y="77103"/>
                  <a:pt x="1753648" y="75444"/>
                  <a:pt x="1757698" y="74319"/>
                </a:cubicBezTo>
                <a:cubicBezTo>
                  <a:pt x="1760678" y="73532"/>
                  <a:pt x="1765177" y="72773"/>
                  <a:pt x="1771195" y="72041"/>
                </a:cubicBezTo>
                <a:cubicBezTo>
                  <a:pt x="1783455" y="70579"/>
                  <a:pt x="1792481" y="68836"/>
                  <a:pt x="1798274" y="66811"/>
                </a:cubicBezTo>
                <a:cubicBezTo>
                  <a:pt x="1798330" y="64739"/>
                  <a:pt x="1798358" y="63423"/>
                  <a:pt x="1798358" y="62862"/>
                </a:cubicBezTo>
                <a:cubicBezTo>
                  <a:pt x="1798358" y="56699"/>
                  <a:pt x="1796924" y="52357"/>
                  <a:pt x="1794056" y="49837"/>
                </a:cubicBezTo>
                <a:cubicBezTo>
                  <a:pt x="1790175" y="46419"/>
                  <a:pt x="1784411" y="44710"/>
                  <a:pt x="1776762" y="44710"/>
                </a:cubicBezTo>
                <a:cubicBezTo>
                  <a:pt x="1769620" y="44710"/>
                  <a:pt x="1764348" y="45961"/>
                  <a:pt x="1760945" y="48463"/>
                </a:cubicBezTo>
                <a:cubicBezTo>
                  <a:pt x="1757543" y="50966"/>
                  <a:pt x="1755026" y="55395"/>
                  <a:pt x="1753395" y="61750"/>
                </a:cubicBezTo>
                <a:lnTo>
                  <a:pt x="1738548" y="59725"/>
                </a:lnTo>
                <a:cubicBezTo>
                  <a:pt x="1739898" y="53351"/>
                  <a:pt x="1742119" y="48203"/>
                  <a:pt x="1745213" y="44282"/>
                </a:cubicBezTo>
                <a:cubicBezTo>
                  <a:pt x="1748306" y="40362"/>
                  <a:pt x="1752777" y="37344"/>
                  <a:pt x="1758625" y="35230"/>
                </a:cubicBezTo>
                <a:cubicBezTo>
                  <a:pt x="1764474" y="33114"/>
                  <a:pt x="1771251" y="32056"/>
                  <a:pt x="1778956" y="32056"/>
                </a:cubicBezTo>
                <a:cubicBezTo>
                  <a:pt x="1786604" y="32056"/>
                  <a:pt x="1792818" y="32959"/>
                  <a:pt x="1797599" y="34766"/>
                </a:cubicBezTo>
                <a:cubicBezTo>
                  <a:pt x="1802379" y="36571"/>
                  <a:pt x="1805894" y="38842"/>
                  <a:pt x="1808143" y="41580"/>
                </a:cubicBezTo>
                <a:cubicBezTo>
                  <a:pt x="1810393" y="44317"/>
                  <a:pt x="1811968" y="47774"/>
                  <a:pt x="1812867" y="51951"/>
                </a:cubicBezTo>
                <a:cubicBezTo>
                  <a:pt x="1813374" y="54547"/>
                  <a:pt x="1813627" y="59209"/>
                  <a:pt x="1813627" y="65939"/>
                </a:cubicBezTo>
                <a:lnTo>
                  <a:pt x="1813627" y="86127"/>
                </a:lnTo>
                <a:cubicBezTo>
                  <a:pt x="1813627" y="100202"/>
                  <a:pt x="1813950" y="109117"/>
                  <a:pt x="1814597" y="112871"/>
                </a:cubicBezTo>
                <a:cubicBezTo>
                  <a:pt x="1815243" y="116624"/>
                  <a:pt x="1816523" y="120224"/>
                  <a:pt x="1818435" y="123668"/>
                </a:cubicBezTo>
                <a:lnTo>
                  <a:pt x="1802576" y="123668"/>
                </a:lnTo>
                <a:cubicBezTo>
                  <a:pt x="1801001" y="120447"/>
                  <a:pt x="1799989" y="116679"/>
                  <a:pt x="1799539" y="112364"/>
                </a:cubicBezTo>
                <a:moveTo>
                  <a:pt x="1798274" y="78790"/>
                </a:moveTo>
                <a:cubicBezTo>
                  <a:pt x="1792762" y="81029"/>
                  <a:pt x="1784495" y="82932"/>
                  <a:pt x="1773472" y="84500"/>
                </a:cubicBezTo>
                <a:cubicBezTo>
                  <a:pt x="1767230" y="85395"/>
                  <a:pt x="1762815" y="86402"/>
                  <a:pt x="1760228" y="87521"/>
                </a:cubicBezTo>
                <a:cubicBezTo>
                  <a:pt x="1757641" y="88641"/>
                  <a:pt x="1755645" y="90278"/>
                  <a:pt x="1754239" y="92432"/>
                </a:cubicBezTo>
                <a:cubicBezTo>
                  <a:pt x="1752833" y="94587"/>
                  <a:pt x="1752130" y="96980"/>
                  <a:pt x="1752130" y="99611"/>
                </a:cubicBezTo>
                <a:cubicBezTo>
                  <a:pt x="1752130" y="103640"/>
                  <a:pt x="1753662" y="106999"/>
                  <a:pt x="1756727" y="109686"/>
                </a:cubicBezTo>
                <a:cubicBezTo>
                  <a:pt x="1759792" y="112371"/>
                  <a:pt x="1764277" y="113714"/>
                  <a:pt x="1770182" y="113714"/>
                </a:cubicBezTo>
                <a:cubicBezTo>
                  <a:pt x="1776031" y="113714"/>
                  <a:pt x="1781233" y="112439"/>
                  <a:pt x="1785789" y="109889"/>
                </a:cubicBezTo>
                <a:cubicBezTo>
                  <a:pt x="1790344" y="107337"/>
                  <a:pt x="1793690" y="103851"/>
                  <a:pt x="1795827" y="99431"/>
                </a:cubicBezTo>
                <a:cubicBezTo>
                  <a:pt x="1797458" y="96020"/>
                  <a:pt x="1798274" y="90986"/>
                  <a:pt x="1798274" y="84329"/>
                </a:cubicBezTo>
                <a:lnTo>
                  <a:pt x="1798274" y="78790"/>
                </a:lnTo>
                <a:close/>
                <a:moveTo>
                  <a:pt x="1898465" y="94649"/>
                </a:moveTo>
                <a:lnTo>
                  <a:pt x="1914155" y="96674"/>
                </a:lnTo>
                <a:cubicBezTo>
                  <a:pt x="1911681" y="105867"/>
                  <a:pt x="1907097" y="113002"/>
                  <a:pt x="1900405" y="118080"/>
                </a:cubicBezTo>
                <a:cubicBezTo>
                  <a:pt x="1893713" y="123155"/>
                  <a:pt x="1885164" y="125693"/>
                  <a:pt x="1874760" y="125693"/>
                </a:cubicBezTo>
                <a:cubicBezTo>
                  <a:pt x="1861657" y="125693"/>
                  <a:pt x="1851267" y="121658"/>
                  <a:pt x="1843590" y="113588"/>
                </a:cubicBezTo>
                <a:cubicBezTo>
                  <a:pt x="1835914" y="105517"/>
                  <a:pt x="1832075" y="94199"/>
                  <a:pt x="1832075" y="79634"/>
                </a:cubicBezTo>
                <a:cubicBezTo>
                  <a:pt x="1832075" y="64562"/>
                  <a:pt x="1835956" y="52864"/>
                  <a:pt x="1843717" y="44541"/>
                </a:cubicBezTo>
                <a:cubicBezTo>
                  <a:pt x="1851478" y="36218"/>
                  <a:pt x="1861544" y="32056"/>
                  <a:pt x="1873917" y="32056"/>
                </a:cubicBezTo>
                <a:cubicBezTo>
                  <a:pt x="1885895" y="32056"/>
                  <a:pt x="1895681" y="36127"/>
                  <a:pt x="1903273" y="44269"/>
                </a:cubicBezTo>
                <a:cubicBezTo>
                  <a:pt x="1910865" y="52410"/>
                  <a:pt x="1914661" y="63863"/>
                  <a:pt x="1914661" y="78629"/>
                </a:cubicBezTo>
                <a:cubicBezTo>
                  <a:pt x="1914661" y="79527"/>
                  <a:pt x="1914633" y="80874"/>
                  <a:pt x="1914577" y="82670"/>
                </a:cubicBezTo>
                <a:lnTo>
                  <a:pt x="1847766" y="82670"/>
                </a:lnTo>
                <a:cubicBezTo>
                  <a:pt x="1848328" y="92540"/>
                  <a:pt x="1851112" y="100097"/>
                  <a:pt x="1856117" y="105342"/>
                </a:cubicBezTo>
                <a:cubicBezTo>
                  <a:pt x="1861122" y="110586"/>
                  <a:pt x="1867365" y="113208"/>
                  <a:pt x="1874845" y="113208"/>
                </a:cubicBezTo>
                <a:cubicBezTo>
                  <a:pt x="1880412" y="113208"/>
                  <a:pt x="1885164" y="111733"/>
                  <a:pt x="1889101" y="108782"/>
                </a:cubicBezTo>
                <a:cubicBezTo>
                  <a:pt x="1893038" y="105829"/>
                  <a:pt x="1896159" y="101118"/>
                  <a:pt x="1898465" y="94649"/>
                </a:cubicBezTo>
                <a:moveTo>
                  <a:pt x="1848609" y="70186"/>
                </a:moveTo>
                <a:lnTo>
                  <a:pt x="1898633" y="70186"/>
                </a:lnTo>
                <a:cubicBezTo>
                  <a:pt x="1897959" y="62674"/>
                  <a:pt x="1896047" y="57041"/>
                  <a:pt x="1892897" y="53285"/>
                </a:cubicBezTo>
                <a:cubicBezTo>
                  <a:pt x="1888061" y="47456"/>
                  <a:pt x="1881790" y="44541"/>
                  <a:pt x="1874085" y="44541"/>
                </a:cubicBezTo>
                <a:cubicBezTo>
                  <a:pt x="1867112" y="44541"/>
                  <a:pt x="1861249" y="46868"/>
                  <a:pt x="1856497" y="51521"/>
                </a:cubicBezTo>
                <a:cubicBezTo>
                  <a:pt x="1851745" y="56173"/>
                  <a:pt x="1849116" y="62395"/>
                  <a:pt x="1848609" y="70186"/>
                </a:cubicBezTo>
                <a:close/>
                <a:moveTo>
                  <a:pt x="1927120" y="96843"/>
                </a:moveTo>
                <a:lnTo>
                  <a:pt x="1942136" y="94481"/>
                </a:lnTo>
                <a:cubicBezTo>
                  <a:pt x="1942979" y="100524"/>
                  <a:pt x="1945327" y="105157"/>
                  <a:pt x="1949179" y="108378"/>
                </a:cubicBezTo>
                <a:cubicBezTo>
                  <a:pt x="1953032" y="111598"/>
                  <a:pt x="1958417" y="113208"/>
                  <a:pt x="1965334" y="113208"/>
                </a:cubicBezTo>
                <a:cubicBezTo>
                  <a:pt x="1972307" y="113208"/>
                  <a:pt x="1977481" y="111788"/>
                  <a:pt x="1980856" y="108948"/>
                </a:cubicBezTo>
                <a:cubicBezTo>
                  <a:pt x="1984230" y="106108"/>
                  <a:pt x="1985917" y="102776"/>
                  <a:pt x="1985917" y="98952"/>
                </a:cubicBezTo>
                <a:cubicBezTo>
                  <a:pt x="1985917" y="95521"/>
                  <a:pt x="1984427" y="92822"/>
                  <a:pt x="1981446" y="90853"/>
                </a:cubicBezTo>
                <a:cubicBezTo>
                  <a:pt x="1979365" y="89503"/>
                  <a:pt x="1974191" y="87788"/>
                  <a:pt x="1965924" y="85707"/>
                </a:cubicBezTo>
                <a:cubicBezTo>
                  <a:pt x="1954789" y="82895"/>
                  <a:pt x="1947070" y="80463"/>
                  <a:pt x="1942768" y="78410"/>
                </a:cubicBezTo>
                <a:cubicBezTo>
                  <a:pt x="1938466" y="76358"/>
                  <a:pt x="1935204" y="73518"/>
                  <a:pt x="1932983" y="69890"/>
                </a:cubicBezTo>
                <a:cubicBezTo>
                  <a:pt x="1930761" y="66263"/>
                  <a:pt x="1929651" y="62256"/>
                  <a:pt x="1929651" y="57869"/>
                </a:cubicBezTo>
                <a:cubicBezTo>
                  <a:pt x="1929651" y="53876"/>
                  <a:pt x="1930564" y="50179"/>
                  <a:pt x="1932392" y="46776"/>
                </a:cubicBezTo>
                <a:cubicBezTo>
                  <a:pt x="1934220" y="43374"/>
                  <a:pt x="1936709" y="40548"/>
                  <a:pt x="1939858" y="38298"/>
                </a:cubicBezTo>
                <a:cubicBezTo>
                  <a:pt x="1942220" y="36555"/>
                  <a:pt x="1945440" y="35079"/>
                  <a:pt x="1949517" y="33870"/>
                </a:cubicBezTo>
                <a:cubicBezTo>
                  <a:pt x="1953594" y="32660"/>
                  <a:pt x="1957967" y="32056"/>
                  <a:pt x="1962634" y="32056"/>
                </a:cubicBezTo>
                <a:cubicBezTo>
                  <a:pt x="1969664" y="32056"/>
                  <a:pt x="1975836" y="33068"/>
                  <a:pt x="1981151" y="35093"/>
                </a:cubicBezTo>
                <a:cubicBezTo>
                  <a:pt x="1986465" y="37117"/>
                  <a:pt x="1990388" y="39859"/>
                  <a:pt x="1992919" y="43318"/>
                </a:cubicBezTo>
                <a:cubicBezTo>
                  <a:pt x="1995450" y="46776"/>
                  <a:pt x="1997193" y="51402"/>
                  <a:pt x="1998149" y="57194"/>
                </a:cubicBezTo>
                <a:lnTo>
                  <a:pt x="1983302" y="59219"/>
                </a:lnTo>
                <a:cubicBezTo>
                  <a:pt x="1982627" y="54608"/>
                  <a:pt x="1980673" y="51008"/>
                  <a:pt x="1977439" y="48421"/>
                </a:cubicBezTo>
                <a:cubicBezTo>
                  <a:pt x="1974206" y="45834"/>
                  <a:pt x="1969636" y="44541"/>
                  <a:pt x="1963731" y="44541"/>
                </a:cubicBezTo>
                <a:cubicBezTo>
                  <a:pt x="1956758" y="44541"/>
                  <a:pt x="1951780" y="45694"/>
                  <a:pt x="1948800" y="47999"/>
                </a:cubicBezTo>
                <a:cubicBezTo>
                  <a:pt x="1945819" y="50305"/>
                  <a:pt x="1944329" y="53005"/>
                  <a:pt x="1944329" y="56098"/>
                </a:cubicBezTo>
                <a:cubicBezTo>
                  <a:pt x="1944329" y="58066"/>
                  <a:pt x="1944947" y="59838"/>
                  <a:pt x="1946185" y="61412"/>
                </a:cubicBezTo>
                <a:cubicBezTo>
                  <a:pt x="1947422" y="63043"/>
                  <a:pt x="1949362" y="64393"/>
                  <a:pt x="1952005" y="65462"/>
                </a:cubicBezTo>
                <a:cubicBezTo>
                  <a:pt x="1953524" y="66024"/>
                  <a:pt x="1957995" y="67317"/>
                  <a:pt x="1965418" y="69342"/>
                </a:cubicBezTo>
                <a:cubicBezTo>
                  <a:pt x="1976160" y="72210"/>
                  <a:pt x="1983654" y="74558"/>
                  <a:pt x="1987900" y="76386"/>
                </a:cubicBezTo>
                <a:cubicBezTo>
                  <a:pt x="1992146" y="78214"/>
                  <a:pt x="1995478" y="80871"/>
                  <a:pt x="1997896" y="84358"/>
                </a:cubicBezTo>
                <a:cubicBezTo>
                  <a:pt x="2000314" y="87844"/>
                  <a:pt x="2001523" y="92175"/>
                  <a:pt x="2001523" y="97349"/>
                </a:cubicBezTo>
                <a:cubicBezTo>
                  <a:pt x="2001523" y="102410"/>
                  <a:pt x="2000047" y="107176"/>
                  <a:pt x="1997095" y="111647"/>
                </a:cubicBezTo>
                <a:cubicBezTo>
                  <a:pt x="1994142" y="116118"/>
                  <a:pt x="1989882" y="119577"/>
                  <a:pt x="1984314" y="122023"/>
                </a:cubicBezTo>
                <a:cubicBezTo>
                  <a:pt x="1978747" y="124470"/>
                  <a:pt x="1972448" y="125693"/>
                  <a:pt x="1965418" y="125693"/>
                </a:cubicBezTo>
                <a:cubicBezTo>
                  <a:pt x="1953777" y="125693"/>
                  <a:pt x="1944905" y="123268"/>
                  <a:pt x="1938803" y="118417"/>
                </a:cubicBezTo>
                <a:cubicBezTo>
                  <a:pt x="1932702" y="113566"/>
                  <a:pt x="1928807" y="106375"/>
                  <a:pt x="1927120" y="96843"/>
                </a:cubicBezTo>
                <a:close/>
                <a:moveTo>
                  <a:pt x="2052729" y="110087"/>
                </a:moveTo>
                <a:lnTo>
                  <a:pt x="2054922" y="123500"/>
                </a:lnTo>
                <a:cubicBezTo>
                  <a:pt x="2050648" y="124399"/>
                  <a:pt x="2046824" y="124849"/>
                  <a:pt x="2043449" y="124849"/>
                </a:cubicBezTo>
                <a:cubicBezTo>
                  <a:pt x="2037938" y="124849"/>
                  <a:pt x="2033664" y="123978"/>
                  <a:pt x="2030627" y="122234"/>
                </a:cubicBezTo>
                <a:cubicBezTo>
                  <a:pt x="2027590" y="120491"/>
                  <a:pt x="2025453" y="118199"/>
                  <a:pt x="2024216" y="115359"/>
                </a:cubicBezTo>
                <a:cubicBezTo>
                  <a:pt x="2022979" y="112519"/>
                  <a:pt x="2022360" y="106544"/>
                  <a:pt x="2022360" y="97433"/>
                </a:cubicBezTo>
                <a:lnTo>
                  <a:pt x="2022360" y="45891"/>
                </a:lnTo>
                <a:lnTo>
                  <a:pt x="2011225" y="45891"/>
                </a:lnTo>
                <a:lnTo>
                  <a:pt x="2011225" y="34080"/>
                </a:lnTo>
                <a:lnTo>
                  <a:pt x="2022360" y="34080"/>
                </a:lnTo>
                <a:lnTo>
                  <a:pt x="2022360" y="11894"/>
                </a:lnTo>
                <a:lnTo>
                  <a:pt x="2037460" y="2784"/>
                </a:lnTo>
                <a:lnTo>
                  <a:pt x="2037460" y="34080"/>
                </a:lnTo>
                <a:lnTo>
                  <a:pt x="2052729" y="34080"/>
                </a:lnTo>
                <a:lnTo>
                  <a:pt x="2052729" y="45891"/>
                </a:lnTo>
                <a:lnTo>
                  <a:pt x="2037460" y="45891"/>
                </a:lnTo>
                <a:lnTo>
                  <a:pt x="2037460" y="98277"/>
                </a:lnTo>
                <a:cubicBezTo>
                  <a:pt x="2037460" y="102607"/>
                  <a:pt x="2037727" y="105391"/>
                  <a:pt x="2038261" y="106628"/>
                </a:cubicBezTo>
                <a:cubicBezTo>
                  <a:pt x="2038796" y="107865"/>
                  <a:pt x="2039667" y="108849"/>
                  <a:pt x="2040876" y="109581"/>
                </a:cubicBezTo>
                <a:cubicBezTo>
                  <a:pt x="2042086" y="110312"/>
                  <a:pt x="2043815" y="110677"/>
                  <a:pt x="2046064" y="110677"/>
                </a:cubicBezTo>
                <a:cubicBezTo>
                  <a:pt x="2047752" y="110677"/>
                  <a:pt x="2049973" y="110480"/>
                  <a:pt x="2052729" y="110087"/>
                </a:cubicBezTo>
                <a:close/>
                <a:moveTo>
                  <a:pt x="2067431" y="123668"/>
                </a:moveTo>
                <a:lnTo>
                  <a:pt x="2067431" y="0"/>
                </a:lnTo>
                <a:lnTo>
                  <a:pt x="2082616" y="0"/>
                </a:lnTo>
                <a:lnTo>
                  <a:pt x="2082616" y="44451"/>
                </a:lnTo>
                <a:cubicBezTo>
                  <a:pt x="2089702" y="36188"/>
                  <a:pt x="2098644" y="32056"/>
                  <a:pt x="2109441" y="32056"/>
                </a:cubicBezTo>
                <a:cubicBezTo>
                  <a:pt x="2116078" y="32056"/>
                  <a:pt x="2121842" y="33363"/>
                  <a:pt x="2126735" y="35979"/>
                </a:cubicBezTo>
                <a:cubicBezTo>
                  <a:pt x="2131627" y="38594"/>
                  <a:pt x="2135128" y="42207"/>
                  <a:pt x="2137237" y="46818"/>
                </a:cubicBezTo>
                <a:cubicBezTo>
                  <a:pt x="2139346" y="51430"/>
                  <a:pt x="2140401" y="58122"/>
                  <a:pt x="2140401" y="66896"/>
                </a:cubicBezTo>
                <a:lnTo>
                  <a:pt x="2140401" y="123668"/>
                </a:lnTo>
                <a:lnTo>
                  <a:pt x="2125216" y="123668"/>
                </a:lnTo>
                <a:lnTo>
                  <a:pt x="2125216" y="66956"/>
                </a:lnTo>
                <a:cubicBezTo>
                  <a:pt x="2125216" y="59373"/>
                  <a:pt x="2123571" y="53854"/>
                  <a:pt x="2120281" y="50398"/>
                </a:cubicBezTo>
                <a:cubicBezTo>
                  <a:pt x="2116991" y="46943"/>
                  <a:pt x="2112338" y="45216"/>
                  <a:pt x="2106320" y="45216"/>
                </a:cubicBezTo>
                <a:cubicBezTo>
                  <a:pt x="2101821" y="45216"/>
                  <a:pt x="2097589" y="46382"/>
                  <a:pt x="2093624" y="48714"/>
                </a:cubicBezTo>
                <a:cubicBezTo>
                  <a:pt x="2089660" y="51044"/>
                  <a:pt x="2086834" y="54204"/>
                  <a:pt x="2085146" y="58194"/>
                </a:cubicBezTo>
                <a:cubicBezTo>
                  <a:pt x="2083459" y="62181"/>
                  <a:pt x="2082616" y="67686"/>
                  <a:pt x="2082616" y="74709"/>
                </a:cubicBezTo>
                <a:lnTo>
                  <a:pt x="2082616" y="123668"/>
                </a:lnTo>
                <a:lnTo>
                  <a:pt x="2067431" y="123668"/>
                </a:lnTo>
                <a:close/>
                <a:moveTo>
                  <a:pt x="2224817" y="94649"/>
                </a:moveTo>
                <a:lnTo>
                  <a:pt x="2240508" y="96674"/>
                </a:lnTo>
                <a:cubicBezTo>
                  <a:pt x="2238033" y="105867"/>
                  <a:pt x="2233450" y="113002"/>
                  <a:pt x="2226757" y="118080"/>
                </a:cubicBezTo>
                <a:cubicBezTo>
                  <a:pt x="2220065" y="123155"/>
                  <a:pt x="2211517" y="125693"/>
                  <a:pt x="2201112" y="125693"/>
                </a:cubicBezTo>
                <a:cubicBezTo>
                  <a:pt x="2188009" y="125693"/>
                  <a:pt x="2177619" y="121658"/>
                  <a:pt x="2169942" y="113588"/>
                </a:cubicBezTo>
                <a:cubicBezTo>
                  <a:pt x="2162266" y="105517"/>
                  <a:pt x="2158428" y="94199"/>
                  <a:pt x="2158428" y="79634"/>
                </a:cubicBezTo>
                <a:cubicBezTo>
                  <a:pt x="2158428" y="64562"/>
                  <a:pt x="2162308" y="52864"/>
                  <a:pt x="2170069" y="44541"/>
                </a:cubicBezTo>
                <a:cubicBezTo>
                  <a:pt x="2177830" y="36218"/>
                  <a:pt x="2187896" y="32056"/>
                  <a:pt x="2200269" y="32056"/>
                </a:cubicBezTo>
                <a:cubicBezTo>
                  <a:pt x="2212248" y="32056"/>
                  <a:pt x="2222033" y="36127"/>
                  <a:pt x="2229625" y="44269"/>
                </a:cubicBezTo>
                <a:cubicBezTo>
                  <a:pt x="2237218" y="52410"/>
                  <a:pt x="2241014" y="63863"/>
                  <a:pt x="2241014" y="78629"/>
                </a:cubicBezTo>
                <a:cubicBezTo>
                  <a:pt x="2241014" y="79527"/>
                  <a:pt x="2240986" y="80874"/>
                  <a:pt x="2240929" y="82670"/>
                </a:cubicBezTo>
                <a:lnTo>
                  <a:pt x="2174118" y="82670"/>
                </a:lnTo>
                <a:cubicBezTo>
                  <a:pt x="2174680" y="92540"/>
                  <a:pt x="2177464" y="100097"/>
                  <a:pt x="2182469" y="105342"/>
                </a:cubicBezTo>
                <a:cubicBezTo>
                  <a:pt x="2187475" y="110586"/>
                  <a:pt x="2193717" y="113208"/>
                  <a:pt x="2201197" y="113208"/>
                </a:cubicBezTo>
                <a:cubicBezTo>
                  <a:pt x="2206764" y="113208"/>
                  <a:pt x="2211517" y="111733"/>
                  <a:pt x="2215453" y="108782"/>
                </a:cubicBezTo>
                <a:cubicBezTo>
                  <a:pt x="2219390" y="105829"/>
                  <a:pt x="2222511" y="101118"/>
                  <a:pt x="2224817" y="94649"/>
                </a:cubicBezTo>
                <a:moveTo>
                  <a:pt x="2174962" y="70186"/>
                </a:moveTo>
                <a:lnTo>
                  <a:pt x="2224986" y="70186"/>
                </a:lnTo>
                <a:cubicBezTo>
                  <a:pt x="2224311" y="62674"/>
                  <a:pt x="2222399" y="57041"/>
                  <a:pt x="2219249" y="53285"/>
                </a:cubicBezTo>
                <a:cubicBezTo>
                  <a:pt x="2214413" y="47456"/>
                  <a:pt x="2208142" y="44541"/>
                  <a:pt x="2200438" y="44541"/>
                </a:cubicBezTo>
                <a:cubicBezTo>
                  <a:pt x="2193464" y="44541"/>
                  <a:pt x="2187601" y="46868"/>
                  <a:pt x="2182849" y="51521"/>
                </a:cubicBezTo>
                <a:cubicBezTo>
                  <a:pt x="2178097" y="56173"/>
                  <a:pt x="2175468" y="62395"/>
                  <a:pt x="2174962" y="70186"/>
                </a:cubicBezTo>
                <a:close/>
                <a:moveTo>
                  <a:pt x="2292698" y="110087"/>
                </a:moveTo>
                <a:lnTo>
                  <a:pt x="2294892" y="123500"/>
                </a:lnTo>
                <a:cubicBezTo>
                  <a:pt x="2290618" y="124399"/>
                  <a:pt x="2286793" y="124849"/>
                  <a:pt x="2283419" y="124849"/>
                </a:cubicBezTo>
                <a:cubicBezTo>
                  <a:pt x="2277908" y="124849"/>
                  <a:pt x="2273634" y="123978"/>
                  <a:pt x="2270597" y="122234"/>
                </a:cubicBezTo>
                <a:cubicBezTo>
                  <a:pt x="2267560" y="120491"/>
                  <a:pt x="2265423" y="118199"/>
                  <a:pt x="2264186" y="115359"/>
                </a:cubicBezTo>
                <a:cubicBezTo>
                  <a:pt x="2262948" y="112519"/>
                  <a:pt x="2262330" y="106544"/>
                  <a:pt x="2262330" y="97433"/>
                </a:cubicBezTo>
                <a:lnTo>
                  <a:pt x="2262330" y="45891"/>
                </a:lnTo>
                <a:lnTo>
                  <a:pt x="2251194" y="45891"/>
                </a:lnTo>
                <a:lnTo>
                  <a:pt x="2251194" y="34080"/>
                </a:lnTo>
                <a:lnTo>
                  <a:pt x="2262330" y="34080"/>
                </a:lnTo>
                <a:lnTo>
                  <a:pt x="2262330" y="11894"/>
                </a:lnTo>
                <a:lnTo>
                  <a:pt x="2277430" y="2784"/>
                </a:lnTo>
                <a:lnTo>
                  <a:pt x="2277430" y="34080"/>
                </a:lnTo>
                <a:lnTo>
                  <a:pt x="2292698" y="34080"/>
                </a:lnTo>
                <a:lnTo>
                  <a:pt x="2292698" y="45891"/>
                </a:lnTo>
                <a:lnTo>
                  <a:pt x="2277430" y="45891"/>
                </a:lnTo>
                <a:lnTo>
                  <a:pt x="2277430" y="98277"/>
                </a:lnTo>
                <a:cubicBezTo>
                  <a:pt x="2277430" y="102607"/>
                  <a:pt x="2277697" y="105391"/>
                  <a:pt x="2278231" y="106628"/>
                </a:cubicBezTo>
                <a:cubicBezTo>
                  <a:pt x="2278765" y="107865"/>
                  <a:pt x="2279637" y="108849"/>
                  <a:pt x="2280846" y="109581"/>
                </a:cubicBezTo>
                <a:cubicBezTo>
                  <a:pt x="2282055" y="110312"/>
                  <a:pt x="2283785" y="110677"/>
                  <a:pt x="2286034" y="110677"/>
                </a:cubicBezTo>
                <a:cubicBezTo>
                  <a:pt x="2287721" y="110677"/>
                  <a:pt x="2289943" y="110480"/>
                  <a:pt x="2292698" y="110087"/>
                </a:cubicBezTo>
                <a:close/>
                <a:moveTo>
                  <a:pt x="2307486" y="17378"/>
                </a:moveTo>
                <a:lnTo>
                  <a:pt x="2307486" y="0"/>
                </a:lnTo>
                <a:lnTo>
                  <a:pt x="2322670" y="0"/>
                </a:lnTo>
                <a:lnTo>
                  <a:pt x="2322670" y="17378"/>
                </a:lnTo>
                <a:lnTo>
                  <a:pt x="2307486" y="17378"/>
                </a:lnTo>
                <a:moveTo>
                  <a:pt x="2307486" y="123668"/>
                </a:moveTo>
                <a:lnTo>
                  <a:pt x="2307486" y="34080"/>
                </a:lnTo>
                <a:lnTo>
                  <a:pt x="2322670" y="34080"/>
                </a:lnTo>
                <a:lnTo>
                  <a:pt x="2322670" y="123668"/>
                </a:lnTo>
                <a:lnTo>
                  <a:pt x="2307486" y="123668"/>
                </a:lnTo>
                <a:close/>
                <a:moveTo>
                  <a:pt x="2404216" y="90769"/>
                </a:moveTo>
                <a:lnTo>
                  <a:pt x="2419147" y="92793"/>
                </a:lnTo>
                <a:cubicBezTo>
                  <a:pt x="2417516" y="103085"/>
                  <a:pt x="2413340" y="111141"/>
                  <a:pt x="2406620" y="116962"/>
                </a:cubicBezTo>
                <a:cubicBezTo>
                  <a:pt x="2399899" y="122783"/>
                  <a:pt x="2391646" y="125693"/>
                  <a:pt x="2381861" y="125693"/>
                </a:cubicBezTo>
                <a:cubicBezTo>
                  <a:pt x="2369601" y="125693"/>
                  <a:pt x="2359745" y="121686"/>
                  <a:pt x="2352293" y="113672"/>
                </a:cubicBezTo>
                <a:cubicBezTo>
                  <a:pt x="2344842" y="105658"/>
                  <a:pt x="2341116" y="94171"/>
                  <a:pt x="2341116" y="79212"/>
                </a:cubicBezTo>
                <a:cubicBezTo>
                  <a:pt x="2341116" y="69539"/>
                  <a:pt x="2342719" y="61075"/>
                  <a:pt x="2345924" y="53820"/>
                </a:cubicBezTo>
                <a:cubicBezTo>
                  <a:pt x="2349130" y="46565"/>
                  <a:pt x="2354009" y="41124"/>
                  <a:pt x="2360561" y="37497"/>
                </a:cubicBezTo>
                <a:cubicBezTo>
                  <a:pt x="2367112" y="33870"/>
                  <a:pt x="2374241" y="32056"/>
                  <a:pt x="2381945" y="32056"/>
                </a:cubicBezTo>
                <a:cubicBezTo>
                  <a:pt x="2391674" y="32056"/>
                  <a:pt x="2399632" y="34502"/>
                  <a:pt x="2405818" y="39395"/>
                </a:cubicBezTo>
                <a:cubicBezTo>
                  <a:pt x="2412005" y="44286"/>
                  <a:pt x="2415969" y="51231"/>
                  <a:pt x="2417713" y="60231"/>
                </a:cubicBezTo>
                <a:lnTo>
                  <a:pt x="2402950" y="62593"/>
                </a:lnTo>
                <a:cubicBezTo>
                  <a:pt x="2401544" y="56604"/>
                  <a:pt x="2399056" y="52098"/>
                  <a:pt x="2395485" y="49075"/>
                </a:cubicBezTo>
                <a:cubicBezTo>
                  <a:pt x="2391913" y="46052"/>
                  <a:pt x="2387597" y="44541"/>
                  <a:pt x="2382536" y="44541"/>
                </a:cubicBezTo>
                <a:cubicBezTo>
                  <a:pt x="2374887" y="44541"/>
                  <a:pt x="2368673" y="47282"/>
                  <a:pt x="2363893" y="52766"/>
                </a:cubicBezTo>
                <a:cubicBezTo>
                  <a:pt x="2359112" y="58249"/>
                  <a:pt x="2356722" y="66924"/>
                  <a:pt x="2356722" y="78790"/>
                </a:cubicBezTo>
                <a:cubicBezTo>
                  <a:pt x="2356722" y="90825"/>
                  <a:pt x="2359028" y="99570"/>
                  <a:pt x="2363640" y="105025"/>
                </a:cubicBezTo>
                <a:cubicBezTo>
                  <a:pt x="2368251" y="110480"/>
                  <a:pt x="2374269" y="113208"/>
                  <a:pt x="2381692" y="113208"/>
                </a:cubicBezTo>
                <a:cubicBezTo>
                  <a:pt x="2387653" y="113208"/>
                  <a:pt x="2392631" y="111373"/>
                  <a:pt x="2396623" y="107704"/>
                </a:cubicBezTo>
                <a:cubicBezTo>
                  <a:pt x="2400616" y="104034"/>
                  <a:pt x="2403147" y="98389"/>
                  <a:pt x="2404216" y="90769"/>
                </a:cubicBezTo>
                <a:close/>
                <a:moveTo>
                  <a:pt x="2426065" y="96843"/>
                </a:moveTo>
                <a:lnTo>
                  <a:pt x="2441080" y="94481"/>
                </a:lnTo>
                <a:cubicBezTo>
                  <a:pt x="2441924" y="100524"/>
                  <a:pt x="2444272" y="105157"/>
                  <a:pt x="2448124" y="108378"/>
                </a:cubicBezTo>
                <a:cubicBezTo>
                  <a:pt x="2451976" y="111598"/>
                  <a:pt x="2457361" y="113208"/>
                  <a:pt x="2464279" y="113208"/>
                </a:cubicBezTo>
                <a:cubicBezTo>
                  <a:pt x="2471252" y="113208"/>
                  <a:pt x="2476426" y="111788"/>
                  <a:pt x="2479800" y="108948"/>
                </a:cubicBezTo>
                <a:cubicBezTo>
                  <a:pt x="2483175" y="106108"/>
                  <a:pt x="2484862" y="102776"/>
                  <a:pt x="2484862" y="98952"/>
                </a:cubicBezTo>
                <a:cubicBezTo>
                  <a:pt x="2484862" y="95521"/>
                  <a:pt x="2483371" y="92822"/>
                  <a:pt x="2480391" y="90853"/>
                </a:cubicBezTo>
                <a:cubicBezTo>
                  <a:pt x="2478310" y="89503"/>
                  <a:pt x="2473136" y="87788"/>
                  <a:pt x="2464869" y="85707"/>
                </a:cubicBezTo>
                <a:cubicBezTo>
                  <a:pt x="2453734" y="82895"/>
                  <a:pt x="2446015" y="80463"/>
                  <a:pt x="2441713" y="78410"/>
                </a:cubicBezTo>
                <a:cubicBezTo>
                  <a:pt x="2437411" y="76358"/>
                  <a:pt x="2434149" y="73518"/>
                  <a:pt x="2431927" y="69890"/>
                </a:cubicBezTo>
                <a:cubicBezTo>
                  <a:pt x="2429706" y="66263"/>
                  <a:pt x="2428595" y="62256"/>
                  <a:pt x="2428595" y="57869"/>
                </a:cubicBezTo>
                <a:cubicBezTo>
                  <a:pt x="2428595" y="53876"/>
                  <a:pt x="2429509" y="50179"/>
                  <a:pt x="2431337" y="46776"/>
                </a:cubicBezTo>
                <a:cubicBezTo>
                  <a:pt x="2433165" y="43374"/>
                  <a:pt x="2435653" y="40548"/>
                  <a:pt x="2438803" y="38298"/>
                </a:cubicBezTo>
                <a:cubicBezTo>
                  <a:pt x="2441165" y="36555"/>
                  <a:pt x="2444384" y="35079"/>
                  <a:pt x="2448461" y="33870"/>
                </a:cubicBezTo>
                <a:cubicBezTo>
                  <a:pt x="2452539" y="32660"/>
                  <a:pt x="2456911" y="32056"/>
                  <a:pt x="2461579" y="32056"/>
                </a:cubicBezTo>
                <a:cubicBezTo>
                  <a:pt x="2468609" y="32056"/>
                  <a:pt x="2474781" y="33068"/>
                  <a:pt x="2480096" y="35093"/>
                </a:cubicBezTo>
                <a:cubicBezTo>
                  <a:pt x="2485410" y="37117"/>
                  <a:pt x="2489333" y="39859"/>
                  <a:pt x="2491863" y="43318"/>
                </a:cubicBezTo>
                <a:cubicBezTo>
                  <a:pt x="2494394" y="46776"/>
                  <a:pt x="2496138" y="51402"/>
                  <a:pt x="2497094" y="57194"/>
                </a:cubicBezTo>
                <a:lnTo>
                  <a:pt x="2482247" y="59219"/>
                </a:lnTo>
                <a:cubicBezTo>
                  <a:pt x="2481572" y="54608"/>
                  <a:pt x="2479618" y="51008"/>
                  <a:pt x="2476384" y="48421"/>
                </a:cubicBezTo>
                <a:cubicBezTo>
                  <a:pt x="2473150" y="45834"/>
                  <a:pt x="2468581" y="44541"/>
                  <a:pt x="2462676" y="44541"/>
                </a:cubicBezTo>
                <a:cubicBezTo>
                  <a:pt x="2455702" y="44541"/>
                  <a:pt x="2450725" y="45694"/>
                  <a:pt x="2447744" y="47999"/>
                </a:cubicBezTo>
                <a:cubicBezTo>
                  <a:pt x="2444764" y="50305"/>
                  <a:pt x="2443273" y="53005"/>
                  <a:pt x="2443273" y="56098"/>
                </a:cubicBezTo>
                <a:cubicBezTo>
                  <a:pt x="2443273" y="58066"/>
                  <a:pt x="2443892" y="59838"/>
                  <a:pt x="2445129" y="61412"/>
                </a:cubicBezTo>
                <a:cubicBezTo>
                  <a:pt x="2446367" y="63043"/>
                  <a:pt x="2448307" y="64393"/>
                  <a:pt x="2450950" y="65462"/>
                </a:cubicBezTo>
                <a:cubicBezTo>
                  <a:pt x="2452468" y="66024"/>
                  <a:pt x="2456939" y="67317"/>
                  <a:pt x="2464363" y="69342"/>
                </a:cubicBezTo>
                <a:cubicBezTo>
                  <a:pt x="2475104" y="72210"/>
                  <a:pt x="2482598" y="74558"/>
                  <a:pt x="2486844" y="76386"/>
                </a:cubicBezTo>
                <a:cubicBezTo>
                  <a:pt x="2491090" y="78214"/>
                  <a:pt x="2494422" y="80871"/>
                  <a:pt x="2496841" y="84358"/>
                </a:cubicBezTo>
                <a:cubicBezTo>
                  <a:pt x="2499259" y="87844"/>
                  <a:pt x="2500468" y="92175"/>
                  <a:pt x="2500468" y="97349"/>
                </a:cubicBezTo>
                <a:cubicBezTo>
                  <a:pt x="2500468" y="102410"/>
                  <a:pt x="2498992" y="107176"/>
                  <a:pt x="2496039" y="111647"/>
                </a:cubicBezTo>
                <a:cubicBezTo>
                  <a:pt x="2493087" y="116118"/>
                  <a:pt x="2488827" y="119577"/>
                  <a:pt x="2483259" y="122023"/>
                </a:cubicBezTo>
                <a:cubicBezTo>
                  <a:pt x="2477691" y="124470"/>
                  <a:pt x="2471393" y="125693"/>
                  <a:pt x="2464363" y="125693"/>
                </a:cubicBezTo>
                <a:cubicBezTo>
                  <a:pt x="2452722" y="125693"/>
                  <a:pt x="2443850" y="123268"/>
                  <a:pt x="2437748" y="118417"/>
                </a:cubicBezTo>
                <a:cubicBezTo>
                  <a:pt x="2431646" y="113566"/>
                  <a:pt x="2427752" y="106375"/>
                  <a:pt x="2426065" y="96843"/>
                </a:cubicBezTo>
                <a:close/>
                <a:moveTo>
                  <a:pt x="2522485" y="123668"/>
                </a:moveTo>
                <a:lnTo>
                  <a:pt x="2522485" y="106291"/>
                </a:lnTo>
                <a:lnTo>
                  <a:pt x="2539778" y="106291"/>
                </a:lnTo>
                <a:lnTo>
                  <a:pt x="2539778" y="123668"/>
                </a:lnTo>
                <a:cubicBezTo>
                  <a:pt x="2539778" y="130023"/>
                  <a:pt x="2538653" y="135155"/>
                  <a:pt x="2536404" y="139064"/>
                </a:cubicBezTo>
                <a:cubicBezTo>
                  <a:pt x="2534154" y="142972"/>
                  <a:pt x="2530583" y="145995"/>
                  <a:pt x="2525690" y="148132"/>
                </a:cubicBezTo>
                <a:lnTo>
                  <a:pt x="2521472" y="141552"/>
                </a:lnTo>
                <a:cubicBezTo>
                  <a:pt x="2524678" y="140153"/>
                  <a:pt x="2527040" y="138096"/>
                  <a:pt x="2528558" y="135381"/>
                </a:cubicBezTo>
                <a:cubicBezTo>
                  <a:pt x="2530077" y="132666"/>
                  <a:pt x="2530921" y="128761"/>
                  <a:pt x="2531089" y="123668"/>
                </a:cubicBezTo>
                <a:lnTo>
                  <a:pt x="2522485" y="123668"/>
                </a:lnTo>
                <a:close/>
                <a:moveTo>
                  <a:pt x="2608579" y="78874"/>
                </a:moveTo>
                <a:cubicBezTo>
                  <a:pt x="2608579" y="62284"/>
                  <a:pt x="2613191" y="49996"/>
                  <a:pt x="2622414" y="42010"/>
                </a:cubicBezTo>
                <a:cubicBezTo>
                  <a:pt x="2630118" y="35374"/>
                  <a:pt x="2639510" y="32056"/>
                  <a:pt x="2650589" y="32056"/>
                </a:cubicBezTo>
                <a:cubicBezTo>
                  <a:pt x="2662905" y="32056"/>
                  <a:pt x="2672972" y="36091"/>
                  <a:pt x="2680789" y="44161"/>
                </a:cubicBezTo>
                <a:cubicBezTo>
                  <a:pt x="2688606" y="52231"/>
                  <a:pt x="2692515" y="63381"/>
                  <a:pt x="2692515" y="77609"/>
                </a:cubicBezTo>
                <a:cubicBezTo>
                  <a:pt x="2692515" y="89138"/>
                  <a:pt x="2690786" y="98206"/>
                  <a:pt x="2687327" y="104814"/>
                </a:cubicBezTo>
                <a:cubicBezTo>
                  <a:pt x="2683868" y="111422"/>
                  <a:pt x="2678835" y="116554"/>
                  <a:pt x="2672227" y="120210"/>
                </a:cubicBezTo>
                <a:cubicBezTo>
                  <a:pt x="2665619" y="123865"/>
                  <a:pt x="2658406" y="125693"/>
                  <a:pt x="2650589" y="125693"/>
                </a:cubicBezTo>
                <a:cubicBezTo>
                  <a:pt x="2638048" y="125693"/>
                  <a:pt x="2627911" y="121672"/>
                  <a:pt x="2620178" y="113630"/>
                </a:cubicBezTo>
                <a:cubicBezTo>
                  <a:pt x="2612445" y="105588"/>
                  <a:pt x="2608579" y="94003"/>
                  <a:pt x="2608579" y="78874"/>
                </a:cubicBezTo>
                <a:moveTo>
                  <a:pt x="2624185" y="78917"/>
                </a:moveTo>
                <a:cubicBezTo>
                  <a:pt x="2624185" y="90375"/>
                  <a:pt x="2626688" y="98955"/>
                  <a:pt x="2631693" y="104656"/>
                </a:cubicBezTo>
                <a:cubicBezTo>
                  <a:pt x="2636698" y="110357"/>
                  <a:pt x="2642997" y="113208"/>
                  <a:pt x="2650589" y="113208"/>
                </a:cubicBezTo>
                <a:cubicBezTo>
                  <a:pt x="2658125" y="113208"/>
                  <a:pt x="2664396" y="110343"/>
                  <a:pt x="2669401" y="104614"/>
                </a:cubicBezTo>
                <a:cubicBezTo>
                  <a:pt x="2674406" y="98885"/>
                  <a:pt x="2676909" y="90150"/>
                  <a:pt x="2676909" y="78410"/>
                </a:cubicBezTo>
                <a:cubicBezTo>
                  <a:pt x="2676909" y="67346"/>
                  <a:pt x="2674392" y="58962"/>
                  <a:pt x="2669359" y="53261"/>
                </a:cubicBezTo>
                <a:cubicBezTo>
                  <a:pt x="2664325" y="47560"/>
                  <a:pt x="2658069" y="44710"/>
                  <a:pt x="2650589" y="44710"/>
                </a:cubicBezTo>
                <a:cubicBezTo>
                  <a:pt x="2642997" y="44710"/>
                  <a:pt x="2636698" y="47546"/>
                  <a:pt x="2631693" y="53219"/>
                </a:cubicBezTo>
                <a:cubicBezTo>
                  <a:pt x="2626688" y="58892"/>
                  <a:pt x="2624185" y="67458"/>
                  <a:pt x="2624185" y="78917"/>
                </a:cubicBezTo>
                <a:close/>
                <a:moveTo>
                  <a:pt x="2735174" y="123668"/>
                </a:moveTo>
                <a:lnTo>
                  <a:pt x="2701093" y="34080"/>
                </a:lnTo>
                <a:lnTo>
                  <a:pt x="2717121" y="34080"/>
                </a:lnTo>
                <a:lnTo>
                  <a:pt x="2736355" y="87732"/>
                </a:lnTo>
                <a:cubicBezTo>
                  <a:pt x="2738436" y="93525"/>
                  <a:pt x="2740348" y="99542"/>
                  <a:pt x="2742091" y="105784"/>
                </a:cubicBezTo>
                <a:cubicBezTo>
                  <a:pt x="2743441" y="101060"/>
                  <a:pt x="2745325" y="95380"/>
                  <a:pt x="2747743" y="88744"/>
                </a:cubicBezTo>
                <a:lnTo>
                  <a:pt x="2767652" y="34080"/>
                </a:lnTo>
                <a:lnTo>
                  <a:pt x="2783258" y="34080"/>
                </a:lnTo>
                <a:lnTo>
                  <a:pt x="2749346" y="123668"/>
                </a:lnTo>
                <a:lnTo>
                  <a:pt x="2735174" y="123668"/>
                </a:lnTo>
                <a:close/>
                <a:moveTo>
                  <a:pt x="2857999" y="94649"/>
                </a:moveTo>
                <a:lnTo>
                  <a:pt x="2873690" y="96674"/>
                </a:lnTo>
                <a:cubicBezTo>
                  <a:pt x="2871215" y="105867"/>
                  <a:pt x="2866632" y="113002"/>
                  <a:pt x="2859939" y="118080"/>
                </a:cubicBezTo>
                <a:cubicBezTo>
                  <a:pt x="2853247" y="123155"/>
                  <a:pt x="2844699" y="125693"/>
                  <a:pt x="2834294" y="125693"/>
                </a:cubicBezTo>
                <a:cubicBezTo>
                  <a:pt x="2821191" y="125693"/>
                  <a:pt x="2810801" y="121658"/>
                  <a:pt x="2803124" y="113588"/>
                </a:cubicBezTo>
                <a:cubicBezTo>
                  <a:pt x="2795448" y="105517"/>
                  <a:pt x="2791610" y="94199"/>
                  <a:pt x="2791610" y="79634"/>
                </a:cubicBezTo>
                <a:cubicBezTo>
                  <a:pt x="2791610" y="64562"/>
                  <a:pt x="2795490" y="52864"/>
                  <a:pt x="2803251" y="44541"/>
                </a:cubicBezTo>
                <a:cubicBezTo>
                  <a:pt x="2811012" y="36218"/>
                  <a:pt x="2821078" y="32056"/>
                  <a:pt x="2833451" y="32056"/>
                </a:cubicBezTo>
                <a:cubicBezTo>
                  <a:pt x="2845430" y="32056"/>
                  <a:pt x="2855215" y="36127"/>
                  <a:pt x="2862807" y="44269"/>
                </a:cubicBezTo>
                <a:cubicBezTo>
                  <a:pt x="2870400" y="52410"/>
                  <a:pt x="2874196" y="63863"/>
                  <a:pt x="2874196" y="78629"/>
                </a:cubicBezTo>
                <a:cubicBezTo>
                  <a:pt x="2874196" y="79527"/>
                  <a:pt x="2874168" y="80874"/>
                  <a:pt x="2874111" y="82670"/>
                </a:cubicBezTo>
                <a:lnTo>
                  <a:pt x="2807300" y="82670"/>
                </a:lnTo>
                <a:cubicBezTo>
                  <a:pt x="2807862" y="92540"/>
                  <a:pt x="2810646" y="100097"/>
                  <a:pt x="2815651" y="105342"/>
                </a:cubicBezTo>
                <a:cubicBezTo>
                  <a:pt x="2820657" y="110586"/>
                  <a:pt x="2826899" y="113208"/>
                  <a:pt x="2834379" y="113208"/>
                </a:cubicBezTo>
                <a:cubicBezTo>
                  <a:pt x="2839946" y="113208"/>
                  <a:pt x="2844699" y="111733"/>
                  <a:pt x="2848635" y="108782"/>
                </a:cubicBezTo>
                <a:cubicBezTo>
                  <a:pt x="2852572" y="105829"/>
                  <a:pt x="2855693" y="101118"/>
                  <a:pt x="2857999" y="94649"/>
                </a:cubicBezTo>
                <a:moveTo>
                  <a:pt x="2808144" y="70186"/>
                </a:moveTo>
                <a:lnTo>
                  <a:pt x="2858168" y="70186"/>
                </a:lnTo>
                <a:cubicBezTo>
                  <a:pt x="2857493" y="62674"/>
                  <a:pt x="2855581" y="57041"/>
                  <a:pt x="2852431" y="53285"/>
                </a:cubicBezTo>
                <a:cubicBezTo>
                  <a:pt x="2847595" y="47456"/>
                  <a:pt x="2841324" y="44541"/>
                  <a:pt x="2833620" y="44541"/>
                </a:cubicBezTo>
                <a:cubicBezTo>
                  <a:pt x="2826646" y="44541"/>
                  <a:pt x="2820783" y="46868"/>
                  <a:pt x="2816031" y="51521"/>
                </a:cubicBezTo>
                <a:cubicBezTo>
                  <a:pt x="2811279" y="56173"/>
                  <a:pt x="2808650" y="62395"/>
                  <a:pt x="2808144" y="70186"/>
                </a:cubicBezTo>
                <a:close/>
                <a:moveTo>
                  <a:pt x="2892559" y="123668"/>
                </a:moveTo>
                <a:lnTo>
                  <a:pt x="2892559" y="34080"/>
                </a:lnTo>
                <a:lnTo>
                  <a:pt x="2906225" y="34080"/>
                </a:lnTo>
                <a:lnTo>
                  <a:pt x="2906225" y="47662"/>
                </a:lnTo>
                <a:cubicBezTo>
                  <a:pt x="2909712" y="41307"/>
                  <a:pt x="2912932" y="37117"/>
                  <a:pt x="2915884" y="35093"/>
                </a:cubicBezTo>
                <a:cubicBezTo>
                  <a:pt x="2918837" y="33068"/>
                  <a:pt x="2922084" y="32056"/>
                  <a:pt x="2925627" y="32056"/>
                </a:cubicBezTo>
                <a:cubicBezTo>
                  <a:pt x="2930745" y="32056"/>
                  <a:pt x="2935947" y="33687"/>
                  <a:pt x="2941233" y="36949"/>
                </a:cubicBezTo>
                <a:lnTo>
                  <a:pt x="2936003" y="51026"/>
                </a:lnTo>
                <a:cubicBezTo>
                  <a:pt x="2932292" y="48840"/>
                  <a:pt x="2928580" y="47746"/>
                  <a:pt x="2924868" y="47746"/>
                </a:cubicBezTo>
                <a:cubicBezTo>
                  <a:pt x="2921550" y="47746"/>
                  <a:pt x="2918569" y="48745"/>
                  <a:pt x="2915926" y="50741"/>
                </a:cubicBezTo>
                <a:cubicBezTo>
                  <a:pt x="2913283" y="52738"/>
                  <a:pt x="2911399" y="55507"/>
                  <a:pt x="2910274" y="59050"/>
                </a:cubicBezTo>
                <a:cubicBezTo>
                  <a:pt x="2908587" y="64449"/>
                  <a:pt x="2907744" y="70354"/>
                  <a:pt x="2907744" y="76765"/>
                </a:cubicBezTo>
                <a:lnTo>
                  <a:pt x="2907744" y="123668"/>
                </a:lnTo>
                <a:lnTo>
                  <a:pt x="2892559" y="123668"/>
                </a:lnTo>
                <a:close/>
                <a:moveTo>
                  <a:pt x="3008718" y="112364"/>
                </a:moveTo>
                <a:cubicBezTo>
                  <a:pt x="3003094" y="117238"/>
                  <a:pt x="2997681" y="120678"/>
                  <a:pt x="2992479" y="122685"/>
                </a:cubicBezTo>
                <a:cubicBezTo>
                  <a:pt x="2987277" y="124690"/>
                  <a:pt x="2981695" y="125693"/>
                  <a:pt x="2975734" y="125693"/>
                </a:cubicBezTo>
                <a:cubicBezTo>
                  <a:pt x="2965892" y="125693"/>
                  <a:pt x="2958328" y="123289"/>
                  <a:pt x="2953042" y="118480"/>
                </a:cubicBezTo>
                <a:cubicBezTo>
                  <a:pt x="2947755" y="113672"/>
                  <a:pt x="2945112" y="107528"/>
                  <a:pt x="2945112" y="100048"/>
                </a:cubicBezTo>
                <a:cubicBezTo>
                  <a:pt x="2945112" y="95662"/>
                  <a:pt x="2946110" y="91655"/>
                  <a:pt x="2948107" y="88027"/>
                </a:cubicBezTo>
                <a:cubicBezTo>
                  <a:pt x="2950103" y="84400"/>
                  <a:pt x="2952718" y="81489"/>
                  <a:pt x="2955952" y="79296"/>
                </a:cubicBezTo>
                <a:cubicBezTo>
                  <a:pt x="2959186" y="77103"/>
                  <a:pt x="2962827" y="75444"/>
                  <a:pt x="2966876" y="74319"/>
                </a:cubicBezTo>
                <a:cubicBezTo>
                  <a:pt x="2969857" y="73532"/>
                  <a:pt x="2974356" y="72773"/>
                  <a:pt x="2980374" y="72041"/>
                </a:cubicBezTo>
                <a:cubicBezTo>
                  <a:pt x="2992634" y="70579"/>
                  <a:pt x="3001660" y="68836"/>
                  <a:pt x="3007452" y="66811"/>
                </a:cubicBezTo>
                <a:cubicBezTo>
                  <a:pt x="3007509" y="64739"/>
                  <a:pt x="3007537" y="63423"/>
                  <a:pt x="3007537" y="62862"/>
                </a:cubicBezTo>
                <a:cubicBezTo>
                  <a:pt x="3007537" y="56699"/>
                  <a:pt x="3006103" y="52357"/>
                  <a:pt x="3003234" y="49837"/>
                </a:cubicBezTo>
                <a:cubicBezTo>
                  <a:pt x="2999354" y="46419"/>
                  <a:pt x="2993590" y="44710"/>
                  <a:pt x="2985941" y="44710"/>
                </a:cubicBezTo>
                <a:cubicBezTo>
                  <a:pt x="2978799" y="44710"/>
                  <a:pt x="2973527" y="45961"/>
                  <a:pt x="2970124" y="48463"/>
                </a:cubicBezTo>
                <a:cubicBezTo>
                  <a:pt x="2966722" y="50966"/>
                  <a:pt x="2964205" y="55395"/>
                  <a:pt x="2962574" y="61750"/>
                </a:cubicBezTo>
                <a:lnTo>
                  <a:pt x="2947727" y="59725"/>
                </a:lnTo>
                <a:cubicBezTo>
                  <a:pt x="2949077" y="53351"/>
                  <a:pt x="2951298" y="48203"/>
                  <a:pt x="2954391" y="44282"/>
                </a:cubicBezTo>
                <a:cubicBezTo>
                  <a:pt x="2957485" y="40362"/>
                  <a:pt x="2961955" y="37344"/>
                  <a:pt x="2967804" y="35230"/>
                </a:cubicBezTo>
                <a:cubicBezTo>
                  <a:pt x="2973653" y="33114"/>
                  <a:pt x="2980430" y="32056"/>
                  <a:pt x="2988134" y="32056"/>
                </a:cubicBezTo>
                <a:cubicBezTo>
                  <a:pt x="2995783" y="32056"/>
                  <a:pt x="3001997" y="32959"/>
                  <a:pt x="3006778" y="34766"/>
                </a:cubicBezTo>
                <a:cubicBezTo>
                  <a:pt x="3011558" y="36571"/>
                  <a:pt x="3015073" y="38842"/>
                  <a:pt x="3017322" y="41580"/>
                </a:cubicBezTo>
                <a:cubicBezTo>
                  <a:pt x="3019572" y="44317"/>
                  <a:pt x="3021146" y="47774"/>
                  <a:pt x="3022046" y="51951"/>
                </a:cubicBezTo>
                <a:cubicBezTo>
                  <a:pt x="3022552" y="54547"/>
                  <a:pt x="3022805" y="59209"/>
                  <a:pt x="3022805" y="65939"/>
                </a:cubicBezTo>
                <a:lnTo>
                  <a:pt x="3022805" y="86127"/>
                </a:lnTo>
                <a:cubicBezTo>
                  <a:pt x="3022805" y="100202"/>
                  <a:pt x="3023129" y="109117"/>
                  <a:pt x="3023776" y="112871"/>
                </a:cubicBezTo>
                <a:cubicBezTo>
                  <a:pt x="3024422" y="116624"/>
                  <a:pt x="3025702" y="120224"/>
                  <a:pt x="3027614" y="123668"/>
                </a:cubicBezTo>
                <a:lnTo>
                  <a:pt x="3011755" y="123668"/>
                </a:lnTo>
                <a:cubicBezTo>
                  <a:pt x="3010180" y="120447"/>
                  <a:pt x="3009168" y="116679"/>
                  <a:pt x="3008718" y="112364"/>
                </a:cubicBezTo>
                <a:moveTo>
                  <a:pt x="3007452" y="78790"/>
                </a:moveTo>
                <a:cubicBezTo>
                  <a:pt x="3001941" y="81029"/>
                  <a:pt x="2993674" y="82932"/>
                  <a:pt x="2982651" y="84500"/>
                </a:cubicBezTo>
                <a:cubicBezTo>
                  <a:pt x="2976409" y="85395"/>
                  <a:pt x="2971994" y="86402"/>
                  <a:pt x="2969407" y="87521"/>
                </a:cubicBezTo>
                <a:cubicBezTo>
                  <a:pt x="2966820" y="88641"/>
                  <a:pt x="2964824" y="90278"/>
                  <a:pt x="2963418" y="92432"/>
                </a:cubicBezTo>
                <a:cubicBezTo>
                  <a:pt x="2962012" y="94587"/>
                  <a:pt x="2961309" y="96980"/>
                  <a:pt x="2961309" y="99611"/>
                </a:cubicBezTo>
                <a:cubicBezTo>
                  <a:pt x="2961309" y="103640"/>
                  <a:pt x="2962841" y="106999"/>
                  <a:pt x="2965906" y="109686"/>
                </a:cubicBezTo>
                <a:cubicBezTo>
                  <a:pt x="2968971" y="112371"/>
                  <a:pt x="2973456" y="113714"/>
                  <a:pt x="2979361" y="113714"/>
                </a:cubicBezTo>
                <a:cubicBezTo>
                  <a:pt x="2985210" y="113714"/>
                  <a:pt x="2990412" y="112439"/>
                  <a:pt x="2994967" y="109889"/>
                </a:cubicBezTo>
                <a:cubicBezTo>
                  <a:pt x="2999523" y="107337"/>
                  <a:pt x="3002869" y="103851"/>
                  <a:pt x="3005006" y="99431"/>
                </a:cubicBezTo>
                <a:cubicBezTo>
                  <a:pt x="3006637" y="96020"/>
                  <a:pt x="3007452" y="90986"/>
                  <a:pt x="3007452" y="84329"/>
                </a:cubicBezTo>
                <a:lnTo>
                  <a:pt x="3007452" y="78790"/>
                </a:lnTo>
                <a:close/>
                <a:moveTo>
                  <a:pt x="3045978" y="123668"/>
                </a:moveTo>
                <a:lnTo>
                  <a:pt x="3045978" y="0"/>
                </a:lnTo>
                <a:lnTo>
                  <a:pt x="3061162" y="0"/>
                </a:lnTo>
                <a:lnTo>
                  <a:pt x="3061162" y="123668"/>
                </a:lnTo>
                <a:lnTo>
                  <a:pt x="3045978" y="123668"/>
                </a:lnTo>
                <a:close/>
                <a:moveTo>
                  <a:pt x="3084332" y="123668"/>
                </a:moveTo>
                <a:lnTo>
                  <a:pt x="3084332" y="0"/>
                </a:lnTo>
                <a:lnTo>
                  <a:pt x="3099516" y="0"/>
                </a:lnTo>
                <a:lnTo>
                  <a:pt x="3099516" y="123668"/>
                </a:lnTo>
                <a:lnTo>
                  <a:pt x="3084332" y="123668"/>
                </a:lnTo>
                <a:close/>
              </a:path>
            </a:pathLst>
          </a:custGeom>
          <a:solidFill xmlns:a="http://schemas.openxmlformats.org/drawingml/2006/main">
            <a:srgbClr val="4285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D58808-608B-49A8-BED0-82DBA966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78" y="0"/>
            <a:ext cx="3018345" cy="261819"/>
          </a:xfrm>
          <a:custGeom xmlns:a="http://schemas.openxmlformats.org/drawingml/2006/main">
            <a:pathLst>
              <a:path w="3018345" h="261819">
                <a:moveTo>
                  <a:pt x="3018345" y="261819"/>
                </a:moveTo>
                <a:lnTo>
                  <a:pt x="0" y="261819"/>
                </a:lnTo>
                <a:lnTo>
                  <a:pt x="0" y="0"/>
                </a:lnTo>
                <a:lnTo>
                  <a:pt x="3018345" y="0"/>
                </a:lnTo>
                <a:lnTo>
                  <a:pt x="3018345" y="26181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Text Implausibility/misalignment">
            <a:extLst xmlns:a="http://schemas.openxmlformats.org/drawingml/2006/main">
              <a:ext uri="{FF2B5EF4-FFF2-40B4-BE49-F238E27FC236}">
                <a16:creationId xmlns:a16="http://schemas.microsoft.com/office/drawing/2014/main" id="{1EFCFFC1-FB9B-429B-8808-05D2C3D90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107" y="33585"/>
            <a:ext cx="2036417" cy="162304"/>
          </a:xfrm>
          <a:custGeom xmlns:a="http://schemas.openxmlformats.org/drawingml/2006/main">
            <a:pathLst>
              <a:path w="2036417" h="162304">
                <a:moveTo>
                  <a:pt x="0" y="125862"/>
                </a:moveTo>
                <a:lnTo>
                  <a:pt x="0" y="2193"/>
                </a:lnTo>
                <a:lnTo>
                  <a:pt x="16365" y="2193"/>
                </a:lnTo>
                <a:lnTo>
                  <a:pt x="16365" y="125862"/>
                </a:lnTo>
                <a:lnTo>
                  <a:pt x="0" y="125862"/>
                </a:lnTo>
                <a:close/>
                <a:moveTo>
                  <a:pt x="43132" y="125862"/>
                </a:moveTo>
                <a:lnTo>
                  <a:pt x="43132" y="36274"/>
                </a:lnTo>
                <a:lnTo>
                  <a:pt x="56713" y="36274"/>
                </a:lnTo>
                <a:lnTo>
                  <a:pt x="56713" y="48843"/>
                </a:lnTo>
                <a:cubicBezTo>
                  <a:pt x="59525" y="44456"/>
                  <a:pt x="63265" y="40928"/>
                  <a:pt x="67933" y="38256"/>
                </a:cubicBezTo>
                <a:cubicBezTo>
                  <a:pt x="72601" y="35585"/>
                  <a:pt x="77915" y="34249"/>
                  <a:pt x="83876" y="34249"/>
                </a:cubicBezTo>
                <a:cubicBezTo>
                  <a:pt x="90513" y="34249"/>
                  <a:pt x="95954" y="35627"/>
                  <a:pt x="100200" y="38383"/>
                </a:cubicBezTo>
                <a:cubicBezTo>
                  <a:pt x="104446" y="41138"/>
                  <a:pt x="107440" y="44991"/>
                  <a:pt x="109184" y="49940"/>
                </a:cubicBezTo>
                <a:cubicBezTo>
                  <a:pt x="116270" y="39479"/>
                  <a:pt x="125493" y="34249"/>
                  <a:pt x="136853" y="34249"/>
                </a:cubicBezTo>
                <a:cubicBezTo>
                  <a:pt x="145739" y="34249"/>
                  <a:pt x="152572" y="36710"/>
                  <a:pt x="157352" y="41630"/>
                </a:cubicBezTo>
                <a:cubicBezTo>
                  <a:pt x="162132" y="46551"/>
                  <a:pt x="164522" y="54129"/>
                  <a:pt x="164522" y="64365"/>
                </a:cubicBezTo>
                <a:lnTo>
                  <a:pt x="164522" y="125862"/>
                </a:lnTo>
                <a:lnTo>
                  <a:pt x="149422" y="125862"/>
                </a:lnTo>
                <a:lnTo>
                  <a:pt x="149422" y="69426"/>
                </a:lnTo>
                <a:cubicBezTo>
                  <a:pt x="149422" y="63353"/>
                  <a:pt x="148930" y="58980"/>
                  <a:pt x="147946" y="56309"/>
                </a:cubicBezTo>
                <a:cubicBezTo>
                  <a:pt x="146962" y="53637"/>
                  <a:pt x="145176" y="51486"/>
                  <a:pt x="142589" y="49855"/>
                </a:cubicBezTo>
                <a:cubicBezTo>
                  <a:pt x="140002" y="48224"/>
                  <a:pt x="136965" y="47409"/>
                  <a:pt x="133479" y="47409"/>
                </a:cubicBezTo>
                <a:cubicBezTo>
                  <a:pt x="127180" y="47409"/>
                  <a:pt x="121950" y="49504"/>
                  <a:pt x="117788" y="53694"/>
                </a:cubicBezTo>
                <a:cubicBezTo>
                  <a:pt x="113627" y="57883"/>
                  <a:pt x="111546" y="64590"/>
                  <a:pt x="111546" y="73813"/>
                </a:cubicBezTo>
                <a:lnTo>
                  <a:pt x="111546" y="125862"/>
                </a:lnTo>
                <a:lnTo>
                  <a:pt x="96361" y="125862"/>
                </a:lnTo>
                <a:lnTo>
                  <a:pt x="96361" y="67655"/>
                </a:lnTo>
                <a:cubicBezTo>
                  <a:pt x="96361" y="60906"/>
                  <a:pt x="95124" y="55845"/>
                  <a:pt x="92650" y="52470"/>
                </a:cubicBezTo>
                <a:cubicBezTo>
                  <a:pt x="90175" y="49096"/>
                  <a:pt x="86126" y="47409"/>
                  <a:pt x="80502" y="47409"/>
                </a:cubicBezTo>
                <a:cubicBezTo>
                  <a:pt x="76228" y="47409"/>
                  <a:pt x="72277" y="48534"/>
                  <a:pt x="68650" y="50783"/>
                </a:cubicBezTo>
                <a:cubicBezTo>
                  <a:pt x="65022" y="53033"/>
                  <a:pt x="62393" y="56323"/>
                  <a:pt x="60762" y="60653"/>
                </a:cubicBezTo>
                <a:cubicBezTo>
                  <a:pt x="59131" y="64983"/>
                  <a:pt x="58316" y="71226"/>
                  <a:pt x="58316" y="79381"/>
                </a:cubicBezTo>
                <a:lnTo>
                  <a:pt x="58316" y="125862"/>
                </a:lnTo>
                <a:lnTo>
                  <a:pt x="43132" y="125862"/>
                </a:lnTo>
                <a:close/>
                <a:moveTo>
                  <a:pt x="187045" y="160280"/>
                </a:moveTo>
                <a:lnTo>
                  <a:pt x="187045" y="36274"/>
                </a:lnTo>
                <a:lnTo>
                  <a:pt x="200879" y="36274"/>
                </a:lnTo>
                <a:lnTo>
                  <a:pt x="200879" y="47997"/>
                </a:lnTo>
                <a:cubicBezTo>
                  <a:pt x="204141" y="43413"/>
                  <a:pt x="207825" y="39977"/>
                  <a:pt x="211930" y="37687"/>
                </a:cubicBezTo>
                <a:cubicBezTo>
                  <a:pt x="216035" y="35395"/>
                  <a:pt x="221013" y="34249"/>
                  <a:pt x="226861" y="34249"/>
                </a:cubicBezTo>
                <a:cubicBezTo>
                  <a:pt x="234510" y="34249"/>
                  <a:pt x="241258" y="36218"/>
                  <a:pt x="247107" y="40154"/>
                </a:cubicBezTo>
                <a:cubicBezTo>
                  <a:pt x="252956" y="44091"/>
                  <a:pt x="257371" y="49644"/>
                  <a:pt x="260351" y="56815"/>
                </a:cubicBezTo>
                <a:cubicBezTo>
                  <a:pt x="263332" y="63985"/>
                  <a:pt x="264822" y="71845"/>
                  <a:pt x="264822" y="80393"/>
                </a:cubicBezTo>
                <a:cubicBezTo>
                  <a:pt x="264822" y="89560"/>
                  <a:pt x="263177" y="97813"/>
                  <a:pt x="259887" y="105152"/>
                </a:cubicBezTo>
                <a:cubicBezTo>
                  <a:pt x="256597" y="112491"/>
                  <a:pt x="251817" y="118115"/>
                  <a:pt x="245547" y="122023"/>
                </a:cubicBezTo>
                <a:cubicBezTo>
                  <a:pt x="239276" y="125932"/>
                  <a:pt x="232682" y="127886"/>
                  <a:pt x="225765" y="127886"/>
                </a:cubicBezTo>
                <a:cubicBezTo>
                  <a:pt x="220703" y="127886"/>
                  <a:pt x="216162" y="126818"/>
                  <a:pt x="212141" y="124681"/>
                </a:cubicBezTo>
                <a:cubicBezTo>
                  <a:pt x="208120" y="122544"/>
                  <a:pt x="204816" y="119844"/>
                  <a:pt x="202229" y="116582"/>
                </a:cubicBezTo>
                <a:lnTo>
                  <a:pt x="202229" y="160280"/>
                </a:lnTo>
                <a:lnTo>
                  <a:pt x="187045" y="160280"/>
                </a:lnTo>
                <a:moveTo>
                  <a:pt x="200795" y="81616"/>
                </a:moveTo>
                <a:cubicBezTo>
                  <a:pt x="200795" y="93131"/>
                  <a:pt x="203129" y="101640"/>
                  <a:pt x="207796" y="107145"/>
                </a:cubicBezTo>
                <a:cubicBezTo>
                  <a:pt x="212464" y="112649"/>
                  <a:pt x="218116" y="115401"/>
                  <a:pt x="224752" y="115401"/>
                </a:cubicBezTo>
                <a:cubicBezTo>
                  <a:pt x="231501" y="115401"/>
                  <a:pt x="237279" y="112551"/>
                  <a:pt x="242088" y="106849"/>
                </a:cubicBezTo>
                <a:cubicBezTo>
                  <a:pt x="246896" y="101148"/>
                  <a:pt x="249300" y="92315"/>
                  <a:pt x="249300" y="80351"/>
                </a:cubicBezTo>
                <a:cubicBezTo>
                  <a:pt x="249300" y="68948"/>
                  <a:pt x="246953" y="60411"/>
                  <a:pt x="242257" y="54738"/>
                </a:cubicBezTo>
                <a:cubicBezTo>
                  <a:pt x="237561" y="49065"/>
                  <a:pt x="231951" y="46228"/>
                  <a:pt x="225427" y="46228"/>
                </a:cubicBezTo>
                <a:cubicBezTo>
                  <a:pt x="218960" y="46228"/>
                  <a:pt x="213238" y="49247"/>
                  <a:pt x="208260" y="55286"/>
                </a:cubicBezTo>
                <a:cubicBezTo>
                  <a:pt x="203283" y="61324"/>
                  <a:pt x="200795" y="70101"/>
                  <a:pt x="200795" y="81616"/>
                </a:cubicBezTo>
                <a:close/>
                <a:moveTo>
                  <a:pt x="282763" y="125862"/>
                </a:moveTo>
                <a:lnTo>
                  <a:pt x="282763" y="2193"/>
                </a:lnTo>
                <a:lnTo>
                  <a:pt x="297948" y="2193"/>
                </a:lnTo>
                <a:lnTo>
                  <a:pt x="297948" y="125862"/>
                </a:lnTo>
                <a:lnTo>
                  <a:pt x="282763" y="125862"/>
                </a:lnTo>
                <a:close/>
                <a:moveTo>
                  <a:pt x="379915" y="114558"/>
                </a:moveTo>
                <a:cubicBezTo>
                  <a:pt x="374291" y="119431"/>
                  <a:pt x="368878" y="122871"/>
                  <a:pt x="363676" y="124878"/>
                </a:cubicBezTo>
                <a:cubicBezTo>
                  <a:pt x="358474" y="126884"/>
                  <a:pt x="352893" y="127886"/>
                  <a:pt x="346931" y="127886"/>
                </a:cubicBezTo>
                <a:cubicBezTo>
                  <a:pt x="337090" y="127886"/>
                  <a:pt x="329526" y="125482"/>
                  <a:pt x="324239" y="120674"/>
                </a:cubicBezTo>
                <a:cubicBezTo>
                  <a:pt x="318953" y="115865"/>
                  <a:pt x="316309" y="109721"/>
                  <a:pt x="316309" y="102241"/>
                </a:cubicBezTo>
                <a:cubicBezTo>
                  <a:pt x="316309" y="97855"/>
                  <a:pt x="317308" y="93848"/>
                  <a:pt x="319304" y="90220"/>
                </a:cubicBezTo>
                <a:cubicBezTo>
                  <a:pt x="321301" y="86593"/>
                  <a:pt x="323916" y="83683"/>
                  <a:pt x="327149" y="81489"/>
                </a:cubicBezTo>
                <a:cubicBezTo>
                  <a:pt x="330383" y="79296"/>
                  <a:pt x="334025" y="77637"/>
                  <a:pt x="338074" y="76512"/>
                </a:cubicBezTo>
                <a:cubicBezTo>
                  <a:pt x="341054" y="75725"/>
                  <a:pt x="345553" y="74966"/>
                  <a:pt x="351571" y="74235"/>
                </a:cubicBezTo>
                <a:cubicBezTo>
                  <a:pt x="363831" y="72773"/>
                  <a:pt x="372857" y="71029"/>
                  <a:pt x="378650" y="69005"/>
                </a:cubicBezTo>
                <a:cubicBezTo>
                  <a:pt x="378706" y="66933"/>
                  <a:pt x="378734" y="65616"/>
                  <a:pt x="378734" y="65056"/>
                </a:cubicBezTo>
                <a:cubicBezTo>
                  <a:pt x="378734" y="58892"/>
                  <a:pt x="377300" y="54550"/>
                  <a:pt x="374432" y="52030"/>
                </a:cubicBezTo>
                <a:cubicBezTo>
                  <a:pt x="370551" y="48612"/>
                  <a:pt x="364787" y="46903"/>
                  <a:pt x="357139" y="46903"/>
                </a:cubicBezTo>
                <a:cubicBezTo>
                  <a:pt x="349996" y="46903"/>
                  <a:pt x="344724" y="48154"/>
                  <a:pt x="341322" y="50657"/>
                </a:cubicBezTo>
                <a:cubicBezTo>
                  <a:pt x="337919" y="53159"/>
                  <a:pt x="335402" y="57588"/>
                  <a:pt x="333772" y="63943"/>
                </a:cubicBezTo>
                <a:lnTo>
                  <a:pt x="318925" y="61919"/>
                </a:lnTo>
                <a:cubicBezTo>
                  <a:pt x="320274" y="55544"/>
                  <a:pt x="322496" y="50397"/>
                  <a:pt x="325589" y="46476"/>
                </a:cubicBezTo>
                <a:cubicBezTo>
                  <a:pt x="328682" y="42555"/>
                  <a:pt x="333153" y="39537"/>
                  <a:pt x="339002" y="37423"/>
                </a:cubicBezTo>
                <a:cubicBezTo>
                  <a:pt x="344850" y="35307"/>
                  <a:pt x="351627" y="34249"/>
                  <a:pt x="359332" y="34249"/>
                </a:cubicBezTo>
                <a:cubicBezTo>
                  <a:pt x="366980" y="34249"/>
                  <a:pt x="373195" y="35153"/>
                  <a:pt x="377975" y="36959"/>
                </a:cubicBezTo>
                <a:cubicBezTo>
                  <a:pt x="382755" y="38764"/>
                  <a:pt x="386270" y="41036"/>
                  <a:pt x="388520" y="43774"/>
                </a:cubicBezTo>
                <a:cubicBezTo>
                  <a:pt x="390769" y="46510"/>
                  <a:pt x="392344" y="49967"/>
                  <a:pt x="393244" y="54144"/>
                </a:cubicBezTo>
                <a:cubicBezTo>
                  <a:pt x="393750" y="56740"/>
                  <a:pt x="394003" y="61403"/>
                  <a:pt x="394003" y="68132"/>
                </a:cubicBezTo>
                <a:lnTo>
                  <a:pt x="394003" y="88320"/>
                </a:lnTo>
                <a:cubicBezTo>
                  <a:pt x="394003" y="102395"/>
                  <a:pt x="394326" y="111310"/>
                  <a:pt x="394973" y="115064"/>
                </a:cubicBezTo>
                <a:cubicBezTo>
                  <a:pt x="395620" y="118818"/>
                  <a:pt x="396899" y="122417"/>
                  <a:pt x="398811" y="125862"/>
                </a:cubicBezTo>
                <a:lnTo>
                  <a:pt x="382952" y="125862"/>
                </a:lnTo>
                <a:cubicBezTo>
                  <a:pt x="381377" y="122640"/>
                  <a:pt x="380365" y="118872"/>
                  <a:pt x="379915" y="114558"/>
                </a:cubicBezTo>
                <a:moveTo>
                  <a:pt x="378650" y="80983"/>
                </a:moveTo>
                <a:cubicBezTo>
                  <a:pt x="373138" y="83222"/>
                  <a:pt x="364871" y="85126"/>
                  <a:pt x="353849" y="86693"/>
                </a:cubicBezTo>
                <a:cubicBezTo>
                  <a:pt x="347606" y="87588"/>
                  <a:pt x="343191" y="88595"/>
                  <a:pt x="340604" y="89714"/>
                </a:cubicBezTo>
                <a:cubicBezTo>
                  <a:pt x="338018" y="90834"/>
                  <a:pt x="336021" y="92471"/>
                  <a:pt x="334615" y="94626"/>
                </a:cubicBezTo>
                <a:cubicBezTo>
                  <a:pt x="333209" y="96780"/>
                  <a:pt x="332506" y="99173"/>
                  <a:pt x="332506" y="101804"/>
                </a:cubicBezTo>
                <a:cubicBezTo>
                  <a:pt x="332506" y="105834"/>
                  <a:pt x="334039" y="109192"/>
                  <a:pt x="337104" y="111879"/>
                </a:cubicBezTo>
                <a:cubicBezTo>
                  <a:pt x="340169" y="114565"/>
                  <a:pt x="344654" y="115907"/>
                  <a:pt x="350559" y="115907"/>
                </a:cubicBezTo>
                <a:cubicBezTo>
                  <a:pt x="356407" y="115907"/>
                  <a:pt x="361610" y="114632"/>
                  <a:pt x="366165" y="112082"/>
                </a:cubicBezTo>
                <a:cubicBezTo>
                  <a:pt x="370720" y="109530"/>
                  <a:pt x="374066" y="106045"/>
                  <a:pt x="376203" y="101625"/>
                </a:cubicBezTo>
                <a:cubicBezTo>
                  <a:pt x="377834" y="98213"/>
                  <a:pt x="378650" y="93179"/>
                  <a:pt x="378650" y="86522"/>
                </a:cubicBezTo>
                <a:lnTo>
                  <a:pt x="378650" y="80983"/>
                </a:lnTo>
                <a:close/>
                <a:moveTo>
                  <a:pt x="476225" y="125862"/>
                </a:moveTo>
                <a:lnTo>
                  <a:pt x="476225" y="112620"/>
                </a:lnTo>
                <a:cubicBezTo>
                  <a:pt x="469251" y="122797"/>
                  <a:pt x="459775" y="127886"/>
                  <a:pt x="447796" y="127886"/>
                </a:cubicBezTo>
                <a:cubicBezTo>
                  <a:pt x="442510" y="127886"/>
                  <a:pt x="437575" y="126874"/>
                  <a:pt x="432992" y="124849"/>
                </a:cubicBezTo>
                <a:cubicBezTo>
                  <a:pt x="428408" y="122825"/>
                  <a:pt x="425006" y="120280"/>
                  <a:pt x="422784" y="117215"/>
                </a:cubicBezTo>
                <a:cubicBezTo>
                  <a:pt x="420563" y="114150"/>
                  <a:pt x="419002" y="110396"/>
                  <a:pt x="418102" y="105953"/>
                </a:cubicBezTo>
                <a:cubicBezTo>
                  <a:pt x="417484" y="102973"/>
                  <a:pt x="417174" y="98249"/>
                  <a:pt x="417174" y="91781"/>
                </a:cubicBezTo>
                <a:lnTo>
                  <a:pt x="417174" y="36274"/>
                </a:lnTo>
                <a:lnTo>
                  <a:pt x="432359" y="36274"/>
                </a:lnTo>
                <a:lnTo>
                  <a:pt x="432359" y="85908"/>
                </a:lnTo>
                <a:cubicBezTo>
                  <a:pt x="432359" y="93829"/>
                  <a:pt x="432668" y="99165"/>
                  <a:pt x="433287" y="101917"/>
                </a:cubicBezTo>
                <a:cubicBezTo>
                  <a:pt x="434243" y="105907"/>
                  <a:pt x="436267" y="109039"/>
                  <a:pt x="439361" y="111315"/>
                </a:cubicBezTo>
                <a:cubicBezTo>
                  <a:pt x="442454" y="113589"/>
                  <a:pt x="446278" y="114726"/>
                  <a:pt x="450833" y="114726"/>
                </a:cubicBezTo>
                <a:cubicBezTo>
                  <a:pt x="455388" y="114726"/>
                  <a:pt x="459663" y="113561"/>
                  <a:pt x="463656" y="111231"/>
                </a:cubicBezTo>
                <a:cubicBezTo>
                  <a:pt x="467648" y="108899"/>
                  <a:pt x="470474" y="105725"/>
                  <a:pt x="472133" y="101709"/>
                </a:cubicBezTo>
                <a:cubicBezTo>
                  <a:pt x="473792" y="97691"/>
                  <a:pt x="474622" y="91863"/>
                  <a:pt x="474622" y="84223"/>
                </a:cubicBezTo>
                <a:lnTo>
                  <a:pt x="474622" y="36274"/>
                </a:lnTo>
                <a:lnTo>
                  <a:pt x="489806" y="36274"/>
                </a:lnTo>
                <a:lnTo>
                  <a:pt x="489806" y="125862"/>
                </a:lnTo>
                <a:lnTo>
                  <a:pt x="476225" y="125862"/>
                </a:lnTo>
                <a:close/>
                <a:moveTo>
                  <a:pt x="507496" y="99036"/>
                </a:moveTo>
                <a:lnTo>
                  <a:pt x="522511" y="96674"/>
                </a:lnTo>
                <a:cubicBezTo>
                  <a:pt x="523355" y="102718"/>
                  <a:pt x="525703" y="107350"/>
                  <a:pt x="529555" y="110572"/>
                </a:cubicBezTo>
                <a:cubicBezTo>
                  <a:pt x="533407" y="113791"/>
                  <a:pt x="538792" y="115401"/>
                  <a:pt x="545710" y="115401"/>
                </a:cubicBezTo>
                <a:cubicBezTo>
                  <a:pt x="552683" y="115401"/>
                  <a:pt x="557857" y="113981"/>
                  <a:pt x="561231" y="111141"/>
                </a:cubicBezTo>
                <a:cubicBezTo>
                  <a:pt x="564606" y="108301"/>
                  <a:pt x="566293" y="104969"/>
                  <a:pt x="566293" y="101145"/>
                </a:cubicBezTo>
                <a:cubicBezTo>
                  <a:pt x="566293" y="97714"/>
                  <a:pt x="564803" y="95015"/>
                  <a:pt x="561822" y="93046"/>
                </a:cubicBezTo>
                <a:cubicBezTo>
                  <a:pt x="559741" y="91697"/>
                  <a:pt x="554567" y="89981"/>
                  <a:pt x="546300" y="87901"/>
                </a:cubicBezTo>
                <a:cubicBezTo>
                  <a:pt x="535165" y="85089"/>
                  <a:pt x="527446" y="82656"/>
                  <a:pt x="523144" y="80604"/>
                </a:cubicBezTo>
                <a:cubicBezTo>
                  <a:pt x="518842" y="78551"/>
                  <a:pt x="515580" y="75711"/>
                  <a:pt x="513358" y="72084"/>
                </a:cubicBezTo>
                <a:cubicBezTo>
                  <a:pt x="511137" y="68456"/>
                  <a:pt x="510026" y="64449"/>
                  <a:pt x="510026" y="60063"/>
                </a:cubicBezTo>
                <a:cubicBezTo>
                  <a:pt x="510026" y="56070"/>
                  <a:pt x="510940" y="52372"/>
                  <a:pt x="512768" y="48970"/>
                </a:cubicBezTo>
                <a:cubicBezTo>
                  <a:pt x="514596" y="45567"/>
                  <a:pt x="517084" y="42741"/>
                  <a:pt x="520234" y="40492"/>
                </a:cubicBezTo>
                <a:cubicBezTo>
                  <a:pt x="522596" y="38748"/>
                  <a:pt x="525815" y="37272"/>
                  <a:pt x="529893" y="36063"/>
                </a:cubicBezTo>
                <a:cubicBezTo>
                  <a:pt x="533970" y="34854"/>
                  <a:pt x="538342" y="34249"/>
                  <a:pt x="543010" y="34249"/>
                </a:cubicBezTo>
                <a:cubicBezTo>
                  <a:pt x="550040" y="34249"/>
                  <a:pt x="556212" y="35261"/>
                  <a:pt x="561527" y="37286"/>
                </a:cubicBezTo>
                <a:cubicBezTo>
                  <a:pt x="566841" y="39311"/>
                  <a:pt x="570764" y="42052"/>
                  <a:pt x="573295" y="45511"/>
                </a:cubicBezTo>
                <a:cubicBezTo>
                  <a:pt x="575825" y="48970"/>
                  <a:pt x="577569" y="53595"/>
                  <a:pt x="578525" y="59388"/>
                </a:cubicBezTo>
                <a:lnTo>
                  <a:pt x="563678" y="61412"/>
                </a:lnTo>
                <a:cubicBezTo>
                  <a:pt x="563003" y="56801"/>
                  <a:pt x="561049" y="53202"/>
                  <a:pt x="557815" y="50615"/>
                </a:cubicBezTo>
                <a:cubicBezTo>
                  <a:pt x="554581" y="48028"/>
                  <a:pt x="550012" y="46734"/>
                  <a:pt x="544107" y="46734"/>
                </a:cubicBezTo>
                <a:cubicBezTo>
                  <a:pt x="537133" y="46734"/>
                  <a:pt x="532156" y="47887"/>
                  <a:pt x="529175" y="50193"/>
                </a:cubicBezTo>
                <a:cubicBezTo>
                  <a:pt x="526195" y="52499"/>
                  <a:pt x="524705" y="55198"/>
                  <a:pt x="524705" y="58291"/>
                </a:cubicBezTo>
                <a:cubicBezTo>
                  <a:pt x="524705" y="60259"/>
                  <a:pt x="525323" y="62031"/>
                  <a:pt x="526560" y="63606"/>
                </a:cubicBezTo>
                <a:cubicBezTo>
                  <a:pt x="527798" y="65237"/>
                  <a:pt x="529738" y="66586"/>
                  <a:pt x="532381" y="67655"/>
                </a:cubicBezTo>
                <a:cubicBezTo>
                  <a:pt x="533900" y="68217"/>
                  <a:pt x="538370" y="69511"/>
                  <a:pt x="545794" y="71535"/>
                </a:cubicBezTo>
                <a:cubicBezTo>
                  <a:pt x="556535" y="74403"/>
                  <a:pt x="564029" y="76751"/>
                  <a:pt x="568275" y="78579"/>
                </a:cubicBezTo>
                <a:cubicBezTo>
                  <a:pt x="572521" y="80407"/>
                  <a:pt x="575853" y="83064"/>
                  <a:pt x="578272" y="86551"/>
                </a:cubicBezTo>
                <a:cubicBezTo>
                  <a:pt x="580690" y="90038"/>
                  <a:pt x="581899" y="94368"/>
                  <a:pt x="581899" y="99542"/>
                </a:cubicBezTo>
                <a:cubicBezTo>
                  <a:pt x="581899" y="104603"/>
                  <a:pt x="580423" y="109370"/>
                  <a:pt x="577470" y="113841"/>
                </a:cubicBezTo>
                <a:cubicBezTo>
                  <a:pt x="574518" y="118312"/>
                  <a:pt x="570258" y="121770"/>
                  <a:pt x="564690" y="124217"/>
                </a:cubicBezTo>
                <a:cubicBezTo>
                  <a:pt x="559122" y="126663"/>
                  <a:pt x="552824" y="127886"/>
                  <a:pt x="545794" y="127886"/>
                </a:cubicBezTo>
                <a:cubicBezTo>
                  <a:pt x="534153" y="127886"/>
                  <a:pt x="525281" y="125461"/>
                  <a:pt x="519179" y="120610"/>
                </a:cubicBezTo>
                <a:cubicBezTo>
                  <a:pt x="513077" y="115760"/>
                  <a:pt x="509183" y="108568"/>
                  <a:pt x="507496" y="99036"/>
                </a:cubicBezTo>
                <a:close/>
                <a:moveTo>
                  <a:pt x="600036" y="19571"/>
                </a:moveTo>
                <a:lnTo>
                  <a:pt x="600036" y="2193"/>
                </a:lnTo>
                <a:lnTo>
                  <a:pt x="615221" y="2193"/>
                </a:lnTo>
                <a:lnTo>
                  <a:pt x="615221" y="19571"/>
                </a:lnTo>
                <a:lnTo>
                  <a:pt x="600036" y="19571"/>
                </a:lnTo>
                <a:moveTo>
                  <a:pt x="600036" y="125862"/>
                </a:moveTo>
                <a:lnTo>
                  <a:pt x="600036" y="36274"/>
                </a:lnTo>
                <a:lnTo>
                  <a:pt x="615221" y="36274"/>
                </a:lnTo>
                <a:lnTo>
                  <a:pt x="615221" y="125862"/>
                </a:lnTo>
                <a:lnTo>
                  <a:pt x="600036" y="125862"/>
                </a:lnTo>
                <a:close/>
                <a:moveTo>
                  <a:pt x="652308" y="125862"/>
                </a:moveTo>
                <a:lnTo>
                  <a:pt x="638221" y="125862"/>
                </a:lnTo>
                <a:lnTo>
                  <a:pt x="638221" y="2193"/>
                </a:lnTo>
                <a:lnTo>
                  <a:pt x="653405" y="2193"/>
                </a:lnTo>
                <a:lnTo>
                  <a:pt x="653405" y="46312"/>
                </a:lnTo>
                <a:cubicBezTo>
                  <a:pt x="659816" y="38270"/>
                  <a:pt x="667999" y="34249"/>
                  <a:pt x="677953" y="34249"/>
                </a:cubicBezTo>
                <a:cubicBezTo>
                  <a:pt x="683464" y="34249"/>
                  <a:pt x="688680" y="35360"/>
                  <a:pt x="693601" y="37581"/>
                </a:cubicBezTo>
                <a:cubicBezTo>
                  <a:pt x="698522" y="39803"/>
                  <a:pt x="702571" y="42924"/>
                  <a:pt x="705749" y="46945"/>
                </a:cubicBezTo>
                <a:cubicBezTo>
                  <a:pt x="708926" y="50966"/>
                  <a:pt x="711415" y="55817"/>
                  <a:pt x="713214" y="61497"/>
                </a:cubicBezTo>
                <a:cubicBezTo>
                  <a:pt x="715014" y="67177"/>
                  <a:pt x="715914" y="73251"/>
                  <a:pt x="715914" y="79718"/>
                </a:cubicBezTo>
                <a:cubicBezTo>
                  <a:pt x="715914" y="95071"/>
                  <a:pt x="712118" y="106937"/>
                  <a:pt x="704526" y="115317"/>
                </a:cubicBezTo>
                <a:cubicBezTo>
                  <a:pt x="696933" y="123696"/>
                  <a:pt x="687823" y="127886"/>
                  <a:pt x="677194" y="127886"/>
                </a:cubicBezTo>
                <a:cubicBezTo>
                  <a:pt x="666621" y="127886"/>
                  <a:pt x="658326" y="123471"/>
                  <a:pt x="652308" y="114642"/>
                </a:cubicBezTo>
                <a:lnTo>
                  <a:pt x="652308" y="125862"/>
                </a:lnTo>
                <a:moveTo>
                  <a:pt x="652140" y="80393"/>
                </a:moveTo>
                <a:cubicBezTo>
                  <a:pt x="652140" y="91134"/>
                  <a:pt x="653602" y="98895"/>
                  <a:pt x="656526" y="103676"/>
                </a:cubicBezTo>
                <a:cubicBezTo>
                  <a:pt x="661306" y="111493"/>
                  <a:pt x="667774" y="115401"/>
                  <a:pt x="675928" y="115401"/>
                </a:cubicBezTo>
                <a:cubicBezTo>
                  <a:pt x="682565" y="115401"/>
                  <a:pt x="688301" y="112519"/>
                  <a:pt x="693137" y="106755"/>
                </a:cubicBezTo>
                <a:cubicBezTo>
                  <a:pt x="697974" y="100990"/>
                  <a:pt x="700392" y="92400"/>
                  <a:pt x="700392" y="80983"/>
                </a:cubicBezTo>
                <a:cubicBezTo>
                  <a:pt x="700392" y="69286"/>
                  <a:pt x="698072" y="60653"/>
                  <a:pt x="693433" y="55086"/>
                </a:cubicBezTo>
                <a:cubicBezTo>
                  <a:pt x="688793" y="49518"/>
                  <a:pt x="683183" y="46734"/>
                  <a:pt x="676603" y="46734"/>
                </a:cubicBezTo>
                <a:cubicBezTo>
                  <a:pt x="669967" y="46734"/>
                  <a:pt x="664231" y="49616"/>
                  <a:pt x="659394" y="55381"/>
                </a:cubicBezTo>
                <a:cubicBezTo>
                  <a:pt x="654558" y="61145"/>
                  <a:pt x="652140" y="69483"/>
                  <a:pt x="652140" y="80393"/>
                </a:cubicBezTo>
                <a:close/>
                <a:moveTo>
                  <a:pt x="734446" y="19571"/>
                </a:moveTo>
                <a:lnTo>
                  <a:pt x="734446" y="2193"/>
                </a:lnTo>
                <a:lnTo>
                  <a:pt x="749631" y="2193"/>
                </a:lnTo>
                <a:lnTo>
                  <a:pt x="749631" y="19571"/>
                </a:lnTo>
                <a:lnTo>
                  <a:pt x="734446" y="19571"/>
                </a:lnTo>
                <a:moveTo>
                  <a:pt x="734446" y="125862"/>
                </a:moveTo>
                <a:lnTo>
                  <a:pt x="734446" y="36274"/>
                </a:lnTo>
                <a:lnTo>
                  <a:pt x="749631" y="36274"/>
                </a:lnTo>
                <a:lnTo>
                  <a:pt x="749631" y="125862"/>
                </a:lnTo>
                <a:lnTo>
                  <a:pt x="734446" y="125862"/>
                </a:lnTo>
                <a:close/>
                <a:moveTo>
                  <a:pt x="772379" y="125862"/>
                </a:moveTo>
                <a:lnTo>
                  <a:pt x="772379" y="2193"/>
                </a:lnTo>
                <a:lnTo>
                  <a:pt x="787563" y="2193"/>
                </a:lnTo>
                <a:lnTo>
                  <a:pt x="787563" y="125862"/>
                </a:lnTo>
                <a:lnTo>
                  <a:pt x="772379" y="125862"/>
                </a:lnTo>
                <a:close/>
                <a:moveTo>
                  <a:pt x="811154" y="19571"/>
                </a:moveTo>
                <a:lnTo>
                  <a:pt x="811154" y="2193"/>
                </a:lnTo>
                <a:lnTo>
                  <a:pt x="826338" y="2193"/>
                </a:lnTo>
                <a:lnTo>
                  <a:pt x="826338" y="19571"/>
                </a:lnTo>
                <a:lnTo>
                  <a:pt x="811154" y="19571"/>
                </a:lnTo>
                <a:moveTo>
                  <a:pt x="811154" y="125862"/>
                </a:moveTo>
                <a:lnTo>
                  <a:pt x="811154" y="36274"/>
                </a:lnTo>
                <a:lnTo>
                  <a:pt x="826338" y="36274"/>
                </a:lnTo>
                <a:lnTo>
                  <a:pt x="826338" y="125862"/>
                </a:lnTo>
                <a:lnTo>
                  <a:pt x="811154" y="125862"/>
                </a:lnTo>
                <a:close/>
                <a:moveTo>
                  <a:pt x="882576" y="112280"/>
                </a:moveTo>
                <a:lnTo>
                  <a:pt x="884769" y="125693"/>
                </a:lnTo>
                <a:cubicBezTo>
                  <a:pt x="880495" y="126593"/>
                  <a:pt x="876671" y="127043"/>
                  <a:pt x="873296" y="127043"/>
                </a:cubicBezTo>
                <a:cubicBezTo>
                  <a:pt x="867785" y="127043"/>
                  <a:pt x="863511" y="126171"/>
                  <a:pt x="860474" y="124428"/>
                </a:cubicBezTo>
                <a:cubicBezTo>
                  <a:pt x="857437" y="122684"/>
                  <a:pt x="855300" y="120392"/>
                  <a:pt x="854063" y="117552"/>
                </a:cubicBezTo>
                <a:cubicBezTo>
                  <a:pt x="852825" y="114712"/>
                  <a:pt x="852207" y="108737"/>
                  <a:pt x="852207" y="99626"/>
                </a:cubicBezTo>
                <a:lnTo>
                  <a:pt x="852207" y="48084"/>
                </a:lnTo>
                <a:lnTo>
                  <a:pt x="841072" y="48084"/>
                </a:lnTo>
                <a:lnTo>
                  <a:pt x="841072" y="36274"/>
                </a:lnTo>
                <a:lnTo>
                  <a:pt x="852207" y="36274"/>
                </a:lnTo>
                <a:lnTo>
                  <a:pt x="852207" y="14088"/>
                </a:lnTo>
                <a:lnTo>
                  <a:pt x="867307" y="4977"/>
                </a:lnTo>
                <a:lnTo>
                  <a:pt x="867307" y="36274"/>
                </a:lnTo>
                <a:lnTo>
                  <a:pt x="882576" y="36274"/>
                </a:lnTo>
                <a:lnTo>
                  <a:pt x="882576" y="48084"/>
                </a:lnTo>
                <a:lnTo>
                  <a:pt x="867307" y="48084"/>
                </a:lnTo>
                <a:lnTo>
                  <a:pt x="867307" y="100470"/>
                </a:lnTo>
                <a:cubicBezTo>
                  <a:pt x="867307" y="104800"/>
                  <a:pt x="867574" y="107584"/>
                  <a:pt x="868108" y="108821"/>
                </a:cubicBezTo>
                <a:cubicBezTo>
                  <a:pt x="868642" y="110059"/>
                  <a:pt x="869514" y="111043"/>
                  <a:pt x="870723" y="111774"/>
                </a:cubicBezTo>
                <a:cubicBezTo>
                  <a:pt x="871932" y="112505"/>
                  <a:pt x="873662" y="112871"/>
                  <a:pt x="875911" y="112871"/>
                </a:cubicBezTo>
                <a:cubicBezTo>
                  <a:pt x="877598" y="112871"/>
                  <a:pt x="879820" y="112674"/>
                  <a:pt x="882576" y="112280"/>
                </a:cubicBezTo>
                <a:close/>
                <a:moveTo>
                  <a:pt x="896604" y="160459"/>
                </a:moveTo>
                <a:lnTo>
                  <a:pt x="894917" y="146276"/>
                </a:lnTo>
                <a:cubicBezTo>
                  <a:pt x="898235" y="147176"/>
                  <a:pt x="901131" y="147626"/>
                  <a:pt x="903606" y="147626"/>
                </a:cubicBezTo>
                <a:cubicBezTo>
                  <a:pt x="906980" y="147626"/>
                  <a:pt x="909680" y="147063"/>
                  <a:pt x="911704" y="145936"/>
                </a:cubicBezTo>
                <a:cubicBezTo>
                  <a:pt x="913729" y="144810"/>
                  <a:pt x="915388" y="143232"/>
                  <a:pt x="916681" y="141204"/>
                </a:cubicBezTo>
                <a:cubicBezTo>
                  <a:pt x="917637" y="139684"/>
                  <a:pt x="919184" y="135911"/>
                  <a:pt x="921321" y="129884"/>
                </a:cubicBezTo>
                <a:cubicBezTo>
                  <a:pt x="921602" y="129039"/>
                  <a:pt x="922052" y="127800"/>
                  <a:pt x="922671" y="126167"/>
                </a:cubicBezTo>
                <a:lnTo>
                  <a:pt x="888675" y="36274"/>
                </a:lnTo>
                <a:lnTo>
                  <a:pt x="905040" y="36274"/>
                </a:lnTo>
                <a:lnTo>
                  <a:pt x="923683" y="88170"/>
                </a:lnTo>
                <a:cubicBezTo>
                  <a:pt x="926101" y="94751"/>
                  <a:pt x="928266" y="101670"/>
                  <a:pt x="930178" y="108927"/>
                </a:cubicBezTo>
                <a:cubicBezTo>
                  <a:pt x="931922" y="101937"/>
                  <a:pt x="934003" y="95126"/>
                  <a:pt x="936421" y="88494"/>
                </a:cubicBezTo>
                <a:lnTo>
                  <a:pt x="955570" y="36274"/>
                </a:lnTo>
                <a:lnTo>
                  <a:pt x="970755" y="36274"/>
                </a:lnTo>
                <a:lnTo>
                  <a:pt x="936674" y="127369"/>
                </a:lnTo>
                <a:cubicBezTo>
                  <a:pt x="933019" y="137238"/>
                  <a:pt x="930178" y="144033"/>
                  <a:pt x="928154" y="147755"/>
                </a:cubicBezTo>
                <a:cubicBezTo>
                  <a:pt x="925454" y="152774"/>
                  <a:pt x="922361" y="156454"/>
                  <a:pt x="918875" y="158793"/>
                </a:cubicBezTo>
                <a:cubicBezTo>
                  <a:pt x="915388" y="161134"/>
                  <a:pt x="911226" y="162304"/>
                  <a:pt x="906390" y="162304"/>
                </a:cubicBezTo>
                <a:cubicBezTo>
                  <a:pt x="903465" y="162304"/>
                  <a:pt x="900203" y="161689"/>
                  <a:pt x="896604" y="160459"/>
                </a:cubicBezTo>
                <a:close/>
                <a:moveTo>
                  <a:pt x="972273" y="128055"/>
                </a:moveTo>
                <a:lnTo>
                  <a:pt x="1008125" y="0"/>
                </a:lnTo>
                <a:lnTo>
                  <a:pt x="1020273" y="0"/>
                </a:lnTo>
                <a:lnTo>
                  <a:pt x="984505" y="128055"/>
                </a:lnTo>
                <a:lnTo>
                  <a:pt x="972273" y="128055"/>
                </a:lnTo>
                <a:close/>
                <a:moveTo>
                  <a:pt x="1031517" y="125862"/>
                </a:moveTo>
                <a:lnTo>
                  <a:pt x="1031517" y="36274"/>
                </a:lnTo>
                <a:lnTo>
                  <a:pt x="1045099" y="36274"/>
                </a:lnTo>
                <a:lnTo>
                  <a:pt x="1045099" y="48843"/>
                </a:lnTo>
                <a:cubicBezTo>
                  <a:pt x="1047911" y="44456"/>
                  <a:pt x="1051651" y="40928"/>
                  <a:pt x="1056318" y="38256"/>
                </a:cubicBezTo>
                <a:cubicBezTo>
                  <a:pt x="1060986" y="35585"/>
                  <a:pt x="1066301" y="34249"/>
                  <a:pt x="1072262" y="34249"/>
                </a:cubicBezTo>
                <a:cubicBezTo>
                  <a:pt x="1078898" y="34249"/>
                  <a:pt x="1084339" y="35627"/>
                  <a:pt x="1088585" y="38383"/>
                </a:cubicBezTo>
                <a:cubicBezTo>
                  <a:pt x="1092831" y="41138"/>
                  <a:pt x="1095826" y="44991"/>
                  <a:pt x="1097569" y="49940"/>
                </a:cubicBezTo>
                <a:cubicBezTo>
                  <a:pt x="1104655" y="39479"/>
                  <a:pt x="1113878" y="34249"/>
                  <a:pt x="1125239" y="34249"/>
                </a:cubicBezTo>
                <a:cubicBezTo>
                  <a:pt x="1134124" y="34249"/>
                  <a:pt x="1140957" y="36710"/>
                  <a:pt x="1145737" y="41630"/>
                </a:cubicBezTo>
                <a:cubicBezTo>
                  <a:pt x="1150518" y="46551"/>
                  <a:pt x="1152908" y="54129"/>
                  <a:pt x="1152908" y="64365"/>
                </a:cubicBezTo>
                <a:lnTo>
                  <a:pt x="1152908" y="125862"/>
                </a:lnTo>
                <a:lnTo>
                  <a:pt x="1137808" y="125862"/>
                </a:lnTo>
                <a:lnTo>
                  <a:pt x="1137808" y="69426"/>
                </a:lnTo>
                <a:cubicBezTo>
                  <a:pt x="1137808" y="63353"/>
                  <a:pt x="1137316" y="58980"/>
                  <a:pt x="1136332" y="56309"/>
                </a:cubicBezTo>
                <a:cubicBezTo>
                  <a:pt x="1135347" y="53637"/>
                  <a:pt x="1133562" y="51486"/>
                  <a:pt x="1130975" y="49855"/>
                </a:cubicBezTo>
                <a:cubicBezTo>
                  <a:pt x="1128388" y="48224"/>
                  <a:pt x="1125351" y="47409"/>
                  <a:pt x="1121864" y="47409"/>
                </a:cubicBezTo>
                <a:cubicBezTo>
                  <a:pt x="1115566" y="47409"/>
                  <a:pt x="1110335" y="49504"/>
                  <a:pt x="1106174" y="53694"/>
                </a:cubicBezTo>
                <a:cubicBezTo>
                  <a:pt x="1102012" y="57883"/>
                  <a:pt x="1099931" y="64590"/>
                  <a:pt x="1099931" y="73813"/>
                </a:cubicBezTo>
                <a:lnTo>
                  <a:pt x="1099931" y="125862"/>
                </a:lnTo>
                <a:lnTo>
                  <a:pt x="1084747" y="125862"/>
                </a:lnTo>
                <a:lnTo>
                  <a:pt x="1084747" y="67655"/>
                </a:lnTo>
                <a:cubicBezTo>
                  <a:pt x="1084747" y="60906"/>
                  <a:pt x="1083510" y="55845"/>
                  <a:pt x="1081035" y="52470"/>
                </a:cubicBezTo>
                <a:cubicBezTo>
                  <a:pt x="1078561" y="49096"/>
                  <a:pt x="1074511" y="47409"/>
                  <a:pt x="1068888" y="47409"/>
                </a:cubicBezTo>
                <a:cubicBezTo>
                  <a:pt x="1064614" y="47409"/>
                  <a:pt x="1060663" y="48534"/>
                  <a:pt x="1057035" y="50783"/>
                </a:cubicBezTo>
                <a:cubicBezTo>
                  <a:pt x="1053408" y="53033"/>
                  <a:pt x="1050779" y="56323"/>
                  <a:pt x="1049148" y="60653"/>
                </a:cubicBezTo>
                <a:cubicBezTo>
                  <a:pt x="1047517" y="64983"/>
                  <a:pt x="1046702" y="71226"/>
                  <a:pt x="1046702" y="79381"/>
                </a:cubicBezTo>
                <a:lnTo>
                  <a:pt x="1046702" y="125862"/>
                </a:lnTo>
                <a:lnTo>
                  <a:pt x="1031517" y="125862"/>
                </a:lnTo>
                <a:close/>
                <a:moveTo>
                  <a:pt x="1175514" y="19571"/>
                </a:moveTo>
                <a:lnTo>
                  <a:pt x="1175514" y="2193"/>
                </a:lnTo>
                <a:lnTo>
                  <a:pt x="1190698" y="2193"/>
                </a:lnTo>
                <a:lnTo>
                  <a:pt x="1190698" y="19571"/>
                </a:lnTo>
                <a:lnTo>
                  <a:pt x="1175514" y="19571"/>
                </a:lnTo>
                <a:moveTo>
                  <a:pt x="1175514" y="125862"/>
                </a:moveTo>
                <a:lnTo>
                  <a:pt x="1175514" y="36274"/>
                </a:lnTo>
                <a:lnTo>
                  <a:pt x="1190698" y="36274"/>
                </a:lnTo>
                <a:lnTo>
                  <a:pt x="1190698" y="125862"/>
                </a:lnTo>
                <a:lnTo>
                  <a:pt x="1175514" y="125862"/>
                </a:lnTo>
                <a:close/>
                <a:moveTo>
                  <a:pt x="1207709" y="99036"/>
                </a:moveTo>
                <a:lnTo>
                  <a:pt x="1222725" y="96674"/>
                </a:lnTo>
                <a:cubicBezTo>
                  <a:pt x="1223568" y="102718"/>
                  <a:pt x="1225916" y="107350"/>
                  <a:pt x="1229769" y="110572"/>
                </a:cubicBezTo>
                <a:cubicBezTo>
                  <a:pt x="1233621" y="113791"/>
                  <a:pt x="1239006" y="115401"/>
                  <a:pt x="1245923" y="115401"/>
                </a:cubicBezTo>
                <a:cubicBezTo>
                  <a:pt x="1252897" y="115401"/>
                  <a:pt x="1258071" y="113981"/>
                  <a:pt x="1261445" y="111141"/>
                </a:cubicBezTo>
                <a:cubicBezTo>
                  <a:pt x="1264819" y="108301"/>
                  <a:pt x="1266506" y="104969"/>
                  <a:pt x="1266506" y="101145"/>
                </a:cubicBezTo>
                <a:cubicBezTo>
                  <a:pt x="1266506" y="97714"/>
                  <a:pt x="1265016" y="95015"/>
                  <a:pt x="1262035" y="93046"/>
                </a:cubicBezTo>
                <a:cubicBezTo>
                  <a:pt x="1259955" y="91697"/>
                  <a:pt x="1254781" y="89981"/>
                  <a:pt x="1246514" y="87901"/>
                </a:cubicBezTo>
                <a:cubicBezTo>
                  <a:pt x="1235378" y="85089"/>
                  <a:pt x="1227660" y="82656"/>
                  <a:pt x="1223357" y="80604"/>
                </a:cubicBezTo>
                <a:cubicBezTo>
                  <a:pt x="1219055" y="78551"/>
                  <a:pt x="1215793" y="75711"/>
                  <a:pt x="1213572" y="72084"/>
                </a:cubicBezTo>
                <a:cubicBezTo>
                  <a:pt x="1211351" y="68456"/>
                  <a:pt x="1210240" y="64449"/>
                  <a:pt x="1210240" y="60063"/>
                </a:cubicBezTo>
                <a:cubicBezTo>
                  <a:pt x="1210240" y="56070"/>
                  <a:pt x="1211154" y="52372"/>
                  <a:pt x="1212981" y="48970"/>
                </a:cubicBezTo>
                <a:cubicBezTo>
                  <a:pt x="1214809" y="45567"/>
                  <a:pt x="1217298" y="42741"/>
                  <a:pt x="1220447" y="40492"/>
                </a:cubicBezTo>
                <a:cubicBezTo>
                  <a:pt x="1222809" y="38748"/>
                  <a:pt x="1226029" y="37272"/>
                  <a:pt x="1230106" y="36063"/>
                </a:cubicBezTo>
                <a:cubicBezTo>
                  <a:pt x="1234183" y="34854"/>
                  <a:pt x="1238556" y="34249"/>
                  <a:pt x="1243224" y="34249"/>
                </a:cubicBezTo>
                <a:cubicBezTo>
                  <a:pt x="1250253" y="34249"/>
                  <a:pt x="1256426" y="35261"/>
                  <a:pt x="1261740" y="37286"/>
                </a:cubicBezTo>
                <a:cubicBezTo>
                  <a:pt x="1267055" y="39311"/>
                  <a:pt x="1270977" y="42052"/>
                  <a:pt x="1273508" y="45511"/>
                </a:cubicBezTo>
                <a:cubicBezTo>
                  <a:pt x="1276039" y="48970"/>
                  <a:pt x="1277782" y="53595"/>
                  <a:pt x="1278738" y="59388"/>
                </a:cubicBezTo>
                <a:lnTo>
                  <a:pt x="1263891" y="61412"/>
                </a:lnTo>
                <a:cubicBezTo>
                  <a:pt x="1263216" y="56801"/>
                  <a:pt x="1261262" y="53202"/>
                  <a:pt x="1258028" y="50615"/>
                </a:cubicBezTo>
                <a:cubicBezTo>
                  <a:pt x="1254795" y="48028"/>
                  <a:pt x="1250225" y="46734"/>
                  <a:pt x="1244320" y="46734"/>
                </a:cubicBezTo>
                <a:cubicBezTo>
                  <a:pt x="1237347" y="46734"/>
                  <a:pt x="1232370" y="47887"/>
                  <a:pt x="1229389" y="50193"/>
                </a:cubicBezTo>
                <a:cubicBezTo>
                  <a:pt x="1226408" y="52499"/>
                  <a:pt x="1224918" y="55198"/>
                  <a:pt x="1224918" y="58291"/>
                </a:cubicBezTo>
                <a:cubicBezTo>
                  <a:pt x="1224918" y="60259"/>
                  <a:pt x="1225537" y="62031"/>
                  <a:pt x="1226774" y="63606"/>
                </a:cubicBezTo>
                <a:cubicBezTo>
                  <a:pt x="1228011" y="65237"/>
                  <a:pt x="1229951" y="66586"/>
                  <a:pt x="1232595" y="67655"/>
                </a:cubicBezTo>
                <a:cubicBezTo>
                  <a:pt x="1234113" y="68217"/>
                  <a:pt x="1238584" y="69511"/>
                  <a:pt x="1246007" y="71535"/>
                </a:cubicBezTo>
                <a:cubicBezTo>
                  <a:pt x="1256749" y="74403"/>
                  <a:pt x="1264243" y="76751"/>
                  <a:pt x="1268489" y="78579"/>
                </a:cubicBezTo>
                <a:cubicBezTo>
                  <a:pt x="1272735" y="80407"/>
                  <a:pt x="1276067" y="83064"/>
                  <a:pt x="1278485" y="86551"/>
                </a:cubicBezTo>
                <a:cubicBezTo>
                  <a:pt x="1280903" y="90038"/>
                  <a:pt x="1282113" y="94368"/>
                  <a:pt x="1282113" y="99542"/>
                </a:cubicBezTo>
                <a:cubicBezTo>
                  <a:pt x="1282113" y="104603"/>
                  <a:pt x="1280636" y="109370"/>
                  <a:pt x="1277684" y="113841"/>
                </a:cubicBezTo>
                <a:cubicBezTo>
                  <a:pt x="1274731" y="118312"/>
                  <a:pt x="1270471" y="121770"/>
                  <a:pt x="1264904" y="124217"/>
                </a:cubicBezTo>
                <a:cubicBezTo>
                  <a:pt x="1259336" y="126663"/>
                  <a:pt x="1253037" y="127886"/>
                  <a:pt x="1246007" y="127886"/>
                </a:cubicBezTo>
                <a:cubicBezTo>
                  <a:pt x="1234366" y="127886"/>
                  <a:pt x="1225494" y="125461"/>
                  <a:pt x="1219393" y="120610"/>
                </a:cubicBezTo>
                <a:cubicBezTo>
                  <a:pt x="1213291" y="115760"/>
                  <a:pt x="1209396" y="108568"/>
                  <a:pt x="1207709" y="99036"/>
                </a:cubicBezTo>
                <a:close/>
                <a:moveTo>
                  <a:pt x="1358625" y="114558"/>
                </a:moveTo>
                <a:cubicBezTo>
                  <a:pt x="1353001" y="119431"/>
                  <a:pt x="1347588" y="122871"/>
                  <a:pt x="1342386" y="124878"/>
                </a:cubicBezTo>
                <a:cubicBezTo>
                  <a:pt x="1337184" y="126884"/>
                  <a:pt x="1331602" y="127886"/>
                  <a:pt x="1325641" y="127886"/>
                </a:cubicBezTo>
                <a:cubicBezTo>
                  <a:pt x="1315799" y="127886"/>
                  <a:pt x="1308235" y="125482"/>
                  <a:pt x="1302949" y="120674"/>
                </a:cubicBezTo>
                <a:cubicBezTo>
                  <a:pt x="1297662" y="115865"/>
                  <a:pt x="1295019" y="109721"/>
                  <a:pt x="1295019" y="102241"/>
                </a:cubicBezTo>
                <a:cubicBezTo>
                  <a:pt x="1295019" y="97855"/>
                  <a:pt x="1296017" y="93848"/>
                  <a:pt x="1298014" y="90220"/>
                </a:cubicBezTo>
                <a:cubicBezTo>
                  <a:pt x="1300010" y="86593"/>
                  <a:pt x="1302625" y="83683"/>
                  <a:pt x="1305859" y="81489"/>
                </a:cubicBezTo>
                <a:cubicBezTo>
                  <a:pt x="1309093" y="79296"/>
                  <a:pt x="1312734" y="77637"/>
                  <a:pt x="1316784" y="76512"/>
                </a:cubicBezTo>
                <a:cubicBezTo>
                  <a:pt x="1319764" y="75725"/>
                  <a:pt x="1324263" y="74966"/>
                  <a:pt x="1330281" y="74235"/>
                </a:cubicBezTo>
                <a:cubicBezTo>
                  <a:pt x="1342541" y="72773"/>
                  <a:pt x="1351567" y="71029"/>
                  <a:pt x="1357360" y="69005"/>
                </a:cubicBezTo>
                <a:cubicBezTo>
                  <a:pt x="1357416" y="66933"/>
                  <a:pt x="1357444" y="65616"/>
                  <a:pt x="1357444" y="65056"/>
                </a:cubicBezTo>
                <a:cubicBezTo>
                  <a:pt x="1357444" y="58892"/>
                  <a:pt x="1356010" y="54550"/>
                  <a:pt x="1353142" y="52030"/>
                </a:cubicBezTo>
                <a:cubicBezTo>
                  <a:pt x="1349261" y="48612"/>
                  <a:pt x="1343497" y="46903"/>
                  <a:pt x="1335848" y="46903"/>
                </a:cubicBezTo>
                <a:cubicBezTo>
                  <a:pt x="1328706" y="46903"/>
                  <a:pt x="1323434" y="48154"/>
                  <a:pt x="1320031" y="50657"/>
                </a:cubicBezTo>
                <a:cubicBezTo>
                  <a:pt x="1316629" y="53159"/>
                  <a:pt x="1314112" y="57588"/>
                  <a:pt x="1312481" y="63943"/>
                </a:cubicBezTo>
                <a:lnTo>
                  <a:pt x="1297634" y="61919"/>
                </a:lnTo>
                <a:cubicBezTo>
                  <a:pt x="1298984" y="55544"/>
                  <a:pt x="1301205" y="50397"/>
                  <a:pt x="1304299" y="46476"/>
                </a:cubicBezTo>
                <a:cubicBezTo>
                  <a:pt x="1307392" y="42555"/>
                  <a:pt x="1311863" y="39537"/>
                  <a:pt x="1317711" y="37423"/>
                </a:cubicBezTo>
                <a:cubicBezTo>
                  <a:pt x="1323560" y="35307"/>
                  <a:pt x="1330337" y="34249"/>
                  <a:pt x="1338042" y="34249"/>
                </a:cubicBezTo>
                <a:cubicBezTo>
                  <a:pt x="1345690" y="34249"/>
                  <a:pt x="1351904" y="35153"/>
                  <a:pt x="1356685" y="36959"/>
                </a:cubicBezTo>
                <a:cubicBezTo>
                  <a:pt x="1361465" y="38764"/>
                  <a:pt x="1364980" y="41036"/>
                  <a:pt x="1367229" y="43774"/>
                </a:cubicBezTo>
                <a:cubicBezTo>
                  <a:pt x="1369479" y="46510"/>
                  <a:pt x="1371054" y="49967"/>
                  <a:pt x="1371953" y="54144"/>
                </a:cubicBezTo>
                <a:cubicBezTo>
                  <a:pt x="1372460" y="56740"/>
                  <a:pt x="1372713" y="61403"/>
                  <a:pt x="1372713" y="68132"/>
                </a:cubicBezTo>
                <a:lnTo>
                  <a:pt x="1372713" y="88320"/>
                </a:lnTo>
                <a:cubicBezTo>
                  <a:pt x="1372713" y="102395"/>
                  <a:pt x="1373036" y="111310"/>
                  <a:pt x="1373683" y="115064"/>
                </a:cubicBezTo>
                <a:cubicBezTo>
                  <a:pt x="1374329" y="118818"/>
                  <a:pt x="1375609" y="122417"/>
                  <a:pt x="1377521" y="125862"/>
                </a:cubicBezTo>
                <a:lnTo>
                  <a:pt x="1361662" y="125862"/>
                </a:lnTo>
                <a:cubicBezTo>
                  <a:pt x="1360087" y="122640"/>
                  <a:pt x="1359075" y="118872"/>
                  <a:pt x="1358625" y="114558"/>
                </a:cubicBezTo>
                <a:moveTo>
                  <a:pt x="1357360" y="80983"/>
                </a:moveTo>
                <a:cubicBezTo>
                  <a:pt x="1351848" y="83222"/>
                  <a:pt x="1343581" y="85126"/>
                  <a:pt x="1332558" y="86693"/>
                </a:cubicBezTo>
                <a:cubicBezTo>
                  <a:pt x="1326316" y="87588"/>
                  <a:pt x="1321901" y="88595"/>
                  <a:pt x="1319314" y="89714"/>
                </a:cubicBezTo>
                <a:cubicBezTo>
                  <a:pt x="1316727" y="90834"/>
                  <a:pt x="1314731" y="92471"/>
                  <a:pt x="1313325" y="94626"/>
                </a:cubicBezTo>
                <a:cubicBezTo>
                  <a:pt x="1311919" y="96780"/>
                  <a:pt x="1311216" y="99173"/>
                  <a:pt x="1311216" y="101804"/>
                </a:cubicBezTo>
                <a:cubicBezTo>
                  <a:pt x="1311216" y="105834"/>
                  <a:pt x="1312748" y="109192"/>
                  <a:pt x="1315813" y="111879"/>
                </a:cubicBezTo>
                <a:cubicBezTo>
                  <a:pt x="1318878" y="114565"/>
                  <a:pt x="1323363" y="115907"/>
                  <a:pt x="1329268" y="115907"/>
                </a:cubicBezTo>
                <a:cubicBezTo>
                  <a:pt x="1335117" y="115907"/>
                  <a:pt x="1340319" y="114632"/>
                  <a:pt x="1344875" y="112082"/>
                </a:cubicBezTo>
                <a:cubicBezTo>
                  <a:pt x="1349430" y="109530"/>
                  <a:pt x="1352776" y="106045"/>
                  <a:pt x="1354913" y="101625"/>
                </a:cubicBezTo>
                <a:cubicBezTo>
                  <a:pt x="1356544" y="98213"/>
                  <a:pt x="1357360" y="93179"/>
                  <a:pt x="1357360" y="86522"/>
                </a:cubicBezTo>
                <a:lnTo>
                  <a:pt x="1357360" y="80983"/>
                </a:lnTo>
                <a:close/>
                <a:moveTo>
                  <a:pt x="1395885" y="125862"/>
                </a:moveTo>
                <a:lnTo>
                  <a:pt x="1395885" y="2193"/>
                </a:lnTo>
                <a:lnTo>
                  <a:pt x="1411069" y="2193"/>
                </a:lnTo>
                <a:lnTo>
                  <a:pt x="1411069" y="125862"/>
                </a:lnTo>
                <a:lnTo>
                  <a:pt x="1395885" y="125862"/>
                </a:lnTo>
                <a:close/>
                <a:moveTo>
                  <a:pt x="1434661" y="19571"/>
                </a:moveTo>
                <a:lnTo>
                  <a:pt x="1434661" y="2193"/>
                </a:lnTo>
                <a:lnTo>
                  <a:pt x="1449845" y="2193"/>
                </a:lnTo>
                <a:lnTo>
                  <a:pt x="1449845" y="19571"/>
                </a:lnTo>
                <a:lnTo>
                  <a:pt x="1434661" y="19571"/>
                </a:lnTo>
                <a:moveTo>
                  <a:pt x="1434661" y="125862"/>
                </a:moveTo>
                <a:lnTo>
                  <a:pt x="1434661" y="36274"/>
                </a:lnTo>
                <a:lnTo>
                  <a:pt x="1449845" y="36274"/>
                </a:lnTo>
                <a:lnTo>
                  <a:pt x="1449845" y="125862"/>
                </a:lnTo>
                <a:lnTo>
                  <a:pt x="1434661" y="125862"/>
                </a:lnTo>
                <a:close/>
                <a:moveTo>
                  <a:pt x="1470146" y="133285"/>
                </a:moveTo>
                <a:lnTo>
                  <a:pt x="1484908" y="135310"/>
                </a:lnTo>
                <a:cubicBezTo>
                  <a:pt x="1485527" y="139919"/>
                  <a:pt x="1487242" y="143277"/>
                  <a:pt x="1490054" y="145382"/>
                </a:cubicBezTo>
                <a:cubicBezTo>
                  <a:pt x="1493822" y="148228"/>
                  <a:pt x="1498968" y="149650"/>
                  <a:pt x="1505492" y="149650"/>
                </a:cubicBezTo>
                <a:cubicBezTo>
                  <a:pt x="1512521" y="149650"/>
                  <a:pt x="1517948" y="148241"/>
                  <a:pt x="1521773" y="145422"/>
                </a:cubicBezTo>
                <a:cubicBezTo>
                  <a:pt x="1525597" y="142603"/>
                  <a:pt x="1528184" y="138658"/>
                  <a:pt x="1529533" y="133586"/>
                </a:cubicBezTo>
                <a:cubicBezTo>
                  <a:pt x="1530321" y="130484"/>
                  <a:pt x="1530686" y="123972"/>
                  <a:pt x="1530630" y="114052"/>
                </a:cubicBezTo>
                <a:cubicBezTo>
                  <a:pt x="1523994" y="121925"/>
                  <a:pt x="1515727" y="125862"/>
                  <a:pt x="1505829" y="125862"/>
                </a:cubicBezTo>
                <a:cubicBezTo>
                  <a:pt x="1493513" y="125862"/>
                  <a:pt x="1483980" y="121419"/>
                  <a:pt x="1477232" y="112533"/>
                </a:cubicBezTo>
                <a:cubicBezTo>
                  <a:pt x="1470483" y="103647"/>
                  <a:pt x="1467109" y="92990"/>
                  <a:pt x="1467109" y="80562"/>
                </a:cubicBezTo>
                <a:cubicBezTo>
                  <a:pt x="1467109" y="72013"/>
                  <a:pt x="1468655" y="64126"/>
                  <a:pt x="1471749" y="56899"/>
                </a:cubicBezTo>
                <a:cubicBezTo>
                  <a:pt x="1474842" y="49673"/>
                  <a:pt x="1479327" y="44091"/>
                  <a:pt x="1485204" y="40154"/>
                </a:cubicBezTo>
                <a:cubicBezTo>
                  <a:pt x="1491080" y="36218"/>
                  <a:pt x="1497984" y="34249"/>
                  <a:pt x="1505913" y="34249"/>
                </a:cubicBezTo>
                <a:cubicBezTo>
                  <a:pt x="1516486" y="34249"/>
                  <a:pt x="1525203" y="38580"/>
                  <a:pt x="1532064" y="47240"/>
                </a:cubicBezTo>
                <a:lnTo>
                  <a:pt x="1532064" y="36274"/>
                </a:lnTo>
                <a:lnTo>
                  <a:pt x="1546068" y="36274"/>
                </a:lnTo>
                <a:lnTo>
                  <a:pt x="1546068" y="113767"/>
                </a:lnTo>
                <a:cubicBezTo>
                  <a:pt x="1546068" y="127723"/>
                  <a:pt x="1544648" y="137613"/>
                  <a:pt x="1541808" y="143437"/>
                </a:cubicBezTo>
                <a:cubicBezTo>
                  <a:pt x="1538967" y="149261"/>
                  <a:pt x="1534468" y="153861"/>
                  <a:pt x="1528310" y="157237"/>
                </a:cubicBezTo>
                <a:cubicBezTo>
                  <a:pt x="1522152" y="160615"/>
                  <a:pt x="1514574" y="162304"/>
                  <a:pt x="1505576" y="162304"/>
                </a:cubicBezTo>
                <a:cubicBezTo>
                  <a:pt x="1494891" y="162304"/>
                  <a:pt x="1486258" y="159893"/>
                  <a:pt x="1479678" y="155070"/>
                </a:cubicBezTo>
                <a:cubicBezTo>
                  <a:pt x="1473098" y="150248"/>
                  <a:pt x="1469921" y="142986"/>
                  <a:pt x="1470146" y="133285"/>
                </a:cubicBezTo>
                <a:moveTo>
                  <a:pt x="1482715" y="79468"/>
                </a:moveTo>
                <a:cubicBezTo>
                  <a:pt x="1482715" y="91191"/>
                  <a:pt x="1485049" y="99746"/>
                  <a:pt x="1489717" y="105131"/>
                </a:cubicBezTo>
                <a:cubicBezTo>
                  <a:pt x="1494384" y="110516"/>
                  <a:pt x="1500233" y="113208"/>
                  <a:pt x="1507263" y="113208"/>
                </a:cubicBezTo>
                <a:cubicBezTo>
                  <a:pt x="1514237" y="113208"/>
                  <a:pt x="1520085" y="110530"/>
                  <a:pt x="1524809" y="105173"/>
                </a:cubicBezTo>
                <a:cubicBezTo>
                  <a:pt x="1529533" y="99816"/>
                  <a:pt x="1531896" y="91416"/>
                  <a:pt x="1531896" y="79971"/>
                </a:cubicBezTo>
                <a:cubicBezTo>
                  <a:pt x="1531896" y="69033"/>
                  <a:pt x="1529463" y="60787"/>
                  <a:pt x="1524599" y="55233"/>
                </a:cubicBezTo>
                <a:cubicBezTo>
                  <a:pt x="1519734" y="49680"/>
                  <a:pt x="1513871" y="46903"/>
                  <a:pt x="1507010" y="46903"/>
                </a:cubicBezTo>
                <a:cubicBezTo>
                  <a:pt x="1500261" y="46903"/>
                  <a:pt x="1494525" y="49637"/>
                  <a:pt x="1489801" y="55107"/>
                </a:cubicBezTo>
                <a:cubicBezTo>
                  <a:pt x="1485077" y="60576"/>
                  <a:pt x="1482715" y="68696"/>
                  <a:pt x="1482715" y="79468"/>
                </a:cubicBezTo>
                <a:close/>
                <a:moveTo>
                  <a:pt x="1568987" y="125862"/>
                </a:moveTo>
                <a:lnTo>
                  <a:pt x="1568987" y="36274"/>
                </a:lnTo>
                <a:lnTo>
                  <a:pt x="1582653" y="36274"/>
                </a:lnTo>
                <a:lnTo>
                  <a:pt x="1582653" y="49012"/>
                </a:lnTo>
                <a:cubicBezTo>
                  <a:pt x="1589232" y="39170"/>
                  <a:pt x="1598737" y="34249"/>
                  <a:pt x="1611165" y="34249"/>
                </a:cubicBezTo>
                <a:cubicBezTo>
                  <a:pt x="1616564" y="34249"/>
                  <a:pt x="1621527" y="35219"/>
                  <a:pt x="1626055" y="37160"/>
                </a:cubicBezTo>
                <a:cubicBezTo>
                  <a:pt x="1630582" y="39100"/>
                  <a:pt x="1633970" y="41645"/>
                  <a:pt x="1636220" y="44794"/>
                </a:cubicBezTo>
                <a:cubicBezTo>
                  <a:pt x="1638469" y="47943"/>
                  <a:pt x="1640044" y="51683"/>
                  <a:pt x="1640944" y="56013"/>
                </a:cubicBezTo>
                <a:cubicBezTo>
                  <a:pt x="1641506" y="58825"/>
                  <a:pt x="1641787" y="63746"/>
                  <a:pt x="1641787" y="70776"/>
                </a:cubicBezTo>
                <a:lnTo>
                  <a:pt x="1641787" y="125862"/>
                </a:lnTo>
                <a:lnTo>
                  <a:pt x="1626603" y="125862"/>
                </a:lnTo>
                <a:lnTo>
                  <a:pt x="1626603" y="71367"/>
                </a:lnTo>
                <a:cubicBezTo>
                  <a:pt x="1626603" y="65180"/>
                  <a:pt x="1626012" y="60555"/>
                  <a:pt x="1624831" y="57490"/>
                </a:cubicBezTo>
                <a:cubicBezTo>
                  <a:pt x="1623650" y="54425"/>
                  <a:pt x="1621556" y="51978"/>
                  <a:pt x="1618547" y="50151"/>
                </a:cubicBezTo>
                <a:cubicBezTo>
                  <a:pt x="1615538" y="48323"/>
                  <a:pt x="1612009" y="47409"/>
                  <a:pt x="1607960" y="47409"/>
                </a:cubicBezTo>
                <a:cubicBezTo>
                  <a:pt x="1601492" y="47409"/>
                  <a:pt x="1595911" y="49462"/>
                  <a:pt x="1591215" y="53567"/>
                </a:cubicBezTo>
                <a:cubicBezTo>
                  <a:pt x="1586519" y="57673"/>
                  <a:pt x="1584171" y="65462"/>
                  <a:pt x="1584171" y="76934"/>
                </a:cubicBezTo>
                <a:lnTo>
                  <a:pt x="1584171" y="125862"/>
                </a:lnTo>
                <a:lnTo>
                  <a:pt x="1568987" y="125862"/>
                </a:lnTo>
                <a:close/>
                <a:moveTo>
                  <a:pt x="1665045" y="125862"/>
                </a:moveTo>
                <a:lnTo>
                  <a:pt x="1665045" y="36274"/>
                </a:lnTo>
                <a:lnTo>
                  <a:pt x="1678626" y="36274"/>
                </a:lnTo>
                <a:lnTo>
                  <a:pt x="1678626" y="48843"/>
                </a:lnTo>
                <a:cubicBezTo>
                  <a:pt x="1681438" y="44456"/>
                  <a:pt x="1685178" y="40928"/>
                  <a:pt x="1689846" y="38256"/>
                </a:cubicBezTo>
                <a:cubicBezTo>
                  <a:pt x="1694514" y="35585"/>
                  <a:pt x="1699828" y="34249"/>
                  <a:pt x="1705789" y="34249"/>
                </a:cubicBezTo>
                <a:cubicBezTo>
                  <a:pt x="1712426" y="34249"/>
                  <a:pt x="1717867" y="35627"/>
                  <a:pt x="1722113" y="38383"/>
                </a:cubicBezTo>
                <a:cubicBezTo>
                  <a:pt x="1726359" y="41138"/>
                  <a:pt x="1729353" y="44991"/>
                  <a:pt x="1731097" y="49940"/>
                </a:cubicBezTo>
                <a:cubicBezTo>
                  <a:pt x="1738183" y="39479"/>
                  <a:pt x="1747406" y="34249"/>
                  <a:pt x="1758766" y="34249"/>
                </a:cubicBezTo>
                <a:cubicBezTo>
                  <a:pt x="1767652" y="34249"/>
                  <a:pt x="1774485" y="36710"/>
                  <a:pt x="1779265" y="41630"/>
                </a:cubicBezTo>
                <a:cubicBezTo>
                  <a:pt x="1784045" y="46551"/>
                  <a:pt x="1786435" y="54129"/>
                  <a:pt x="1786435" y="64365"/>
                </a:cubicBezTo>
                <a:lnTo>
                  <a:pt x="1786435" y="125862"/>
                </a:lnTo>
                <a:lnTo>
                  <a:pt x="1771335" y="125862"/>
                </a:lnTo>
                <a:lnTo>
                  <a:pt x="1771335" y="69426"/>
                </a:lnTo>
                <a:cubicBezTo>
                  <a:pt x="1771335" y="63353"/>
                  <a:pt x="1770843" y="58980"/>
                  <a:pt x="1769859" y="56309"/>
                </a:cubicBezTo>
                <a:cubicBezTo>
                  <a:pt x="1768875" y="53637"/>
                  <a:pt x="1767089" y="51486"/>
                  <a:pt x="1764502" y="49855"/>
                </a:cubicBezTo>
                <a:cubicBezTo>
                  <a:pt x="1761915" y="48224"/>
                  <a:pt x="1758878" y="47409"/>
                  <a:pt x="1755392" y="47409"/>
                </a:cubicBezTo>
                <a:cubicBezTo>
                  <a:pt x="1749093" y="47409"/>
                  <a:pt x="1743863" y="49504"/>
                  <a:pt x="1739701" y="53694"/>
                </a:cubicBezTo>
                <a:cubicBezTo>
                  <a:pt x="1735540" y="57883"/>
                  <a:pt x="1733459" y="64590"/>
                  <a:pt x="1733459" y="73813"/>
                </a:cubicBezTo>
                <a:lnTo>
                  <a:pt x="1733459" y="125862"/>
                </a:lnTo>
                <a:lnTo>
                  <a:pt x="1718274" y="125862"/>
                </a:lnTo>
                <a:lnTo>
                  <a:pt x="1718274" y="67655"/>
                </a:lnTo>
                <a:cubicBezTo>
                  <a:pt x="1718274" y="60906"/>
                  <a:pt x="1717037" y="55845"/>
                  <a:pt x="1714563" y="52470"/>
                </a:cubicBezTo>
                <a:cubicBezTo>
                  <a:pt x="1712088" y="49096"/>
                  <a:pt x="1708039" y="47409"/>
                  <a:pt x="1702415" y="47409"/>
                </a:cubicBezTo>
                <a:cubicBezTo>
                  <a:pt x="1698141" y="47409"/>
                  <a:pt x="1694190" y="48534"/>
                  <a:pt x="1690563" y="50783"/>
                </a:cubicBezTo>
                <a:cubicBezTo>
                  <a:pt x="1686935" y="53033"/>
                  <a:pt x="1684306" y="56323"/>
                  <a:pt x="1682675" y="60653"/>
                </a:cubicBezTo>
                <a:cubicBezTo>
                  <a:pt x="1681044" y="64983"/>
                  <a:pt x="1680229" y="71226"/>
                  <a:pt x="1680229" y="79381"/>
                </a:cubicBezTo>
                <a:lnTo>
                  <a:pt x="1680229" y="125862"/>
                </a:lnTo>
                <a:lnTo>
                  <a:pt x="1665045" y="125862"/>
                </a:lnTo>
                <a:close/>
                <a:moveTo>
                  <a:pt x="1870285" y="96843"/>
                </a:moveTo>
                <a:lnTo>
                  <a:pt x="1885976" y="98867"/>
                </a:lnTo>
                <a:cubicBezTo>
                  <a:pt x="1883501" y="108060"/>
                  <a:pt x="1878918" y="115196"/>
                  <a:pt x="1872225" y="120273"/>
                </a:cubicBezTo>
                <a:cubicBezTo>
                  <a:pt x="1865533" y="125348"/>
                  <a:pt x="1856985" y="127886"/>
                  <a:pt x="1846581" y="127886"/>
                </a:cubicBezTo>
                <a:cubicBezTo>
                  <a:pt x="1833477" y="127886"/>
                  <a:pt x="1823087" y="123851"/>
                  <a:pt x="1815411" y="115781"/>
                </a:cubicBezTo>
                <a:cubicBezTo>
                  <a:pt x="1807734" y="107711"/>
                  <a:pt x="1803896" y="96393"/>
                  <a:pt x="1803896" y="81827"/>
                </a:cubicBezTo>
                <a:cubicBezTo>
                  <a:pt x="1803896" y="66755"/>
                  <a:pt x="1807776" y="55057"/>
                  <a:pt x="1815537" y="46734"/>
                </a:cubicBezTo>
                <a:cubicBezTo>
                  <a:pt x="1823298" y="38411"/>
                  <a:pt x="1833365" y="34249"/>
                  <a:pt x="1845737" y="34249"/>
                </a:cubicBezTo>
                <a:cubicBezTo>
                  <a:pt x="1857716" y="34249"/>
                  <a:pt x="1867501" y="38320"/>
                  <a:pt x="1875094" y="46463"/>
                </a:cubicBezTo>
                <a:cubicBezTo>
                  <a:pt x="1882686" y="54603"/>
                  <a:pt x="1886482" y="66056"/>
                  <a:pt x="1886482" y="80823"/>
                </a:cubicBezTo>
                <a:cubicBezTo>
                  <a:pt x="1886482" y="81721"/>
                  <a:pt x="1886454" y="83068"/>
                  <a:pt x="1886398" y="84864"/>
                </a:cubicBezTo>
                <a:lnTo>
                  <a:pt x="1819586" y="84864"/>
                </a:lnTo>
                <a:cubicBezTo>
                  <a:pt x="1820149" y="94734"/>
                  <a:pt x="1822932" y="102291"/>
                  <a:pt x="1827938" y="107535"/>
                </a:cubicBezTo>
                <a:cubicBezTo>
                  <a:pt x="1832943" y="112779"/>
                  <a:pt x="1839185" y="115401"/>
                  <a:pt x="1846665" y="115401"/>
                </a:cubicBezTo>
                <a:cubicBezTo>
                  <a:pt x="1852233" y="115401"/>
                  <a:pt x="1856985" y="113926"/>
                  <a:pt x="1860922" y="110975"/>
                </a:cubicBezTo>
                <a:cubicBezTo>
                  <a:pt x="1864858" y="108023"/>
                  <a:pt x="1867979" y="103312"/>
                  <a:pt x="1870285" y="96843"/>
                </a:cubicBezTo>
                <a:moveTo>
                  <a:pt x="1820430" y="72379"/>
                </a:moveTo>
                <a:lnTo>
                  <a:pt x="1870454" y="72379"/>
                </a:lnTo>
                <a:cubicBezTo>
                  <a:pt x="1869779" y="64868"/>
                  <a:pt x="1867867" y="59234"/>
                  <a:pt x="1864718" y="55478"/>
                </a:cubicBezTo>
                <a:cubicBezTo>
                  <a:pt x="1859881" y="49649"/>
                  <a:pt x="1853611" y="46734"/>
                  <a:pt x="1845906" y="46734"/>
                </a:cubicBezTo>
                <a:cubicBezTo>
                  <a:pt x="1838932" y="46734"/>
                  <a:pt x="1833069" y="49061"/>
                  <a:pt x="1828317" y="53715"/>
                </a:cubicBezTo>
                <a:cubicBezTo>
                  <a:pt x="1823565" y="58367"/>
                  <a:pt x="1820936" y="64588"/>
                  <a:pt x="1820430" y="72379"/>
                </a:cubicBezTo>
                <a:close/>
                <a:moveTo>
                  <a:pt x="1905014" y="125862"/>
                </a:moveTo>
                <a:lnTo>
                  <a:pt x="1905014" y="36274"/>
                </a:lnTo>
                <a:lnTo>
                  <a:pt x="1918680" y="36274"/>
                </a:lnTo>
                <a:lnTo>
                  <a:pt x="1918680" y="49012"/>
                </a:lnTo>
                <a:cubicBezTo>
                  <a:pt x="1925260" y="39170"/>
                  <a:pt x="1934765" y="34249"/>
                  <a:pt x="1947193" y="34249"/>
                </a:cubicBezTo>
                <a:cubicBezTo>
                  <a:pt x="1952592" y="34249"/>
                  <a:pt x="1957555" y="35219"/>
                  <a:pt x="1962082" y="37160"/>
                </a:cubicBezTo>
                <a:cubicBezTo>
                  <a:pt x="1966610" y="39100"/>
                  <a:pt x="1969998" y="41645"/>
                  <a:pt x="1972247" y="44794"/>
                </a:cubicBezTo>
                <a:cubicBezTo>
                  <a:pt x="1974497" y="47943"/>
                  <a:pt x="1976072" y="51683"/>
                  <a:pt x="1976971" y="56013"/>
                </a:cubicBezTo>
                <a:cubicBezTo>
                  <a:pt x="1977534" y="58825"/>
                  <a:pt x="1977815" y="63746"/>
                  <a:pt x="1977815" y="70776"/>
                </a:cubicBezTo>
                <a:lnTo>
                  <a:pt x="1977815" y="125862"/>
                </a:lnTo>
                <a:lnTo>
                  <a:pt x="1962631" y="125862"/>
                </a:lnTo>
                <a:lnTo>
                  <a:pt x="1962631" y="71367"/>
                </a:lnTo>
                <a:cubicBezTo>
                  <a:pt x="1962631" y="65180"/>
                  <a:pt x="1962040" y="60555"/>
                  <a:pt x="1960859" y="57490"/>
                </a:cubicBezTo>
                <a:cubicBezTo>
                  <a:pt x="1959678" y="54425"/>
                  <a:pt x="1957583" y="51978"/>
                  <a:pt x="1954574" y="50151"/>
                </a:cubicBezTo>
                <a:cubicBezTo>
                  <a:pt x="1951566" y="48323"/>
                  <a:pt x="1948037" y="47409"/>
                  <a:pt x="1943988" y="47409"/>
                </a:cubicBezTo>
                <a:cubicBezTo>
                  <a:pt x="1937520" y="47409"/>
                  <a:pt x="1931939" y="49462"/>
                  <a:pt x="1927243" y="53567"/>
                </a:cubicBezTo>
                <a:cubicBezTo>
                  <a:pt x="1922547" y="57673"/>
                  <a:pt x="1920199" y="65462"/>
                  <a:pt x="1920199" y="76934"/>
                </a:cubicBezTo>
                <a:lnTo>
                  <a:pt x="1920199" y="125862"/>
                </a:lnTo>
                <a:lnTo>
                  <a:pt x="1905014" y="125862"/>
                </a:lnTo>
                <a:close/>
                <a:moveTo>
                  <a:pt x="2034224" y="112280"/>
                </a:moveTo>
                <a:lnTo>
                  <a:pt x="2036417" y="125693"/>
                </a:lnTo>
                <a:cubicBezTo>
                  <a:pt x="2032143" y="126593"/>
                  <a:pt x="2028319" y="127043"/>
                  <a:pt x="2024944" y="127043"/>
                </a:cubicBezTo>
                <a:cubicBezTo>
                  <a:pt x="2019433" y="127043"/>
                  <a:pt x="2015159" y="126171"/>
                  <a:pt x="2012122" y="124428"/>
                </a:cubicBezTo>
                <a:cubicBezTo>
                  <a:pt x="2009085" y="122684"/>
                  <a:pt x="2006948" y="120392"/>
                  <a:pt x="2005711" y="117552"/>
                </a:cubicBezTo>
                <a:cubicBezTo>
                  <a:pt x="2004474" y="114712"/>
                  <a:pt x="2003855" y="108737"/>
                  <a:pt x="2003855" y="99626"/>
                </a:cubicBezTo>
                <a:lnTo>
                  <a:pt x="2003855" y="48084"/>
                </a:lnTo>
                <a:lnTo>
                  <a:pt x="1992720" y="48084"/>
                </a:lnTo>
                <a:lnTo>
                  <a:pt x="1992720" y="36274"/>
                </a:lnTo>
                <a:lnTo>
                  <a:pt x="2003855" y="36274"/>
                </a:lnTo>
                <a:lnTo>
                  <a:pt x="2003855" y="14088"/>
                </a:lnTo>
                <a:lnTo>
                  <a:pt x="2018955" y="4977"/>
                </a:lnTo>
                <a:lnTo>
                  <a:pt x="2018955" y="36274"/>
                </a:lnTo>
                <a:lnTo>
                  <a:pt x="2034224" y="36274"/>
                </a:lnTo>
                <a:lnTo>
                  <a:pt x="2034224" y="48084"/>
                </a:lnTo>
                <a:lnTo>
                  <a:pt x="2018955" y="48084"/>
                </a:lnTo>
                <a:lnTo>
                  <a:pt x="2018955" y="100470"/>
                </a:lnTo>
                <a:cubicBezTo>
                  <a:pt x="2018955" y="104800"/>
                  <a:pt x="2019222" y="107584"/>
                  <a:pt x="2019756" y="108821"/>
                </a:cubicBezTo>
                <a:cubicBezTo>
                  <a:pt x="2020291" y="110059"/>
                  <a:pt x="2021162" y="111043"/>
                  <a:pt x="2022372" y="111774"/>
                </a:cubicBezTo>
                <a:cubicBezTo>
                  <a:pt x="2023581" y="112505"/>
                  <a:pt x="2025310" y="112871"/>
                  <a:pt x="2027560" y="112871"/>
                </a:cubicBezTo>
                <a:cubicBezTo>
                  <a:pt x="2029247" y="112871"/>
                  <a:pt x="2031468" y="112674"/>
                  <a:pt x="2034224" y="112280"/>
                </a:cubicBezTo>
                <a:close/>
              </a:path>
            </a:pathLst>
          </a:custGeom>
          <a:solidFill xmlns:a="http://schemas.openxmlformats.org/drawingml/2006/main">
            <a:srgbClr val="4285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0DF56A-DBD1-4751-9790-182E296E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381" y="3086960"/>
            <a:ext cx="3154243" cy="370615"/>
          </a:xfrm>
          <a:custGeom xmlns:a="http://schemas.openxmlformats.org/drawingml/2006/main">
            <a:pathLst>
              <a:path w="3154243" h="370615">
                <a:moveTo>
                  <a:pt x="3154243" y="0"/>
                </a:moveTo>
                <a:lnTo>
                  <a:pt x="3154243" y="370615"/>
                </a:lnTo>
                <a:lnTo>
                  <a:pt x="0" y="370615"/>
                </a:lnTo>
                <a:lnTo>
                  <a:pt x="0" y="0"/>
                </a:lnTo>
                <a:lnTo>
                  <a:pt x="3154243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Misalignedkeywordsequence">
            <a:extLst xmlns:a="http://schemas.openxmlformats.org/drawingml/2006/main">
              <a:ext uri="{FF2B5EF4-FFF2-40B4-BE49-F238E27FC236}">
                <a16:creationId xmlns:a16="http://schemas.microsoft.com/office/drawing/2014/main" id="{69E36F0D-F8A5-4931-9263-1F95B3A8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2820" y="3245762"/>
            <a:ext cx="2293694" cy="160111"/>
          </a:xfrm>
          <a:custGeom xmlns:a="http://schemas.openxmlformats.org/drawingml/2006/main">
            <a:pathLst>
              <a:path w="2293694" h="160111">
                <a:moveTo>
                  <a:pt x="0" y="123668"/>
                </a:moveTo>
                <a:lnTo>
                  <a:pt x="0" y="0"/>
                </a:lnTo>
                <a:lnTo>
                  <a:pt x="24632" y="0"/>
                </a:lnTo>
                <a:lnTo>
                  <a:pt x="53905" y="87563"/>
                </a:lnTo>
                <a:cubicBezTo>
                  <a:pt x="56604" y="95718"/>
                  <a:pt x="58572" y="101820"/>
                  <a:pt x="59810" y="105869"/>
                </a:cubicBezTo>
                <a:cubicBezTo>
                  <a:pt x="61216" y="101370"/>
                  <a:pt x="63409" y="94762"/>
                  <a:pt x="66389" y="86045"/>
                </a:cubicBezTo>
                <a:lnTo>
                  <a:pt x="95999" y="0"/>
                </a:lnTo>
                <a:lnTo>
                  <a:pt x="118016" y="0"/>
                </a:lnTo>
                <a:lnTo>
                  <a:pt x="118016" y="123668"/>
                </a:lnTo>
                <a:lnTo>
                  <a:pt x="102241" y="123668"/>
                </a:lnTo>
                <a:lnTo>
                  <a:pt x="102241" y="20246"/>
                </a:lnTo>
                <a:lnTo>
                  <a:pt x="66305" y="123668"/>
                </a:lnTo>
                <a:lnTo>
                  <a:pt x="51543" y="123668"/>
                </a:lnTo>
                <a:lnTo>
                  <a:pt x="15775" y="18390"/>
                </a:lnTo>
                <a:lnTo>
                  <a:pt x="15775" y="123668"/>
                </a:lnTo>
                <a:lnTo>
                  <a:pt x="0" y="123668"/>
                </a:lnTo>
                <a:close/>
                <a:moveTo>
                  <a:pt x="142563" y="17378"/>
                </a:moveTo>
                <a:lnTo>
                  <a:pt x="142563" y="0"/>
                </a:lnTo>
                <a:lnTo>
                  <a:pt x="157747" y="0"/>
                </a:lnTo>
                <a:lnTo>
                  <a:pt x="157747" y="17378"/>
                </a:lnTo>
                <a:lnTo>
                  <a:pt x="142563" y="17378"/>
                </a:lnTo>
                <a:moveTo>
                  <a:pt x="142563" y="123668"/>
                </a:moveTo>
                <a:lnTo>
                  <a:pt x="142563" y="34080"/>
                </a:lnTo>
                <a:lnTo>
                  <a:pt x="157747" y="34080"/>
                </a:lnTo>
                <a:lnTo>
                  <a:pt x="157747" y="123668"/>
                </a:lnTo>
                <a:lnTo>
                  <a:pt x="142563" y="123668"/>
                </a:lnTo>
                <a:close/>
                <a:moveTo>
                  <a:pt x="174758" y="96843"/>
                </a:moveTo>
                <a:lnTo>
                  <a:pt x="189774" y="94481"/>
                </a:lnTo>
                <a:cubicBezTo>
                  <a:pt x="190618" y="100524"/>
                  <a:pt x="192966" y="105157"/>
                  <a:pt x="196818" y="108378"/>
                </a:cubicBezTo>
                <a:cubicBezTo>
                  <a:pt x="200670" y="111598"/>
                  <a:pt x="206055" y="113208"/>
                  <a:pt x="212972" y="113208"/>
                </a:cubicBezTo>
                <a:cubicBezTo>
                  <a:pt x="219946" y="113208"/>
                  <a:pt x="225120" y="111788"/>
                  <a:pt x="228494" y="108948"/>
                </a:cubicBezTo>
                <a:cubicBezTo>
                  <a:pt x="231869" y="106108"/>
                  <a:pt x="233556" y="102776"/>
                  <a:pt x="233556" y="98952"/>
                </a:cubicBezTo>
                <a:cubicBezTo>
                  <a:pt x="233556" y="95521"/>
                  <a:pt x="232065" y="92822"/>
                  <a:pt x="229085" y="90853"/>
                </a:cubicBezTo>
                <a:cubicBezTo>
                  <a:pt x="227004" y="89503"/>
                  <a:pt x="221830" y="87788"/>
                  <a:pt x="213563" y="85707"/>
                </a:cubicBezTo>
                <a:cubicBezTo>
                  <a:pt x="202428" y="82895"/>
                  <a:pt x="194709" y="80463"/>
                  <a:pt x="190407" y="78410"/>
                </a:cubicBezTo>
                <a:cubicBezTo>
                  <a:pt x="186104" y="76358"/>
                  <a:pt x="182843" y="73518"/>
                  <a:pt x="180621" y="69890"/>
                </a:cubicBezTo>
                <a:cubicBezTo>
                  <a:pt x="178400" y="66263"/>
                  <a:pt x="177289" y="62256"/>
                  <a:pt x="177289" y="57869"/>
                </a:cubicBezTo>
                <a:cubicBezTo>
                  <a:pt x="177289" y="53876"/>
                  <a:pt x="178203" y="50179"/>
                  <a:pt x="180031" y="46776"/>
                </a:cubicBezTo>
                <a:cubicBezTo>
                  <a:pt x="181858" y="43374"/>
                  <a:pt x="184347" y="40548"/>
                  <a:pt x="187496" y="38298"/>
                </a:cubicBezTo>
                <a:cubicBezTo>
                  <a:pt x="189858" y="36555"/>
                  <a:pt x="193078" y="35079"/>
                  <a:pt x="197155" y="33870"/>
                </a:cubicBezTo>
                <a:cubicBezTo>
                  <a:pt x="201233" y="32660"/>
                  <a:pt x="205605" y="32056"/>
                  <a:pt x="210273" y="32056"/>
                </a:cubicBezTo>
                <a:cubicBezTo>
                  <a:pt x="217303" y="32056"/>
                  <a:pt x="223475" y="33068"/>
                  <a:pt x="228789" y="35093"/>
                </a:cubicBezTo>
                <a:cubicBezTo>
                  <a:pt x="234104" y="37117"/>
                  <a:pt x="238027" y="39859"/>
                  <a:pt x="240557" y="43318"/>
                </a:cubicBezTo>
                <a:cubicBezTo>
                  <a:pt x="243088" y="46776"/>
                  <a:pt x="244831" y="51402"/>
                  <a:pt x="245788" y="57194"/>
                </a:cubicBezTo>
                <a:lnTo>
                  <a:pt x="230941" y="59219"/>
                </a:lnTo>
                <a:cubicBezTo>
                  <a:pt x="230266" y="54608"/>
                  <a:pt x="228311" y="51008"/>
                  <a:pt x="225078" y="48421"/>
                </a:cubicBezTo>
                <a:cubicBezTo>
                  <a:pt x="221844" y="45834"/>
                  <a:pt x="217275" y="44541"/>
                  <a:pt x="211370" y="44541"/>
                </a:cubicBezTo>
                <a:cubicBezTo>
                  <a:pt x="204396" y="44541"/>
                  <a:pt x="199419" y="45694"/>
                  <a:pt x="196438" y="47999"/>
                </a:cubicBezTo>
                <a:cubicBezTo>
                  <a:pt x="193458" y="50305"/>
                  <a:pt x="191967" y="53005"/>
                  <a:pt x="191967" y="56098"/>
                </a:cubicBezTo>
                <a:cubicBezTo>
                  <a:pt x="191967" y="58066"/>
                  <a:pt x="192586" y="59838"/>
                  <a:pt x="193823" y="61412"/>
                </a:cubicBezTo>
                <a:cubicBezTo>
                  <a:pt x="195060" y="63043"/>
                  <a:pt x="197001" y="64393"/>
                  <a:pt x="199644" y="65462"/>
                </a:cubicBezTo>
                <a:cubicBezTo>
                  <a:pt x="201162" y="66024"/>
                  <a:pt x="205633" y="67317"/>
                  <a:pt x="213057" y="69342"/>
                </a:cubicBezTo>
                <a:cubicBezTo>
                  <a:pt x="223798" y="72210"/>
                  <a:pt x="231292" y="74558"/>
                  <a:pt x="235538" y="76386"/>
                </a:cubicBezTo>
                <a:cubicBezTo>
                  <a:pt x="239784" y="78214"/>
                  <a:pt x="243116" y="80871"/>
                  <a:pt x="245534" y="84358"/>
                </a:cubicBezTo>
                <a:cubicBezTo>
                  <a:pt x="247953" y="87844"/>
                  <a:pt x="249162" y="92175"/>
                  <a:pt x="249162" y="97349"/>
                </a:cubicBezTo>
                <a:cubicBezTo>
                  <a:pt x="249162" y="102410"/>
                  <a:pt x="247686" y="107176"/>
                  <a:pt x="244733" y="111647"/>
                </a:cubicBezTo>
                <a:cubicBezTo>
                  <a:pt x="241781" y="116118"/>
                  <a:pt x="237520" y="119577"/>
                  <a:pt x="231953" y="122023"/>
                </a:cubicBezTo>
                <a:cubicBezTo>
                  <a:pt x="226385" y="124470"/>
                  <a:pt x="220087" y="125693"/>
                  <a:pt x="213057" y="125693"/>
                </a:cubicBezTo>
                <a:cubicBezTo>
                  <a:pt x="201415" y="125693"/>
                  <a:pt x="192544" y="123268"/>
                  <a:pt x="186442" y="118417"/>
                </a:cubicBezTo>
                <a:cubicBezTo>
                  <a:pt x="180340" y="113566"/>
                  <a:pt x="176446" y="106375"/>
                  <a:pt x="174758" y="96843"/>
                </a:cubicBezTo>
                <a:close/>
                <a:moveTo>
                  <a:pt x="325674" y="112364"/>
                </a:moveTo>
                <a:cubicBezTo>
                  <a:pt x="320050" y="117238"/>
                  <a:pt x="314637" y="120678"/>
                  <a:pt x="309435" y="122685"/>
                </a:cubicBezTo>
                <a:cubicBezTo>
                  <a:pt x="304233" y="124690"/>
                  <a:pt x="298652" y="125693"/>
                  <a:pt x="292690" y="125693"/>
                </a:cubicBezTo>
                <a:cubicBezTo>
                  <a:pt x="282849" y="125693"/>
                  <a:pt x="275285" y="123289"/>
                  <a:pt x="269998" y="118480"/>
                </a:cubicBezTo>
                <a:cubicBezTo>
                  <a:pt x="264712" y="113672"/>
                  <a:pt x="262069" y="107528"/>
                  <a:pt x="262069" y="100048"/>
                </a:cubicBezTo>
                <a:cubicBezTo>
                  <a:pt x="262069" y="95662"/>
                  <a:pt x="263067" y="91655"/>
                  <a:pt x="265063" y="88027"/>
                </a:cubicBezTo>
                <a:cubicBezTo>
                  <a:pt x="267060" y="84400"/>
                  <a:pt x="269675" y="81489"/>
                  <a:pt x="272908" y="79296"/>
                </a:cubicBezTo>
                <a:cubicBezTo>
                  <a:pt x="276142" y="77103"/>
                  <a:pt x="279784" y="75444"/>
                  <a:pt x="283833" y="74319"/>
                </a:cubicBezTo>
                <a:cubicBezTo>
                  <a:pt x="286813" y="73532"/>
                  <a:pt x="291313" y="72773"/>
                  <a:pt x="297330" y="72041"/>
                </a:cubicBezTo>
                <a:cubicBezTo>
                  <a:pt x="309590" y="70579"/>
                  <a:pt x="318616" y="68836"/>
                  <a:pt x="324409" y="66811"/>
                </a:cubicBezTo>
                <a:cubicBezTo>
                  <a:pt x="324465" y="64739"/>
                  <a:pt x="324493" y="63423"/>
                  <a:pt x="324493" y="62862"/>
                </a:cubicBezTo>
                <a:cubicBezTo>
                  <a:pt x="324493" y="56699"/>
                  <a:pt x="323059" y="52357"/>
                  <a:pt x="320191" y="49837"/>
                </a:cubicBezTo>
                <a:cubicBezTo>
                  <a:pt x="316311" y="46419"/>
                  <a:pt x="310546" y="44710"/>
                  <a:pt x="302898" y="44710"/>
                </a:cubicBezTo>
                <a:cubicBezTo>
                  <a:pt x="295755" y="44710"/>
                  <a:pt x="290483" y="45961"/>
                  <a:pt x="287081" y="48463"/>
                </a:cubicBezTo>
                <a:cubicBezTo>
                  <a:pt x="283678" y="50966"/>
                  <a:pt x="281161" y="55395"/>
                  <a:pt x="279531" y="61750"/>
                </a:cubicBezTo>
                <a:lnTo>
                  <a:pt x="264684" y="59725"/>
                </a:lnTo>
                <a:cubicBezTo>
                  <a:pt x="266033" y="53351"/>
                  <a:pt x="268255" y="48203"/>
                  <a:pt x="271348" y="44282"/>
                </a:cubicBezTo>
                <a:cubicBezTo>
                  <a:pt x="274441" y="40362"/>
                  <a:pt x="278912" y="37344"/>
                  <a:pt x="284761" y="35230"/>
                </a:cubicBezTo>
                <a:cubicBezTo>
                  <a:pt x="290610" y="33114"/>
                  <a:pt x="297386" y="32056"/>
                  <a:pt x="305091" y="32056"/>
                </a:cubicBezTo>
                <a:cubicBezTo>
                  <a:pt x="312739" y="32056"/>
                  <a:pt x="318954" y="32959"/>
                  <a:pt x="323734" y="34766"/>
                </a:cubicBezTo>
                <a:cubicBezTo>
                  <a:pt x="328514" y="36571"/>
                  <a:pt x="332029" y="38842"/>
                  <a:pt x="334279" y="41580"/>
                </a:cubicBezTo>
                <a:cubicBezTo>
                  <a:pt x="336528" y="44317"/>
                  <a:pt x="338103" y="47774"/>
                  <a:pt x="339003" y="51951"/>
                </a:cubicBezTo>
                <a:cubicBezTo>
                  <a:pt x="339509" y="54547"/>
                  <a:pt x="339762" y="59209"/>
                  <a:pt x="339762" y="65939"/>
                </a:cubicBezTo>
                <a:lnTo>
                  <a:pt x="339762" y="86127"/>
                </a:lnTo>
                <a:cubicBezTo>
                  <a:pt x="339762" y="100202"/>
                  <a:pt x="340085" y="109117"/>
                  <a:pt x="340732" y="112871"/>
                </a:cubicBezTo>
                <a:cubicBezTo>
                  <a:pt x="341379" y="116624"/>
                  <a:pt x="342658" y="120224"/>
                  <a:pt x="344570" y="123668"/>
                </a:cubicBezTo>
                <a:lnTo>
                  <a:pt x="328711" y="123668"/>
                </a:lnTo>
                <a:cubicBezTo>
                  <a:pt x="327136" y="120447"/>
                  <a:pt x="326124" y="116679"/>
                  <a:pt x="325674" y="112364"/>
                </a:cubicBezTo>
                <a:moveTo>
                  <a:pt x="324409" y="78790"/>
                </a:moveTo>
                <a:cubicBezTo>
                  <a:pt x="318897" y="81029"/>
                  <a:pt x="310630" y="82932"/>
                  <a:pt x="299608" y="84500"/>
                </a:cubicBezTo>
                <a:cubicBezTo>
                  <a:pt x="293365" y="85395"/>
                  <a:pt x="288951" y="86402"/>
                  <a:pt x="286364" y="87521"/>
                </a:cubicBezTo>
                <a:cubicBezTo>
                  <a:pt x="283777" y="88641"/>
                  <a:pt x="281780" y="90278"/>
                  <a:pt x="280374" y="92432"/>
                </a:cubicBezTo>
                <a:cubicBezTo>
                  <a:pt x="278968" y="94587"/>
                  <a:pt x="278265" y="96980"/>
                  <a:pt x="278265" y="99611"/>
                </a:cubicBezTo>
                <a:cubicBezTo>
                  <a:pt x="278265" y="103640"/>
                  <a:pt x="279798" y="106999"/>
                  <a:pt x="282863" y="109686"/>
                </a:cubicBezTo>
                <a:cubicBezTo>
                  <a:pt x="285928" y="112371"/>
                  <a:pt x="290413" y="113714"/>
                  <a:pt x="296318" y="113714"/>
                </a:cubicBezTo>
                <a:cubicBezTo>
                  <a:pt x="302167" y="113714"/>
                  <a:pt x="307369" y="112439"/>
                  <a:pt x="311924" y="109889"/>
                </a:cubicBezTo>
                <a:cubicBezTo>
                  <a:pt x="316479" y="107337"/>
                  <a:pt x="319825" y="103851"/>
                  <a:pt x="321962" y="99431"/>
                </a:cubicBezTo>
                <a:cubicBezTo>
                  <a:pt x="323593" y="96020"/>
                  <a:pt x="324409" y="90986"/>
                  <a:pt x="324409" y="84329"/>
                </a:cubicBezTo>
                <a:lnTo>
                  <a:pt x="324409" y="78790"/>
                </a:lnTo>
                <a:close/>
                <a:moveTo>
                  <a:pt x="362934" y="123668"/>
                </a:moveTo>
                <a:lnTo>
                  <a:pt x="362934" y="0"/>
                </a:lnTo>
                <a:lnTo>
                  <a:pt x="378118" y="0"/>
                </a:lnTo>
                <a:lnTo>
                  <a:pt x="378118" y="123668"/>
                </a:lnTo>
                <a:lnTo>
                  <a:pt x="362934" y="123668"/>
                </a:lnTo>
                <a:close/>
                <a:moveTo>
                  <a:pt x="401710" y="17378"/>
                </a:moveTo>
                <a:lnTo>
                  <a:pt x="401710" y="0"/>
                </a:lnTo>
                <a:lnTo>
                  <a:pt x="416894" y="0"/>
                </a:lnTo>
                <a:lnTo>
                  <a:pt x="416894" y="17378"/>
                </a:lnTo>
                <a:lnTo>
                  <a:pt x="401710" y="17378"/>
                </a:lnTo>
                <a:moveTo>
                  <a:pt x="401710" y="123668"/>
                </a:moveTo>
                <a:lnTo>
                  <a:pt x="401710" y="34080"/>
                </a:lnTo>
                <a:lnTo>
                  <a:pt x="416894" y="34080"/>
                </a:lnTo>
                <a:lnTo>
                  <a:pt x="416894" y="123668"/>
                </a:lnTo>
                <a:lnTo>
                  <a:pt x="401710" y="123668"/>
                </a:lnTo>
                <a:close/>
                <a:moveTo>
                  <a:pt x="437195" y="131092"/>
                </a:moveTo>
                <a:lnTo>
                  <a:pt x="451957" y="133116"/>
                </a:lnTo>
                <a:cubicBezTo>
                  <a:pt x="452576" y="137726"/>
                  <a:pt x="454291" y="141084"/>
                  <a:pt x="457103" y="143189"/>
                </a:cubicBezTo>
                <a:cubicBezTo>
                  <a:pt x="460871" y="146034"/>
                  <a:pt x="466017" y="147457"/>
                  <a:pt x="472541" y="147457"/>
                </a:cubicBezTo>
                <a:cubicBezTo>
                  <a:pt x="479570" y="147457"/>
                  <a:pt x="484997" y="146048"/>
                  <a:pt x="488822" y="143229"/>
                </a:cubicBezTo>
                <a:cubicBezTo>
                  <a:pt x="492646" y="140410"/>
                  <a:pt x="495233" y="136464"/>
                  <a:pt x="496582" y="131392"/>
                </a:cubicBezTo>
                <a:cubicBezTo>
                  <a:pt x="497370" y="128290"/>
                  <a:pt x="497735" y="121779"/>
                  <a:pt x="497679" y="111858"/>
                </a:cubicBezTo>
                <a:cubicBezTo>
                  <a:pt x="491043" y="119732"/>
                  <a:pt x="482776" y="123668"/>
                  <a:pt x="472878" y="123668"/>
                </a:cubicBezTo>
                <a:cubicBezTo>
                  <a:pt x="460562" y="123668"/>
                  <a:pt x="451029" y="119225"/>
                  <a:pt x="444281" y="110340"/>
                </a:cubicBezTo>
                <a:cubicBezTo>
                  <a:pt x="437532" y="101454"/>
                  <a:pt x="434158" y="90797"/>
                  <a:pt x="434158" y="78368"/>
                </a:cubicBezTo>
                <a:cubicBezTo>
                  <a:pt x="434158" y="69820"/>
                  <a:pt x="435704" y="61933"/>
                  <a:pt x="438798" y="54706"/>
                </a:cubicBezTo>
                <a:cubicBezTo>
                  <a:pt x="441891" y="47479"/>
                  <a:pt x="446376" y="41898"/>
                  <a:pt x="452253" y="37961"/>
                </a:cubicBezTo>
                <a:cubicBezTo>
                  <a:pt x="458129" y="34024"/>
                  <a:pt x="465033" y="32056"/>
                  <a:pt x="472962" y="32056"/>
                </a:cubicBezTo>
                <a:cubicBezTo>
                  <a:pt x="483535" y="32056"/>
                  <a:pt x="492252" y="36386"/>
                  <a:pt x="499113" y="45047"/>
                </a:cubicBezTo>
                <a:lnTo>
                  <a:pt x="499113" y="34080"/>
                </a:lnTo>
                <a:lnTo>
                  <a:pt x="513117" y="34080"/>
                </a:lnTo>
                <a:lnTo>
                  <a:pt x="513117" y="111574"/>
                </a:lnTo>
                <a:cubicBezTo>
                  <a:pt x="513117" y="125529"/>
                  <a:pt x="511697" y="135419"/>
                  <a:pt x="508857" y="141244"/>
                </a:cubicBezTo>
                <a:cubicBezTo>
                  <a:pt x="506016" y="147068"/>
                  <a:pt x="501517" y="151668"/>
                  <a:pt x="495359" y="155044"/>
                </a:cubicBezTo>
                <a:cubicBezTo>
                  <a:pt x="489201" y="158422"/>
                  <a:pt x="481623" y="160111"/>
                  <a:pt x="472625" y="160111"/>
                </a:cubicBezTo>
                <a:cubicBezTo>
                  <a:pt x="461940" y="160111"/>
                  <a:pt x="453307" y="157700"/>
                  <a:pt x="446727" y="152877"/>
                </a:cubicBezTo>
                <a:cubicBezTo>
                  <a:pt x="440147" y="148055"/>
                  <a:pt x="436970" y="140793"/>
                  <a:pt x="437195" y="131092"/>
                </a:cubicBezTo>
                <a:moveTo>
                  <a:pt x="449764" y="77274"/>
                </a:moveTo>
                <a:cubicBezTo>
                  <a:pt x="449764" y="88998"/>
                  <a:pt x="452098" y="97553"/>
                  <a:pt x="456766" y="102937"/>
                </a:cubicBezTo>
                <a:cubicBezTo>
                  <a:pt x="461433" y="108322"/>
                  <a:pt x="467282" y="111015"/>
                  <a:pt x="474312" y="111015"/>
                </a:cubicBezTo>
                <a:cubicBezTo>
                  <a:pt x="481286" y="111015"/>
                  <a:pt x="487134" y="108336"/>
                  <a:pt x="491858" y="102980"/>
                </a:cubicBezTo>
                <a:cubicBezTo>
                  <a:pt x="496582" y="97623"/>
                  <a:pt x="498945" y="89222"/>
                  <a:pt x="498945" y="77778"/>
                </a:cubicBezTo>
                <a:cubicBezTo>
                  <a:pt x="498945" y="66839"/>
                  <a:pt x="496512" y="58593"/>
                  <a:pt x="491648" y="53040"/>
                </a:cubicBezTo>
                <a:cubicBezTo>
                  <a:pt x="486783" y="47486"/>
                  <a:pt x="480920" y="44710"/>
                  <a:pt x="474059" y="44710"/>
                </a:cubicBezTo>
                <a:cubicBezTo>
                  <a:pt x="467310" y="44710"/>
                  <a:pt x="461574" y="47444"/>
                  <a:pt x="456850" y="52913"/>
                </a:cubicBezTo>
                <a:cubicBezTo>
                  <a:pt x="452126" y="58383"/>
                  <a:pt x="449764" y="66503"/>
                  <a:pt x="449764" y="77274"/>
                </a:cubicBezTo>
                <a:close/>
                <a:moveTo>
                  <a:pt x="536036" y="123668"/>
                </a:moveTo>
                <a:lnTo>
                  <a:pt x="536036" y="34080"/>
                </a:lnTo>
                <a:lnTo>
                  <a:pt x="549702" y="34080"/>
                </a:lnTo>
                <a:lnTo>
                  <a:pt x="549702" y="46818"/>
                </a:lnTo>
                <a:cubicBezTo>
                  <a:pt x="556282" y="36977"/>
                  <a:pt x="565786" y="32056"/>
                  <a:pt x="578215" y="32056"/>
                </a:cubicBezTo>
                <a:cubicBezTo>
                  <a:pt x="583614" y="32056"/>
                  <a:pt x="588577" y="33026"/>
                  <a:pt x="593104" y="34966"/>
                </a:cubicBezTo>
                <a:cubicBezTo>
                  <a:pt x="597631" y="36906"/>
                  <a:pt x="601020" y="39451"/>
                  <a:pt x="603269" y="42601"/>
                </a:cubicBezTo>
                <a:cubicBezTo>
                  <a:pt x="605519" y="45750"/>
                  <a:pt x="607093" y="49490"/>
                  <a:pt x="607993" y="53820"/>
                </a:cubicBezTo>
                <a:cubicBezTo>
                  <a:pt x="608556" y="56632"/>
                  <a:pt x="608837" y="61553"/>
                  <a:pt x="608837" y="68583"/>
                </a:cubicBezTo>
                <a:lnTo>
                  <a:pt x="608837" y="123668"/>
                </a:lnTo>
                <a:lnTo>
                  <a:pt x="593653" y="123668"/>
                </a:lnTo>
                <a:lnTo>
                  <a:pt x="593653" y="69173"/>
                </a:lnTo>
                <a:cubicBezTo>
                  <a:pt x="593653" y="62987"/>
                  <a:pt x="593062" y="58361"/>
                  <a:pt x="591881" y="55296"/>
                </a:cubicBezTo>
                <a:cubicBezTo>
                  <a:pt x="590700" y="52231"/>
                  <a:pt x="588605" y="49785"/>
                  <a:pt x="585596" y="47957"/>
                </a:cubicBezTo>
                <a:cubicBezTo>
                  <a:pt x="582588" y="46130"/>
                  <a:pt x="579059" y="45216"/>
                  <a:pt x="575009" y="45216"/>
                </a:cubicBezTo>
                <a:cubicBezTo>
                  <a:pt x="568542" y="45216"/>
                  <a:pt x="562960" y="47268"/>
                  <a:pt x="558264" y="51374"/>
                </a:cubicBezTo>
                <a:cubicBezTo>
                  <a:pt x="553569" y="55479"/>
                  <a:pt x="551221" y="63268"/>
                  <a:pt x="551221" y="74741"/>
                </a:cubicBezTo>
                <a:lnTo>
                  <a:pt x="551221" y="123668"/>
                </a:lnTo>
                <a:lnTo>
                  <a:pt x="536036" y="123668"/>
                </a:lnTo>
                <a:close/>
                <a:moveTo>
                  <a:pt x="693421" y="94649"/>
                </a:moveTo>
                <a:lnTo>
                  <a:pt x="709112" y="96674"/>
                </a:lnTo>
                <a:cubicBezTo>
                  <a:pt x="706637" y="105867"/>
                  <a:pt x="702054" y="113002"/>
                  <a:pt x="695361" y="118080"/>
                </a:cubicBezTo>
                <a:cubicBezTo>
                  <a:pt x="688669" y="123155"/>
                  <a:pt x="680121" y="125693"/>
                  <a:pt x="669717" y="125693"/>
                </a:cubicBezTo>
                <a:cubicBezTo>
                  <a:pt x="656613" y="125693"/>
                  <a:pt x="646223" y="121658"/>
                  <a:pt x="638546" y="113588"/>
                </a:cubicBezTo>
                <a:cubicBezTo>
                  <a:pt x="630870" y="105517"/>
                  <a:pt x="627032" y="94199"/>
                  <a:pt x="627032" y="79634"/>
                </a:cubicBezTo>
                <a:cubicBezTo>
                  <a:pt x="627032" y="64562"/>
                  <a:pt x="630912" y="52864"/>
                  <a:pt x="638673" y="44541"/>
                </a:cubicBezTo>
                <a:cubicBezTo>
                  <a:pt x="646434" y="36218"/>
                  <a:pt x="656501" y="32056"/>
                  <a:pt x="668873" y="32056"/>
                </a:cubicBezTo>
                <a:cubicBezTo>
                  <a:pt x="680852" y="32056"/>
                  <a:pt x="690637" y="36127"/>
                  <a:pt x="698229" y="44269"/>
                </a:cubicBezTo>
                <a:cubicBezTo>
                  <a:pt x="705822" y="52410"/>
                  <a:pt x="709618" y="63863"/>
                  <a:pt x="709618" y="78629"/>
                </a:cubicBezTo>
                <a:cubicBezTo>
                  <a:pt x="709618" y="79527"/>
                  <a:pt x="709590" y="80874"/>
                  <a:pt x="709533" y="82670"/>
                </a:cubicBezTo>
                <a:lnTo>
                  <a:pt x="642722" y="82670"/>
                </a:lnTo>
                <a:cubicBezTo>
                  <a:pt x="643285" y="92540"/>
                  <a:pt x="646068" y="100097"/>
                  <a:pt x="651074" y="105342"/>
                </a:cubicBezTo>
                <a:cubicBezTo>
                  <a:pt x="656079" y="110586"/>
                  <a:pt x="662321" y="113208"/>
                  <a:pt x="669801" y="113208"/>
                </a:cubicBezTo>
                <a:cubicBezTo>
                  <a:pt x="675369" y="113208"/>
                  <a:pt x="680121" y="111733"/>
                  <a:pt x="684057" y="108782"/>
                </a:cubicBezTo>
                <a:cubicBezTo>
                  <a:pt x="687994" y="105829"/>
                  <a:pt x="691115" y="101118"/>
                  <a:pt x="693421" y="94649"/>
                </a:cubicBezTo>
                <a:moveTo>
                  <a:pt x="643566" y="70186"/>
                </a:moveTo>
                <a:lnTo>
                  <a:pt x="693590" y="70186"/>
                </a:lnTo>
                <a:cubicBezTo>
                  <a:pt x="692915" y="62674"/>
                  <a:pt x="691003" y="57041"/>
                  <a:pt x="687854" y="53285"/>
                </a:cubicBezTo>
                <a:cubicBezTo>
                  <a:pt x="683017" y="47456"/>
                  <a:pt x="676746" y="44541"/>
                  <a:pt x="669042" y="44541"/>
                </a:cubicBezTo>
                <a:cubicBezTo>
                  <a:pt x="662068" y="44541"/>
                  <a:pt x="656205" y="46868"/>
                  <a:pt x="651453" y="51521"/>
                </a:cubicBezTo>
                <a:cubicBezTo>
                  <a:pt x="646701" y="56173"/>
                  <a:pt x="644072" y="62395"/>
                  <a:pt x="643566" y="70186"/>
                </a:cubicBezTo>
                <a:close/>
                <a:moveTo>
                  <a:pt x="786273" y="123668"/>
                </a:moveTo>
                <a:lnTo>
                  <a:pt x="786273" y="112364"/>
                </a:lnTo>
                <a:cubicBezTo>
                  <a:pt x="780593" y="121250"/>
                  <a:pt x="772241" y="125693"/>
                  <a:pt x="761218" y="125693"/>
                </a:cubicBezTo>
                <a:cubicBezTo>
                  <a:pt x="754076" y="125693"/>
                  <a:pt x="747510" y="123725"/>
                  <a:pt x="741521" y="119788"/>
                </a:cubicBezTo>
                <a:cubicBezTo>
                  <a:pt x="735532" y="115851"/>
                  <a:pt x="730892" y="110354"/>
                  <a:pt x="727602" y="103296"/>
                </a:cubicBezTo>
                <a:cubicBezTo>
                  <a:pt x="724312" y="96238"/>
                  <a:pt x="722667" y="88126"/>
                  <a:pt x="722667" y="78959"/>
                </a:cubicBezTo>
                <a:cubicBezTo>
                  <a:pt x="722667" y="70017"/>
                  <a:pt x="724157" y="61904"/>
                  <a:pt x="727138" y="54622"/>
                </a:cubicBezTo>
                <a:cubicBezTo>
                  <a:pt x="730119" y="47339"/>
                  <a:pt x="734590" y="41757"/>
                  <a:pt x="740551" y="37877"/>
                </a:cubicBezTo>
                <a:cubicBezTo>
                  <a:pt x="746512" y="33996"/>
                  <a:pt x="753176" y="32056"/>
                  <a:pt x="760544" y="32056"/>
                </a:cubicBezTo>
                <a:cubicBezTo>
                  <a:pt x="765942" y="32056"/>
                  <a:pt x="770751" y="33203"/>
                  <a:pt x="774969" y="35496"/>
                </a:cubicBezTo>
                <a:cubicBezTo>
                  <a:pt x="779187" y="37788"/>
                  <a:pt x="782617" y="40774"/>
                  <a:pt x="785260" y="44454"/>
                </a:cubicBezTo>
                <a:lnTo>
                  <a:pt x="785260" y="0"/>
                </a:lnTo>
                <a:lnTo>
                  <a:pt x="800360" y="0"/>
                </a:lnTo>
                <a:lnTo>
                  <a:pt x="800360" y="123668"/>
                </a:lnTo>
                <a:lnTo>
                  <a:pt x="786273" y="123668"/>
                </a:lnTo>
                <a:moveTo>
                  <a:pt x="738273" y="79001"/>
                </a:moveTo>
                <a:cubicBezTo>
                  <a:pt x="738273" y="90460"/>
                  <a:pt x="740691" y="99025"/>
                  <a:pt x="745528" y="104698"/>
                </a:cubicBezTo>
                <a:cubicBezTo>
                  <a:pt x="750364" y="110371"/>
                  <a:pt x="756073" y="113208"/>
                  <a:pt x="762653" y="113208"/>
                </a:cubicBezTo>
                <a:cubicBezTo>
                  <a:pt x="769289" y="113208"/>
                  <a:pt x="774927" y="110498"/>
                  <a:pt x="779566" y="105078"/>
                </a:cubicBezTo>
                <a:cubicBezTo>
                  <a:pt x="784206" y="99658"/>
                  <a:pt x="786526" y="91387"/>
                  <a:pt x="786526" y="80264"/>
                </a:cubicBezTo>
                <a:cubicBezTo>
                  <a:pt x="786526" y="68019"/>
                  <a:pt x="784164" y="59033"/>
                  <a:pt x="779440" y="53303"/>
                </a:cubicBezTo>
                <a:cubicBezTo>
                  <a:pt x="774716" y="47574"/>
                  <a:pt x="768895" y="44710"/>
                  <a:pt x="761978" y="44710"/>
                </a:cubicBezTo>
                <a:cubicBezTo>
                  <a:pt x="755229" y="44710"/>
                  <a:pt x="749591" y="47462"/>
                  <a:pt x="745064" y="52966"/>
                </a:cubicBezTo>
                <a:cubicBezTo>
                  <a:pt x="740537" y="58470"/>
                  <a:pt x="738273" y="67149"/>
                  <a:pt x="738273" y="79001"/>
                </a:cubicBezTo>
                <a:close/>
                <a:moveTo>
                  <a:pt x="872147" y="123668"/>
                </a:moveTo>
                <a:lnTo>
                  <a:pt x="872147" y="0"/>
                </a:lnTo>
                <a:lnTo>
                  <a:pt x="887332" y="0"/>
                </a:lnTo>
                <a:lnTo>
                  <a:pt x="887332" y="70447"/>
                </a:lnTo>
                <a:lnTo>
                  <a:pt x="923268" y="34080"/>
                </a:lnTo>
                <a:lnTo>
                  <a:pt x="942923" y="34080"/>
                </a:lnTo>
                <a:lnTo>
                  <a:pt x="908674" y="67365"/>
                </a:lnTo>
                <a:lnTo>
                  <a:pt x="946382" y="123668"/>
                </a:lnTo>
                <a:lnTo>
                  <a:pt x="927654" y="123668"/>
                </a:lnTo>
                <a:lnTo>
                  <a:pt x="898045" y="77786"/>
                </a:lnTo>
                <a:lnTo>
                  <a:pt x="887332" y="88154"/>
                </a:lnTo>
                <a:lnTo>
                  <a:pt x="887332" y="123668"/>
                </a:lnTo>
                <a:lnTo>
                  <a:pt x="872147" y="123668"/>
                </a:lnTo>
                <a:close/>
                <a:moveTo>
                  <a:pt x="1019773" y="94649"/>
                </a:moveTo>
                <a:lnTo>
                  <a:pt x="1035464" y="96674"/>
                </a:lnTo>
                <a:cubicBezTo>
                  <a:pt x="1032989" y="105867"/>
                  <a:pt x="1028406" y="113002"/>
                  <a:pt x="1021714" y="118080"/>
                </a:cubicBezTo>
                <a:cubicBezTo>
                  <a:pt x="1015021" y="123155"/>
                  <a:pt x="1006473" y="125693"/>
                  <a:pt x="996069" y="125693"/>
                </a:cubicBezTo>
                <a:cubicBezTo>
                  <a:pt x="982965" y="125693"/>
                  <a:pt x="972575" y="121658"/>
                  <a:pt x="964899" y="113588"/>
                </a:cubicBezTo>
                <a:cubicBezTo>
                  <a:pt x="957222" y="105517"/>
                  <a:pt x="953384" y="94199"/>
                  <a:pt x="953384" y="79634"/>
                </a:cubicBezTo>
                <a:cubicBezTo>
                  <a:pt x="953384" y="64562"/>
                  <a:pt x="957264" y="52864"/>
                  <a:pt x="965025" y="44541"/>
                </a:cubicBezTo>
                <a:cubicBezTo>
                  <a:pt x="972786" y="36218"/>
                  <a:pt x="982853" y="32056"/>
                  <a:pt x="995225" y="32056"/>
                </a:cubicBezTo>
                <a:cubicBezTo>
                  <a:pt x="1007204" y="32056"/>
                  <a:pt x="1016990" y="36127"/>
                  <a:pt x="1024582" y="44269"/>
                </a:cubicBezTo>
                <a:cubicBezTo>
                  <a:pt x="1032174" y="52410"/>
                  <a:pt x="1035970" y="63863"/>
                  <a:pt x="1035970" y="78629"/>
                </a:cubicBezTo>
                <a:cubicBezTo>
                  <a:pt x="1035970" y="79527"/>
                  <a:pt x="1035942" y="80874"/>
                  <a:pt x="1035886" y="82670"/>
                </a:cubicBezTo>
                <a:lnTo>
                  <a:pt x="969074" y="82670"/>
                </a:lnTo>
                <a:cubicBezTo>
                  <a:pt x="969637" y="92540"/>
                  <a:pt x="972421" y="100097"/>
                  <a:pt x="977426" y="105342"/>
                </a:cubicBezTo>
                <a:cubicBezTo>
                  <a:pt x="982431" y="110586"/>
                  <a:pt x="988673" y="113208"/>
                  <a:pt x="996153" y="113208"/>
                </a:cubicBezTo>
                <a:cubicBezTo>
                  <a:pt x="1001721" y="113208"/>
                  <a:pt x="1006473" y="111733"/>
                  <a:pt x="1010410" y="108782"/>
                </a:cubicBezTo>
                <a:cubicBezTo>
                  <a:pt x="1014346" y="105829"/>
                  <a:pt x="1017468" y="101118"/>
                  <a:pt x="1019773" y="94649"/>
                </a:cubicBezTo>
                <a:moveTo>
                  <a:pt x="969918" y="70186"/>
                </a:moveTo>
                <a:lnTo>
                  <a:pt x="1019942" y="70186"/>
                </a:lnTo>
                <a:cubicBezTo>
                  <a:pt x="1019267" y="62674"/>
                  <a:pt x="1017355" y="57041"/>
                  <a:pt x="1014206" y="53285"/>
                </a:cubicBezTo>
                <a:cubicBezTo>
                  <a:pt x="1009369" y="47456"/>
                  <a:pt x="1003099" y="44541"/>
                  <a:pt x="995394" y="44541"/>
                </a:cubicBezTo>
                <a:cubicBezTo>
                  <a:pt x="988420" y="44541"/>
                  <a:pt x="982558" y="46868"/>
                  <a:pt x="977805" y="51521"/>
                </a:cubicBezTo>
                <a:cubicBezTo>
                  <a:pt x="973053" y="56173"/>
                  <a:pt x="970424" y="62395"/>
                  <a:pt x="969918" y="70186"/>
                </a:cubicBezTo>
                <a:close/>
                <a:moveTo>
                  <a:pt x="1053827" y="158265"/>
                </a:moveTo>
                <a:lnTo>
                  <a:pt x="1052140" y="144083"/>
                </a:lnTo>
                <a:cubicBezTo>
                  <a:pt x="1055458" y="144983"/>
                  <a:pt x="1058355" y="145433"/>
                  <a:pt x="1060829" y="145433"/>
                </a:cubicBezTo>
                <a:cubicBezTo>
                  <a:pt x="1064203" y="145433"/>
                  <a:pt x="1066903" y="144869"/>
                  <a:pt x="1068927" y="143743"/>
                </a:cubicBezTo>
                <a:cubicBezTo>
                  <a:pt x="1070952" y="142616"/>
                  <a:pt x="1072611" y="141039"/>
                  <a:pt x="1073904" y="139011"/>
                </a:cubicBezTo>
                <a:cubicBezTo>
                  <a:pt x="1074860" y="137491"/>
                  <a:pt x="1076407" y="133717"/>
                  <a:pt x="1078544" y="127691"/>
                </a:cubicBezTo>
                <a:cubicBezTo>
                  <a:pt x="1078825" y="126846"/>
                  <a:pt x="1079275" y="125607"/>
                  <a:pt x="1079894" y="123974"/>
                </a:cubicBezTo>
                <a:lnTo>
                  <a:pt x="1045898" y="34080"/>
                </a:lnTo>
                <a:lnTo>
                  <a:pt x="1062263" y="34080"/>
                </a:lnTo>
                <a:lnTo>
                  <a:pt x="1080906" y="85976"/>
                </a:lnTo>
                <a:cubicBezTo>
                  <a:pt x="1083324" y="92558"/>
                  <a:pt x="1085490" y="99477"/>
                  <a:pt x="1087402" y="106734"/>
                </a:cubicBezTo>
                <a:cubicBezTo>
                  <a:pt x="1089145" y="99744"/>
                  <a:pt x="1091226" y="92933"/>
                  <a:pt x="1093644" y="86301"/>
                </a:cubicBezTo>
                <a:lnTo>
                  <a:pt x="1112793" y="34080"/>
                </a:lnTo>
                <a:lnTo>
                  <a:pt x="1127978" y="34080"/>
                </a:lnTo>
                <a:lnTo>
                  <a:pt x="1093897" y="125176"/>
                </a:lnTo>
                <a:cubicBezTo>
                  <a:pt x="1090242" y="135044"/>
                  <a:pt x="1087402" y="141839"/>
                  <a:pt x="1085377" y="145562"/>
                </a:cubicBezTo>
                <a:cubicBezTo>
                  <a:pt x="1082678" y="150581"/>
                  <a:pt x="1079585" y="154260"/>
                  <a:pt x="1076098" y="156599"/>
                </a:cubicBezTo>
                <a:cubicBezTo>
                  <a:pt x="1072611" y="158940"/>
                  <a:pt x="1068449" y="160111"/>
                  <a:pt x="1063613" y="160111"/>
                </a:cubicBezTo>
                <a:cubicBezTo>
                  <a:pt x="1060688" y="160111"/>
                  <a:pt x="1057427" y="159496"/>
                  <a:pt x="1053827" y="158265"/>
                </a:cubicBezTo>
                <a:close/>
                <a:moveTo>
                  <a:pt x="1157418" y="123668"/>
                </a:moveTo>
                <a:lnTo>
                  <a:pt x="1130001" y="34080"/>
                </a:lnTo>
                <a:lnTo>
                  <a:pt x="1145692" y="34080"/>
                </a:lnTo>
                <a:lnTo>
                  <a:pt x="1159948" y="85784"/>
                </a:lnTo>
                <a:lnTo>
                  <a:pt x="1165263" y="105025"/>
                </a:lnTo>
                <a:cubicBezTo>
                  <a:pt x="1165488" y="104071"/>
                  <a:pt x="1167034" y="97919"/>
                  <a:pt x="1169903" y="86569"/>
                </a:cubicBezTo>
                <a:lnTo>
                  <a:pt x="1184159" y="34080"/>
                </a:lnTo>
                <a:lnTo>
                  <a:pt x="1199765" y="34080"/>
                </a:lnTo>
                <a:lnTo>
                  <a:pt x="1213178" y="86034"/>
                </a:lnTo>
                <a:lnTo>
                  <a:pt x="1217649" y="103169"/>
                </a:lnTo>
                <a:lnTo>
                  <a:pt x="1222795" y="85873"/>
                </a:lnTo>
                <a:lnTo>
                  <a:pt x="1238148" y="34080"/>
                </a:lnTo>
                <a:lnTo>
                  <a:pt x="1252911" y="34080"/>
                </a:lnTo>
                <a:lnTo>
                  <a:pt x="1224904" y="123668"/>
                </a:lnTo>
                <a:lnTo>
                  <a:pt x="1209129" y="123668"/>
                </a:lnTo>
                <a:lnTo>
                  <a:pt x="1194872" y="69988"/>
                </a:lnTo>
                <a:lnTo>
                  <a:pt x="1191414" y="54748"/>
                </a:lnTo>
                <a:lnTo>
                  <a:pt x="1173277" y="123668"/>
                </a:lnTo>
                <a:lnTo>
                  <a:pt x="1157418" y="123668"/>
                </a:lnTo>
                <a:close/>
                <a:moveTo>
                  <a:pt x="1259969" y="78874"/>
                </a:moveTo>
                <a:cubicBezTo>
                  <a:pt x="1259969" y="62284"/>
                  <a:pt x="1264580" y="49996"/>
                  <a:pt x="1273803" y="42010"/>
                </a:cubicBezTo>
                <a:cubicBezTo>
                  <a:pt x="1281508" y="35374"/>
                  <a:pt x="1290900" y="32056"/>
                  <a:pt x="1301979" y="32056"/>
                </a:cubicBezTo>
                <a:cubicBezTo>
                  <a:pt x="1314295" y="32056"/>
                  <a:pt x="1324362" y="36091"/>
                  <a:pt x="1332179" y="44161"/>
                </a:cubicBezTo>
                <a:cubicBezTo>
                  <a:pt x="1339996" y="52231"/>
                  <a:pt x="1343904" y="63381"/>
                  <a:pt x="1343904" y="77609"/>
                </a:cubicBezTo>
                <a:cubicBezTo>
                  <a:pt x="1343904" y="89138"/>
                  <a:pt x="1342175" y="98206"/>
                  <a:pt x="1338716" y="104814"/>
                </a:cubicBezTo>
                <a:cubicBezTo>
                  <a:pt x="1335258" y="111422"/>
                  <a:pt x="1330224" y="116554"/>
                  <a:pt x="1323616" y="120210"/>
                </a:cubicBezTo>
                <a:cubicBezTo>
                  <a:pt x="1317008" y="123865"/>
                  <a:pt x="1309796" y="125693"/>
                  <a:pt x="1301979" y="125693"/>
                </a:cubicBezTo>
                <a:cubicBezTo>
                  <a:pt x="1289438" y="125693"/>
                  <a:pt x="1279301" y="121672"/>
                  <a:pt x="1271568" y="113630"/>
                </a:cubicBezTo>
                <a:cubicBezTo>
                  <a:pt x="1263835" y="105588"/>
                  <a:pt x="1259969" y="94003"/>
                  <a:pt x="1259969" y="78874"/>
                </a:cubicBezTo>
                <a:moveTo>
                  <a:pt x="1275575" y="78917"/>
                </a:moveTo>
                <a:cubicBezTo>
                  <a:pt x="1275575" y="90375"/>
                  <a:pt x="1278077" y="98955"/>
                  <a:pt x="1283083" y="104656"/>
                </a:cubicBezTo>
                <a:cubicBezTo>
                  <a:pt x="1288088" y="110357"/>
                  <a:pt x="1294387" y="113208"/>
                  <a:pt x="1301979" y="113208"/>
                </a:cubicBezTo>
                <a:cubicBezTo>
                  <a:pt x="1309515" y="113208"/>
                  <a:pt x="1315785" y="110343"/>
                  <a:pt x="1320790" y="104614"/>
                </a:cubicBezTo>
                <a:cubicBezTo>
                  <a:pt x="1325796" y="98885"/>
                  <a:pt x="1328298" y="90150"/>
                  <a:pt x="1328298" y="78410"/>
                </a:cubicBezTo>
                <a:cubicBezTo>
                  <a:pt x="1328298" y="67346"/>
                  <a:pt x="1325782" y="58962"/>
                  <a:pt x="1320748" y="53261"/>
                </a:cubicBezTo>
                <a:cubicBezTo>
                  <a:pt x="1315715" y="47560"/>
                  <a:pt x="1309458" y="44710"/>
                  <a:pt x="1301979" y="44710"/>
                </a:cubicBezTo>
                <a:cubicBezTo>
                  <a:pt x="1294387" y="44710"/>
                  <a:pt x="1288088" y="47546"/>
                  <a:pt x="1283083" y="53219"/>
                </a:cubicBezTo>
                <a:cubicBezTo>
                  <a:pt x="1278077" y="58892"/>
                  <a:pt x="1275575" y="67458"/>
                  <a:pt x="1275575" y="78917"/>
                </a:cubicBezTo>
                <a:close/>
                <a:moveTo>
                  <a:pt x="1361508" y="123668"/>
                </a:moveTo>
                <a:lnTo>
                  <a:pt x="1361508" y="34080"/>
                </a:lnTo>
                <a:lnTo>
                  <a:pt x="1375174" y="34080"/>
                </a:lnTo>
                <a:lnTo>
                  <a:pt x="1375174" y="47662"/>
                </a:lnTo>
                <a:cubicBezTo>
                  <a:pt x="1378661" y="41307"/>
                  <a:pt x="1381881" y="37117"/>
                  <a:pt x="1384833" y="35093"/>
                </a:cubicBezTo>
                <a:cubicBezTo>
                  <a:pt x="1387786" y="33068"/>
                  <a:pt x="1391033" y="32056"/>
                  <a:pt x="1394576" y="32056"/>
                </a:cubicBezTo>
                <a:cubicBezTo>
                  <a:pt x="1399694" y="32056"/>
                  <a:pt x="1404896" y="33687"/>
                  <a:pt x="1410183" y="36949"/>
                </a:cubicBezTo>
                <a:lnTo>
                  <a:pt x="1404952" y="51026"/>
                </a:lnTo>
                <a:cubicBezTo>
                  <a:pt x="1401241" y="48840"/>
                  <a:pt x="1397529" y="47746"/>
                  <a:pt x="1393817" y="47746"/>
                </a:cubicBezTo>
                <a:cubicBezTo>
                  <a:pt x="1390499" y="47746"/>
                  <a:pt x="1387518" y="48745"/>
                  <a:pt x="1384875" y="50741"/>
                </a:cubicBezTo>
                <a:cubicBezTo>
                  <a:pt x="1382232" y="52738"/>
                  <a:pt x="1380348" y="55507"/>
                  <a:pt x="1379223" y="59050"/>
                </a:cubicBezTo>
                <a:cubicBezTo>
                  <a:pt x="1377536" y="64449"/>
                  <a:pt x="1376693" y="70354"/>
                  <a:pt x="1376693" y="76765"/>
                </a:cubicBezTo>
                <a:lnTo>
                  <a:pt x="1376693" y="123668"/>
                </a:lnTo>
                <a:lnTo>
                  <a:pt x="1361508" y="123668"/>
                </a:lnTo>
                <a:close/>
                <a:moveTo>
                  <a:pt x="1477329" y="123668"/>
                </a:moveTo>
                <a:lnTo>
                  <a:pt x="1477329" y="112364"/>
                </a:lnTo>
                <a:cubicBezTo>
                  <a:pt x="1471649" y="121250"/>
                  <a:pt x="1463298" y="125693"/>
                  <a:pt x="1452275" y="125693"/>
                </a:cubicBezTo>
                <a:cubicBezTo>
                  <a:pt x="1445133" y="125693"/>
                  <a:pt x="1438567" y="123725"/>
                  <a:pt x="1432578" y="119788"/>
                </a:cubicBezTo>
                <a:cubicBezTo>
                  <a:pt x="1426588" y="115851"/>
                  <a:pt x="1421949" y="110354"/>
                  <a:pt x="1418659" y="103296"/>
                </a:cubicBezTo>
                <a:cubicBezTo>
                  <a:pt x="1415369" y="96238"/>
                  <a:pt x="1413724" y="88126"/>
                  <a:pt x="1413724" y="78959"/>
                </a:cubicBezTo>
                <a:cubicBezTo>
                  <a:pt x="1413724" y="70017"/>
                  <a:pt x="1415214" y="61904"/>
                  <a:pt x="1418195" y="54622"/>
                </a:cubicBezTo>
                <a:cubicBezTo>
                  <a:pt x="1421175" y="47339"/>
                  <a:pt x="1425646" y="41757"/>
                  <a:pt x="1431607" y="37877"/>
                </a:cubicBezTo>
                <a:cubicBezTo>
                  <a:pt x="1437569" y="33996"/>
                  <a:pt x="1444233" y="32056"/>
                  <a:pt x="1451600" y="32056"/>
                </a:cubicBezTo>
                <a:cubicBezTo>
                  <a:pt x="1456999" y="32056"/>
                  <a:pt x="1461808" y="33203"/>
                  <a:pt x="1466025" y="35496"/>
                </a:cubicBezTo>
                <a:cubicBezTo>
                  <a:pt x="1470243" y="37788"/>
                  <a:pt x="1473674" y="40774"/>
                  <a:pt x="1476317" y="44454"/>
                </a:cubicBezTo>
                <a:lnTo>
                  <a:pt x="1476317" y="0"/>
                </a:lnTo>
                <a:lnTo>
                  <a:pt x="1491417" y="0"/>
                </a:lnTo>
                <a:lnTo>
                  <a:pt x="1491417" y="123668"/>
                </a:lnTo>
                <a:lnTo>
                  <a:pt x="1477329" y="123668"/>
                </a:lnTo>
                <a:moveTo>
                  <a:pt x="1429330" y="79001"/>
                </a:moveTo>
                <a:cubicBezTo>
                  <a:pt x="1429330" y="90460"/>
                  <a:pt x="1431748" y="99025"/>
                  <a:pt x="1436585" y="104698"/>
                </a:cubicBezTo>
                <a:cubicBezTo>
                  <a:pt x="1441421" y="110371"/>
                  <a:pt x="1447129" y="113208"/>
                  <a:pt x="1453709" y="113208"/>
                </a:cubicBezTo>
                <a:cubicBezTo>
                  <a:pt x="1460345" y="113208"/>
                  <a:pt x="1465983" y="110498"/>
                  <a:pt x="1470623" y="105078"/>
                </a:cubicBezTo>
                <a:cubicBezTo>
                  <a:pt x="1475263" y="99658"/>
                  <a:pt x="1477582" y="91387"/>
                  <a:pt x="1477582" y="80264"/>
                </a:cubicBezTo>
                <a:cubicBezTo>
                  <a:pt x="1477582" y="68019"/>
                  <a:pt x="1475220" y="59033"/>
                  <a:pt x="1470496" y="53303"/>
                </a:cubicBezTo>
                <a:cubicBezTo>
                  <a:pt x="1465772" y="47574"/>
                  <a:pt x="1459952" y="44710"/>
                  <a:pt x="1453034" y="44710"/>
                </a:cubicBezTo>
                <a:cubicBezTo>
                  <a:pt x="1446286" y="44710"/>
                  <a:pt x="1440648" y="47462"/>
                  <a:pt x="1436121" y="52966"/>
                </a:cubicBezTo>
                <a:cubicBezTo>
                  <a:pt x="1431593" y="58470"/>
                  <a:pt x="1429330" y="67149"/>
                  <a:pt x="1429330" y="79001"/>
                </a:cubicBezTo>
                <a:close/>
                <a:moveTo>
                  <a:pt x="1557047" y="96843"/>
                </a:moveTo>
                <a:lnTo>
                  <a:pt x="1572062" y="94481"/>
                </a:lnTo>
                <a:cubicBezTo>
                  <a:pt x="1572906" y="100524"/>
                  <a:pt x="1575254" y="105157"/>
                  <a:pt x="1579106" y="108378"/>
                </a:cubicBezTo>
                <a:cubicBezTo>
                  <a:pt x="1582958" y="111598"/>
                  <a:pt x="1588343" y="113208"/>
                  <a:pt x="1595261" y="113208"/>
                </a:cubicBezTo>
                <a:cubicBezTo>
                  <a:pt x="1602234" y="113208"/>
                  <a:pt x="1607408" y="111788"/>
                  <a:pt x="1610782" y="108948"/>
                </a:cubicBezTo>
                <a:cubicBezTo>
                  <a:pt x="1614157" y="106108"/>
                  <a:pt x="1615844" y="102776"/>
                  <a:pt x="1615844" y="98952"/>
                </a:cubicBezTo>
                <a:cubicBezTo>
                  <a:pt x="1615844" y="95521"/>
                  <a:pt x="1614354" y="92822"/>
                  <a:pt x="1611373" y="90853"/>
                </a:cubicBezTo>
                <a:cubicBezTo>
                  <a:pt x="1609292" y="89503"/>
                  <a:pt x="1604118" y="87788"/>
                  <a:pt x="1595851" y="85707"/>
                </a:cubicBezTo>
                <a:cubicBezTo>
                  <a:pt x="1584716" y="82895"/>
                  <a:pt x="1576997" y="80463"/>
                  <a:pt x="1572695" y="78410"/>
                </a:cubicBezTo>
                <a:cubicBezTo>
                  <a:pt x="1568393" y="76358"/>
                  <a:pt x="1565131" y="73518"/>
                  <a:pt x="1562909" y="69890"/>
                </a:cubicBezTo>
                <a:cubicBezTo>
                  <a:pt x="1560688" y="66263"/>
                  <a:pt x="1559577" y="62256"/>
                  <a:pt x="1559577" y="57869"/>
                </a:cubicBezTo>
                <a:cubicBezTo>
                  <a:pt x="1559577" y="53876"/>
                  <a:pt x="1560491" y="50179"/>
                  <a:pt x="1562319" y="46776"/>
                </a:cubicBezTo>
                <a:cubicBezTo>
                  <a:pt x="1564147" y="43374"/>
                  <a:pt x="1566635" y="40548"/>
                  <a:pt x="1569785" y="38298"/>
                </a:cubicBezTo>
                <a:cubicBezTo>
                  <a:pt x="1572147" y="36555"/>
                  <a:pt x="1575366" y="35079"/>
                  <a:pt x="1579444" y="33870"/>
                </a:cubicBezTo>
                <a:cubicBezTo>
                  <a:pt x="1583521" y="32660"/>
                  <a:pt x="1587893" y="32056"/>
                  <a:pt x="1592561" y="32056"/>
                </a:cubicBezTo>
                <a:cubicBezTo>
                  <a:pt x="1599591" y="32056"/>
                  <a:pt x="1605763" y="33068"/>
                  <a:pt x="1611078" y="35093"/>
                </a:cubicBezTo>
                <a:cubicBezTo>
                  <a:pt x="1616392" y="37117"/>
                  <a:pt x="1620315" y="39859"/>
                  <a:pt x="1622846" y="43318"/>
                </a:cubicBezTo>
                <a:cubicBezTo>
                  <a:pt x="1625376" y="46776"/>
                  <a:pt x="1627120" y="51402"/>
                  <a:pt x="1628076" y="57194"/>
                </a:cubicBezTo>
                <a:lnTo>
                  <a:pt x="1613229" y="59219"/>
                </a:lnTo>
                <a:cubicBezTo>
                  <a:pt x="1612554" y="54608"/>
                  <a:pt x="1610600" y="51008"/>
                  <a:pt x="1607366" y="48421"/>
                </a:cubicBezTo>
                <a:cubicBezTo>
                  <a:pt x="1604132" y="45834"/>
                  <a:pt x="1599563" y="44541"/>
                  <a:pt x="1593658" y="44541"/>
                </a:cubicBezTo>
                <a:cubicBezTo>
                  <a:pt x="1586684" y="44541"/>
                  <a:pt x="1581707" y="45694"/>
                  <a:pt x="1578726" y="47999"/>
                </a:cubicBezTo>
                <a:cubicBezTo>
                  <a:pt x="1575746" y="50305"/>
                  <a:pt x="1574256" y="53005"/>
                  <a:pt x="1574256" y="56098"/>
                </a:cubicBezTo>
                <a:cubicBezTo>
                  <a:pt x="1574256" y="58066"/>
                  <a:pt x="1574874" y="59838"/>
                  <a:pt x="1576111" y="61412"/>
                </a:cubicBezTo>
                <a:cubicBezTo>
                  <a:pt x="1577349" y="63043"/>
                  <a:pt x="1579289" y="64393"/>
                  <a:pt x="1581932" y="65462"/>
                </a:cubicBezTo>
                <a:cubicBezTo>
                  <a:pt x="1583451" y="66024"/>
                  <a:pt x="1587921" y="67317"/>
                  <a:pt x="1595345" y="69342"/>
                </a:cubicBezTo>
                <a:cubicBezTo>
                  <a:pt x="1606086" y="72210"/>
                  <a:pt x="1613580" y="74558"/>
                  <a:pt x="1617826" y="76386"/>
                </a:cubicBezTo>
                <a:cubicBezTo>
                  <a:pt x="1622072" y="78214"/>
                  <a:pt x="1625404" y="80871"/>
                  <a:pt x="1627823" y="84358"/>
                </a:cubicBezTo>
                <a:cubicBezTo>
                  <a:pt x="1630241" y="87844"/>
                  <a:pt x="1631450" y="92175"/>
                  <a:pt x="1631450" y="97349"/>
                </a:cubicBezTo>
                <a:cubicBezTo>
                  <a:pt x="1631450" y="102410"/>
                  <a:pt x="1629974" y="107176"/>
                  <a:pt x="1627021" y="111647"/>
                </a:cubicBezTo>
                <a:cubicBezTo>
                  <a:pt x="1624069" y="116118"/>
                  <a:pt x="1619809" y="119577"/>
                  <a:pt x="1614241" y="122023"/>
                </a:cubicBezTo>
                <a:cubicBezTo>
                  <a:pt x="1608673" y="124470"/>
                  <a:pt x="1602375" y="125693"/>
                  <a:pt x="1595345" y="125693"/>
                </a:cubicBezTo>
                <a:cubicBezTo>
                  <a:pt x="1583704" y="125693"/>
                  <a:pt x="1574832" y="123268"/>
                  <a:pt x="1568730" y="118417"/>
                </a:cubicBezTo>
                <a:cubicBezTo>
                  <a:pt x="1562628" y="113566"/>
                  <a:pt x="1558734" y="106375"/>
                  <a:pt x="1557047" y="96843"/>
                </a:cubicBezTo>
                <a:close/>
                <a:moveTo>
                  <a:pt x="1710831" y="94649"/>
                </a:moveTo>
                <a:lnTo>
                  <a:pt x="1726521" y="96674"/>
                </a:lnTo>
                <a:cubicBezTo>
                  <a:pt x="1724047" y="105867"/>
                  <a:pt x="1719463" y="113002"/>
                  <a:pt x="1712771" y="118080"/>
                </a:cubicBezTo>
                <a:cubicBezTo>
                  <a:pt x="1706079" y="123155"/>
                  <a:pt x="1697530" y="125693"/>
                  <a:pt x="1687126" y="125693"/>
                </a:cubicBezTo>
                <a:cubicBezTo>
                  <a:pt x="1674023" y="125693"/>
                  <a:pt x="1663633" y="121658"/>
                  <a:pt x="1655956" y="113588"/>
                </a:cubicBezTo>
                <a:cubicBezTo>
                  <a:pt x="1648280" y="105517"/>
                  <a:pt x="1644441" y="94199"/>
                  <a:pt x="1644441" y="79634"/>
                </a:cubicBezTo>
                <a:cubicBezTo>
                  <a:pt x="1644441" y="64562"/>
                  <a:pt x="1648322" y="52864"/>
                  <a:pt x="1656083" y="44541"/>
                </a:cubicBezTo>
                <a:cubicBezTo>
                  <a:pt x="1663844" y="36218"/>
                  <a:pt x="1673910" y="32056"/>
                  <a:pt x="1686283" y="32056"/>
                </a:cubicBezTo>
                <a:cubicBezTo>
                  <a:pt x="1698262" y="32056"/>
                  <a:pt x="1708047" y="36127"/>
                  <a:pt x="1715639" y="44269"/>
                </a:cubicBezTo>
                <a:cubicBezTo>
                  <a:pt x="1723231" y="52410"/>
                  <a:pt x="1727028" y="63863"/>
                  <a:pt x="1727028" y="78629"/>
                </a:cubicBezTo>
                <a:cubicBezTo>
                  <a:pt x="1727028" y="79527"/>
                  <a:pt x="1726999" y="80874"/>
                  <a:pt x="1726943" y="82670"/>
                </a:cubicBezTo>
                <a:lnTo>
                  <a:pt x="1660132" y="82670"/>
                </a:lnTo>
                <a:cubicBezTo>
                  <a:pt x="1660694" y="92540"/>
                  <a:pt x="1663478" y="100097"/>
                  <a:pt x="1668483" y="105342"/>
                </a:cubicBezTo>
                <a:cubicBezTo>
                  <a:pt x="1673489" y="110586"/>
                  <a:pt x="1679731" y="113208"/>
                  <a:pt x="1687211" y="113208"/>
                </a:cubicBezTo>
                <a:cubicBezTo>
                  <a:pt x="1692778" y="113208"/>
                  <a:pt x="1697530" y="111733"/>
                  <a:pt x="1701467" y="108782"/>
                </a:cubicBezTo>
                <a:cubicBezTo>
                  <a:pt x="1705404" y="105829"/>
                  <a:pt x="1708525" y="101118"/>
                  <a:pt x="1710831" y="94649"/>
                </a:cubicBezTo>
                <a:moveTo>
                  <a:pt x="1660975" y="70186"/>
                </a:moveTo>
                <a:lnTo>
                  <a:pt x="1711000" y="70186"/>
                </a:lnTo>
                <a:cubicBezTo>
                  <a:pt x="1710325" y="62674"/>
                  <a:pt x="1708413" y="57041"/>
                  <a:pt x="1705263" y="53285"/>
                </a:cubicBezTo>
                <a:cubicBezTo>
                  <a:pt x="1700427" y="47456"/>
                  <a:pt x="1694156" y="44541"/>
                  <a:pt x="1686451" y="44541"/>
                </a:cubicBezTo>
                <a:cubicBezTo>
                  <a:pt x="1679478" y="44541"/>
                  <a:pt x="1673615" y="46868"/>
                  <a:pt x="1668863" y="51521"/>
                </a:cubicBezTo>
                <a:cubicBezTo>
                  <a:pt x="1664111" y="56173"/>
                  <a:pt x="1661482" y="62395"/>
                  <a:pt x="1660975" y="70186"/>
                </a:cubicBezTo>
                <a:close/>
                <a:moveTo>
                  <a:pt x="1802669" y="158086"/>
                </a:moveTo>
                <a:lnTo>
                  <a:pt x="1802669" y="114136"/>
                </a:lnTo>
                <a:cubicBezTo>
                  <a:pt x="1800307" y="117454"/>
                  <a:pt x="1797003" y="120210"/>
                  <a:pt x="1792757" y="122403"/>
                </a:cubicBezTo>
                <a:cubicBezTo>
                  <a:pt x="1788511" y="124596"/>
                  <a:pt x="1783998" y="125693"/>
                  <a:pt x="1779218" y="125693"/>
                </a:cubicBezTo>
                <a:cubicBezTo>
                  <a:pt x="1768589" y="125693"/>
                  <a:pt x="1759436" y="121447"/>
                  <a:pt x="1751759" y="112955"/>
                </a:cubicBezTo>
                <a:cubicBezTo>
                  <a:pt x="1744083" y="104463"/>
                  <a:pt x="1740245" y="92822"/>
                  <a:pt x="1740245" y="78031"/>
                </a:cubicBezTo>
                <a:cubicBezTo>
                  <a:pt x="1740245" y="69033"/>
                  <a:pt x="1741805" y="60962"/>
                  <a:pt x="1744926" y="53820"/>
                </a:cubicBezTo>
                <a:cubicBezTo>
                  <a:pt x="1748048" y="46678"/>
                  <a:pt x="1752575" y="41265"/>
                  <a:pt x="1758508" y="37581"/>
                </a:cubicBezTo>
                <a:cubicBezTo>
                  <a:pt x="1764441" y="33898"/>
                  <a:pt x="1770951" y="32056"/>
                  <a:pt x="1778037" y="32056"/>
                </a:cubicBezTo>
                <a:cubicBezTo>
                  <a:pt x="1789116" y="32056"/>
                  <a:pt x="1797833" y="36724"/>
                  <a:pt x="1804188" y="46059"/>
                </a:cubicBezTo>
                <a:lnTo>
                  <a:pt x="1804188" y="34080"/>
                </a:lnTo>
                <a:lnTo>
                  <a:pt x="1817854" y="34080"/>
                </a:lnTo>
                <a:lnTo>
                  <a:pt x="1817854" y="158086"/>
                </a:lnTo>
                <a:lnTo>
                  <a:pt x="1802669" y="158086"/>
                </a:lnTo>
                <a:moveTo>
                  <a:pt x="1755851" y="78621"/>
                </a:moveTo>
                <a:cubicBezTo>
                  <a:pt x="1755851" y="90150"/>
                  <a:pt x="1758269" y="98797"/>
                  <a:pt x="1763106" y="104561"/>
                </a:cubicBezTo>
                <a:cubicBezTo>
                  <a:pt x="1767942" y="110326"/>
                  <a:pt x="1773735" y="113208"/>
                  <a:pt x="1780483" y="113208"/>
                </a:cubicBezTo>
                <a:cubicBezTo>
                  <a:pt x="1786951" y="113208"/>
                  <a:pt x="1792518" y="110466"/>
                  <a:pt x="1797186" y="104983"/>
                </a:cubicBezTo>
                <a:cubicBezTo>
                  <a:pt x="1801854" y="99500"/>
                  <a:pt x="1804188" y="91162"/>
                  <a:pt x="1804188" y="79971"/>
                </a:cubicBezTo>
                <a:cubicBezTo>
                  <a:pt x="1804188" y="68048"/>
                  <a:pt x="1801727" y="59078"/>
                  <a:pt x="1796806" y="53061"/>
                </a:cubicBezTo>
                <a:cubicBezTo>
                  <a:pt x="1791886" y="47043"/>
                  <a:pt x="1786107" y="44035"/>
                  <a:pt x="1779471" y="44035"/>
                </a:cubicBezTo>
                <a:cubicBezTo>
                  <a:pt x="1772891" y="44035"/>
                  <a:pt x="1767309" y="46833"/>
                  <a:pt x="1762726" y="52428"/>
                </a:cubicBezTo>
                <a:cubicBezTo>
                  <a:pt x="1758142" y="58024"/>
                  <a:pt x="1755851" y="66755"/>
                  <a:pt x="1755851" y="78621"/>
                </a:cubicBezTo>
                <a:close/>
                <a:moveTo>
                  <a:pt x="1900330" y="123668"/>
                </a:moveTo>
                <a:lnTo>
                  <a:pt x="1900330" y="110427"/>
                </a:lnTo>
                <a:cubicBezTo>
                  <a:pt x="1893356" y="120604"/>
                  <a:pt x="1883880" y="125693"/>
                  <a:pt x="1871901" y="125693"/>
                </a:cubicBezTo>
                <a:cubicBezTo>
                  <a:pt x="1866615" y="125693"/>
                  <a:pt x="1861680" y="124681"/>
                  <a:pt x="1857096" y="122656"/>
                </a:cubicBezTo>
                <a:cubicBezTo>
                  <a:pt x="1852513" y="120631"/>
                  <a:pt x="1849111" y="118087"/>
                  <a:pt x="1846889" y="115022"/>
                </a:cubicBezTo>
                <a:cubicBezTo>
                  <a:pt x="1844668" y="111957"/>
                  <a:pt x="1843107" y="108203"/>
                  <a:pt x="1842207" y="103760"/>
                </a:cubicBezTo>
                <a:cubicBezTo>
                  <a:pt x="1841589" y="100779"/>
                  <a:pt x="1841279" y="96055"/>
                  <a:pt x="1841279" y="89588"/>
                </a:cubicBezTo>
                <a:lnTo>
                  <a:pt x="1841279" y="34080"/>
                </a:lnTo>
                <a:lnTo>
                  <a:pt x="1856464" y="34080"/>
                </a:lnTo>
                <a:lnTo>
                  <a:pt x="1856464" y="83714"/>
                </a:lnTo>
                <a:cubicBezTo>
                  <a:pt x="1856464" y="91635"/>
                  <a:pt x="1856773" y="96972"/>
                  <a:pt x="1857392" y="99724"/>
                </a:cubicBezTo>
                <a:cubicBezTo>
                  <a:pt x="1858348" y="103713"/>
                  <a:pt x="1860372" y="106846"/>
                  <a:pt x="1863465" y="109122"/>
                </a:cubicBezTo>
                <a:cubicBezTo>
                  <a:pt x="1866559" y="111396"/>
                  <a:pt x="1870383" y="112533"/>
                  <a:pt x="1874938" y="112533"/>
                </a:cubicBezTo>
                <a:cubicBezTo>
                  <a:pt x="1879493" y="112533"/>
                  <a:pt x="1883768" y="111368"/>
                  <a:pt x="1887760" y="109038"/>
                </a:cubicBezTo>
                <a:cubicBezTo>
                  <a:pt x="1891753" y="106705"/>
                  <a:pt x="1894579" y="103531"/>
                  <a:pt x="1896238" y="99516"/>
                </a:cubicBezTo>
                <a:cubicBezTo>
                  <a:pt x="1897897" y="95498"/>
                  <a:pt x="1898727" y="89670"/>
                  <a:pt x="1898727" y="82030"/>
                </a:cubicBezTo>
                <a:lnTo>
                  <a:pt x="1898727" y="34080"/>
                </a:lnTo>
                <a:lnTo>
                  <a:pt x="1913911" y="34080"/>
                </a:lnTo>
                <a:lnTo>
                  <a:pt x="1913911" y="123668"/>
                </a:lnTo>
                <a:lnTo>
                  <a:pt x="1900330" y="123668"/>
                </a:lnTo>
                <a:close/>
                <a:moveTo>
                  <a:pt x="1999002" y="94649"/>
                </a:moveTo>
                <a:lnTo>
                  <a:pt x="2014692" y="96674"/>
                </a:lnTo>
                <a:cubicBezTo>
                  <a:pt x="2012218" y="105867"/>
                  <a:pt x="2007634" y="113002"/>
                  <a:pt x="2000942" y="118080"/>
                </a:cubicBezTo>
                <a:cubicBezTo>
                  <a:pt x="1994250" y="123155"/>
                  <a:pt x="1985701" y="125693"/>
                  <a:pt x="1975297" y="125693"/>
                </a:cubicBezTo>
                <a:cubicBezTo>
                  <a:pt x="1962194" y="125693"/>
                  <a:pt x="1951804" y="121658"/>
                  <a:pt x="1944127" y="113588"/>
                </a:cubicBezTo>
                <a:cubicBezTo>
                  <a:pt x="1936451" y="105517"/>
                  <a:pt x="1932612" y="94199"/>
                  <a:pt x="1932612" y="79634"/>
                </a:cubicBezTo>
                <a:cubicBezTo>
                  <a:pt x="1932612" y="64562"/>
                  <a:pt x="1936493" y="52864"/>
                  <a:pt x="1944254" y="44541"/>
                </a:cubicBezTo>
                <a:cubicBezTo>
                  <a:pt x="1952015" y="36218"/>
                  <a:pt x="1962081" y="32056"/>
                  <a:pt x="1974454" y="32056"/>
                </a:cubicBezTo>
                <a:cubicBezTo>
                  <a:pt x="1986432" y="32056"/>
                  <a:pt x="1996218" y="36127"/>
                  <a:pt x="2003810" y="44269"/>
                </a:cubicBezTo>
                <a:cubicBezTo>
                  <a:pt x="2011402" y="52410"/>
                  <a:pt x="2015198" y="63863"/>
                  <a:pt x="2015198" y="78629"/>
                </a:cubicBezTo>
                <a:cubicBezTo>
                  <a:pt x="2015198" y="79527"/>
                  <a:pt x="2015170" y="80874"/>
                  <a:pt x="2015114" y="82670"/>
                </a:cubicBezTo>
                <a:lnTo>
                  <a:pt x="1948303" y="82670"/>
                </a:lnTo>
                <a:cubicBezTo>
                  <a:pt x="1948865" y="92540"/>
                  <a:pt x="1951649" y="100097"/>
                  <a:pt x="1956654" y="105342"/>
                </a:cubicBezTo>
                <a:cubicBezTo>
                  <a:pt x="1961659" y="110586"/>
                  <a:pt x="1967902" y="113208"/>
                  <a:pt x="1975382" y="113208"/>
                </a:cubicBezTo>
                <a:cubicBezTo>
                  <a:pt x="1980949" y="113208"/>
                  <a:pt x="1985701" y="111733"/>
                  <a:pt x="1989638" y="108782"/>
                </a:cubicBezTo>
                <a:cubicBezTo>
                  <a:pt x="1993575" y="105829"/>
                  <a:pt x="1996696" y="101118"/>
                  <a:pt x="1999002" y="94649"/>
                </a:cubicBezTo>
                <a:moveTo>
                  <a:pt x="1949146" y="70186"/>
                </a:moveTo>
                <a:lnTo>
                  <a:pt x="1999170" y="70186"/>
                </a:lnTo>
                <a:cubicBezTo>
                  <a:pt x="1998496" y="62674"/>
                  <a:pt x="1996583" y="57041"/>
                  <a:pt x="1993434" y="53285"/>
                </a:cubicBezTo>
                <a:cubicBezTo>
                  <a:pt x="1988598" y="47456"/>
                  <a:pt x="1982327" y="44541"/>
                  <a:pt x="1974622" y="44541"/>
                </a:cubicBezTo>
                <a:cubicBezTo>
                  <a:pt x="1967649" y="44541"/>
                  <a:pt x="1961786" y="46868"/>
                  <a:pt x="1957034" y="51521"/>
                </a:cubicBezTo>
                <a:cubicBezTo>
                  <a:pt x="1952282" y="56173"/>
                  <a:pt x="1949652" y="62395"/>
                  <a:pt x="1949146" y="70186"/>
                </a:cubicBezTo>
                <a:close/>
                <a:moveTo>
                  <a:pt x="2033731" y="123668"/>
                </a:moveTo>
                <a:lnTo>
                  <a:pt x="2033731" y="34080"/>
                </a:lnTo>
                <a:lnTo>
                  <a:pt x="2047397" y="34080"/>
                </a:lnTo>
                <a:lnTo>
                  <a:pt x="2047397" y="46818"/>
                </a:lnTo>
                <a:cubicBezTo>
                  <a:pt x="2053976" y="36977"/>
                  <a:pt x="2063481" y="32056"/>
                  <a:pt x="2075909" y="32056"/>
                </a:cubicBezTo>
                <a:cubicBezTo>
                  <a:pt x="2081308" y="32056"/>
                  <a:pt x="2086271" y="33026"/>
                  <a:pt x="2090799" y="34966"/>
                </a:cubicBezTo>
                <a:cubicBezTo>
                  <a:pt x="2095326" y="36906"/>
                  <a:pt x="2098714" y="39451"/>
                  <a:pt x="2100964" y="42601"/>
                </a:cubicBezTo>
                <a:cubicBezTo>
                  <a:pt x="2103213" y="45750"/>
                  <a:pt x="2104788" y="49490"/>
                  <a:pt x="2105688" y="53820"/>
                </a:cubicBezTo>
                <a:cubicBezTo>
                  <a:pt x="2106250" y="56632"/>
                  <a:pt x="2106531" y="61553"/>
                  <a:pt x="2106531" y="68583"/>
                </a:cubicBezTo>
                <a:lnTo>
                  <a:pt x="2106531" y="123668"/>
                </a:lnTo>
                <a:lnTo>
                  <a:pt x="2091347" y="123668"/>
                </a:lnTo>
                <a:lnTo>
                  <a:pt x="2091347" y="69173"/>
                </a:lnTo>
                <a:cubicBezTo>
                  <a:pt x="2091347" y="62987"/>
                  <a:pt x="2090756" y="58361"/>
                  <a:pt x="2089575" y="55296"/>
                </a:cubicBezTo>
                <a:cubicBezTo>
                  <a:pt x="2088394" y="52231"/>
                  <a:pt x="2086299" y="49785"/>
                  <a:pt x="2083291" y="47957"/>
                </a:cubicBezTo>
                <a:cubicBezTo>
                  <a:pt x="2080282" y="46130"/>
                  <a:pt x="2076753" y="45216"/>
                  <a:pt x="2072704" y="45216"/>
                </a:cubicBezTo>
                <a:cubicBezTo>
                  <a:pt x="2066236" y="45216"/>
                  <a:pt x="2060655" y="47268"/>
                  <a:pt x="2055959" y="51374"/>
                </a:cubicBezTo>
                <a:cubicBezTo>
                  <a:pt x="2051263" y="55479"/>
                  <a:pt x="2048915" y="63268"/>
                  <a:pt x="2048915" y="74741"/>
                </a:cubicBezTo>
                <a:lnTo>
                  <a:pt x="2048915" y="123668"/>
                </a:lnTo>
                <a:lnTo>
                  <a:pt x="2033731" y="123668"/>
                </a:lnTo>
                <a:close/>
                <a:moveTo>
                  <a:pt x="2188247" y="90769"/>
                </a:moveTo>
                <a:lnTo>
                  <a:pt x="2203178" y="92793"/>
                </a:lnTo>
                <a:cubicBezTo>
                  <a:pt x="2201547" y="103085"/>
                  <a:pt x="2197372" y="111141"/>
                  <a:pt x="2190651" y="116962"/>
                </a:cubicBezTo>
                <a:cubicBezTo>
                  <a:pt x="2183931" y="122783"/>
                  <a:pt x="2175678" y="125693"/>
                  <a:pt x="2165892" y="125693"/>
                </a:cubicBezTo>
                <a:cubicBezTo>
                  <a:pt x="2153632" y="125693"/>
                  <a:pt x="2143776" y="121686"/>
                  <a:pt x="2136325" y="113672"/>
                </a:cubicBezTo>
                <a:cubicBezTo>
                  <a:pt x="2128873" y="105658"/>
                  <a:pt x="2125147" y="94171"/>
                  <a:pt x="2125147" y="79212"/>
                </a:cubicBezTo>
                <a:cubicBezTo>
                  <a:pt x="2125147" y="69539"/>
                  <a:pt x="2126750" y="61075"/>
                  <a:pt x="2129956" y="53820"/>
                </a:cubicBezTo>
                <a:cubicBezTo>
                  <a:pt x="2133161" y="46565"/>
                  <a:pt x="2138040" y="41124"/>
                  <a:pt x="2144592" y="37497"/>
                </a:cubicBezTo>
                <a:cubicBezTo>
                  <a:pt x="2151144" y="33870"/>
                  <a:pt x="2158272" y="32056"/>
                  <a:pt x="2165977" y="32056"/>
                </a:cubicBezTo>
                <a:cubicBezTo>
                  <a:pt x="2175706" y="32056"/>
                  <a:pt x="2183664" y="34502"/>
                  <a:pt x="2189850" y="39395"/>
                </a:cubicBezTo>
                <a:cubicBezTo>
                  <a:pt x="2196036" y="44286"/>
                  <a:pt x="2200001" y="51231"/>
                  <a:pt x="2201744" y="60231"/>
                </a:cubicBezTo>
                <a:lnTo>
                  <a:pt x="2186982" y="62593"/>
                </a:lnTo>
                <a:cubicBezTo>
                  <a:pt x="2185576" y="56604"/>
                  <a:pt x="2183087" y="52098"/>
                  <a:pt x="2179516" y="49075"/>
                </a:cubicBezTo>
                <a:cubicBezTo>
                  <a:pt x="2175945" y="46052"/>
                  <a:pt x="2171629" y="44541"/>
                  <a:pt x="2166567" y="44541"/>
                </a:cubicBezTo>
                <a:cubicBezTo>
                  <a:pt x="2158919" y="44541"/>
                  <a:pt x="2152704" y="47282"/>
                  <a:pt x="2147924" y="52766"/>
                </a:cubicBezTo>
                <a:cubicBezTo>
                  <a:pt x="2143144" y="58249"/>
                  <a:pt x="2140754" y="66924"/>
                  <a:pt x="2140754" y="78790"/>
                </a:cubicBezTo>
                <a:cubicBezTo>
                  <a:pt x="2140754" y="90825"/>
                  <a:pt x="2143059" y="99570"/>
                  <a:pt x="2147671" y="105025"/>
                </a:cubicBezTo>
                <a:cubicBezTo>
                  <a:pt x="2152283" y="110480"/>
                  <a:pt x="2158300" y="113208"/>
                  <a:pt x="2165724" y="113208"/>
                </a:cubicBezTo>
                <a:cubicBezTo>
                  <a:pt x="2171685" y="113208"/>
                  <a:pt x="2176662" y="111373"/>
                  <a:pt x="2180655" y="107704"/>
                </a:cubicBezTo>
                <a:cubicBezTo>
                  <a:pt x="2184648" y="104034"/>
                  <a:pt x="2187178" y="98389"/>
                  <a:pt x="2188247" y="90769"/>
                </a:cubicBezTo>
                <a:close/>
                <a:moveTo>
                  <a:pt x="2277497" y="94649"/>
                </a:moveTo>
                <a:lnTo>
                  <a:pt x="2293188" y="96674"/>
                </a:lnTo>
                <a:cubicBezTo>
                  <a:pt x="2290713" y="105867"/>
                  <a:pt x="2286130" y="113002"/>
                  <a:pt x="2279438" y="118080"/>
                </a:cubicBezTo>
                <a:cubicBezTo>
                  <a:pt x="2272745" y="123155"/>
                  <a:pt x="2264197" y="125693"/>
                  <a:pt x="2253793" y="125693"/>
                </a:cubicBezTo>
                <a:cubicBezTo>
                  <a:pt x="2240689" y="125693"/>
                  <a:pt x="2230299" y="121658"/>
                  <a:pt x="2222623" y="113588"/>
                </a:cubicBezTo>
                <a:cubicBezTo>
                  <a:pt x="2214946" y="105517"/>
                  <a:pt x="2211108" y="94199"/>
                  <a:pt x="2211108" y="79634"/>
                </a:cubicBezTo>
                <a:cubicBezTo>
                  <a:pt x="2211108" y="64562"/>
                  <a:pt x="2214988" y="52864"/>
                  <a:pt x="2222749" y="44541"/>
                </a:cubicBezTo>
                <a:cubicBezTo>
                  <a:pt x="2230510" y="36218"/>
                  <a:pt x="2240577" y="32056"/>
                  <a:pt x="2252949" y="32056"/>
                </a:cubicBezTo>
                <a:cubicBezTo>
                  <a:pt x="2264928" y="32056"/>
                  <a:pt x="2274714" y="36127"/>
                  <a:pt x="2282306" y="44269"/>
                </a:cubicBezTo>
                <a:cubicBezTo>
                  <a:pt x="2289898" y="52410"/>
                  <a:pt x="2293694" y="63863"/>
                  <a:pt x="2293694" y="78629"/>
                </a:cubicBezTo>
                <a:cubicBezTo>
                  <a:pt x="2293694" y="79527"/>
                  <a:pt x="2293666" y="80874"/>
                  <a:pt x="2293610" y="82670"/>
                </a:cubicBezTo>
                <a:lnTo>
                  <a:pt x="2226798" y="82670"/>
                </a:lnTo>
                <a:cubicBezTo>
                  <a:pt x="2227361" y="92540"/>
                  <a:pt x="2230145" y="100097"/>
                  <a:pt x="2235150" y="105342"/>
                </a:cubicBezTo>
                <a:cubicBezTo>
                  <a:pt x="2240155" y="110586"/>
                  <a:pt x="2246398" y="113208"/>
                  <a:pt x="2253877" y="113208"/>
                </a:cubicBezTo>
                <a:cubicBezTo>
                  <a:pt x="2259445" y="113208"/>
                  <a:pt x="2264197" y="111733"/>
                  <a:pt x="2268134" y="108782"/>
                </a:cubicBezTo>
                <a:cubicBezTo>
                  <a:pt x="2272070" y="105829"/>
                  <a:pt x="2275192" y="101118"/>
                  <a:pt x="2277497" y="94649"/>
                </a:cubicBezTo>
                <a:moveTo>
                  <a:pt x="2227642" y="70186"/>
                </a:moveTo>
                <a:lnTo>
                  <a:pt x="2277666" y="70186"/>
                </a:lnTo>
                <a:cubicBezTo>
                  <a:pt x="2276991" y="62674"/>
                  <a:pt x="2275079" y="57041"/>
                  <a:pt x="2271930" y="53285"/>
                </a:cubicBezTo>
                <a:cubicBezTo>
                  <a:pt x="2267093" y="47456"/>
                  <a:pt x="2260823" y="44541"/>
                  <a:pt x="2253118" y="44541"/>
                </a:cubicBezTo>
                <a:cubicBezTo>
                  <a:pt x="2246144" y="44541"/>
                  <a:pt x="2240282" y="46868"/>
                  <a:pt x="2235529" y="51521"/>
                </a:cubicBezTo>
                <a:cubicBezTo>
                  <a:pt x="2230777" y="56173"/>
                  <a:pt x="2228148" y="62395"/>
                  <a:pt x="2227642" y="70186"/>
                </a:cubicBezTo>
                <a:close/>
              </a:path>
            </a:pathLst>
          </a:custGeom>
          <a:solidFill xmlns:a="http://schemas.openxmlformats.org/drawingml/2006/main">
            <a:srgbClr val="4285F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7C725F-8A6D-4323-8169-164655C79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254" y="2952252"/>
            <a:ext cx="179566" cy="178342"/>
          </a:xfrm>
          <a:custGeom xmlns:a="http://schemas.openxmlformats.org/drawingml/2006/main">
            <a:pathLst>
              <a:path w="179566" h="178342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64CAD8-01BD-428B-A658-3FA62E53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254" y="2952252"/>
            <a:ext cx="179566" cy="178342"/>
          </a:xfrm>
          <a:custGeom xmlns:a="http://schemas.openxmlformats.org/drawingml/2006/main">
            <a:pathLst>
              <a:path w="179566" h="178342" fill="none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pic>
        <p:nvPicPr>
          <p:cNvPr id="2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1755d7a20648eb"/>
          <a:stretch xmlns:a="http://schemas.openxmlformats.org/drawingml/2006/main"/>
        </p:blipFill>
        <p:spPr>
          <a:xfrm xmlns:a="http://schemas.openxmlformats.org/drawingml/2006/main">
            <a:off x="4837965" y="125961"/>
            <a:ext cx="607566" cy="3330842"/>
          </a:xfrm>
          <a:prstGeom xmlns:a="http://schemas.openxmlformats.org/drawingml/2006/main" prst="rect">
            <a:avLst/>
          </a:prstGeom>
        </p:spPr>
      </p:pic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19A12D-278E-4062-86DA-9BCC7284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2187" y="183497"/>
            <a:ext cx="439121" cy="3217092"/>
          </a:xfrm>
          <a:custGeom xmlns:a="http://schemas.openxmlformats.org/drawingml/2006/main">
            <a:pathLst>
              <a:path w="439121" h="3217092">
                <a:moveTo>
                  <a:pt x="365933" y="0"/>
                </a:moveTo>
                <a:lnTo>
                  <a:pt x="365933" y="0"/>
                </a:lnTo>
                <a:cubicBezTo>
                  <a:pt x="406354" y="0"/>
                  <a:pt x="439121" y="32768"/>
                  <a:pt x="439121" y="73188"/>
                </a:cubicBezTo>
                <a:lnTo>
                  <a:pt x="439121" y="3143903"/>
                </a:lnTo>
                <a:cubicBezTo>
                  <a:pt x="439121" y="3163314"/>
                  <a:pt x="431410" y="3181930"/>
                  <a:pt x="417685" y="3195655"/>
                </a:cubicBezTo>
                <a:cubicBezTo>
                  <a:pt x="403959" y="3209381"/>
                  <a:pt x="385344" y="3217092"/>
                  <a:pt x="365933" y="3217092"/>
                </a:cubicBezTo>
                <a:lnTo>
                  <a:pt x="73189" y="3217092"/>
                </a:lnTo>
                <a:cubicBezTo>
                  <a:pt x="32767" y="3217092"/>
                  <a:pt x="0" y="3184324"/>
                  <a:pt x="0" y="3143903"/>
                </a:cubicBezTo>
                <a:lnTo>
                  <a:pt x="0" y="73188"/>
                </a:lnTo>
                <a:cubicBezTo>
                  <a:pt x="0" y="32768"/>
                  <a:pt x="32767" y="0"/>
                  <a:pt x="73189" y="0"/>
                </a:cubicBezTo>
                <a:lnTo>
                  <a:pt x="365933" y="0"/>
                </a:lnTo>
                <a:close/>
              </a:path>
            </a:pathLst>
          </a:custGeom>
          <a:solidFill xmlns:a="http://schemas.openxmlformats.org/drawingml/2006/main">
            <a:srgbClr val="EFEF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6F4D16-B5CD-48B2-A75E-6A80DF74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2187" y="183497"/>
            <a:ext cx="439121" cy="3217092"/>
          </a:xfrm>
          <a:custGeom xmlns:a="http://schemas.openxmlformats.org/drawingml/2006/main">
            <a:pathLst>
              <a:path w="439121" h="3217092" fill="none">
                <a:moveTo>
                  <a:pt x="365933" y="0"/>
                </a:moveTo>
                <a:lnTo>
                  <a:pt x="365933" y="0"/>
                </a:lnTo>
                <a:cubicBezTo>
                  <a:pt x="406354" y="0"/>
                  <a:pt x="439121" y="32768"/>
                  <a:pt x="439121" y="73188"/>
                </a:cubicBezTo>
                <a:lnTo>
                  <a:pt x="439121" y="3143903"/>
                </a:lnTo>
                <a:cubicBezTo>
                  <a:pt x="439121" y="3163314"/>
                  <a:pt x="431410" y="3181930"/>
                  <a:pt x="417685" y="3195655"/>
                </a:cubicBezTo>
                <a:cubicBezTo>
                  <a:pt x="403959" y="3209381"/>
                  <a:pt x="385344" y="3217092"/>
                  <a:pt x="365933" y="3217092"/>
                </a:cubicBezTo>
                <a:lnTo>
                  <a:pt x="73189" y="3217092"/>
                </a:lnTo>
                <a:cubicBezTo>
                  <a:pt x="32767" y="3217092"/>
                  <a:pt x="0" y="3184324"/>
                  <a:pt x="0" y="3143903"/>
                </a:cubicBezTo>
                <a:lnTo>
                  <a:pt x="0" y="73188"/>
                </a:lnTo>
                <a:cubicBezTo>
                  <a:pt x="0" y="32768"/>
                  <a:pt x="32767" y="0"/>
                  <a:pt x="73189" y="0"/>
                </a:cubicBezTo>
                <a:lnTo>
                  <a:pt x="36593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666666"/>
            </a:solidFill>
            <a:round/>
          </a:ln>
        </p:spPr>
      </p:sp>
      <p:sp>
        <p:nvSpPr>
          <p:cNvPr id="40" name="Text S">
            <a:extLst xmlns:a="http://schemas.openxmlformats.org/drawingml/2006/main">
              <a:ext uri="{FF2B5EF4-FFF2-40B4-BE49-F238E27FC236}">
                <a16:creationId xmlns:a16="http://schemas.microsoft.com/office/drawing/2014/main" id="{7CF8E203-D60A-4B8C-A65D-C2B4B39E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389" y="1190539"/>
            <a:ext cx="153463" cy="118134"/>
          </a:xfrm>
          <a:custGeom xmlns:a="http://schemas.openxmlformats.org/drawingml/2006/main">
            <a:pathLst>
              <a:path w="153463" h="118134">
                <a:moveTo>
                  <a:pt x="50210" y="0"/>
                </a:moveTo>
                <a:lnTo>
                  <a:pt x="51829" y="18525"/>
                </a:lnTo>
                <a:cubicBezTo>
                  <a:pt x="44406" y="19402"/>
                  <a:pt x="38315" y="21444"/>
                  <a:pt x="33557" y="24649"/>
                </a:cubicBezTo>
                <a:cubicBezTo>
                  <a:pt x="28800" y="27855"/>
                  <a:pt x="24953" y="32832"/>
                  <a:pt x="22017" y="39581"/>
                </a:cubicBezTo>
                <a:cubicBezTo>
                  <a:pt x="19082" y="46329"/>
                  <a:pt x="17614" y="53921"/>
                  <a:pt x="17614" y="62357"/>
                </a:cubicBezTo>
                <a:cubicBezTo>
                  <a:pt x="17614" y="69848"/>
                  <a:pt x="18727" y="76462"/>
                  <a:pt x="20954" y="82198"/>
                </a:cubicBezTo>
                <a:cubicBezTo>
                  <a:pt x="23181" y="87934"/>
                  <a:pt x="26235" y="92203"/>
                  <a:pt x="30116" y="95004"/>
                </a:cubicBezTo>
                <a:cubicBezTo>
                  <a:pt x="33996" y="97804"/>
                  <a:pt x="38220" y="99205"/>
                  <a:pt x="42788" y="99205"/>
                </a:cubicBezTo>
                <a:cubicBezTo>
                  <a:pt x="47424" y="99205"/>
                  <a:pt x="51471" y="97855"/>
                  <a:pt x="54929" y="95155"/>
                </a:cubicBezTo>
                <a:cubicBezTo>
                  <a:pt x="58390" y="92456"/>
                  <a:pt x="61300" y="88002"/>
                  <a:pt x="63657" y="81793"/>
                </a:cubicBezTo>
                <a:cubicBezTo>
                  <a:pt x="65205" y="77811"/>
                  <a:pt x="67612" y="69005"/>
                  <a:pt x="70876" y="55372"/>
                </a:cubicBezTo>
                <a:cubicBezTo>
                  <a:pt x="74141" y="41740"/>
                  <a:pt x="77227" y="32191"/>
                  <a:pt x="80136" y="26725"/>
                </a:cubicBezTo>
                <a:cubicBezTo>
                  <a:pt x="83854" y="19638"/>
                  <a:pt x="88468" y="14358"/>
                  <a:pt x="93979" y="10882"/>
                </a:cubicBezTo>
                <a:cubicBezTo>
                  <a:pt x="99489" y="7407"/>
                  <a:pt x="105659" y="5669"/>
                  <a:pt x="112488" y="5669"/>
                </a:cubicBezTo>
                <a:cubicBezTo>
                  <a:pt x="119993" y="5669"/>
                  <a:pt x="127009" y="7795"/>
                  <a:pt x="133534" y="12046"/>
                </a:cubicBezTo>
                <a:cubicBezTo>
                  <a:pt x="140059" y="16298"/>
                  <a:pt x="145012" y="22507"/>
                  <a:pt x="148392" y="30672"/>
                </a:cubicBezTo>
                <a:cubicBezTo>
                  <a:pt x="151773" y="38838"/>
                  <a:pt x="153463" y="47915"/>
                  <a:pt x="153463" y="57903"/>
                </a:cubicBezTo>
                <a:cubicBezTo>
                  <a:pt x="153463" y="68903"/>
                  <a:pt x="151692" y="78604"/>
                  <a:pt x="148149" y="87006"/>
                </a:cubicBezTo>
                <a:cubicBezTo>
                  <a:pt x="144606" y="95408"/>
                  <a:pt x="139393" y="101870"/>
                  <a:pt x="132509" y="106392"/>
                </a:cubicBezTo>
                <a:cubicBezTo>
                  <a:pt x="125625" y="110913"/>
                  <a:pt x="117831" y="113343"/>
                  <a:pt x="109125" y="113680"/>
                </a:cubicBezTo>
                <a:lnTo>
                  <a:pt x="107708" y="94852"/>
                </a:lnTo>
                <a:cubicBezTo>
                  <a:pt x="116989" y="93839"/>
                  <a:pt x="123999" y="90415"/>
                  <a:pt x="128738" y="84577"/>
                </a:cubicBezTo>
                <a:cubicBezTo>
                  <a:pt x="133479" y="78739"/>
                  <a:pt x="135850" y="70118"/>
                  <a:pt x="135850" y="58713"/>
                </a:cubicBezTo>
                <a:cubicBezTo>
                  <a:pt x="135850" y="46835"/>
                  <a:pt x="133678" y="38180"/>
                  <a:pt x="129336" y="32748"/>
                </a:cubicBezTo>
                <a:cubicBezTo>
                  <a:pt x="124996" y="27315"/>
                  <a:pt x="119763" y="24599"/>
                  <a:pt x="113636" y="24599"/>
                </a:cubicBezTo>
                <a:cubicBezTo>
                  <a:pt x="108319" y="24599"/>
                  <a:pt x="103944" y="26522"/>
                  <a:pt x="100511" y="30369"/>
                </a:cubicBezTo>
                <a:cubicBezTo>
                  <a:pt x="97078" y="34148"/>
                  <a:pt x="93560" y="44018"/>
                  <a:pt x="89958" y="59978"/>
                </a:cubicBezTo>
                <a:cubicBezTo>
                  <a:pt x="86358" y="75939"/>
                  <a:pt x="83211" y="86888"/>
                  <a:pt x="80518" y="92827"/>
                </a:cubicBezTo>
                <a:cubicBezTo>
                  <a:pt x="76543" y="101465"/>
                  <a:pt x="71508" y="107843"/>
                  <a:pt x="65413" y="111959"/>
                </a:cubicBezTo>
                <a:cubicBezTo>
                  <a:pt x="59318" y="116076"/>
                  <a:pt x="52298" y="118134"/>
                  <a:pt x="44351" y="118134"/>
                </a:cubicBezTo>
                <a:cubicBezTo>
                  <a:pt x="36470" y="118134"/>
                  <a:pt x="29044" y="115874"/>
                  <a:pt x="22074" y="111352"/>
                </a:cubicBezTo>
                <a:cubicBezTo>
                  <a:pt x="15104" y="106831"/>
                  <a:pt x="9682" y="100335"/>
                  <a:pt x="5808" y="91865"/>
                </a:cubicBezTo>
                <a:cubicBezTo>
                  <a:pt x="1936" y="83396"/>
                  <a:pt x="0" y="73864"/>
                  <a:pt x="0" y="63268"/>
                </a:cubicBezTo>
                <a:cubicBezTo>
                  <a:pt x="0" y="49838"/>
                  <a:pt x="1957" y="38585"/>
                  <a:pt x="5871" y="29508"/>
                </a:cubicBezTo>
                <a:cubicBezTo>
                  <a:pt x="9785" y="20431"/>
                  <a:pt x="15674" y="13312"/>
                  <a:pt x="23536" y="8149"/>
                </a:cubicBezTo>
                <a:cubicBezTo>
                  <a:pt x="31398" y="2986"/>
                  <a:pt x="40289" y="270"/>
                  <a:pt x="5021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Text e">
            <a:extLst xmlns:a="http://schemas.openxmlformats.org/drawingml/2006/main">
              <a:ext uri="{FF2B5EF4-FFF2-40B4-BE49-F238E27FC236}">
                <a16:creationId xmlns:a16="http://schemas.microsoft.com/office/drawing/2014/main" id="{70517BC1-4A9A-443F-AC1F-A60CFA79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389" y="1326892"/>
            <a:ext cx="112364" cy="99103"/>
          </a:xfrm>
          <a:custGeom xmlns:a="http://schemas.openxmlformats.org/drawingml/2006/main">
            <a:pathLst>
              <a:path w="112364" h="99103">
                <a:moveTo>
                  <a:pt x="37252" y="79667"/>
                </a:moveTo>
                <a:lnTo>
                  <a:pt x="34823" y="98496"/>
                </a:lnTo>
                <a:cubicBezTo>
                  <a:pt x="23791" y="95527"/>
                  <a:pt x="15229" y="90026"/>
                  <a:pt x="9136" y="81996"/>
                </a:cubicBezTo>
                <a:cubicBezTo>
                  <a:pt x="3045" y="73965"/>
                  <a:pt x="0" y="63707"/>
                  <a:pt x="0" y="51222"/>
                </a:cubicBezTo>
                <a:cubicBezTo>
                  <a:pt x="0" y="35498"/>
                  <a:pt x="4842" y="23030"/>
                  <a:pt x="14526" y="13818"/>
                </a:cubicBezTo>
                <a:cubicBezTo>
                  <a:pt x="24211" y="4606"/>
                  <a:pt x="37792" y="0"/>
                  <a:pt x="55271" y="0"/>
                </a:cubicBezTo>
                <a:cubicBezTo>
                  <a:pt x="73357" y="0"/>
                  <a:pt x="87395" y="4657"/>
                  <a:pt x="97382" y="13970"/>
                </a:cubicBezTo>
                <a:cubicBezTo>
                  <a:pt x="107370" y="23283"/>
                  <a:pt x="112364" y="35363"/>
                  <a:pt x="112364" y="50210"/>
                </a:cubicBezTo>
                <a:cubicBezTo>
                  <a:pt x="112364" y="64584"/>
                  <a:pt x="107479" y="76327"/>
                  <a:pt x="97708" y="85437"/>
                </a:cubicBezTo>
                <a:cubicBezTo>
                  <a:pt x="87940" y="94548"/>
                  <a:pt x="74196" y="99103"/>
                  <a:pt x="56476" y="99103"/>
                </a:cubicBezTo>
                <a:cubicBezTo>
                  <a:pt x="55399" y="99103"/>
                  <a:pt x="53782" y="99070"/>
                  <a:pt x="51627" y="99002"/>
                </a:cubicBezTo>
                <a:lnTo>
                  <a:pt x="51627" y="18829"/>
                </a:lnTo>
                <a:cubicBezTo>
                  <a:pt x="39783" y="19503"/>
                  <a:pt x="30715" y="22844"/>
                  <a:pt x="24422" y="28850"/>
                </a:cubicBezTo>
                <a:cubicBezTo>
                  <a:pt x="18128" y="34857"/>
                  <a:pt x="14982" y="42348"/>
                  <a:pt x="14982" y="51323"/>
                </a:cubicBezTo>
                <a:cubicBezTo>
                  <a:pt x="14982" y="58004"/>
                  <a:pt x="16752" y="63707"/>
                  <a:pt x="20293" y="68431"/>
                </a:cubicBezTo>
                <a:cubicBezTo>
                  <a:pt x="23836" y="73155"/>
                  <a:pt x="29489" y="76900"/>
                  <a:pt x="37252" y="79667"/>
                </a:cubicBezTo>
                <a:moveTo>
                  <a:pt x="66609" y="19841"/>
                </a:moveTo>
                <a:lnTo>
                  <a:pt x="66609" y="79870"/>
                </a:lnTo>
                <a:cubicBezTo>
                  <a:pt x="75622" y="79060"/>
                  <a:pt x="82383" y="76765"/>
                  <a:pt x="86889" y="72986"/>
                </a:cubicBezTo>
                <a:cubicBezTo>
                  <a:pt x="93885" y="67182"/>
                  <a:pt x="97382" y="59658"/>
                  <a:pt x="97382" y="50412"/>
                </a:cubicBezTo>
                <a:cubicBezTo>
                  <a:pt x="97382" y="42044"/>
                  <a:pt x="94590" y="35008"/>
                  <a:pt x="89006" y="29306"/>
                </a:cubicBezTo>
                <a:cubicBezTo>
                  <a:pt x="83423" y="23603"/>
                  <a:pt x="75958" y="20448"/>
                  <a:pt x="66609" y="198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Text l">
            <a:extLst xmlns:a="http://schemas.openxmlformats.org/drawingml/2006/main">
              <a:ext uri="{FF2B5EF4-FFF2-40B4-BE49-F238E27FC236}">
                <a16:creationId xmlns:a16="http://schemas.microsoft.com/office/drawing/2014/main" id="{0C2921B9-C53A-4F97-972A-D3E726A7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818" y="1447829"/>
            <a:ext cx="148402" cy="18221"/>
          </a:xfrm>
          <a:custGeom xmlns:a="http://schemas.openxmlformats.org/drawingml/2006/main">
            <a:pathLst>
              <a:path w="148402" h="18221">
                <a:moveTo>
                  <a:pt x="0" y="0"/>
                </a:moveTo>
                <a:lnTo>
                  <a:pt x="148402" y="0"/>
                </a:lnTo>
                <a:lnTo>
                  <a:pt x="148402" y="18221"/>
                </a:lnTo>
                <a:lnTo>
                  <a:pt x="0" y="1822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" name="Text f">
            <a:extLst xmlns:a="http://schemas.openxmlformats.org/drawingml/2006/main">
              <a:ext uri="{FF2B5EF4-FFF2-40B4-BE49-F238E27FC236}">
                <a16:creationId xmlns:a16="http://schemas.microsoft.com/office/drawing/2014/main" id="{7B460C16-437E-407A-9B14-7805E04F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818" y="1482516"/>
            <a:ext cx="150831" cy="62863"/>
          </a:xfrm>
          <a:custGeom xmlns:a="http://schemas.openxmlformats.org/drawingml/2006/main">
            <a:pathLst>
              <a:path w="150831" h="62863">
                <a:moveTo>
                  <a:pt x="0" y="16095"/>
                </a:moveTo>
                <a:lnTo>
                  <a:pt x="93333" y="16095"/>
                </a:lnTo>
                <a:lnTo>
                  <a:pt x="93333" y="0"/>
                </a:lnTo>
                <a:lnTo>
                  <a:pt x="107505" y="0"/>
                </a:lnTo>
                <a:lnTo>
                  <a:pt x="107505" y="16095"/>
                </a:lnTo>
                <a:lnTo>
                  <a:pt x="118919" y="16095"/>
                </a:lnTo>
                <a:cubicBezTo>
                  <a:pt x="126123" y="16095"/>
                  <a:pt x="131476" y="16737"/>
                  <a:pt x="134976" y="18019"/>
                </a:cubicBezTo>
                <a:cubicBezTo>
                  <a:pt x="139688" y="19773"/>
                  <a:pt x="143508" y="22861"/>
                  <a:pt x="146437" y="27281"/>
                </a:cubicBezTo>
                <a:cubicBezTo>
                  <a:pt x="149367" y="31702"/>
                  <a:pt x="150831" y="37893"/>
                  <a:pt x="150831" y="45857"/>
                </a:cubicBezTo>
                <a:cubicBezTo>
                  <a:pt x="150831" y="50986"/>
                  <a:pt x="150221" y="56655"/>
                  <a:pt x="149000" y="62863"/>
                </a:cubicBezTo>
                <a:lnTo>
                  <a:pt x="133021" y="60130"/>
                </a:lnTo>
                <a:cubicBezTo>
                  <a:pt x="133692" y="56351"/>
                  <a:pt x="134027" y="52774"/>
                  <a:pt x="134027" y="49400"/>
                </a:cubicBezTo>
                <a:cubicBezTo>
                  <a:pt x="134027" y="43866"/>
                  <a:pt x="132855" y="39952"/>
                  <a:pt x="130510" y="37657"/>
                </a:cubicBezTo>
                <a:cubicBezTo>
                  <a:pt x="128167" y="35363"/>
                  <a:pt x="123780" y="34215"/>
                  <a:pt x="117350" y="34215"/>
                </a:cubicBezTo>
                <a:lnTo>
                  <a:pt x="107505" y="34215"/>
                </a:lnTo>
                <a:lnTo>
                  <a:pt x="107505" y="55170"/>
                </a:lnTo>
                <a:lnTo>
                  <a:pt x="93333" y="55170"/>
                </a:lnTo>
                <a:lnTo>
                  <a:pt x="93333" y="34215"/>
                </a:lnTo>
                <a:lnTo>
                  <a:pt x="0" y="34215"/>
                </a:lnTo>
                <a:lnTo>
                  <a:pt x="0" y="160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-">
            <a:extLst xmlns:a="http://schemas.openxmlformats.org/drawingml/2006/main">
              <a:ext uri="{FF2B5EF4-FFF2-40B4-BE49-F238E27FC236}">
                <a16:creationId xmlns:a16="http://schemas.microsoft.com/office/drawing/2014/main" id="{5F4FCB64-1382-4A13-BB2B-30E28432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0359" y="1544599"/>
            <a:ext cx="18424" cy="55980"/>
          </a:xfrm>
          <a:custGeom xmlns:a="http://schemas.openxmlformats.org/drawingml/2006/main">
            <a:pathLst>
              <a:path w="18424" h="55980">
                <a:moveTo>
                  <a:pt x="0" y="0"/>
                </a:moveTo>
                <a:lnTo>
                  <a:pt x="18424" y="0"/>
                </a:lnTo>
                <a:lnTo>
                  <a:pt x="18424" y="55980"/>
                </a:lnTo>
                <a:lnTo>
                  <a:pt x="0" y="5598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a">
            <a:extLst xmlns:a="http://schemas.openxmlformats.org/drawingml/2006/main">
              <a:ext uri="{FF2B5EF4-FFF2-40B4-BE49-F238E27FC236}">
                <a16:creationId xmlns:a16="http://schemas.microsoft.com/office/drawing/2014/main" id="{E33C0EAE-EA13-461D-9D7A-8F2E6C10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389" y="1614547"/>
            <a:ext cx="112364" cy="99002"/>
          </a:xfrm>
          <a:custGeom xmlns:a="http://schemas.openxmlformats.org/drawingml/2006/main">
            <a:pathLst>
              <a:path w="112364" h="99002">
                <a:moveTo>
                  <a:pt x="15994" y="76327"/>
                </a:moveTo>
                <a:cubicBezTo>
                  <a:pt x="10146" y="69578"/>
                  <a:pt x="6018" y="63083"/>
                  <a:pt x="3609" y="56840"/>
                </a:cubicBezTo>
                <a:cubicBezTo>
                  <a:pt x="1203" y="50598"/>
                  <a:pt x="0" y="43900"/>
                  <a:pt x="0" y="36746"/>
                </a:cubicBezTo>
                <a:cubicBezTo>
                  <a:pt x="0" y="24936"/>
                  <a:pt x="2885" y="15859"/>
                  <a:pt x="8655" y="9516"/>
                </a:cubicBezTo>
                <a:cubicBezTo>
                  <a:pt x="14425" y="3172"/>
                  <a:pt x="21798" y="0"/>
                  <a:pt x="30774" y="0"/>
                </a:cubicBezTo>
                <a:cubicBezTo>
                  <a:pt x="36038" y="0"/>
                  <a:pt x="40846" y="1198"/>
                  <a:pt x="45199" y="3594"/>
                </a:cubicBezTo>
                <a:cubicBezTo>
                  <a:pt x="49552" y="5989"/>
                  <a:pt x="53044" y="9127"/>
                  <a:pt x="55676" y="13008"/>
                </a:cubicBezTo>
                <a:cubicBezTo>
                  <a:pt x="58308" y="16888"/>
                  <a:pt x="60299" y="21258"/>
                  <a:pt x="61649" y="26117"/>
                </a:cubicBezTo>
                <a:cubicBezTo>
                  <a:pt x="62593" y="29694"/>
                  <a:pt x="63504" y="35093"/>
                  <a:pt x="64382" y="42314"/>
                </a:cubicBezTo>
                <a:cubicBezTo>
                  <a:pt x="66136" y="57026"/>
                  <a:pt x="68228" y="67857"/>
                  <a:pt x="70658" y="74808"/>
                </a:cubicBezTo>
                <a:cubicBezTo>
                  <a:pt x="73144" y="74876"/>
                  <a:pt x="74724" y="74910"/>
                  <a:pt x="75397" y="74910"/>
                </a:cubicBezTo>
                <a:cubicBezTo>
                  <a:pt x="82793" y="74910"/>
                  <a:pt x="88003" y="73189"/>
                  <a:pt x="91027" y="69747"/>
                </a:cubicBezTo>
                <a:cubicBezTo>
                  <a:pt x="95129" y="65090"/>
                  <a:pt x="97180" y="58173"/>
                  <a:pt x="97180" y="48995"/>
                </a:cubicBezTo>
                <a:cubicBezTo>
                  <a:pt x="97180" y="40424"/>
                  <a:pt x="95678" y="34097"/>
                  <a:pt x="92675" y="30014"/>
                </a:cubicBezTo>
                <a:cubicBezTo>
                  <a:pt x="89672" y="25932"/>
                  <a:pt x="84358" y="22912"/>
                  <a:pt x="76732" y="20954"/>
                </a:cubicBezTo>
                <a:lnTo>
                  <a:pt x="79161" y="3138"/>
                </a:lnTo>
                <a:cubicBezTo>
                  <a:pt x="86810" y="4758"/>
                  <a:pt x="92987" y="7423"/>
                  <a:pt x="97692" y="11135"/>
                </a:cubicBezTo>
                <a:cubicBezTo>
                  <a:pt x="102398" y="14847"/>
                  <a:pt x="106019" y="20212"/>
                  <a:pt x="108556" y="27231"/>
                </a:cubicBezTo>
                <a:cubicBezTo>
                  <a:pt x="111095" y="34249"/>
                  <a:pt x="112364" y="42381"/>
                  <a:pt x="112364" y="51627"/>
                </a:cubicBezTo>
                <a:cubicBezTo>
                  <a:pt x="112364" y="60805"/>
                  <a:pt x="111280" y="68262"/>
                  <a:pt x="109112" y="73999"/>
                </a:cubicBezTo>
                <a:cubicBezTo>
                  <a:pt x="106947" y="79735"/>
                  <a:pt x="104221" y="83953"/>
                  <a:pt x="100935" y="86652"/>
                </a:cubicBezTo>
                <a:cubicBezTo>
                  <a:pt x="97651" y="89352"/>
                  <a:pt x="93503" y="91241"/>
                  <a:pt x="88490" y="92321"/>
                </a:cubicBezTo>
                <a:cubicBezTo>
                  <a:pt x="85375" y="92928"/>
                  <a:pt x="79780" y="93232"/>
                  <a:pt x="71705" y="93232"/>
                </a:cubicBezTo>
                <a:lnTo>
                  <a:pt x="47480" y="93232"/>
                </a:lnTo>
                <a:cubicBezTo>
                  <a:pt x="30589" y="93232"/>
                  <a:pt x="19892" y="93620"/>
                  <a:pt x="15387" y="94396"/>
                </a:cubicBezTo>
                <a:cubicBezTo>
                  <a:pt x="10882" y="95172"/>
                  <a:pt x="6563" y="96708"/>
                  <a:pt x="2430" y="99002"/>
                </a:cubicBezTo>
                <a:lnTo>
                  <a:pt x="2430" y="79971"/>
                </a:lnTo>
                <a:cubicBezTo>
                  <a:pt x="6295" y="78081"/>
                  <a:pt x="10817" y="76867"/>
                  <a:pt x="15994" y="76327"/>
                </a:cubicBezTo>
                <a:moveTo>
                  <a:pt x="56283" y="74808"/>
                </a:moveTo>
                <a:cubicBezTo>
                  <a:pt x="53597" y="68195"/>
                  <a:pt x="51313" y="58274"/>
                  <a:pt x="49431" y="45047"/>
                </a:cubicBezTo>
                <a:cubicBezTo>
                  <a:pt x="48358" y="37556"/>
                  <a:pt x="47150" y="32258"/>
                  <a:pt x="45806" y="29154"/>
                </a:cubicBezTo>
                <a:cubicBezTo>
                  <a:pt x="44463" y="26050"/>
                  <a:pt x="42498" y="23654"/>
                  <a:pt x="39913" y="21967"/>
                </a:cubicBezTo>
                <a:cubicBezTo>
                  <a:pt x="37327" y="20280"/>
                  <a:pt x="34456" y="19436"/>
                  <a:pt x="31299" y="19436"/>
                </a:cubicBezTo>
                <a:cubicBezTo>
                  <a:pt x="26463" y="19436"/>
                  <a:pt x="22433" y="21275"/>
                  <a:pt x="19208" y="24953"/>
                </a:cubicBezTo>
                <a:cubicBezTo>
                  <a:pt x="15986" y="28631"/>
                  <a:pt x="14375" y="34013"/>
                  <a:pt x="14375" y="41099"/>
                </a:cubicBezTo>
                <a:cubicBezTo>
                  <a:pt x="14375" y="48118"/>
                  <a:pt x="15905" y="54360"/>
                  <a:pt x="18965" y="59826"/>
                </a:cubicBezTo>
                <a:cubicBezTo>
                  <a:pt x="22027" y="65293"/>
                  <a:pt x="26210" y="69308"/>
                  <a:pt x="31514" y="71873"/>
                </a:cubicBezTo>
                <a:cubicBezTo>
                  <a:pt x="35607" y="73830"/>
                  <a:pt x="41648" y="74808"/>
                  <a:pt x="49637" y="74808"/>
                </a:cubicBezTo>
                <a:lnTo>
                  <a:pt x="56283" y="748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t">
            <a:extLst xmlns:a="http://schemas.openxmlformats.org/drawingml/2006/main">
              <a:ext uri="{FF2B5EF4-FFF2-40B4-BE49-F238E27FC236}">
                <a16:creationId xmlns:a16="http://schemas.microsoft.com/office/drawing/2014/main" id="{8F0FF8F1-CB46-4517-B296-040A1EBD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401" y="1725969"/>
            <a:ext cx="146479" cy="52437"/>
          </a:xfrm>
          <a:custGeom xmlns:a="http://schemas.openxmlformats.org/drawingml/2006/main">
            <a:pathLst>
              <a:path w="146479" h="52437">
                <a:moveTo>
                  <a:pt x="17715" y="49805"/>
                </a:moveTo>
                <a:lnTo>
                  <a:pt x="1620" y="52437"/>
                </a:lnTo>
                <a:cubicBezTo>
                  <a:pt x="540" y="47308"/>
                  <a:pt x="0" y="42719"/>
                  <a:pt x="0" y="38670"/>
                </a:cubicBezTo>
                <a:cubicBezTo>
                  <a:pt x="0" y="32056"/>
                  <a:pt x="1046" y="26927"/>
                  <a:pt x="3138" y="23283"/>
                </a:cubicBezTo>
                <a:cubicBezTo>
                  <a:pt x="5230" y="19638"/>
                  <a:pt x="7980" y="17074"/>
                  <a:pt x="11388" y="15589"/>
                </a:cubicBezTo>
                <a:cubicBezTo>
                  <a:pt x="14796" y="14105"/>
                  <a:pt x="21967" y="13362"/>
                  <a:pt x="32899" y="13362"/>
                </a:cubicBezTo>
                <a:lnTo>
                  <a:pt x="94751" y="13362"/>
                </a:lnTo>
                <a:lnTo>
                  <a:pt x="94751" y="0"/>
                </a:lnTo>
                <a:lnTo>
                  <a:pt x="108923" y="0"/>
                </a:lnTo>
                <a:lnTo>
                  <a:pt x="108923" y="13362"/>
                </a:lnTo>
                <a:lnTo>
                  <a:pt x="135546" y="13362"/>
                </a:lnTo>
                <a:lnTo>
                  <a:pt x="146479" y="31482"/>
                </a:lnTo>
                <a:lnTo>
                  <a:pt x="108923" y="31482"/>
                </a:lnTo>
                <a:lnTo>
                  <a:pt x="108923" y="49805"/>
                </a:lnTo>
                <a:lnTo>
                  <a:pt x="94751" y="49805"/>
                </a:lnTo>
                <a:lnTo>
                  <a:pt x="94751" y="31482"/>
                </a:lnTo>
                <a:lnTo>
                  <a:pt x="31887" y="31482"/>
                </a:lnTo>
                <a:cubicBezTo>
                  <a:pt x="26691" y="31482"/>
                  <a:pt x="23350" y="31803"/>
                  <a:pt x="21866" y="32444"/>
                </a:cubicBezTo>
                <a:cubicBezTo>
                  <a:pt x="20381" y="33085"/>
                  <a:pt x="19200" y="34131"/>
                  <a:pt x="18322" y="35582"/>
                </a:cubicBezTo>
                <a:cubicBezTo>
                  <a:pt x="17445" y="37033"/>
                  <a:pt x="17007" y="39108"/>
                  <a:pt x="17007" y="41808"/>
                </a:cubicBezTo>
                <a:cubicBezTo>
                  <a:pt x="17007" y="43832"/>
                  <a:pt x="17243" y="46498"/>
                  <a:pt x="17715" y="498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t">
            <a:extLst xmlns:a="http://schemas.openxmlformats.org/drawingml/2006/main">
              <a:ext uri="{FF2B5EF4-FFF2-40B4-BE49-F238E27FC236}">
                <a16:creationId xmlns:a16="http://schemas.microsoft.com/office/drawing/2014/main" id="{983369BF-CB2A-4BF4-A91D-A31A30DF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401" y="1783396"/>
            <a:ext cx="146479" cy="52437"/>
          </a:xfrm>
          <a:custGeom xmlns:a="http://schemas.openxmlformats.org/drawingml/2006/main">
            <a:pathLst>
              <a:path w="146479" h="52437">
                <a:moveTo>
                  <a:pt x="17715" y="49805"/>
                </a:moveTo>
                <a:lnTo>
                  <a:pt x="1620" y="52437"/>
                </a:lnTo>
                <a:cubicBezTo>
                  <a:pt x="540" y="47308"/>
                  <a:pt x="0" y="42719"/>
                  <a:pt x="0" y="38670"/>
                </a:cubicBezTo>
                <a:cubicBezTo>
                  <a:pt x="0" y="32056"/>
                  <a:pt x="1046" y="26927"/>
                  <a:pt x="3138" y="23283"/>
                </a:cubicBezTo>
                <a:cubicBezTo>
                  <a:pt x="5230" y="19638"/>
                  <a:pt x="7980" y="17074"/>
                  <a:pt x="11388" y="15589"/>
                </a:cubicBezTo>
                <a:cubicBezTo>
                  <a:pt x="14796" y="14105"/>
                  <a:pt x="21967" y="13362"/>
                  <a:pt x="32899" y="13362"/>
                </a:cubicBezTo>
                <a:lnTo>
                  <a:pt x="94751" y="13362"/>
                </a:lnTo>
                <a:lnTo>
                  <a:pt x="94751" y="0"/>
                </a:lnTo>
                <a:lnTo>
                  <a:pt x="108923" y="0"/>
                </a:lnTo>
                <a:lnTo>
                  <a:pt x="108923" y="13362"/>
                </a:lnTo>
                <a:lnTo>
                  <a:pt x="135546" y="13362"/>
                </a:lnTo>
                <a:lnTo>
                  <a:pt x="146479" y="31482"/>
                </a:lnTo>
                <a:lnTo>
                  <a:pt x="108923" y="31482"/>
                </a:lnTo>
                <a:lnTo>
                  <a:pt x="108923" y="49805"/>
                </a:lnTo>
                <a:lnTo>
                  <a:pt x="94751" y="49805"/>
                </a:lnTo>
                <a:lnTo>
                  <a:pt x="94751" y="31482"/>
                </a:lnTo>
                <a:lnTo>
                  <a:pt x="31887" y="31482"/>
                </a:lnTo>
                <a:cubicBezTo>
                  <a:pt x="26691" y="31482"/>
                  <a:pt x="23350" y="31803"/>
                  <a:pt x="21866" y="32444"/>
                </a:cubicBezTo>
                <a:cubicBezTo>
                  <a:pt x="20381" y="33085"/>
                  <a:pt x="19200" y="34131"/>
                  <a:pt x="18322" y="35582"/>
                </a:cubicBezTo>
                <a:cubicBezTo>
                  <a:pt x="17445" y="37033"/>
                  <a:pt x="17007" y="39108"/>
                  <a:pt x="17007" y="41808"/>
                </a:cubicBezTo>
                <a:cubicBezTo>
                  <a:pt x="17007" y="43832"/>
                  <a:pt x="17243" y="46498"/>
                  <a:pt x="17715" y="498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e">
            <a:extLst xmlns:a="http://schemas.openxmlformats.org/drawingml/2006/main">
              <a:ext uri="{FF2B5EF4-FFF2-40B4-BE49-F238E27FC236}">
                <a16:creationId xmlns:a16="http://schemas.microsoft.com/office/drawing/2014/main" id="{81131962-F59F-4060-8261-34CD90DA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389" y="1844771"/>
            <a:ext cx="112364" cy="99103"/>
          </a:xfrm>
          <a:custGeom xmlns:a="http://schemas.openxmlformats.org/drawingml/2006/main">
            <a:pathLst>
              <a:path w="112364" h="99103">
                <a:moveTo>
                  <a:pt x="37252" y="79667"/>
                </a:moveTo>
                <a:lnTo>
                  <a:pt x="34823" y="98496"/>
                </a:lnTo>
                <a:cubicBezTo>
                  <a:pt x="23791" y="95527"/>
                  <a:pt x="15229" y="90026"/>
                  <a:pt x="9136" y="81996"/>
                </a:cubicBezTo>
                <a:cubicBezTo>
                  <a:pt x="3045" y="73965"/>
                  <a:pt x="0" y="63707"/>
                  <a:pt x="0" y="51222"/>
                </a:cubicBezTo>
                <a:cubicBezTo>
                  <a:pt x="0" y="35498"/>
                  <a:pt x="4842" y="23030"/>
                  <a:pt x="14526" y="13818"/>
                </a:cubicBezTo>
                <a:cubicBezTo>
                  <a:pt x="24211" y="4606"/>
                  <a:pt x="37792" y="0"/>
                  <a:pt x="55271" y="0"/>
                </a:cubicBezTo>
                <a:cubicBezTo>
                  <a:pt x="73357" y="0"/>
                  <a:pt x="87395" y="4657"/>
                  <a:pt x="97382" y="13970"/>
                </a:cubicBezTo>
                <a:cubicBezTo>
                  <a:pt x="107370" y="23283"/>
                  <a:pt x="112364" y="35363"/>
                  <a:pt x="112364" y="50210"/>
                </a:cubicBezTo>
                <a:cubicBezTo>
                  <a:pt x="112364" y="64584"/>
                  <a:pt x="107479" y="76327"/>
                  <a:pt x="97708" y="85437"/>
                </a:cubicBezTo>
                <a:cubicBezTo>
                  <a:pt x="87940" y="94548"/>
                  <a:pt x="74196" y="99103"/>
                  <a:pt x="56476" y="99103"/>
                </a:cubicBezTo>
                <a:cubicBezTo>
                  <a:pt x="55399" y="99103"/>
                  <a:pt x="53782" y="99070"/>
                  <a:pt x="51627" y="99002"/>
                </a:cubicBezTo>
                <a:lnTo>
                  <a:pt x="51627" y="18829"/>
                </a:lnTo>
                <a:cubicBezTo>
                  <a:pt x="39783" y="19503"/>
                  <a:pt x="30715" y="22844"/>
                  <a:pt x="24422" y="28850"/>
                </a:cubicBezTo>
                <a:cubicBezTo>
                  <a:pt x="18128" y="34857"/>
                  <a:pt x="14982" y="42348"/>
                  <a:pt x="14982" y="51323"/>
                </a:cubicBezTo>
                <a:cubicBezTo>
                  <a:pt x="14982" y="58004"/>
                  <a:pt x="16752" y="63707"/>
                  <a:pt x="20293" y="68431"/>
                </a:cubicBezTo>
                <a:cubicBezTo>
                  <a:pt x="23836" y="73155"/>
                  <a:pt x="29489" y="76900"/>
                  <a:pt x="37252" y="79667"/>
                </a:cubicBezTo>
                <a:moveTo>
                  <a:pt x="66609" y="19841"/>
                </a:moveTo>
                <a:lnTo>
                  <a:pt x="66609" y="79870"/>
                </a:lnTo>
                <a:cubicBezTo>
                  <a:pt x="75622" y="79060"/>
                  <a:pt x="82383" y="76765"/>
                  <a:pt x="86889" y="72986"/>
                </a:cubicBezTo>
                <a:cubicBezTo>
                  <a:pt x="93885" y="67182"/>
                  <a:pt x="97382" y="59658"/>
                  <a:pt x="97382" y="50412"/>
                </a:cubicBezTo>
                <a:cubicBezTo>
                  <a:pt x="97382" y="42044"/>
                  <a:pt x="94590" y="35008"/>
                  <a:pt x="89006" y="29306"/>
                </a:cubicBezTo>
                <a:cubicBezTo>
                  <a:pt x="83423" y="23603"/>
                  <a:pt x="75958" y="20448"/>
                  <a:pt x="66609" y="1984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n">
            <a:extLst xmlns:a="http://schemas.openxmlformats.org/drawingml/2006/main">
              <a:ext uri="{FF2B5EF4-FFF2-40B4-BE49-F238E27FC236}">
                <a16:creationId xmlns:a16="http://schemas.microsoft.com/office/drawing/2014/main" id="{617D573F-7F93-49A9-9D14-C1488D58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818" y="1966113"/>
            <a:ext cx="109935" cy="87361"/>
          </a:xfrm>
          <a:custGeom xmlns:a="http://schemas.openxmlformats.org/drawingml/2006/main">
            <a:pathLst>
              <a:path w="109935" h="87361">
                <a:moveTo>
                  <a:pt x="0" y="0"/>
                </a:moveTo>
                <a:lnTo>
                  <a:pt x="107505" y="0"/>
                </a:lnTo>
                <a:lnTo>
                  <a:pt x="107505" y="16399"/>
                </a:lnTo>
                <a:lnTo>
                  <a:pt x="92220" y="16399"/>
                </a:lnTo>
                <a:cubicBezTo>
                  <a:pt x="104030" y="24295"/>
                  <a:pt x="109935" y="35700"/>
                  <a:pt x="109935" y="50615"/>
                </a:cubicBezTo>
                <a:cubicBezTo>
                  <a:pt x="109935" y="57093"/>
                  <a:pt x="108771" y="63049"/>
                  <a:pt x="106442" y="68482"/>
                </a:cubicBezTo>
                <a:cubicBezTo>
                  <a:pt x="104114" y="73914"/>
                  <a:pt x="101060" y="77980"/>
                  <a:pt x="97281" y="80680"/>
                </a:cubicBezTo>
                <a:cubicBezTo>
                  <a:pt x="93502" y="83379"/>
                  <a:pt x="89014" y="85269"/>
                  <a:pt x="83818" y="86348"/>
                </a:cubicBezTo>
                <a:cubicBezTo>
                  <a:pt x="80443" y="87023"/>
                  <a:pt x="74538" y="87361"/>
                  <a:pt x="66103" y="87361"/>
                </a:cubicBezTo>
                <a:lnTo>
                  <a:pt x="0" y="87361"/>
                </a:lnTo>
                <a:lnTo>
                  <a:pt x="0" y="69140"/>
                </a:lnTo>
                <a:lnTo>
                  <a:pt x="65394" y="69140"/>
                </a:lnTo>
                <a:cubicBezTo>
                  <a:pt x="72818" y="69140"/>
                  <a:pt x="78368" y="68431"/>
                  <a:pt x="82046" y="67014"/>
                </a:cubicBezTo>
                <a:cubicBezTo>
                  <a:pt x="85724" y="65597"/>
                  <a:pt x="88660" y="63083"/>
                  <a:pt x="90853" y="59472"/>
                </a:cubicBezTo>
                <a:cubicBezTo>
                  <a:pt x="93046" y="55862"/>
                  <a:pt x="94143" y="51627"/>
                  <a:pt x="94143" y="46768"/>
                </a:cubicBezTo>
                <a:cubicBezTo>
                  <a:pt x="94143" y="39007"/>
                  <a:pt x="91680" y="32309"/>
                  <a:pt x="86753" y="26674"/>
                </a:cubicBezTo>
                <a:cubicBezTo>
                  <a:pt x="81827" y="21039"/>
                  <a:pt x="72480" y="18221"/>
                  <a:pt x="58713" y="18221"/>
                </a:cubicBezTo>
                <a:lnTo>
                  <a:pt x="0" y="1822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t">
            <a:extLst xmlns:a="http://schemas.openxmlformats.org/drawingml/2006/main">
              <a:ext uri="{FF2B5EF4-FFF2-40B4-BE49-F238E27FC236}">
                <a16:creationId xmlns:a16="http://schemas.microsoft.com/office/drawing/2014/main" id="{397DBEE8-0468-4BB6-8008-FFF4D966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401" y="2071360"/>
            <a:ext cx="146479" cy="52437"/>
          </a:xfrm>
          <a:custGeom xmlns:a="http://schemas.openxmlformats.org/drawingml/2006/main">
            <a:pathLst>
              <a:path w="146479" h="52437">
                <a:moveTo>
                  <a:pt x="17715" y="49805"/>
                </a:moveTo>
                <a:lnTo>
                  <a:pt x="1620" y="52437"/>
                </a:lnTo>
                <a:cubicBezTo>
                  <a:pt x="540" y="47308"/>
                  <a:pt x="0" y="42719"/>
                  <a:pt x="0" y="38670"/>
                </a:cubicBezTo>
                <a:cubicBezTo>
                  <a:pt x="0" y="32056"/>
                  <a:pt x="1046" y="26927"/>
                  <a:pt x="3138" y="23283"/>
                </a:cubicBezTo>
                <a:cubicBezTo>
                  <a:pt x="5230" y="19638"/>
                  <a:pt x="7980" y="17074"/>
                  <a:pt x="11388" y="15589"/>
                </a:cubicBezTo>
                <a:cubicBezTo>
                  <a:pt x="14796" y="14105"/>
                  <a:pt x="21967" y="13362"/>
                  <a:pt x="32899" y="13362"/>
                </a:cubicBezTo>
                <a:lnTo>
                  <a:pt x="94751" y="13362"/>
                </a:lnTo>
                <a:lnTo>
                  <a:pt x="94751" y="0"/>
                </a:lnTo>
                <a:lnTo>
                  <a:pt x="108923" y="0"/>
                </a:lnTo>
                <a:lnTo>
                  <a:pt x="108923" y="13362"/>
                </a:lnTo>
                <a:lnTo>
                  <a:pt x="135546" y="13362"/>
                </a:lnTo>
                <a:lnTo>
                  <a:pt x="146479" y="31482"/>
                </a:lnTo>
                <a:lnTo>
                  <a:pt x="108923" y="31482"/>
                </a:lnTo>
                <a:lnTo>
                  <a:pt x="108923" y="49805"/>
                </a:lnTo>
                <a:lnTo>
                  <a:pt x="94751" y="49805"/>
                </a:lnTo>
                <a:lnTo>
                  <a:pt x="94751" y="31482"/>
                </a:lnTo>
                <a:lnTo>
                  <a:pt x="31887" y="31482"/>
                </a:lnTo>
                <a:cubicBezTo>
                  <a:pt x="26691" y="31482"/>
                  <a:pt x="23350" y="31803"/>
                  <a:pt x="21866" y="32444"/>
                </a:cubicBezTo>
                <a:cubicBezTo>
                  <a:pt x="20381" y="33085"/>
                  <a:pt x="19200" y="34131"/>
                  <a:pt x="18322" y="35582"/>
                </a:cubicBezTo>
                <a:cubicBezTo>
                  <a:pt x="17445" y="37033"/>
                  <a:pt x="17007" y="39108"/>
                  <a:pt x="17007" y="41808"/>
                </a:cubicBezTo>
                <a:cubicBezTo>
                  <a:pt x="17007" y="43832"/>
                  <a:pt x="17243" y="46498"/>
                  <a:pt x="17715" y="4980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i">
            <a:extLst xmlns:a="http://schemas.openxmlformats.org/drawingml/2006/main">
              <a:ext uri="{FF2B5EF4-FFF2-40B4-BE49-F238E27FC236}">
                <a16:creationId xmlns:a16="http://schemas.microsoft.com/office/drawing/2014/main" id="{EB488927-D6FD-483F-BF1F-7AD7672F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818" y="2138909"/>
            <a:ext cx="148402" cy="18221"/>
          </a:xfrm>
          <a:custGeom xmlns:a="http://schemas.openxmlformats.org/drawingml/2006/main">
            <a:pathLst>
              <a:path w="148402" h="18221">
                <a:moveTo>
                  <a:pt x="127549" y="0"/>
                </a:moveTo>
                <a:lnTo>
                  <a:pt x="148402" y="0"/>
                </a:lnTo>
                <a:lnTo>
                  <a:pt x="148402" y="18221"/>
                </a:lnTo>
                <a:lnTo>
                  <a:pt x="127549" y="18221"/>
                </a:lnTo>
                <a:lnTo>
                  <a:pt x="127549" y="0"/>
                </a:lnTo>
                <a:moveTo>
                  <a:pt x="0" y="0"/>
                </a:moveTo>
                <a:lnTo>
                  <a:pt x="107505" y="0"/>
                </a:lnTo>
                <a:lnTo>
                  <a:pt x="107505" y="18221"/>
                </a:lnTo>
                <a:lnTo>
                  <a:pt x="0" y="1822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o">
            <a:extLst xmlns:a="http://schemas.openxmlformats.org/drawingml/2006/main">
              <a:ext uri="{FF2B5EF4-FFF2-40B4-BE49-F238E27FC236}">
                <a16:creationId xmlns:a16="http://schemas.microsoft.com/office/drawing/2014/main" id="{5FD3CB8D-D0EF-47F4-AD5A-76847A52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389" y="2178050"/>
            <a:ext cx="112364" cy="100723"/>
          </a:xfrm>
          <a:custGeom xmlns:a="http://schemas.openxmlformats.org/drawingml/2006/main">
            <a:pathLst>
              <a:path w="112364" h="100723">
                <a:moveTo>
                  <a:pt x="56182" y="0"/>
                </a:moveTo>
                <a:cubicBezTo>
                  <a:pt x="76091" y="0"/>
                  <a:pt x="90836" y="5534"/>
                  <a:pt x="100419" y="16602"/>
                </a:cubicBezTo>
                <a:cubicBezTo>
                  <a:pt x="108383" y="25847"/>
                  <a:pt x="112364" y="37117"/>
                  <a:pt x="112364" y="50412"/>
                </a:cubicBezTo>
                <a:cubicBezTo>
                  <a:pt x="112364" y="65192"/>
                  <a:pt x="107522" y="77272"/>
                  <a:pt x="97838" y="86652"/>
                </a:cubicBezTo>
                <a:cubicBezTo>
                  <a:pt x="88154" y="96033"/>
                  <a:pt x="74775" y="100723"/>
                  <a:pt x="57701" y="100723"/>
                </a:cubicBezTo>
                <a:cubicBezTo>
                  <a:pt x="43866" y="100723"/>
                  <a:pt x="32984" y="98648"/>
                  <a:pt x="25054" y="94497"/>
                </a:cubicBezTo>
                <a:cubicBezTo>
                  <a:pt x="17125" y="90347"/>
                  <a:pt x="10966" y="84307"/>
                  <a:pt x="6580" y="76377"/>
                </a:cubicBezTo>
                <a:cubicBezTo>
                  <a:pt x="2193" y="68448"/>
                  <a:pt x="0" y="59793"/>
                  <a:pt x="0" y="50412"/>
                </a:cubicBezTo>
                <a:cubicBezTo>
                  <a:pt x="0" y="35363"/>
                  <a:pt x="4825" y="23198"/>
                  <a:pt x="14476" y="13919"/>
                </a:cubicBezTo>
                <a:cubicBezTo>
                  <a:pt x="24126" y="4640"/>
                  <a:pt x="38028" y="0"/>
                  <a:pt x="56182" y="0"/>
                </a:cubicBezTo>
                <a:moveTo>
                  <a:pt x="56132" y="18727"/>
                </a:moveTo>
                <a:cubicBezTo>
                  <a:pt x="42381" y="18727"/>
                  <a:pt x="32085" y="21731"/>
                  <a:pt x="25244" y="27737"/>
                </a:cubicBezTo>
                <a:cubicBezTo>
                  <a:pt x="18403" y="33743"/>
                  <a:pt x="14982" y="41302"/>
                  <a:pt x="14982" y="50412"/>
                </a:cubicBezTo>
                <a:cubicBezTo>
                  <a:pt x="14982" y="59455"/>
                  <a:pt x="18419" y="66980"/>
                  <a:pt x="25295" y="72986"/>
                </a:cubicBezTo>
                <a:cubicBezTo>
                  <a:pt x="32170" y="78992"/>
                  <a:pt x="42651" y="81996"/>
                  <a:pt x="56739" y="81996"/>
                </a:cubicBezTo>
                <a:cubicBezTo>
                  <a:pt x="70017" y="81996"/>
                  <a:pt x="80076" y="78976"/>
                  <a:pt x="86918" y="72936"/>
                </a:cubicBezTo>
                <a:cubicBezTo>
                  <a:pt x="93759" y="66896"/>
                  <a:pt x="97180" y="59388"/>
                  <a:pt x="97180" y="50412"/>
                </a:cubicBezTo>
                <a:cubicBezTo>
                  <a:pt x="97180" y="41302"/>
                  <a:pt x="93776" y="33743"/>
                  <a:pt x="86969" y="27737"/>
                </a:cubicBezTo>
                <a:cubicBezTo>
                  <a:pt x="80161" y="21731"/>
                  <a:pt x="69882" y="18727"/>
                  <a:pt x="56132" y="187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n">
            <a:extLst xmlns:a="http://schemas.openxmlformats.org/drawingml/2006/main">
              <a:ext uri="{FF2B5EF4-FFF2-40B4-BE49-F238E27FC236}">
                <a16:creationId xmlns:a16="http://schemas.microsoft.com/office/drawing/2014/main" id="{90F19E7B-23AC-4263-824B-96908E83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5818" y="2300101"/>
            <a:ext cx="109935" cy="87361"/>
          </a:xfrm>
          <a:custGeom xmlns:a="http://schemas.openxmlformats.org/drawingml/2006/main">
            <a:pathLst>
              <a:path w="109935" h="87361">
                <a:moveTo>
                  <a:pt x="0" y="0"/>
                </a:moveTo>
                <a:lnTo>
                  <a:pt x="107505" y="0"/>
                </a:lnTo>
                <a:lnTo>
                  <a:pt x="107505" y="16399"/>
                </a:lnTo>
                <a:lnTo>
                  <a:pt x="92220" y="16399"/>
                </a:lnTo>
                <a:cubicBezTo>
                  <a:pt x="104030" y="24295"/>
                  <a:pt x="109935" y="35700"/>
                  <a:pt x="109935" y="50615"/>
                </a:cubicBezTo>
                <a:cubicBezTo>
                  <a:pt x="109935" y="57093"/>
                  <a:pt x="108771" y="63049"/>
                  <a:pt x="106442" y="68482"/>
                </a:cubicBezTo>
                <a:cubicBezTo>
                  <a:pt x="104114" y="73914"/>
                  <a:pt x="101060" y="77980"/>
                  <a:pt x="97281" y="80680"/>
                </a:cubicBezTo>
                <a:cubicBezTo>
                  <a:pt x="93502" y="83379"/>
                  <a:pt x="89014" y="85269"/>
                  <a:pt x="83818" y="86348"/>
                </a:cubicBezTo>
                <a:cubicBezTo>
                  <a:pt x="80443" y="87023"/>
                  <a:pt x="74538" y="87361"/>
                  <a:pt x="66103" y="87361"/>
                </a:cubicBezTo>
                <a:lnTo>
                  <a:pt x="0" y="87361"/>
                </a:lnTo>
                <a:lnTo>
                  <a:pt x="0" y="69140"/>
                </a:lnTo>
                <a:lnTo>
                  <a:pt x="65394" y="69140"/>
                </a:lnTo>
                <a:cubicBezTo>
                  <a:pt x="72818" y="69140"/>
                  <a:pt x="78368" y="68431"/>
                  <a:pt x="82046" y="67014"/>
                </a:cubicBezTo>
                <a:cubicBezTo>
                  <a:pt x="85724" y="65597"/>
                  <a:pt x="88660" y="63083"/>
                  <a:pt x="90853" y="59472"/>
                </a:cubicBezTo>
                <a:cubicBezTo>
                  <a:pt x="93046" y="55862"/>
                  <a:pt x="94143" y="51627"/>
                  <a:pt x="94143" y="46768"/>
                </a:cubicBezTo>
                <a:cubicBezTo>
                  <a:pt x="94143" y="39007"/>
                  <a:pt x="91680" y="32309"/>
                  <a:pt x="86753" y="26674"/>
                </a:cubicBezTo>
                <a:cubicBezTo>
                  <a:pt x="81827" y="21039"/>
                  <a:pt x="72480" y="18221"/>
                  <a:pt x="58713" y="18221"/>
                </a:cubicBezTo>
                <a:lnTo>
                  <a:pt x="0" y="1822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969569-7C74-4F5B-AE5A-2F53AFE1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600" y="629029"/>
            <a:ext cx="939866" cy="613790"/>
          </a:xfrm>
          <a:custGeom xmlns:a="http://schemas.openxmlformats.org/drawingml/2006/main">
            <a:pathLst>
              <a:path w="939866" h="613790">
                <a:moveTo>
                  <a:pt x="0" y="0"/>
                </a:moveTo>
                <a:lnTo>
                  <a:pt x="939866" y="0"/>
                </a:lnTo>
                <a:lnTo>
                  <a:pt x="939866" y="613790"/>
                </a:lnTo>
                <a:lnTo>
                  <a:pt x="0" y="6137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D2E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BF8DF5-B526-4049-B7B8-C5C79D25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600" y="629029"/>
            <a:ext cx="939866" cy="613790"/>
          </a:xfrm>
          <a:custGeom xmlns:a="http://schemas.openxmlformats.org/drawingml/2006/main">
            <a:pathLst>
              <a:path w="939866" h="613790" fill="none">
                <a:moveTo>
                  <a:pt x="0" y="0"/>
                </a:moveTo>
                <a:lnTo>
                  <a:pt x="939866" y="0"/>
                </a:lnTo>
                <a:lnTo>
                  <a:pt x="939866" y="613790"/>
                </a:lnTo>
                <a:lnTo>
                  <a:pt x="0" y="61379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56" name="Text Feature">
            <a:extLst xmlns:a="http://schemas.openxmlformats.org/drawingml/2006/main">
              <a:ext uri="{FF2B5EF4-FFF2-40B4-BE49-F238E27FC236}">
                <a16:creationId xmlns:a16="http://schemas.microsoft.com/office/drawing/2014/main" id="{B44CCE95-7CD2-41FD-900E-CCFDBAB1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887" y="749096"/>
            <a:ext cx="631053" cy="138262"/>
          </a:xfrm>
          <a:custGeom xmlns:a="http://schemas.openxmlformats.org/drawingml/2006/main">
            <a:pathLst>
              <a:path w="631053" h="138262">
                <a:moveTo>
                  <a:pt x="0" y="136035"/>
                </a:moveTo>
                <a:lnTo>
                  <a:pt x="0" y="0"/>
                </a:lnTo>
                <a:lnTo>
                  <a:pt x="91773" y="0"/>
                </a:lnTo>
                <a:lnTo>
                  <a:pt x="91773" y="16146"/>
                </a:lnTo>
                <a:lnTo>
                  <a:pt x="18002" y="16146"/>
                </a:lnTo>
                <a:lnTo>
                  <a:pt x="18002" y="58089"/>
                </a:lnTo>
                <a:lnTo>
                  <a:pt x="81844" y="58089"/>
                </a:lnTo>
                <a:lnTo>
                  <a:pt x="81844" y="74235"/>
                </a:lnTo>
                <a:lnTo>
                  <a:pt x="18002" y="74235"/>
                </a:lnTo>
                <a:lnTo>
                  <a:pt x="18002" y="136035"/>
                </a:lnTo>
                <a:lnTo>
                  <a:pt x="0" y="136035"/>
                </a:lnTo>
                <a:close/>
                <a:moveTo>
                  <a:pt x="180324" y="104114"/>
                </a:moveTo>
                <a:lnTo>
                  <a:pt x="197583" y="106341"/>
                </a:lnTo>
                <a:cubicBezTo>
                  <a:pt x="194861" y="116454"/>
                  <a:pt x="189820" y="124303"/>
                  <a:pt x="182458" y="129888"/>
                </a:cubicBezTo>
                <a:cubicBezTo>
                  <a:pt x="175096" y="135471"/>
                  <a:pt x="165693" y="138262"/>
                  <a:pt x="154249" y="138262"/>
                </a:cubicBezTo>
                <a:cubicBezTo>
                  <a:pt x="139835" y="138262"/>
                  <a:pt x="128406" y="133824"/>
                  <a:pt x="119962" y="124946"/>
                </a:cubicBezTo>
                <a:cubicBezTo>
                  <a:pt x="111517" y="116069"/>
                  <a:pt x="107295" y="103619"/>
                  <a:pt x="107295" y="87597"/>
                </a:cubicBezTo>
                <a:cubicBezTo>
                  <a:pt x="107295" y="71018"/>
                  <a:pt x="111564" y="58151"/>
                  <a:pt x="120101" y="48995"/>
                </a:cubicBezTo>
                <a:cubicBezTo>
                  <a:pt x="128638" y="39839"/>
                  <a:pt x="139711" y="35261"/>
                  <a:pt x="153321" y="35261"/>
                </a:cubicBezTo>
                <a:cubicBezTo>
                  <a:pt x="166497" y="35261"/>
                  <a:pt x="177262" y="39740"/>
                  <a:pt x="185613" y="48696"/>
                </a:cubicBezTo>
                <a:cubicBezTo>
                  <a:pt x="193964" y="57651"/>
                  <a:pt x="198140" y="70249"/>
                  <a:pt x="198140" y="86492"/>
                </a:cubicBezTo>
                <a:cubicBezTo>
                  <a:pt x="198140" y="87480"/>
                  <a:pt x="198109" y="88962"/>
                  <a:pt x="198047" y="90938"/>
                </a:cubicBezTo>
                <a:lnTo>
                  <a:pt x="124555" y="90938"/>
                </a:lnTo>
                <a:cubicBezTo>
                  <a:pt x="125173" y="101794"/>
                  <a:pt x="128236" y="110107"/>
                  <a:pt x="133741" y="115876"/>
                </a:cubicBezTo>
                <a:cubicBezTo>
                  <a:pt x="139247" y="121644"/>
                  <a:pt x="146114" y="124529"/>
                  <a:pt x="154342" y="124529"/>
                </a:cubicBezTo>
                <a:cubicBezTo>
                  <a:pt x="160466" y="124529"/>
                  <a:pt x="165693" y="122906"/>
                  <a:pt x="170024" y="119660"/>
                </a:cubicBezTo>
                <a:cubicBezTo>
                  <a:pt x="174354" y="116412"/>
                  <a:pt x="177787" y="111230"/>
                  <a:pt x="180324" y="104114"/>
                </a:cubicBezTo>
                <a:moveTo>
                  <a:pt x="125483" y="77204"/>
                </a:moveTo>
                <a:lnTo>
                  <a:pt x="180509" y="77204"/>
                </a:lnTo>
                <a:cubicBezTo>
                  <a:pt x="179767" y="68942"/>
                  <a:pt x="177664" y="62745"/>
                  <a:pt x="174199" y="58614"/>
                </a:cubicBezTo>
                <a:cubicBezTo>
                  <a:pt x="168879" y="52201"/>
                  <a:pt x="161982" y="48995"/>
                  <a:pt x="153506" y="48995"/>
                </a:cubicBezTo>
                <a:cubicBezTo>
                  <a:pt x="145835" y="48995"/>
                  <a:pt x="139386" y="51554"/>
                  <a:pt x="134159" y="56674"/>
                </a:cubicBezTo>
                <a:cubicBezTo>
                  <a:pt x="128932" y="61791"/>
                  <a:pt x="126040" y="68634"/>
                  <a:pt x="125483" y="77204"/>
                </a:cubicBezTo>
                <a:close/>
                <a:moveTo>
                  <a:pt x="282832" y="123601"/>
                </a:moveTo>
                <a:cubicBezTo>
                  <a:pt x="276645" y="128962"/>
                  <a:pt x="270691" y="132746"/>
                  <a:pt x="264969" y="134954"/>
                </a:cubicBezTo>
                <a:cubicBezTo>
                  <a:pt x="259247" y="137159"/>
                  <a:pt x="253107" y="138262"/>
                  <a:pt x="246549" y="138262"/>
                </a:cubicBezTo>
                <a:cubicBezTo>
                  <a:pt x="235724" y="138262"/>
                  <a:pt x="227403" y="135618"/>
                  <a:pt x="221588" y="130328"/>
                </a:cubicBezTo>
                <a:cubicBezTo>
                  <a:pt x="215773" y="125039"/>
                  <a:pt x="212865" y="118281"/>
                  <a:pt x="212865" y="110053"/>
                </a:cubicBezTo>
                <a:cubicBezTo>
                  <a:pt x="212865" y="105228"/>
                  <a:pt x="213963" y="100820"/>
                  <a:pt x="216160" y="96830"/>
                </a:cubicBezTo>
                <a:cubicBezTo>
                  <a:pt x="218356" y="92840"/>
                  <a:pt x="221232" y="89638"/>
                  <a:pt x="224789" y="87226"/>
                </a:cubicBezTo>
                <a:cubicBezTo>
                  <a:pt x="228346" y="84813"/>
                  <a:pt x="232352" y="82988"/>
                  <a:pt x="236806" y="81751"/>
                </a:cubicBezTo>
                <a:cubicBezTo>
                  <a:pt x="240085" y="80885"/>
                  <a:pt x="245034" y="80050"/>
                  <a:pt x="251653" y="79246"/>
                </a:cubicBezTo>
                <a:cubicBezTo>
                  <a:pt x="265139" y="77637"/>
                  <a:pt x="275068" y="75719"/>
                  <a:pt x="281440" y="73492"/>
                </a:cubicBezTo>
                <a:cubicBezTo>
                  <a:pt x="281502" y="71213"/>
                  <a:pt x="281533" y="69765"/>
                  <a:pt x="281533" y="69148"/>
                </a:cubicBezTo>
                <a:cubicBezTo>
                  <a:pt x="281533" y="62369"/>
                  <a:pt x="279955" y="57593"/>
                  <a:pt x="276800" y="54821"/>
                </a:cubicBezTo>
                <a:cubicBezTo>
                  <a:pt x="272532" y="51061"/>
                  <a:pt x="266191" y="49181"/>
                  <a:pt x="257777" y="49181"/>
                </a:cubicBezTo>
                <a:cubicBezTo>
                  <a:pt x="249921" y="49181"/>
                  <a:pt x="244121" y="50557"/>
                  <a:pt x="240379" y="53310"/>
                </a:cubicBezTo>
                <a:cubicBezTo>
                  <a:pt x="236636" y="56063"/>
                  <a:pt x="233868" y="60934"/>
                  <a:pt x="232074" y="67925"/>
                </a:cubicBezTo>
                <a:lnTo>
                  <a:pt x="215742" y="65698"/>
                </a:lnTo>
                <a:cubicBezTo>
                  <a:pt x="217227" y="58686"/>
                  <a:pt x="219670" y="53024"/>
                  <a:pt x="223073" y="48711"/>
                </a:cubicBezTo>
                <a:cubicBezTo>
                  <a:pt x="226475" y="44398"/>
                  <a:pt x="231393" y="41078"/>
                  <a:pt x="237827" y="38753"/>
                </a:cubicBezTo>
                <a:cubicBezTo>
                  <a:pt x="244261" y="36425"/>
                  <a:pt x="251715" y="35261"/>
                  <a:pt x="260190" y="35261"/>
                </a:cubicBezTo>
                <a:cubicBezTo>
                  <a:pt x="268603" y="35261"/>
                  <a:pt x="275439" y="36255"/>
                  <a:pt x="280697" y="38242"/>
                </a:cubicBezTo>
                <a:cubicBezTo>
                  <a:pt x="285956" y="40228"/>
                  <a:pt x="289822" y="42727"/>
                  <a:pt x="292297" y="45738"/>
                </a:cubicBezTo>
                <a:cubicBezTo>
                  <a:pt x="294771" y="48748"/>
                  <a:pt x="296503" y="52551"/>
                  <a:pt x="297493" y="57146"/>
                </a:cubicBezTo>
                <a:cubicBezTo>
                  <a:pt x="298050" y="60002"/>
                  <a:pt x="298328" y="65130"/>
                  <a:pt x="298328" y="72533"/>
                </a:cubicBezTo>
                <a:lnTo>
                  <a:pt x="298328" y="94739"/>
                </a:lnTo>
                <a:cubicBezTo>
                  <a:pt x="298328" y="110222"/>
                  <a:pt x="298684" y="120028"/>
                  <a:pt x="299395" y="124158"/>
                </a:cubicBezTo>
                <a:cubicBezTo>
                  <a:pt x="300107" y="128287"/>
                  <a:pt x="301514" y="132246"/>
                  <a:pt x="303617" y="136035"/>
                </a:cubicBezTo>
                <a:lnTo>
                  <a:pt x="286172" y="136035"/>
                </a:lnTo>
                <a:cubicBezTo>
                  <a:pt x="284440" y="132492"/>
                  <a:pt x="283327" y="128347"/>
                  <a:pt x="282832" y="123601"/>
                </a:cubicBezTo>
                <a:moveTo>
                  <a:pt x="281440" y="86669"/>
                </a:moveTo>
                <a:cubicBezTo>
                  <a:pt x="275377" y="89132"/>
                  <a:pt x="266283" y="91226"/>
                  <a:pt x="254158" y="92950"/>
                </a:cubicBezTo>
                <a:cubicBezTo>
                  <a:pt x="247292" y="93934"/>
                  <a:pt x="242436" y="95042"/>
                  <a:pt x="239590" y="96273"/>
                </a:cubicBezTo>
                <a:cubicBezTo>
                  <a:pt x="236744" y="97505"/>
                  <a:pt x="234548" y="99305"/>
                  <a:pt x="233002" y="101675"/>
                </a:cubicBezTo>
                <a:cubicBezTo>
                  <a:pt x="231455" y="104046"/>
                  <a:pt x="230682" y="106678"/>
                  <a:pt x="230682" y="109572"/>
                </a:cubicBezTo>
                <a:cubicBezTo>
                  <a:pt x="230682" y="114004"/>
                  <a:pt x="232367" y="117699"/>
                  <a:pt x="235739" y="120655"/>
                </a:cubicBezTo>
                <a:cubicBezTo>
                  <a:pt x="239110" y="123609"/>
                  <a:pt x="244044" y="125086"/>
                  <a:pt x="250540" y="125086"/>
                </a:cubicBezTo>
                <a:cubicBezTo>
                  <a:pt x="256973" y="125086"/>
                  <a:pt x="262695" y="123683"/>
                  <a:pt x="267706" y="120878"/>
                </a:cubicBezTo>
                <a:cubicBezTo>
                  <a:pt x="272717" y="118071"/>
                  <a:pt x="276398" y="114236"/>
                  <a:pt x="278749" y="109374"/>
                </a:cubicBezTo>
                <a:cubicBezTo>
                  <a:pt x="280543" y="105622"/>
                  <a:pt x="281440" y="100084"/>
                  <a:pt x="281440" y="92762"/>
                </a:cubicBezTo>
                <a:lnTo>
                  <a:pt x="281440" y="86669"/>
                </a:lnTo>
                <a:close/>
                <a:moveTo>
                  <a:pt x="360656" y="121095"/>
                </a:moveTo>
                <a:lnTo>
                  <a:pt x="363069" y="135850"/>
                </a:lnTo>
                <a:cubicBezTo>
                  <a:pt x="358367" y="136839"/>
                  <a:pt x="354160" y="137334"/>
                  <a:pt x="350449" y="137334"/>
                </a:cubicBezTo>
                <a:cubicBezTo>
                  <a:pt x="344386" y="137334"/>
                  <a:pt x="339685" y="136375"/>
                  <a:pt x="336344" y="134458"/>
                </a:cubicBezTo>
                <a:cubicBezTo>
                  <a:pt x="333004" y="132540"/>
                  <a:pt x="330653" y="130019"/>
                  <a:pt x="329292" y="126895"/>
                </a:cubicBezTo>
                <a:cubicBezTo>
                  <a:pt x="327931" y="123771"/>
                  <a:pt x="327250" y="117198"/>
                  <a:pt x="327250" y="107176"/>
                </a:cubicBezTo>
                <a:lnTo>
                  <a:pt x="327250" y="50480"/>
                </a:lnTo>
                <a:lnTo>
                  <a:pt x="315002" y="50480"/>
                </a:lnTo>
                <a:lnTo>
                  <a:pt x="315002" y="37489"/>
                </a:lnTo>
                <a:lnTo>
                  <a:pt x="327250" y="37489"/>
                </a:lnTo>
                <a:lnTo>
                  <a:pt x="327250" y="13084"/>
                </a:lnTo>
                <a:lnTo>
                  <a:pt x="343860" y="3062"/>
                </a:lnTo>
                <a:lnTo>
                  <a:pt x="343860" y="37489"/>
                </a:lnTo>
                <a:lnTo>
                  <a:pt x="360656" y="37489"/>
                </a:lnTo>
                <a:lnTo>
                  <a:pt x="360656" y="50480"/>
                </a:lnTo>
                <a:lnTo>
                  <a:pt x="343860" y="50480"/>
                </a:lnTo>
                <a:lnTo>
                  <a:pt x="343860" y="108104"/>
                </a:lnTo>
                <a:cubicBezTo>
                  <a:pt x="343860" y="112868"/>
                  <a:pt x="344154" y="115930"/>
                  <a:pt x="344742" y="117291"/>
                </a:cubicBezTo>
                <a:cubicBezTo>
                  <a:pt x="345330" y="118652"/>
                  <a:pt x="346288" y="119734"/>
                  <a:pt x="347618" y="120539"/>
                </a:cubicBezTo>
                <a:cubicBezTo>
                  <a:pt x="348949" y="121343"/>
                  <a:pt x="350851" y="121745"/>
                  <a:pt x="353325" y="121745"/>
                </a:cubicBezTo>
                <a:cubicBezTo>
                  <a:pt x="355181" y="121745"/>
                  <a:pt x="357625" y="121528"/>
                  <a:pt x="360656" y="121095"/>
                </a:cubicBezTo>
                <a:close/>
                <a:moveTo>
                  <a:pt x="441414" y="136035"/>
                </a:moveTo>
                <a:lnTo>
                  <a:pt x="441414" y="121469"/>
                </a:lnTo>
                <a:cubicBezTo>
                  <a:pt x="433743" y="132665"/>
                  <a:pt x="423319" y="138262"/>
                  <a:pt x="410143" y="138262"/>
                </a:cubicBezTo>
                <a:cubicBezTo>
                  <a:pt x="404328" y="138262"/>
                  <a:pt x="398899" y="137149"/>
                  <a:pt x="393857" y="134922"/>
                </a:cubicBezTo>
                <a:cubicBezTo>
                  <a:pt x="388816" y="132695"/>
                  <a:pt x="385073" y="129895"/>
                  <a:pt x="382629" y="126524"/>
                </a:cubicBezTo>
                <a:cubicBezTo>
                  <a:pt x="380186" y="123152"/>
                  <a:pt x="378469" y="119023"/>
                  <a:pt x="377479" y="114136"/>
                </a:cubicBezTo>
                <a:cubicBezTo>
                  <a:pt x="376799" y="110857"/>
                  <a:pt x="376459" y="105661"/>
                  <a:pt x="376459" y="98547"/>
                </a:cubicBezTo>
                <a:lnTo>
                  <a:pt x="376459" y="37489"/>
                </a:lnTo>
                <a:lnTo>
                  <a:pt x="393162" y="37489"/>
                </a:lnTo>
                <a:lnTo>
                  <a:pt x="393162" y="92086"/>
                </a:lnTo>
                <a:cubicBezTo>
                  <a:pt x="393162" y="100799"/>
                  <a:pt x="393502" y="106669"/>
                  <a:pt x="394182" y="109696"/>
                </a:cubicBezTo>
                <a:cubicBezTo>
                  <a:pt x="395234" y="114085"/>
                  <a:pt x="397461" y="117531"/>
                  <a:pt x="400863" y="120034"/>
                </a:cubicBezTo>
                <a:cubicBezTo>
                  <a:pt x="404266" y="122536"/>
                  <a:pt x="408472" y="123786"/>
                  <a:pt x="413483" y="123786"/>
                </a:cubicBezTo>
                <a:cubicBezTo>
                  <a:pt x="418494" y="123786"/>
                  <a:pt x="423196" y="122505"/>
                  <a:pt x="427588" y="119941"/>
                </a:cubicBezTo>
                <a:cubicBezTo>
                  <a:pt x="431980" y="117376"/>
                  <a:pt x="435089" y="113885"/>
                  <a:pt x="436914" y="109467"/>
                </a:cubicBezTo>
                <a:cubicBezTo>
                  <a:pt x="438739" y="105048"/>
                  <a:pt x="439651" y="98636"/>
                  <a:pt x="439651" y="90233"/>
                </a:cubicBezTo>
                <a:lnTo>
                  <a:pt x="439651" y="37489"/>
                </a:lnTo>
                <a:lnTo>
                  <a:pt x="456354" y="37489"/>
                </a:lnTo>
                <a:lnTo>
                  <a:pt x="456354" y="136035"/>
                </a:lnTo>
                <a:lnTo>
                  <a:pt x="441414" y="136035"/>
                </a:lnTo>
                <a:close/>
                <a:moveTo>
                  <a:pt x="482307" y="136035"/>
                </a:moveTo>
                <a:lnTo>
                  <a:pt x="482307" y="37489"/>
                </a:lnTo>
                <a:lnTo>
                  <a:pt x="497339" y="37489"/>
                </a:lnTo>
                <a:lnTo>
                  <a:pt x="497339" y="52428"/>
                </a:lnTo>
                <a:cubicBezTo>
                  <a:pt x="501175" y="45438"/>
                  <a:pt x="504717" y="40829"/>
                  <a:pt x="507964" y="38602"/>
                </a:cubicBezTo>
                <a:cubicBezTo>
                  <a:pt x="511212" y="36375"/>
                  <a:pt x="514785" y="35261"/>
                  <a:pt x="518682" y="35261"/>
                </a:cubicBezTo>
                <a:cubicBezTo>
                  <a:pt x="524311" y="35261"/>
                  <a:pt x="530034" y="37056"/>
                  <a:pt x="535849" y="40644"/>
                </a:cubicBezTo>
                <a:lnTo>
                  <a:pt x="530096" y="56128"/>
                </a:lnTo>
                <a:cubicBezTo>
                  <a:pt x="526013" y="53724"/>
                  <a:pt x="521930" y="52521"/>
                  <a:pt x="517847" y="52521"/>
                </a:cubicBezTo>
                <a:cubicBezTo>
                  <a:pt x="514197" y="52521"/>
                  <a:pt x="510918" y="53619"/>
                  <a:pt x="508011" y="55815"/>
                </a:cubicBezTo>
                <a:cubicBezTo>
                  <a:pt x="505103" y="58011"/>
                  <a:pt x="503031" y="61058"/>
                  <a:pt x="501794" y="64955"/>
                </a:cubicBezTo>
                <a:cubicBezTo>
                  <a:pt x="499938" y="70894"/>
                  <a:pt x="499010" y="77390"/>
                  <a:pt x="499010" y="84442"/>
                </a:cubicBezTo>
                <a:lnTo>
                  <a:pt x="499010" y="136035"/>
                </a:lnTo>
                <a:lnTo>
                  <a:pt x="482307" y="136035"/>
                </a:lnTo>
                <a:close/>
                <a:moveTo>
                  <a:pt x="613237" y="104114"/>
                </a:moveTo>
                <a:lnTo>
                  <a:pt x="630497" y="106341"/>
                </a:lnTo>
                <a:cubicBezTo>
                  <a:pt x="627775" y="116454"/>
                  <a:pt x="622733" y="124303"/>
                  <a:pt x="615371" y="129888"/>
                </a:cubicBezTo>
                <a:cubicBezTo>
                  <a:pt x="608010" y="135471"/>
                  <a:pt x="598607" y="138262"/>
                  <a:pt x="587162" y="138262"/>
                </a:cubicBezTo>
                <a:cubicBezTo>
                  <a:pt x="572748" y="138262"/>
                  <a:pt x="561319" y="133824"/>
                  <a:pt x="552875" y="124946"/>
                </a:cubicBezTo>
                <a:cubicBezTo>
                  <a:pt x="544431" y="116069"/>
                  <a:pt x="540209" y="103619"/>
                  <a:pt x="540209" y="87597"/>
                </a:cubicBezTo>
                <a:cubicBezTo>
                  <a:pt x="540209" y="71018"/>
                  <a:pt x="544477" y="58151"/>
                  <a:pt x="553014" y="48995"/>
                </a:cubicBezTo>
                <a:cubicBezTo>
                  <a:pt x="561551" y="39839"/>
                  <a:pt x="572624" y="35261"/>
                  <a:pt x="586234" y="35261"/>
                </a:cubicBezTo>
                <a:cubicBezTo>
                  <a:pt x="599411" y="35261"/>
                  <a:pt x="610175" y="39740"/>
                  <a:pt x="618526" y="48696"/>
                </a:cubicBezTo>
                <a:cubicBezTo>
                  <a:pt x="626878" y="57651"/>
                  <a:pt x="631053" y="70249"/>
                  <a:pt x="631053" y="86492"/>
                </a:cubicBezTo>
                <a:cubicBezTo>
                  <a:pt x="631053" y="87480"/>
                  <a:pt x="631022" y="88962"/>
                  <a:pt x="630960" y="90938"/>
                </a:cubicBezTo>
                <a:lnTo>
                  <a:pt x="557468" y="90938"/>
                </a:lnTo>
                <a:cubicBezTo>
                  <a:pt x="558087" y="101794"/>
                  <a:pt x="561149" y="110107"/>
                  <a:pt x="566655" y="115876"/>
                </a:cubicBezTo>
                <a:cubicBezTo>
                  <a:pt x="572160" y="121644"/>
                  <a:pt x="579027" y="124529"/>
                  <a:pt x="587255" y="124529"/>
                </a:cubicBezTo>
                <a:cubicBezTo>
                  <a:pt x="593379" y="124529"/>
                  <a:pt x="598607" y="122906"/>
                  <a:pt x="602937" y="119660"/>
                </a:cubicBezTo>
                <a:cubicBezTo>
                  <a:pt x="607267" y="116412"/>
                  <a:pt x="610701" y="111230"/>
                  <a:pt x="613237" y="104114"/>
                </a:cubicBezTo>
                <a:moveTo>
                  <a:pt x="558396" y="77204"/>
                </a:moveTo>
                <a:lnTo>
                  <a:pt x="613423" y="77204"/>
                </a:lnTo>
                <a:cubicBezTo>
                  <a:pt x="612680" y="68942"/>
                  <a:pt x="610577" y="62745"/>
                  <a:pt x="607113" y="58614"/>
                </a:cubicBezTo>
                <a:cubicBezTo>
                  <a:pt x="601792" y="52201"/>
                  <a:pt x="594895" y="48995"/>
                  <a:pt x="586420" y="48995"/>
                </a:cubicBezTo>
                <a:cubicBezTo>
                  <a:pt x="578749" y="48995"/>
                  <a:pt x="572300" y="51554"/>
                  <a:pt x="567072" y="56674"/>
                </a:cubicBezTo>
                <a:cubicBezTo>
                  <a:pt x="561845" y="61791"/>
                  <a:pt x="558953" y="68634"/>
                  <a:pt x="558396" y="772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maps">
            <a:extLst xmlns:a="http://schemas.openxmlformats.org/drawingml/2006/main">
              <a:ext uri="{FF2B5EF4-FFF2-40B4-BE49-F238E27FC236}">
                <a16:creationId xmlns:a16="http://schemas.microsoft.com/office/drawing/2014/main" id="{34F5F30A-4856-4E6D-85AC-BC16DA9F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1" y="1017589"/>
            <a:ext cx="444792" cy="138633"/>
          </a:xfrm>
          <a:custGeom xmlns:a="http://schemas.openxmlformats.org/drawingml/2006/main">
            <a:pathLst>
              <a:path w="444792" h="138633">
                <a:moveTo>
                  <a:pt x="0" y="100774"/>
                </a:moveTo>
                <a:lnTo>
                  <a:pt x="0" y="2227"/>
                </a:lnTo>
                <a:lnTo>
                  <a:pt x="14940" y="2227"/>
                </a:lnTo>
                <a:lnTo>
                  <a:pt x="14940" y="16053"/>
                </a:lnTo>
                <a:cubicBezTo>
                  <a:pt x="18033" y="11228"/>
                  <a:pt x="22147" y="7346"/>
                  <a:pt x="27281" y="4408"/>
                </a:cubicBezTo>
                <a:cubicBezTo>
                  <a:pt x="32416" y="1469"/>
                  <a:pt x="38262" y="0"/>
                  <a:pt x="44819" y="0"/>
                </a:cubicBezTo>
                <a:cubicBezTo>
                  <a:pt x="52119" y="0"/>
                  <a:pt x="58104" y="1516"/>
                  <a:pt x="62775" y="4547"/>
                </a:cubicBezTo>
                <a:cubicBezTo>
                  <a:pt x="67445" y="7578"/>
                  <a:pt x="70740" y="11816"/>
                  <a:pt x="72657" y="17260"/>
                </a:cubicBezTo>
                <a:cubicBezTo>
                  <a:pt x="80452" y="5753"/>
                  <a:pt x="90597" y="0"/>
                  <a:pt x="103093" y="0"/>
                </a:cubicBezTo>
                <a:cubicBezTo>
                  <a:pt x="112868" y="0"/>
                  <a:pt x="120384" y="2706"/>
                  <a:pt x="125642" y="8119"/>
                </a:cubicBezTo>
                <a:cubicBezTo>
                  <a:pt x="130901" y="13532"/>
                  <a:pt x="133530" y="21868"/>
                  <a:pt x="133530" y="33127"/>
                </a:cubicBezTo>
                <a:lnTo>
                  <a:pt x="133530" y="100774"/>
                </a:lnTo>
                <a:lnTo>
                  <a:pt x="116920" y="100774"/>
                </a:lnTo>
                <a:lnTo>
                  <a:pt x="116920" y="38695"/>
                </a:lnTo>
                <a:cubicBezTo>
                  <a:pt x="116920" y="32014"/>
                  <a:pt x="116378" y="27204"/>
                  <a:pt x="115296" y="24265"/>
                </a:cubicBezTo>
                <a:cubicBezTo>
                  <a:pt x="114213" y="21327"/>
                  <a:pt x="112249" y="18961"/>
                  <a:pt x="109403" y="17167"/>
                </a:cubicBezTo>
                <a:cubicBezTo>
                  <a:pt x="106558" y="15373"/>
                  <a:pt x="103217" y="14476"/>
                  <a:pt x="99382" y="14476"/>
                </a:cubicBezTo>
                <a:cubicBezTo>
                  <a:pt x="92453" y="14476"/>
                  <a:pt x="86700" y="16780"/>
                  <a:pt x="82122" y="21389"/>
                </a:cubicBezTo>
                <a:cubicBezTo>
                  <a:pt x="77544" y="25998"/>
                  <a:pt x="75255" y="33375"/>
                  <a:pt x="75255" y="43520"/>
                </a:cubicBezTo>
                <a:lnTo>
                  <a:pt x="75255" y="100774"/>
                </a:lnTo>
                <a:lnTo>
                  <a:pt x="58553" y="100774"/>
                </a:lnTo>
                <a:lnTo>
                  <a:pt x="58553" y="36746"/>
                </a:lnTo>
                <a:cubicBezTo>
                  <a:pt x="58553" y="29323"/>
                  <a:pt x="57192" y="23755"/>
                  <a:pt x="54470" y="20043"/>
                </a:cubicBezTo>
                <a:cubicBezTo>
                  <a:pt x="51748" y="16332"/>
                  <a:pt x="47294" y="14476"/>
                  <a:pt x="41107" y="14476"/>
                </a:cubicBezTo>
                <a:cubicBezTo>
                  <a:pt x="36406" y="14476"/>
                  <a:pt x="32060" y="15713"/>
                  <a:pt x="28070" y="18188"/>
                </a:cubicBezTo>
                <a:cubicBezTo>
                  <a:pt x="24080" y="20662"/>
                  <a:pt x="21188" y="24281"/>
                  <a:pt x="19394" y="29044"/>
                </a:cubicBezTo>
                <a:cubicBezTo>
                  <a:pt x="17600" y="33808"/>
                  <a:pt x="16703" y="40674"/>
                  <a:pt x="16703" y="49644"/>
                </a:cubicBezTo>
                <a:lnTo>
                  <a:pt x="16703" y="100774"/>
                </a:lnTo>
                <a:lnTo>
                  <a:pt x="0" y="100774"/>
                </a:lnTo>
                <a:close/>
                <a:moveTo>
                  <a:pt x="222610" y="88339"/>
                </a:moveTo>
                <a:cubicBezTo>
                  <a:pt x="216424" y="93700"/>
                  <a:pt x="210469" y="97484"/>
                  <a:pt x="204747" y="99692"/>
                </a:cubicBezTo>
                <a:cubicBezTo>
                  <a:pt x="199025" y="101898"/>
                  <a:pt x="192885" y="103001"/>
                  <a:pt x="186328" y="103001"/>
                </a:cubicBezTo>
                <a:cubicBezTo>
                  <a:pt x="175502" y="103001"/>
                  <a:pt x="167181" y="100356"/>
                  <a:pt x="161366" y="95067"/>
                </a:cubicBezTo>
                <a:cubicBezTo>
                  <a:pt x="155551" y="89778"/>
                  <a:pt x="152644" y="83019"/>
                  <a:pt x="152644" y="74791"/>
                </a:cubicBezTo>
                <a:cubicBezTo>
                  <a:pt x="152644" y="69966"/>
                  <a:pt x="153742" y="65559"/>
                  <a:pt x="155938" y="61568"/>
                </a:cubicBezTo>
                <a:cubicBezTo>
                  <a:pt x="158134" y="57578"/>
                  <a:pt x="161011" y="54377"/>
                  <a:pt x="164568" y="51964"/>
                </a:cubicBezTo>
                <a:cubicBezTo>
                  <a:pt x="168125" y="49552"/>
                  <a:pt x="172130" y="47727"/>
                  <a:pt x="176584" y="46489"/>
                </a:cubicBezTo>
                <a:cubicBezTo>
                  <a:pt x="179863" y="45623"/>
                  <a:pt x="184812" y="44788"/>
                  <a:pt x="191431" y="43984"/>
                </a:cubicBezTo>
                <a:cubicBezTo>
                  <a:pt x="204917" y="42376"/>
                  <a:pt x="214846" y="40458"/>
                  <a:pt x="221218" y="38231"/>
                </a:cubicBezTo>
                <a:cubicBezTo>
                  <a:pt x="221280" y="35952"/>
                  <a:pt x="221311" y="34504"/>
                  <a:pt x="221311" y="33887"/>
                </a:cubicBezTo>
                <a:cubicBezTo>
                  <a:pt x="221311" y="27107"/>
                  <a:pt x="219733" y="22331"/>
                  <a:pt x="216578" y="19559"/>
                </a:cubicBezTo>
                <a:cubicBezTo>
                  <a:pt x="212310" y="15799"/>
                  <a:pt x="205969" y="13919"/>
                  <a:pt x="197556" y="13919"/>
                </a:cubicBezTo>
                <a:cubicBezTo>
                  <a:pt x="189699" y="13919"/>
                  <a:pt x="183900" y="15295"/>
                  <a:pt x="180157" y="18048"/>
                </a:cubicBezTo>
                <a:cubicBezTo>
                  <a:pt x="176414" y="20801"/>
                  <a:pt x="173646" y="25673"/>
                  <a:pt x="171852" y="32663"/>
                </a:cubicBezTo>
                <a:lnTo>
                  <a:pt x="155520" y="30436"/>
                </a:lnTo>
                <a:cubicBezTo>
                  <a:pt x="157005" y="23425"/>
                  <a:pt x="159449" y="17762"/>
                  <a:pt x="162851" y="13449"/>
                </a:cubicBezTo>
                <a:cubicBezTo>
                  <a:pt x="166253" y="9136"/>
                  <a:pt x="171171" y="5817"/>
                  <a:pt x="177605" y="3491"/>
                </a:cubicBezTo>
                <a:cubicBezTo>
                  <a:pt x="184039" y="1164"/>
                  <a:pt x="191493" y="0"/>
                  <a:pt x="199968" y="0"/>
                </a:cubicBezTo>
                <a:cubicBezTo>
                  <a:pt x="208382" y="0"/>
                  <a:pt x="215217" y="994"/>
                  <a:pt x="220476" y="2981"/>
                </a:cubicBezTo>
                <a:cubicBezTo>
                  <a:pt x="225734" y="4966"/>
                  <a:pt x="229600" y="7465"/>
                  <a:pt x="232075" y="10477"/>
                </a:cubicBezTo>
                <a:cubicBezTo>
                  <a:pt x="234549" y="13487"/>
                  <a:pt x="236281" y="17290"/>
                  <a:pt x="237271" y="21885"/>
                </a:cubicBezTo>
                <a:cubicBezTo>
                  <a:pt x="237828" y="24740"/>
                  <a:pt x="238106" y="29869"/>
                  <a:pt x="238106" y="37271"/>
                </a:cubicBezTo>
                <a:lnTo>
                  <a:pt x="238106" y="59478"/>
                </a:lnTo>
                <a:cubicBezTo>
                  <a:pt x="238106" y="74961"/>
                  <a:pt x="238462" y="84767"/>
                  <a:pt x="239174" y="88896"/>
                </a:cubicBezTo>
                <a:cubicBezTo>
                  <a:pt x="239885" y="93025"/>
                  <a:pt x="241292" y="96985"/>
                  <a:pt x="243396" y="100774"/>
                </a:cubicBezTo>
                <a:lnTo>
                  <a:pt x="225950" y="100774"/>
                </a:lnTo>
                <a:cubicBezTo>
                  <a:pt x="224218" y="97230"/>
                  <a:pt x="223105" y="93085"/>
                  <a:pt x="222610" y="88339"/>
                </a:cubicBezTo>
                <a:moveTo>
                  <a:pt x="221218" y="51408"/>
                </a:moveTo>
                <a:cubicBezTo>
                  <a:pt x="215156" y="53870"/>
                  <a:pt x="206062" y="55964"/>
                  <a:pt x="193937" y="57689"/>
                </a:cubicBezTo>
                <a:cubicBezTo>
                  <a:pt x="187070" y="58672"/>
                  <a:pt x="182214" y="59780"/>
                  <a:pt x="179368" y="61012"/>
                </a:cubicBezTo>
                <a:cubicBezTo>
                  <a:pt x="176523" y="62243"/>
                  <a:pt x="174326" y="64044"/>
                  <a:pt x="172780" y="66414"/>
                </a:cubicBezTo>
                <a:cubicBezTo>
                  <a:pt x="171233" y="68784"/>
                  <a:pt x="170460" y="71416"/>
                  <a:pt x="170460" y="74310"/>
                </a:cubicBezTo>
                <a:cubicBezTo>
                  <a:pt x="170460" y="78743"/>
                  <a:pt x="172146" y="82437"/>
                  <a:pt x="175517" y="85393"/>
                </a:cubicBezTo>
                <a:cubicBezTo>
                  <a:pt x="178889" y="88347"/>
                  <a:pt x="183822" y="89824"/>
                  <a:pt x="190318" y="89824"/>
                </a:cubicBezTo>
                <a:cubicBezTo>
                  <a:pt x="196751" y="89824"/>
                  <a:pt x="202474" y="88421"/>
                  <a:pt x="207485" y="85616"/>
                </a:cubicBezTo>
                <a:cubicBezTo>
                  <a:pt x="212495" y="82809"/>
                  <a:pt x="216176" y="78975"/>
                  <a:pt x="218527" y="74113"/>
                </a:cubicBezTo>
                <a:cubicBezTo>
                  <a:pt x="220321" y="70361"/>
                  <a:pt x="221218" y="64823"/>
                  <a:pt x="221218" y="57500"/>
                </a:cubicBezTo>
                <a:lnTo>
                  <a:pt x="221218" y="51408"/>
                </a:lnTo>
                <a:close/>
                <a:moveTo>
                  <a:pt x="263967" y="138633"/>
                </a:moveTo>
                <a:lnTo>
                  <a:pt x="263967" y="2227"/>
                </a:lnTo>
                <a:lnTo>
                  <a:pt x="279185" y="2227"/>
                </a:lnTo>
                <a:lnTo>
                  <a:pt x="279185" y="15122"/>
                </a:lnTo>
                <a:cubicBezTo>
                  <a:pt x="282773" y="10081"/>
                  <a:pt x="286825" y="6300"/>
                  <a:pt x="291341" y="3781"/>
                </a:cubicBezTo>
                <a:cubicBezTo>
                  <a:pt x="295857" y="1260"/>
                  <a:pt x="301332" y="0"/>
                  <a:pt x="307765" y="0"/>
                </a:cubicBezTo>
                <a:cubicBezTo>
                  <a:pt x="316179" y="0"/>
                  <a:pt x="323602" y="2165"/>
                  <a:pt x="330036" y="6496"/>
                </a:cubicBezTo>
                <a:cubicBezTo>
                  <a:pt x="336470" y="10826"/>
                  <a:pt x="341326" y="16935"/>
                  <a:pt x="344604" y="24822"/>
                </a:cubicBezTo>
                <a:cubicBezTo>
                  <a:pt x="347883" y="32710"/>
                  <a:pt x="349523" y="41355"/>
                  <a:pt x="349523" y="50758"/>
                </a:cubicBezTo>
                <a:cubicBezTo>
                  <a:pt x="349523" y="60842"/>
                  <a:pt x="347713" y="69920"/>
                  <a:pt x="344094" y="77993"/>
                </a:cubicBezTo>
                <a:cubicBezTo>
                  <a:pt x="340475" y="86066"/>
                  <a:pt x="335217" y="92252"/>
                  <a:pt x="328319" y="96552"/>
                </a:cubicBezTo>
                <a:cubicBezTo>
                  <a:pt x="321422" y="100851"/>
                  <a:pt x="314168" y="103001"/>
                  <a:pt x="306559" y="103001"/>
                </a:cubicBezTo>
                <a:cubicBezTo>
                  <a:pt x="300992" y="103001"/>
                  <a:pt x="295996" y="101825"/>
                  <a:pt x="291573" y="99475"/>
                </a:cubicBezTo>
                <a:cubicBezTo>
                  <a:pt x="287150" y="97124"/>
                  <a:pt x="283515" y="94154"/>
                  <a:pt x="280670" y="90566"/>
                </a:cubicBezTo>
                <a:lnTo>
                  <a:pt x="280670" y="138633"/>
                </a:lnTo>
                <a:lnTo>
                  <a:pt x="263967" y="138633"/>
                </a:lnTo>
                <a:moveTo>
                  <a:pt x="279092" y="52103"/>
                </a:moveTo>
                <a:cubicBezTo>
                  <a:pt x="279092" y="64770"/>
                  <a:pt x="281660" y="74130"/>
                  <a:pt x="286794" y="80185"/>
                </a:cubicBezTo>
                <a:cubicBezTo>
                  <a:pt x="291929" y="86240"/>
                  <a:pt x="298146" y="89267"/>
                  <a:pt x="305446" y="89267"/>
                </a:cubicBezTo>
                <a:cubicBezTo>
                  <a:pt x="312869" y="89267"/>
                  <a:pt x="319225" y="86132"/>
                  <a:pt x="324515" y="79860"/>
                </a:cubicBezTo>
                <a:cubicBezTo>
                  <a:pt x="329804" y="73589"/>
                  <a:pt x="332449" y="63873"/>
                  <a:pt x="332449" y="50712"/>
                </a:cubicBezTo>
                <a:cubicBezTo>
                  <a:pt x="332449" y="38169"/>
                  <a:pt x="329866" y="28778"/>
                  <a:pt x="324700" y="22537"/>
                </a:cubicBezTo>
                <a:cubicBezTo>
                  <a:pt x="319535" y="16297"/>
                  <a:pt x="313364" y="13177"/>
                  <a:pt x="306188" y="13177"/>
                </a:cubicBezTo>
                <a:cubicBezTo>
                  <a:pt x="299074" y="13177"/>
                  <a:pt x="292779" y="16498"/>
                  <a:pt x="287305" y="23140"/>
                </a:cubicBezTo>
                <a:cubicBezTo>
                  <a:pt x="281830" y="29783"/>
                  <a:pt x="279092" y="39437"/>
                  <a:pt x="279092" y="52103"/>
                </a:cubicBezTo>
                <a:close/>
                <a:moveTo>
                  <a:pt x="362949" y="71265"/>
                </a:moveTo>
                <a:lnTo>
                  <a:pt x="379466" y="68667"/>
                </a:lnTo>
                <a:cubicBezTo>
                  <a:pt x="380394" y="75315"/>
                  <a:pt x="382976" y="80411"/>
                  <a:pt x="387214" y="83955"/>
                </a:cubicBezTo>
                <a:cubicBezTo>
                  <a:pt x="391452" y="87496"/>
                  <a:pt x="397375" y="89267"/>
                  <a:pt x="404984" y="89267"/>
                </a:cubicBezTo>
                <a:cubicBezTo>
                  <a:pt x="412655" y="89267"/>
                  <a:pt x="418346" y="87705"/>
                  <a:pt x="422058" y="84581"/>
                </a:cubicBezTo>
                <a:cubicBezTo>
                  <a:pt x="425770" y="81457"/>
                  <a:pt x="427626" y="77792"/>
                  <a:pt x="427626" y="73585"/>
                </a:cubicBezTo>
                <a:cubicBezTo>
                  <a:pt x="427626" y="69812"/>
                  <a:pt x="425986" y="66842"/>
                  <a:pt x="422707" y="64677"/>
                </a:cubicBezTo>
                <a:cubicBezTo>
                  <a:pt x="420419" y="63192"/>
                  <a:pt x="414727" y="61306"/>
                  <a:pt x="405633" y="59017"/>
                </a:cubicBezTo>
                <a:cubicBezTo>
                  <a:pt x="393385" y="55923"/>
                  <a:pt x="384894" y="53248"/>
                  <a:pt x="380162" y="50990"/>
                </a:cubicBezTo>
                <a:cubicBezTo>
                  <a:pt x="375429" y="48732"/>
                  <a:pt x="371841" y="45608"/>
                  <a:pt x="369398" y="41618"/>
                </a:cubicBezTo>
                <a:cubicBezTo>
                  <a:pt x="366954" y="37628"/>
                  <a:pt x="365732" y="33220"/>
                  <a:pt x="365732" y="28395"/>
                </a:cubicBezTo>
                <a:cubicBezTo>
                  <a:pt x="365732" y="24003"/>
                  <a:pt x="366738" y="19935"/>
                  <a:pt x="368748" y="16192"/>
                </a:cubicBezTo>
                <a:cubicBezTo>
                  <a:pt x="370759" y="12450"/>
                  <a:pt x="373496" y="9341"/>
                  <a:pt x="376960" y="6867"/>
                </a:cubicBezTo>
                <a:cubicBezTo>
                  <a:pt x="379559" y="4949"/>
                  <a:pt x="383100" y="3325"/>
                  <a:pt x="387585" y="1995"/>
                </a:cubicBezTo>
                <a:cubicBezTo>
                  <a:pt x="392070" y="665"/>
                  <a:pt x="396880" y="0"/>
                  <a:pt x="402015" y="0"/>
                </a:cubicBezTo>
                <a:cubicBezTo>
                  <a:pt x="409747" y="0"/>
                  <a:pt x="416537" y="1114"/>
                  <a:pt x="422383" y="3341"/>
                </a:cubicBezTo>
                <a:cubicBezTo>
                  <a:pt x="428229" y="5568"/>
                  <a:pt x="432544" y="8583"/>
                  <a:pt x="435327" y="12388"/>
                </a:cubicBezTo>
                <a:cubicBezTo>
                  <a:pt x="438111" y="16192"/>
                  <a:pt x="440029" y="21281"/>
                  <a:pt x="441081" y="27652"/>
                </a:cubicBezTo>
                <a:lnTo>
                  <a:pt x="424749" y="29879"/>
                </a:lnTo>
                <a:cubicBezTo>
                  <a:pt x="424007" y="24807"/>
                  <a:pt x="421857" y="20848"/>
                  <a:pt x="418300" y="18002"/>
                </a:cubicBezTo>
                <a:cubicBezTo>
                  <a:pt x="414743" y="15156"/>
                  <a:pt x="409716" y="13733"/>
                  <a:pt x="403221" y="13733"/>
                </a:cubicBezTo>
                <a:cubicBezTo>
                  <a:pt x="395550" y="13733"/>
                  <a:pt x="390075" y="15002"/>
                  <a:pt x="386796" y="17538"/>
                </a:cubicBezTo>
                <a:cubicBezTo>
                  <a:pt x="383518" y="20074"/>
                  <a:pt x="381878" y="23044"/>
                  <a:pt x="381878" y="26446"/>
                </a:cubicBezTo>
                <a:cubicBezTo>
                  <a:pt x="381878" y="28611"/>
                  <a:pt x="382559" y="30560"/>
                  <a:pt x="383920" y="32292"/>
                </a:cubicBezTo>
                <a:cubicBezTo>
                  <a:pt x="385281" y="34086"/>
                  <a:pt x="387415" y="35571"/>
                  <a:pt x="390323" y="36746"/>
                </a:cubicBezTo>
                <a:cubicBezTo>
                  <a:pt x="391993" y="37365"/>
                  <a:pt x="396911" y="38788"/>
                  <a:pt x="405077" y="41015"/>
                </a:cubicBezTo>
                <a:cubicBezTo>
                  <a:pt x="416892" y="44170"/>
                  <a:pt x="425136" y="46752"/>
                  <a:pt x="429806" y="48763"/>
                </a:cubicBezTo>
                <a:cubicBezTo>
                  <a:pt x="434477" y="50773"/>
                  <a:pt x="438142" y="53696"/>
                  <a:pt x="440802" y="57532"/>
                </a:cubicBezTo>
                <a:cubicBezTo>
                  <a:pt x="443462" y="61367"/>
                  <a:pt x="444792" y="66131"/>
                  <a:pt x="444792" y="71822"/>
                </a:cubicBezTo>
                <a:cubicBezTo>
                  <a:pt x="444792" y="77390"/>
                  <a:pt x="443168" y="82633"/>
                  <a:pt x="439921" y="87551"/>
                </a:cubicBezTo>
                <a:cubicBezTo>
                  <a:pt x="436673" y="92469"/>
                  <a:pt x="431987" y="96273"/>
                  <a:pt x="425862" y="98964"/>
                </a:cubicBezTo>
                <a:cubicBezTo>
                  <a:pt x="419738" y="101655"/>
                  <a:pt x="412809" y="103001"/>
                  <a:pt x="405077" y="103001"/>
                </a:cubicBezTo>
                <a:cubicBezTo>
                  <a:pt x="392271" y="103001"/>
                  <a:pt x="382512" y="100333"/>
                  <a:pt x="375800" y="94997"/>
                </a:cubicBezTo>
                <a:cubicBezTo>
                  <a:pt x="369088" y="89662"/>
                  <a:pt x="364804" y="81751"/>
                  <a:pt x="362949" y="712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6905b46504074"/>
          <a:stretch xmlns:a="http://schemas.openxmlformats.org/drawingml/2006/main"/>
        </p:blipFill>
        <p:spPr>
          <a:xfrm xmlns:a="http://schemas.openxmlformats.org/drawingml/2006/main">
            <a:off x="7990355" y="240845"/>
            <a:ext cx="1733120" cy="705289"/>
          </a:xfrm>
          <a:prstGeom xmlns:a="http://schemas.openxmlformats.org/drawingml/2006/main" prst="rect">
            <a:avLst/>
          </a:prstGeom>
        </p:spPr>
      </p:pic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B8FCE4-04EB-4A6B-8470-963E9A25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578" y="299042"/>
            <a:ext cx="1564675" cy="537066"/>
          </a:xfrm>
          <a:custGeom xmlns:a="http://schemas.openxmlformats.org/drawingml/2006/main">
            <a:pathLst>
              <a:path w="1564675" h="537066">
                <a:moveTo>
                  <a:pt x="0" y="89513"/>
                </a:moveTo>
                <a:lnTo>
                  <a:pt x="0" y="89513"/>
                </a:lnTo>
                <a:cubicBezTo>
                  <a:pt x="0" y="40076"/>
                  <a:pt x="40076" y="0"/>
                  <a:pt x="89513" y="0"/>
                </a:cubicBezTo>
                <a:lnTo>
                  <a:pt x="1475162" y="0"/>
                </a:lnTo>
                <a:cubicBezTo>
                  <a:pt x="1498902" y="0"/>
                  <a:pt x="1521670" y="9431"/>
                  <a:pt x="1538457" y="26218"/>
                </a:cubicBezTo>
                <a:cubicBezTo>
                  <a:pt x="1555244" y="43005"/>
                  <a:pt x="1564675" y="65773"/>
                  <a:pt x="1564675" y="89513"/>
                </a:cubicBezTo>
                <a:lnTo>
                  <a:pt x="1564675" y="447553"/>
                </a:lnTo>
                <a:cubicBezTo>
                  <a:pt x="1564675" y="496990"/>
                  <a:pt x="1524599" y="537066"/>
                  <a:pt x="1475162" y="537066"/>
                </a:cubicBezTo>
                <a:lnTo>
                  <a:pt x="89513" y="537066"/>
                </a:lnTo>
                <a:cubicBezTo>
                  <a:pt x="40076" y="537066"/>
                  <a:pt x="0" y="496990"/>
                  <a:pt x="0" y="447553"/>
                </a:cubicBezTo>
                <a:lnTo>
                  <a:pt x="0" y="89513"/>
                </a:lnTo>
                <a:close/>
              </a:path>
            </a:pathLst>
          </a:custGeom>
          <a:solidFill xmlns:a="http://schemas.openxmlformats.org/drawingml/2006/main">
            <a:srgbClr val="EFEF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06960D-1ABD-4A3D-B9E6-B7B40D2C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578" y="299042"/>
            <a:ext cx="1564675" cy="537066"/>
          </a:xfrm>
          <a:custGeom xmlns:a="http://schemas.openxmlformats.org/drawingml/2006/main">
            <a:pathLst>
              <a:path w="1564675" h="537066" fill="none">
                <a:moveTo>
                  <a:pt x="0" y="89513"/>
                </a:moveTo>
                <a:lnTo>
                  <a:pt x="0" y="89513"/>
                </a:lnTo>
                <a:cubicBezTo>
                  <a:pt x="0" y="40076"/>
                  <a:pt x="40076" y="0"/>
                  <a:pt x="89513" y="0"/>
                </a:cubicBezTo>
                <a:lnTo>
                  <a:pt x="1475162" y="0"/>
                </a:lnTo>
                <a:cubicBezTo>
                  <a:pt x="1498902" y="0"/>
                  <a:pt x="1521670" y="9431"/>
                  <a:pt x="1538457" y="26218"/>
                </a:cubicBezTo>
                <a:cubicBezTo>
                  <a:pt x="1555244" y="43005"/>
                  <a:pt x="1564675" y="65773"/>
                  <a:pt x="1564675" y="89513"/>
                </a:cubicBezTo>
                <a:lnTo>
                  <a:pt x="1564675" y="447553"/>
                </a:lnTo>
                <a:cubicBezTo>
                  <a:pt x="1564675" y="496990"/>
                  <a:pt x="1524599" y="537066"/>
                  <a:pt x="1475162" y="537066"/>
                </a:cubicBezTo>
                <a:lnTo>
                  <a:pt x="89513" y="537066"/>
                </a:lnTo>
                <a:cubicBezTo>
                  <a:pt x="40076" y="537066"/>
                  <a:pt x="0" y="496990"/>
                  <a:pt x="0" y="447553"/>
                </a:cubicBezTo>
                <a:lnTo>
                  <a:pt x="0" y="895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666666"/>
            </a:solidFill>
            <a:round/>
          </a:ln>
        </p:spPr>
      </p:sp>
      <p:sp>
        <p:nvSpPr>
          <p:cNvPr id="61" name="Text Conv,deconv">
            <a:extLst xmlns:a="http://schemas.openxmlformats.org/drawingml/2006/main">
              <a:ext uri="{FF2B5EF4-FFF2-40B4-BE49-F238E27FC236}">
                <a16:creationId xmlns:a16="http://schemas.microsoft.com/office/drawing/2014/main" id="{BABFFFE9-759A-4FBC-B7D5-BAE2EB2C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1087" y="369376"/>
            <a:ext cx="1239027" cy="180390"/>
          </a:xfrm>
          <a:custGeom xmlns:a="http://schemas.openxmlformats.org/drawingml/2006/main">
            <a:pathLst>
              <a:path w="1239027" h="180390">
                <a:moveTo>
                  <a:pt x="111555" y="98901"/>
                </a:moveTo>
                <a:lnTo>
                  <a:pt x="131193" y="103861"/>
                </a:lnTo>
                <a:cubicBezTo>
                  <a:pt x="127076" y="119990"/>
                  <a:pt x="119670" y="132290"/>
                  <a:pt x="108973" y="140759"/>
                </a:cubicBezTo>
                <a:cubicBezTo>
                  <a:pt x="98277" y="149229"/>
                  <a:pt x="85201" y="153463"/>
                  <a:pt x="69747" y="153463"/>
                </a:cubicBezTo>
                <a:cubicBezTo>
                  <a:pt x="53753" y="153463"/>
                  <a:pt x="40745" y="150207"/>
                  <a:pt x="30723" y="143695"/>
                </a:cubicBezTo>
                <a:cubicBezTo>
                  <a:pt x="20701" y="137182"/>
                  <a:pt x="13075" y="127751"/>
                  <a:pt x="7845" y="115401"/>
                </a:cubicBezTo>
                <a:cubicBezTo>
                  <a:pt x="2615" y="103051"/>
                  <a:pt x="0" y="89790"/>
                  <a:pt x="0" y="75618"/>
                </a:cubicBezTo>
                <a:cubicBezTo>
                  <a:pt x="0" y="60164"/>
                  <a:pt x="2953" y="46684"/>
                  <a:pt x="8858" y="35177"/>
                </a:cubicBezTo>
                <a:cubicBezTo>
                  <a:pt x="14763" y="23671"/>
                  <a:pt x="23165" y="14931"/>
                  <a:pt x="34064" y="8959"/>
                </a:cubicBezTo>
                <a:cubicBezTo>
                  <a:pt x="44963" y="2986"/>
                  <a:pt x="56958" y="0"/>
                  <a:pt x="70051" y="0"/>
                </a:cubicBezTo>
                <a:cubicBezTo>
                  <a:pt x="84898" y="0"/>
                  <a:pt x="97382" y="3779"/>
                  <a:pt x="107505" y="11338"/>
                </a:cubicBezTo>
                <a:cubicBezTo>
                  <a:pt x="117628" y="18896"/>
                  <a:pt x="124681" y="29525"/>
                  <a:pt x="128662" y="43225"/>
                </a:cubicBezTo>
                <a:lnTo>
                  <a:pt x="109328" y="47780"/>
                </a:lnTo>
                <a:cubicBezTo>
                  <a:pt x="105886" y="36982"/>
                  <a:pt x="100892" y="29120"/>
                  <a:pt x="94346" y="24194"/>
                </a:cubicBezTo>
                <a:cubicBezTo>
                  <a:pt x="87799" y="19267"/>
                  <a:pt x="79566" y="16804"/>
                  <a:pt x="69646" y="16804"/>
                </a:cubicBezTo>
                <a:cubicBezTo>
                  <a:pt x="58241" y="16804"/>
                  <a:pt x="48708" y="19537"/>
                  <a:pt x="41048" y="25004"/>
                </a:cubicBezTo>
                <a:cubicBezTo>
                  <a:pt x="33389" y="30470"/>
                  <a:pt x="28007" y="37809"/>
                  <a:pt x="24902" y="47021"/>
                </a:cubicBezTo>
                <a:cubicBezTo>
                  <a:pt x="21798" y="56233"/>
                  <a:pt x="20246" y="65731"/>
                  <a:pt x="20246" y="75517"/>
                </a:cubicBezTo>
                <a:cubicBezTo>
                  <a:pt x="20246" y="88137"/>
                  <a:pt x="22085" y="99154"/>
                  <a:pt x="25763" y="108568"/>
                </a:cubicBezTo>
                <a:cubicBezTo>
                  <a:pt x="29441" y="117983"/>
                  <a:pt x="35160" y="125018"/>
                  <a:pt x="42921" y="129675"/>
                </a:cubicBezTo>
                <a:cubicBezTo>
                  <a:pt x="50682" y="134331"/>
                  <a:pt x="59084" y="136659"/>
                  <a:pt x="68127" y="136659"/>
                </a:cubicBezTo>
                <a:cubicBezTo>
                  <a:pt x="79127" y="136659"/>
                  <a:pt x="88441" y="133488"/>
                  <a:pt x="96066" y="127144"/>
                </a:cubicBezTo>
                <a:cubicBezTo>
                  <a:pt x="103692" y="120800"/>
                  <a:pt x="108855" y="111386"/>
                  <a:pt x="111555" y="98901"/>
                </a:cubicBezTo>
                <a:close/>
                <a:moveTo>
                  <a:pt x="146241" y="97281"/>
                </a:moveTo>
                <a:cubicBezTo>
                  <a:pt x="146241" y="77373"/>
                  <a:pt x="151775" y="62627"/>
                  <a:pt x="162842" y="53044"/>
                </a:cubicBezTo>
                <a:cubicBezTo>
                  <a:pt x="172088" y="45081"/>
                  <a:pt x="183358" y="41099"/>
                  <a:pt x="196653" y="41099"/>
                </a:cubicBezTo>
                <a:cubicBezTo>
                  <a:pt x="211433" y="41099"/>
                  <a:pt x="223513" y="45941"/>
                  <a:pt x="232893" y="55625"/>
                </a:cubicBezTo>
                <a:cubicBezTo>
                  <a:pt x="242274" y="65310"/>
                  <a:pt x="246964" y="78689"/>
                  <a:pt x="246964" y="95763"/>
                </a:cubicBezTo>
                <a:cubicBezTo>
                  <a:pt x="246964" y="109597"/>
                  <a:pt x="244889" y="120480"/>
                  <a:pt x="240738" y="128409"/>
                </a:cubicBezTo>
                <a:cubicBezTo>
                  <a:pt x="236588" y="136339"/>
                  <a:pt x="230548" y="142497"/>
                  <a:pt x="222618" y="146884"/>
                </a:cubicBezTo>
                <a:cubicBezTo>
                  <a:pt x="214689" y="151270"/>
                  <a:pt x="206034" y="153463"/>
                  <a:pt x="196653" y="153463"/>
                </a:cubicBezTo>
                <a:cubicBezTo>
                  <a:pt x="181604" y="153463"/>
                  <a:pt x="169439" y="148638"/>
                  <a:pt x="160160" y="138988"/>
                </a:cubicBezTo>
                <a:cubicBezTo>
                  <a:pt x="150881" y="129337"/>
                  <a:pt x="146241" y="115435"/>
                  <a:pt x="146241" y="97281"/>
                </a:cubicBezTo>
                <a:moveTo>
                  <a:pt x="164968" y="97332"/>
                </a:moveTo>
                <a:cubicBezTo>
                  <a:pt x="164968" y="111082"/>
                  <a:pt x="167971" y="121378"/>
                  <a:pt x="173978" y="128219"/>
                </a:cubicBezTo>
                <a:cubicBezTo>
                  <a:pt x="179984" y="135061"/>
                  <a:pt x="187542" y="138481"/>
                  <a:pt x="196653" y="138481"/>
                </a:cubicBezTo>
                <a:cubicBezTo>
                  <a:pt x="205696" y="138481"/>
                  <a:pt x="213221" y="135044"/>
                  <a:pt x="219227" y="128169"/>
                </a:cubicBezTo>
                <a:cubicBezTo>
                  <a:pt x="225233" y="121294"/>
                  <a:pt x="228237" y="110812"/>
                  <a:pt x="228237" y="96724"/>
                </a:cubicBezTo>
                <a:cubicBezTo>
                  <a:pt x="228237" y="83447"/>
                  <a:pt x="225217" y="73387"/>
                  <a:pt x="219177" y="66546"/>
                </a:cubicBezTo>
                <a:cubicBezTo>
                  <a:pt x="213137" y="59704"/>
                  <a:pt x="205629" y="56283"/>
                  <a:pt x="196653" y="56283"/>
                </a:cubicBezTo>
                <a:cubicBezTo>
                  <a:pt x="187542" y="56283"/>
                  <a:pt x="179984" y="59687"/>
                  <a:pt x="173978" y="66495"/>
                </a:cubicBezTo>
                <a:cubicBezTo>
                  <a:pt x="167971" y="73303"/>
                  <a:pt x="164968" y="83582"/>
                  <a:pt x="164968" y="97332"/>
                </a:cubicBezTo>
                <a:close/>
                <a:moveTo>
                  <a:pt x="268291" y="151034"/>
                </a:moveTo>
                <a:lnTo>
                  <a:pt x="268291" y="43529"/>
                </a:lnTo>
                <a:lnTo>
                  <a:pt x="284691" y="43529"/>
                </a:lnTo>
                <a:lnTo>
                  <a:pt x="284691" y="58814"/>
                </a:lnTo>
                <a:cubicBezTo>
                  <a:pt x="292586" y="47004"/>
                  <a:pt x="303992" y="41099"/>
                  <a:pt x="318906" y="41099"/>
                </a:cubicBezTo>
                <a:cubicBezTo>
                  <a:pt x="325385" y="41099"/>
                  <a:pt x="331340" y="42263"/>
                  <a:pt x="336773" y="44591"/>
                </a:cubicBezTo>
                <a:cubicBezTo>
                  <a:pt x="342206" y="46920"/>
                  <a:pt x="346272" y="49973"/>
                  <a:pt x="348971" y="53753"/>
                </a:cubicBezTo>
                <a:cubicBezTo>
                  <a:pt x="351670" y="57532"/>
                  <a:pt x="353560" y="62020"/>
                  <a:pt x="354640" y="67216"/>
                </a:cubicBezTo>
                <a:cubicBezTo>
                  <a:pt x="355315" y="70590"/>
                  <a:pt x="355652" y="76496"/>
                  <a:pt x="355652" y="84931"/>
                </a:cubicBezTo>
                <a:lnTo>
                  <a:pt x="355652" y="151034"/>
                </a:lnTo>
                <a:lnTo>
                  <a:pt x="337431" y="151034"/>
                </a:lnTo>
                <a:lnTo>
                  <a:pt x="337431" y="85640"/>
                </a:lnTo>
                <a:cubicBezTo>
                  <a:pt x="337431" y="78216"/>
                  <a:pt x="336722" y="72666"/>
                  <a:pt x="335305" y="68988"/>
                </a:cubicBezTo>
                <a:cubicBezTo>
                  <a:pt x="333888" y="65310"/>
                  <a:pt x="331374" y="62374"/>
                  <a:pt x="327764" y="60181"/>
                </a:cubicBezTo>
                <a:cubicBezTo>
                  <a:pt x="324153" y="57987"/>
                  <a:pt x="319918" y="56891"/>
                  <a:pt x="315059" y="56891"/>
                </a:cubicBezTo>
                <a:cubicBezTo>
                  <a:pt x="307298" y="56891"/>
                  <a:pt x="300600" y="59354"/>
                  <a:pt x="294965" y="64281"/>
                </a:cubicBezTo>
                <a:cubicBezTo>
                  <a:pt x="289330" y="69207"/>
                  <a:pt x="286513" y="78554"/>
                  <a:pt x="286513" y="92321"/>
                </a:cubicBezTo>
                <a:lnTo>
                  <a:pt x="286513" y="151034"/>
                </a:lnTo>
                <a:lnTo>
                  <a:pt x="268291" y="151034"/>
                </a:lnTo>
                <a:close/>
                <a:moveTo>
                  <a:pt x="413423" y="151034"/>
                </a:moveTo>
                <a:lnTo>
                  <a:pt x="372526" y="43529"/>
                </a:lnTo>
                <a:lnTo>
                  <a:pt x="391760" y="43529"/>
                </a:lnTo>
                <a:lnTo>
                  <a:pt x="414840" y="107910"/>
                </a:lnTo>
                <a:cubicBezTo>
                  <a:pt x="417337" y="114861"/>
                  <a:pt x="419632" y="122082"/>
                  <a:pt x="421724" y="129573"/>
                </a:cubicBezTo>
                <a:cubicBezTo>
                  <a:pt x="423343" y="123904"/>
                  <a:pt x="425604" y="117088"/>
                  <a:pt x="428506" y="109125"/>
                </a:cubicBezTo>
                <a:lnTo>
                  <a:pt x="452396" y="43529"/>
                </a:lnTo>
                <a:lnTo>
                  <a:pt x="471124" y="43529"/>
                </a:lnTo>
                <a:lnTo>
                  <a:pt x="430429" y="151034"/>
                </a:lnTo>
                <a:lnTo>
                  <a:pt x="413423" y="151034"/>
                </a:lnTo>
                <a:close/>
                <a:moveTo>
                  <a:pt x="476635" y="151034"/>
                </a:moveTo>
                <a:lnTo>
                  <a:pt x="476635" y="130181"/>
                </a:lnTo>
                <a:lnTo>
                  <a:pt x="497387" y="130181"/>
                </a:lnTo>
                <a:lnTo>
                  <a:pt x="497387" y="151034"/>
                </a:lnTo>
                <a:cubicBezTo>
                  <a:pt x="497387" y="158660"/>
                  <a:pt x="496037" y="164818"/>
                  <a:pt x="493338" y="169508"/>
                </a:cubicBezTo>
                <a:cubicBezTo>
                  <a:pt x="490638" y="174199"/>
                  <a:pt x="486353" y="177826"/>
                  <a:pt x="480482" y="180390"/>
                </a:cubicBezTo>
                <a:lnTo>
                  <a:pt x="475420" y="172495"/>
                </a:lnTo>
                <a:cubicBezTo>
                  <a:pt x="479267" y="170816"/>
                  <a:pt x="482101" y="168347"/>
                  <a:pt x="483923" y="165089"/>
                </a:cubicBezTo>
                <a:cubicBezTo>
                  <a:pt x="485746" y="161831"/>
                  <a:pt x="486758" y="157146"/>
                  <a:pt x="486960" y="151034"/>
                </a:cubicBezTo>
                <a:lnTo>
                  <a:pt x="476635" y="151034"/>
                </a:lnTo>
                <a:close/>
                <a:moveTo>
                  <a:pt x="656479" y="151034"/>
                </a:moveTo>
                <a:lnTo>
                  <a:pt x="656479" y="137469"/>
                </a:lnTo>
                <a:cubicBezTo>
                  <a:pt x="649663" y="148132"/>
                  <a:pt x="639641" y="153463"/>
                  <a:pt x="626414" y="153463"/>
                </a:cubicBezTo>
                <a:cubicBezTo>
                  <a:pt x="617843" y="153463"/>
                  <a:pt x="609964" y="151101"/>
                  <a:pt x="602777" y="146377"/>
                </a:cubicBezTo>
                <a:cubicBezTo>
                  <a:pt x="595589" y="141653"/>
                  <a:pt x="590022" y="135057"/>
                  <a:pt x="586074" y="126587"/>
                </a:cubicBezTo>
                <a:cubicBezTo>
                  <a:pt x="582126" y="118118"/>
                  <a:pt x="580152" y="108383"/>
                  <a:pt x="580152" y="97382"/>
                </a:cubicBezTo>
                <a:cubicBezTo>
                  <a:pt x="580152" y="86652"/>
                  <a:pt x="581940" y="76917"/>
                  <a:pt x="585517" y="68178"/>
                </a:cubicBezTo>
                <a:cubicBezTo>
                  <a:pt x="589094" y="59438"/>
                  <a:pt x="594459" y="52740"/>
                  <a:pt x="601612" y="48084"/>
                </a:cubicBezTo>
                <a:cubicBezTo>
                  <a:pt x="608766" y="43427"/>
                  <a:pt x="616763" y="41099"/>
                  <a:pt x="625604" y="41099"/>
                </a:cubicBezTo>
                <a:cubicBezTo>
                  <a:pt x="632082" y="41099"/>
                  <a:pt x="637852" y="42475"/>
                  <a:pt x="642914" y="45227"/>
                </a:cubicBezTo>
                <a:cubicBezTo>
                  <a:pt x="647975" y="47977"/>
                  <a:pt x="652092" y="51560"/>
                  <a:pt x="655264" y="55977"/>
                </a:cubicBezTo>
                <a:lnTo>
                  <a:pt x="655264" y="2632"/>
                </a:lnTo>
                <a:lnTo>
                  <a:pt x="673384" y="2632"/>
                </a:lnTo>
                <a:lnTo>
                  <a:pt x="673384" y="151034"/>
                </a:lnTo>
                <a:lnTo>
                  <a:pt x="656479" y="151034"/>
                </a:lnTo>
                <a:moveTo>
                  <a:pt x="598879" y="97433"/>
                </a:moveTo>
                <a:cubicBezTo>
                  <a:pt x="598879" y="111183"/>
                  <a:pt x="601781" y="121462"/>
                  <a:pt x="607585" y="128270"/>
                </a:cubicBezTo>
                <a:cubicBezTo>
                  <a:pt x="613389" y="135078"/>
                  <a:pt x="620239" y="138481"/>
                  <a:pt x="628134" y="138481"/>
                </a:cubicBezTo>
                <a:cubicBezTo>
                  <a:pt x="636098" y="138481"/>
                  <a:pt x="642863" y="135230"/>
                  <a:pt x="648431" y="128726"/>
                </a:cubicBezTo>
                <a:cubicBezTo>
                  <a:pt x="653999" y="122222"/>
                  <a:pt x="656782" y="112296"/>
                  <a:pt x="656782" y="98948"/>
                </a:cubicBezTo>
                <a:cubicBezTo>
                  <a:pt x="656782" y="84255"/>
                  <a:pt x="653948" y="73471"/>
                  <a:pt x="648279" y="66596"/>
                </a:cubicBezTo>
                <a:cubicBezTo>
                  <a:pt x="642610" y="59721"/>
                  <a:pt x="635625" y="56283"/>
                  <a:pt x="627325" y="56283"/>
                </a:cubicBezTo>
                <a:cubicBezTo>
                  <a:pt x="619226" y="56283"/>
                  <a:pt x="612461" y="59586"/>
                  <a:pt x="607028" y="66191"/>
                </a:cubicBezTo>
                <a:cubicBezTo>
                  <a:pt x="601596" y="72796"/>
                  <a:pt x="598879" y="83210"/>
                  <a:pt x="598879" y="97433"/>
                </a:cubicBezTo>
                <a:close/>
                <a:moveTo>
                  <a:pt x="775593" y="116211"/>
                </a:moveTo>
                <a:lnTo>
                  <a:pt x="794422" y="118641"/>
                </a:lnTo>
                <a:cubicBezTo>
                  <a:pt x="791452" y="129672"/>
                  <a:pt x="785952" y="138235"/>
                  <a:pt x="777921" y="144327"/>
                </a:cubicBezTo>
                <a:cubicBezTo>
                  <a:pt x="769891" y="150418"/>
                  <a:pt x="759633" y="153463"/>
                  <a:pt x="747148" y="153463"/>
                </a:cubicBezTo>
                <a:cubicBezTo>
                  <a:pt x="731424" y="153463"/>
                  <a:pt x="718955" y="148621"/>
                  <a:pt x="709744" y="138937"/>
                </a:cubicBezTo>
                <a:cubicBezTo>
                  <a:pt x="700532" y="129253"/>
                  <a:pt x="695926" y="115671"/>
                  <a:pt x="695926" y="98192"/>
                </a:cubicBezTo>
                <a:cubicBezTo>
                  <a:pt x="695926" y="80106"/>
                  <a:pt x="700582" y="66069"/>
                  <a:pt x="709895" y="56081"/>
                </a:cubicBezTo>
                <a:cubicBezTo>
                  <a:pt x="719209" y="46093"/>
                  <a:pt x="731289" y="41099"/>
                  <a:pt x="746136" y="41099"/>
                </a:cubicBezTo>
                <a:cubicBezTo>
                  <a:pt x="760510" y="41099"/>
                  <a:pt x="772253" y="45984"/>
                  <a:pt x="781363" y="55755"/>
                </a:cubicBezTo>
                <a:cubicBezTo>
                  <a:pt x="790474" y="65524"/>
                  <a:pt x="795029" y="79268"/>
                  <a:pt x="795029" y="96987"/>
                </a:cubicBezTo>
                <a:cubicBezTo>
                  <a:pt x="795029" y="98065"/>
                  <a:pt x="794995" y="99681"/>
                  <a:pt x="794928" y="101837"/>
                </a:cubicBezTo>
                <a:lnTo>
                  <a:pt x="714754" y="101837"/>
                </a:lnTo>
                <a:cubicBezTo>
                  <a:pt x="715429" y="113680"/>
                  <a:pt x="718770" y="122749"/>
                  <a:pt x="724776" y="129042"/>
                </a:cubicBezTo>
                <a:cubicBezTo>
                  <a:pt x="730782" y="135335"/>
                  <a:pt x="738273" y="138481"/>
                  <a:pt x="747249" y="138481"/>
                </a:cubicBezTo>
                <a:cubicBezTo>
                  <a:pt x="753930" y="138481"/>
                  <a:pt x="759633" y="136711"/>
                  <a:pt x="764357" y="133170"/>
                </a:cubicBezTo>
                <a:cubicBezTo>
                  <a:pt x="769081" y="129627"/>
                  <a:pt x="772826" y="123974"/>
                  <a:pt x="775593" y="116211"/>
                </a:cubicBezTo>
                <a:moveTo>
                  <a:pt x="715767" y="86855"/>
                </a:moveTo>
                <a:lnTo>
                  <a:pt x="775796" y="86855"/>
                </a:lnTo>
                <a:cubicBezTo>
                  <a:pt x="774986" y="77841"/>
                  <a:pt x="772691" y="71081"/>
                  <a:pt x="768912" y="66574"/>
                </a:cubicBezTo>
                <a:cubicBezTo>
                  <a:pt x="763108" y="59579"/>
                  <a:pt x="755584" y="56081"/>
                  <a:pt x="746338" y="56081"/>
                </a:cubicBezTo>
                <a:cubicBezTo>
                  <a:pt x="737970" y="56081"/>
                  <a:pt x="730934" y="58873"/>
                  <a:pt x="725232" y="64458"/>
                </a:cubicBezTo>
                <a:cubicBezTo>
                  <a:pt x="719529" y="70040"/>
                  <a:pt x="716374" y="77506"/>
                  <a:pt x="715767" y="86855"/>
                </a:cubicBezTo>
                <a:close/>
                <a:moveTo>
                  <a:pt x="887420" y="111555"/>
                </a:moveTo>
                <a:lnTo>
                  <a:pt x="905338" y="113984"/>
                </a:lnTo>
                <a:cubicBezTo>
                  <a:pt x="903381" y="126334"/>
                  <a:pt x="898370" y="136001"/>
                  <a:pt x="890305" y="142986"/>
                </a:cubicBezTo>
                <a:cubicBezTo>
                  <a:pt x="882241" y="149971"/>
                  <a:pt x="872337" y="153463"/>
                  <a:pt x="860595" y="153463"/>
                </a:cubicBezTo>
                <a:cubicBezTo>
                  <a:pt x="845883" y="153463"/>
                  <a:pt x="834056" y="148655"/>
                  <a:pt x="825114" y="139038"/>
                </a:cubicBezTo>
                <a:cubicBezTo>
                  <a:pt x="816172" y="129421"/>
                  <a:pt x="811701" y="115637"/>
                  <a:pt x="811701" y="97686"/>
                </a:cubicBezTo>
                <a:cubicBezTo>
                  <a:pt x="811701" y="86079"/>
                  <a:pt x="813624" y="75922"/>
                  <a:pt x="817471" y="67216"/>
                </a:cubicBezTo>
                <a:cubicBezTo>
                  <a:pt x="821318" y="58510"/>
                  <a:pt x="827172" y="51981"/>
                  <a:pt x="835034" y="47628"/>
                </a:cubicBezTo>
                <a:cubicBezTo>
                  <a:pt x="842896" y="43275"/>
                  <a:pt x="851450" y="41099"/>
                  <a:pt x="860696" y="41099"/>
                </a:cubicBezTo>
                <a:cubicBezTo>
                  <a:pt x="872371" y="41099"/>
                  <a:pt x="881920" y="44035"/>
                  <a:pt x="889344" y="49906"/>
                </a:cubicBezTo>
                <a:cubicBezTo>
                  <a:pt x="896767" y="55775"/>
                  <a:pt x="901525" y="64110"/>
                  <a:pt x="903617" y="74910"/>
                </a:cubicBezTo>
                <a:lnTo>
                  <a:pt x="885902" y="77744"/>
                </a:lnTo>
                <a:cubicBezTo>
                  <a:pt x="884215" y="70557"/>
                  <a:pt x="881229" y="65149"/>
                  <a:pt x="876943" y="61522"/>
                </a:cubicBezTo>
                <a:cubicBezTo>
                  <a:pt x="872658" y="57895"/>
                  <a:pt x="867478" y="56081"/>
                  <a:pt x="861404" y="56081"/>
                </a:cubicBezTo>
                <a:cubicBezTo>
                  <a:pt x="852226" y="56081"/>
                  <a:pt x="844769" y="59371"/>
                  <a:pt x="839033" y="65951"/>
                </a:cubicBezTo>
                <a:cubicBezTo>
                  <a:pt x="833297" y="72531"/>
                  <a:pt x="830428" y="82940"/>
                  <a:pt x="830428" y="97180"/>
                </a:cubicBezTo>
                <a:cubicBezTo>
                  <a:pt x="830428" y="111622"/>
                  <a:pt x="833195" y="122116"/>
                  <a:pt x="838729" y="128662"/>
                </a:cubicBezTo>
                <a:cubicBezTo>
                  <a:pt x="844263" y="135208"/>
                  <a:pt x="851484" y="138481"/>
                  <a:pt x="860392" y="138481"/>
                </a:cubicBezTo>
                <a:cubicBezTo>
                  <a:pt x="867546" y="138481"/>
                  <a:pt x="873518" y="136280"/>
                  <a:pt x="878310" y="131876"/>
                </a:cubicBezTo>
                <a:cubicBezTo>
                  <a:pt x="883101" y="127473"/>
                  <a:pt x="886138" y="120699"/>
                  <a:pt x="887420" y="111555"/>
                </a:cubicBezTo>
                <a:close/>
                <a:moveTo>
                  <a:pt x="914145" y="97281"/>
                </a:moveTo>
                <a:cubicBezTo>
                  <a:pt x="914145" y="77373"/>
                  <a:pt x="919678" y="62627"/>
                  <a:pt x="930746" y="53044"/>
                </a:cubicBezTo>
                <a:cubicBezTo>
                  <a:pt x="939992" y="45081"/>
                  <a:pt x="951262" y="41099"/>
                  <a:pt x="964557" y="41099"/>
                </a:cubicBezTo>
                <a:cubicBezTo>
                  <a:pt x="979336" y="41099"/>
                  <a:pt x="991416" y="45941"/>
                  <a:pt x="1000797" y="55625"/>
                </a:cubicBezTo>
                <a:cubicBezTo>
                  <a:pt x="1010177" y="65310"/>
                  <a:pt x="1014868" y="78689"/>
                  <a:pt x="1014868" y="95763"/>
                </a:cubicBezTo>
                <a:cubicBezTo>
                  <a:pt x="1014868" y="109597"/>
                  <a:pt x="1012792" y="120480"/>
                  <a:pt x="1008642" y="128409"/>
                </a:cubicBezTo>
                <a:cubicBezTo>
                  <a:pt x="1004492" y="136339"/>
                  <a:pt x="998452" y="142497"/>
                  <a:pt x="990522" y="146884"/>
                </a:cubicBezTo>
                <a:cubicBezTo>
                  <a:pt x="982592" y="151270"/>
                  <a:pt x="973937" y="153463"/>
                  <a:pt x="964557" y="153463"/>
                </a:cubicBezTo>
                <a:cubicBezTo>
                  <a:pt x="949507" y="153463"/>
                  <a:pt x="937343" y="148638"/>
                  <a:pt x="928064" y="138988"/>
                </a:cubicBezTo>
                <a:cubicBezTo>
                  <a:pt x="918784" y="129337"/>
                  <a:pt x="914145" y="115435"/>
                  <a:pt x="914145" y="97281"/>
                </a:cubicBezTo>
                <a:moveTo>
                  <a:pt x="932872" y="97332"/>
                </a:moveTo>
                <a:cubicBezTo>
                  <a:pt x="932872" y="111082"/>
                  <a:pt x="935875" y="121378"/>
                  <a:pt x="941881" y="128219"/>
                </a:cubicBezTo>
                <a:cubicBezTo>
                  <a:pt x="947888" y="135061"/>
                  <a:pt x="955446" y="138481"/>
                  <a:pt x="964557" y="138481"/>
                </a:cubicBezTo>
                <a:cubicBezTo>
                  <a:pt x="973600" y="138481"/>
                  <a:pt x="981125" y="135044"/>
                  <a:pt x="987131" y="128169"/>
                </a:cubicBezTo>
                <a:cubicBezTo>
                  <a:pt x="993137" y="121294"/>
                  <a:pt x="996140" y="110812"/>
                  <a:pt x="996140" y="96724"/>
                </a:cubicBezTo>
                <a:cubicBezTo>
                  <a:pt x="996140" y="83447"/>
                  <a:pt x="993120" y="73387"/>
                  <a:pt x="987080" y="66546"/>
                </a:cubicBezTo>
                <a:cubicBezTo>
                  <a:pt x="981040" y="59704"/>
                  <a:pt x="973532" y="56283"/>
                  <a:pt x="964557" y="56283"/>
                </a:cubicBezTo>
                <a:cubicBezTo>
                  <a:pt x="955446" y="56283"/>
                  <a:pt x="947888" y="59687"/>
                  <a:pt x="941881" y="66495"/>
                </a:cubicBezTo>
                <a:cubicBezTo>
                  <a:pt x="935875" y="73303"/>
                  <a:pt x="932872" y="83582"/>
                  <a:pt x="932872" y="97332"/>
                </a:cubicBezTo>
                <a:close/>
                <a:moveTo>
                  <a:pt x="1036195" y="151034"/>
                </a:moveTo>
                <a:lnTo>
                  <a:pt x="1036195" y="43529"/>
                </a:lnTo>
                <a:lnTo>
                  <a:pt x="1052594" y="43529"/>
                </a:lnTo>
                <a:lnTo>
                  <a:pt x="1052594" y="58814"/>
                </a:lnTo>
                <a:cubicBezTo>
                  <a:pt x="1060490" y="47004"/>
                  <a:pt x="1071895" y="41099"/>
                  <a:pt x="1086810" y="41099"/>
                </a:cubicBezTo>
                <a:cubicBezTo>
                  <a:pt x="1093288" y="41099"/>
                  <a:pt x="1099244" y="42263"/>
                  <a:pt x="1104677" y="44591"/>
                </a:cubicBezTo>
                <a:cubicBezTo>
                  <a:pt x="1110109" y="46920"/>
                  <a:pt x="1114175" y="49973"/>
                  <a:pt x="1116875" y="53753"/>
                </a:cubicBezTo>
                <a:cubicBezTo>
                  <a:pt x="1119574" y="57532"/>
                  <a:pt x="1121464" y="62020"/>
                  <a:pt x="1122544" y="67216"/>
                </a:cubicBezTo>
                <a:cubicBezTo>
                  <a:pt x="1123218" y="70590"/>
                  <a:pt x="1123556" y="76496"/>
                  <a:pt x="1123556" y="84931"/>
                </a:cubicBezTo>
                <a:lnTo>
                  <a:pt x="1123556" y="151034"/>
                </a:lnTo>
                <a:lnTo>
                  <a:pt x="1105335" y="151034"/>
                </a:lnTo>
                <a:lnTo>
                  <a:pt x="1105335" y="85640"/>
                </a:lnTo>
                <a:cubicBezTo>
                  <a:pt x="1105335" y="78216"/>
                  <a:pt x="1104626" y="72666"/>
                  <a:pt x="1103209" y="68988"/>
                </a:cubicBezTo>
                <a:cubicBezTo>
                  <a:pt x="1101792" y="65310"/>
                  <a:pt x="1099278" y="62374"/>
                  <a:pt x="1095667" y="60181"/>
                </a:cubicBezTo>
                <a:cubicBezTo>
                  <a:pt x="1092057" y="57987"/>
                  <a:pt x="1087822" y="56891"/>
                  <a:pt x="1082963" y="56891"/>
                </a:cubicBezTo>
                <a:cubicBezTo>
                  <a:pt x="1075202" y="56891"/>
                  <a:pt x="1068504" y="59354"/>
                  <a:pt x="1062869" y="64281"/>
                </a:cubicBezTo>
                <a:cubicBezTo>
                  <a:pt x="1057234" y="69207"/>
                  <a:pt x="1054416" y="78554"/>
                  <a:pt x="1054416" y="92321"/>
                </a:cubicBezTo>
                <a:lnTo>
                  <a:pt x="1054416" y="151034"/>
                </a:lnTo>
                <a:lnTo>
                  <a:pt x="1036195" y="151034"/>
                </a:lnTo>
                <a:close/>
                <a:moveTo>
                  <a:pt x="1181326" y="151034"/>
                </a:moveTo>
                <a:lnTo>
                  <a:pt x="1140430" y="43529"/>
                </a:lnTo>
                <a:lnTo>
                  <a:pt x="1159663" y="43529"/>
                </a:lnTo>
                <a:lnTo>
                  <a:pt x="1182744" y="107910"/>
                </a:lnTo>
                <a:cubicBezTo>
                  <a:pt x="1185241" y="114861"/>
                  <a:pt x="1187535" y="122082"/>
                  <a:pt x="1189627" y="129573"/>
                </a:cubicBezTo>
                <a:cubicBezTo>
                  <a:pt x="1191247" y="123904"/>
                  <a:pt x="1193508" y="117088"/>
                  <a:pt x="1196410" y="109125"/>
                </a:cubicBezTo>
                <a:lnTo>
                  <a:pt x="1220300" y="43529"/>
                </a:lnTo>
                <a:lnTo>
                  <a:pt x="1239027" y="43529"/>
                </a:lnTo>
                <a:lnTo>
                  <a:pt x="1198333" y="151034"/>
                </a:lnTo>
                <a:lnTo>
                  <a:pt x="1181326" y="1510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layers">
            <a:extLst xmlns:a="http://schemas.openxmlformats.org/drawingml/2006/main">
              <a:ext uri="{FF2B5EF4-FFF2-40B4-BE49-F238E27FC236}">
                <a16:creationId xmlns:a16="http://schemas.microsoft.com/office/drawing/2014/main" id="{0D8435C6-16C2-4506-9802-C3388EE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668" y="618198"/>
            <a:ext cx="531658" cy="192133"/>
          </a:xfrm>
          <a:custGeom xmlns:a="http://schemas.openxmlformats.org/drawingml/2006/main">
            <a:pathLst>
              <a:path w="531658" h="192133">
                <a:moveTo>
                  <a:pt x="0" y="148402"/>
                </a:moveTo>
                <a:lnTo>
                  <a:pt x="0" y="0"/>
                </a:lnTo>
                <a:lnTo>
                  <a:pt x="18221" y="0"/>
                </a:lnTo>
                <a:lnTo>
                  <a:pt x="18221" y="148402"/>
                </a:lnTo>
                <a:lnTo>
                  <a:pt x="0" y="148402"/>
                </a:lnTo>
                <a:close/>
                <a:moveTo>
                  <a:pt x="116582" y="134837"/>
                </a:moveTo>
                <a:cubicBezTo>
                  <a:pt x="109833" y="140685"/>
                  <a:pt x="103337" y="144814"/>
                  <a:pt x="97095" y="147222"/>
                </a:cubicBezTo>
                <a:cubicBezTo>
                  <a:pt x="90853" y="149628"/>
                  <a:pt x="84155" y="150831"/>
                  <a:pt x="77001" y="150831"/>
                </a:cubicBezTo>
                <a:cubicBezTo>
                  <a:pt x="65191" y="150831"/>
                  <a:pt x="56114" y="147946"/>
                  <a:pt x="49770" y="142176"/>
                </a:cubicBezTo>
                <a:cubicBezTo>
                  <a:pt x="43427" y="136406"/>
                  <a:pt x="40255" y="129033"/>
                  <a:pt x="40255" y="120058"/>
                </a:cubicBezTo>
                <a:cubicBezTo>
                  <a:pt x="40255" y="114794"/>
                  <a:pt x="41453" y="109985"/>
                  <a:pt x="43848" y="105633"/>
                </a:cubicBezTo>
                <a:cubicBezTo>
                  <a:pt x="46244" y="101280"/>
                  <a:pt x="49382" y="97787"/>
                  <a:pt x="53263" y="95155"/>
                </a:cubicBezTo>
                <a:cubicBezTo>
                  <a:pt x="57143" y="92523"/>
                  <a:pt x="61513" y="90533"/>
                  <a:pt x="66372" y="89183"/>
                </a:cubicBezTo>
                <a:cubicBezTo>
                  <a:pt x="69949" y="88238"/>
                  <a:pt x="75348" y="87327"/>
                  <a:pt x="82569" y="86450"/>
                </a:cubicBezTo>
                <a:cubicBezTo>
                  <a:pt x="97281" y="84695"/>
                  <a:pt x="108112" y="82603"/>
                  <a:pt x="115063" y="80173"/>
                </a:cubicBezTo>
                <a:cubicBezTo>
                  <a:pt x="115131" y="77687"/>
                  <a:pt x="115164" y="76107"/>
                  <a:pt x="115164" y="75435"/>
                </a:cubicBezTo>
                <a:cubicBezTo>
                  <a:pt x="115164" y="68039"/>
                  <a:pt x="113444" y="62829"/>
                  <a:pt x="110002" y="59804"/>
                </a:cubicBezTo>
                <a:cubicBezTo>
                  <a:pt x="105345" y="55702"/>
                  <a:pt x="98428" y="53651"/>
                  <a:pt x="89250" y="53651"/>
                </a:cubicBezTo>
                <a:cubicBezTo>
                  <a:pt x="80679" y="53651"/>
                  <a:pt x="74352" y="55153"/>
                  <a:pt x="70269" y="58156"/>
                </a:cubicBezTo>
                <a:cubicBezTo>
                  <a:pt x="66186" y="61159"/>
                  <a:pt x="63166" y="66474"/>
                  <a:pt x="61209" y="74100"/>
                </a:cubicBezTo>
                <a:lnTo>
                  <a:pt x="43393" y="71670"/>
                </a:lnTo>
                <a:cubicBezTo>
                  <a:pt x="45013" y="64021"/>
                  <a:pt x="47678" y="57844"/>
                  <a:pt x="51390" y="53139"/>
                </a:cubicBezTo>
                <a:cubicBezTo>
                  <a:pt x="55102" y="48434"/>
                  <a:pt x="60467" y="44813"/>
                  <a:pt x="67485" y="42276"/>
                </a:cubicBezTo>
                <a:cubicBezTo>
                  <a:pt x="74504" y="39737"/>
                  <a:pt x="82636" y="38467"/>
                  <a:pt x="91882" y="38467"/>
                </a:cubicBezTo>
                <a:cubicBezTo>
                  <a:pt x="101060" y="38467"/>
                  <a:pt x="108517" y="39551"/>
                  <a:pt x="114253" y="41719"/>
                </a:cubicBezTo>
                <a:cubicBezTo>
                  <a:pt x="119990" y="43885"/>
                  <a:pt x="124208" y="46611"/>
                  <a:pt x="126907" y="49896"/>
                </a:cubicBezTo>
                <a:cubicBezTo>
                  <a:pt x="129606" y="53180"/>
                  <a:pt x="131496" y="57328"/>
                  <a:pt x="132576" y="62341"/>
                </a:cubicBezTo>
                <a:cubicBezTo>
                  <a:pt x="133183" y="65456"/>
                  <a:pt x="133487" y="71051"/>
                  <a:pt x="133487" y="79126"/>
                </a:cubicBezTo>
                <a:lnTo>
                  <a:pt x="133487" y="103352"/>
                </a:lnTo>
                <a:cubicBezTo>
                  <a:pt x="133487" y="120242"/>
                  <a:pt x="133875" y="130940"/>
                  <a:pt x="134651" y="135445"/>
                </a:cubicBezTo>
                <a:cubicBezTo>
                  <a:pt x="135427" y="139949"/>
                  <a:pt x="136962" y="144268"/>
                  <a:pt x="139257" y="148402"/>
                </a:cubicBezTo>
                <a:lnTo>
                  <a:pt x="120226" y="148402"/>
                </a:lnTo>
                <a:cubicBezTo>
                  <a:pt x="118336" y="144536"/>
                  <a:pt x="117122" y="140015"/>
                  <a:pt x="116582" y="134837"/>
                </a:cubicBezTo>
                <a:moveTo>
                  <a:pt x="115063" y="94548"/>
                </a:moveTo>
                <a:cubicBezTo>
                  <a:pt x="108450" y="97235"/>
                  <a:pt x="98529" y="99519"/>
                  <a:pt x="85302" y="101400"/>
                </a:cubicBezTo>
                <a:cubicBezTo>
                  <a:pt x="77811" y="102473"/>
                  <a:pt x="72513" y="103682"/>
                  <a:pt x="69409" y="105025"/>
                </a:cubicBezTo>
                <a:cubicBezTo>
                  <a:pt x="66304" y="106369"/>
                  <a:pt x="63909" y="108333"/>
                  <a:pt x="62222" y="110919"/>
                </a:cubicBezTo>
                <a:cubicBezTo>
                  <a:pt x="60534" y="113504"/>
                  <a:pt x="59691" y="116376"/>
                  <a:pt x="59691" y="119533"/>
                </a:cubicBezTo>
                <a:cubicBezTo>
                  <a:pt x="59691" y="124368"/>
                  <a:pt x="61530" y="128399"/>
                  <a:pt x="65208" y="131623"/>
                </a:cubicBezTo>
                <a:cubicBezTo>
                  <a:pt x="68886" y="134846"/>
                  <a:pt x="74268" y="136457"/>
                  <a:pt x="81354" y="136457"/>
                </a:cubicBezTo>
                <a:cubicBezTo>
                  <a:pt x="88372" y="136457"/>
                  <a:pt x="94615" y="134927"/>
                  <a:pt x="100081" y="131867"/>
                </a:cubicBezTo>
                <a:cubicBezTo>
                  <a:pt x="105548" y="128805"/>
                  <a:pt x="109563" y="124622"/>
                  <a:pt x="112128" y="119318"/>
                </a:cubicBezTo>
                <a:cubicBezTo>
                  <a:pt x="114085" y="115224"/>
                  <a:pt x="115063" y="109183"/>
                  <a:pt x="115063" y="101194"/>
                </a:cubicBezTo>
                <a:lnTo>
                  <a:pt x="115063" y="94548"/>
                </a:lnTo>
                <a:close/>
                <a:moveTo>
                  <a:pt x="160889" y="189919"/>
                </a:moveTo>
                <a:lnTo>
                  <a:pt x="158864" y="172899"/>
                </a:lnTo>
                <a:cubicBezTo>
                  <a:pt x="162846" y="173979"/>
                  <a:pt x="166321" y="174519"/>
                  <a:pt x="169291" y="174519"/>
                </a:cubicBezTo>
                <a:cubicBezTo>
                  <a:pt x="173340" y="174519"/>
                  <a:pt x="176579" y="173843"/>
                  <a:pt x="179009" y="172491"/>
                </a:cubicBezTo>
                <a:cubicBezTo>
                  <a:pt x="181438" y="171140"/>
                  <a:pt x="183429" y="169247"/>
                  <a:pt x="184981" y="166813"/>
                </a:cubicBezTo>
                <a:cubicBezTo>
                  <a:pt x="186128" y="164989"/>
                  <a:pt x="187984" y="160461"/>
                  <a:pt x="190549" y="153229"/>
                </a:cubicBezTo>
                <a:cubicBezTo>
                  <a:pt x="190886" y="152215"/>
                  <a:pt x="191426" y="150728"/>
                  <a:pt x="192168" y="148769"/>
                </a:cubicBezTo>
                <a:lnTo>
                  <a:pt x="151373" y="40897"/>
                </a:lnTo>
                <a:lnTo>
                  <a:pt x="171012" y="40897"/>
                </a:lnTo>
                <a:lnTo>
                  <a:pt x="193383" y="103172"/>
                </a:lnTo>
                <a:cubicBezTo>
                  <a:pt x="196285" y="111069"/>
                  <a:pt x="198883" y="119372"/>
                  <a:pt x="201178" y="128080"/>
                </a:cubicBezTo>
                <a:cubicBezTo>
                  <a:pt x="203270" y="119693"/>
                  <a:pt x="205767" y="111520"/>
                  <a:pt x="208669" y="103561"/>
                </a:cubicBezTo>
                <a:lnTo>
                  <a:pt x="231648" y="40897"/>
                </a:lnTo>
                <a:lnTo>
                  <a:pt x="249869" y="40897"/>
                </a:lnTo>
                <a:lnTo>
                  <a:pt x="208973" y="150211"/>
                </a:lnTo>
                <a:cubicBezTo>
                  <a:pt x="204586" y="162053"/>
                  <a:pt x="201178" y="170207"/>
                  <a:pt x="198748" y="174674"/>
                </a:cubicBezTo>
                <a:cubicBezTo>
                  <a:pt x="195509" y="180697"/>
                  <a:pt x="191797" y="185112"/>
                  <a:pt x="187613" y="187919"/>
                </a:cubicBezTo>
                <a:cubicBezTo>
                  <a:pt x="183429" y="190728"/>
                  <a:pt x="178435" y="192133"/>
                  <a:pt x="172631" y="192133"/>
                </a:cubicBezTo>
                <a:cubicBezTo>
                  <a:pt x="169122" y="192133"/>
                  <a:pt x="165208" y="191395"/>
                  <a:pt x="160889" y="189919"/>
                </a:cubicBezTo>
                <a:close/>
                <a:moveTo>
                  <a:pt x="338951" y="113579"/>
                </a:moveTo>
                <a:lnTo>
                  <a:pt x="357779" y="116009"/>
                </a:lnTo>
                <a:cubicBezTo>
                  <a:pt x="354810" y="127040"/>
                  <a:pt x="349310" y="135603"/>
                  <a:pt x="341279" y="141696"/>
                </a:cubicBezTo>
                <a:cubicBezTo>
                  <a:pt x="333248" y="147786"/>
                  <a:pt x="322990" y="150831"/>
                  <a:pt x="310505" y="150831"/>
                </a:cubicBezTo>
                <a:cubicBezTo>
                  <a:pt x="294781" y="150831"/>
                  <a:pt x="282313" y="145989"/>
                  <a:pt x="273101" y="136305"/>
                </a:cubicBezTo>
                <a:cubicBezTo>
                  <a:pt x="263889" y="126621"/>
                  <a:pt x="259283" y="113039"/>
                  <a:pt x="259283" y="95560"/>
                </a:cubicBezTo>
                <a:cubicBezTo>
                  <a:pt x="259283" y="77474"/>
                  <a:pt x="263940" y="63437"/>
                  <a:pt x="273253" y="53449"/>
                </a:cubicBezTo>
                <a:cubicBezTo>
                  <a:pt x="282566" y="43461"/>
                  <a:pt x="294646" y="38467"/>
                  <a:pt x="309493" y="38467"/>
                </a:cubicBezTo>
                <a:cubicBezTo>
                  <a:pt x="323868" y="38467"/>
                  <a:pt x="335610" y="43352"/>
                  <a:pt x="344721" y="53123"/>
                </a:cubicBezTo>
                <a:cubicBezTo>
                  <a:pt x="353831" y="62892"/>
                  <a:pt x="358387" y="76636"/>
                  <a:pt x="358387" y="94355"/>
                </a:cubicBezTo>
                <a:cubicBezTo>
                  <a:pt x="358387" y="95433"/>
                  <a:pt x="358353" y="97049"/>
                  <a:pt x="358286" y="99205"/>
                </a:cubicBezTo>
                <a:lnTo>
                  <a:pt x="278112" y="99205"/>
                </a:lnTo>
                <a:cubicBezTo>
                  <a:pt x="278787" y="111048"/>
                  <a:pt x="282127" y="120117"/>
                  <a:pt x="288134" y="126410"/>
                </a:cubicBezTo>
                <a:cubicBezTo>
                  <a:pt x="294140" y="132703"/>
                  <a:pt x="301631" y="135850"/>
                  <a:pt x="310607" y="135850"/>
                </a:cubicBezTo>
                <a:cubicBezTo>
                  <a:pt x="317288" y="135850"/>
                  <a:pt x="322990" y="134079"/>
                  <a:pt x="327714" y="130538"/>
                </a:cubicBezTo>
                <a:cubicBezTo>
                  <a:pt x="332438" y="126995"/>
                  <a:pt x="336184" y="121342"/>
                  <a:pt x="338951" y="113579"/>
                </a:cubicBezTo>
                <a:moveTo>
                  <a:pt x="279124" y="84223"/>
                </a:moveTo>
                <a:lnTo>
                  <a:pt x="339153" y="84223"/>
                </a:lnTo>
                <a:cubicBezTo>
                  <a:pt x="338343" y="75209"/>
                  <a:pt x="336049" y="68449"/>
                  <a:pt x="332270" y="63942"/>
                </a:cubicBezTo>
                <a:cubicBezTo>
                  <a:pt x="326466" y="56947"/>
                  <a:pt x="318941" y="53449"/>
                  <a:pt x="309696" y="53449"/>
                </a:cubicBezTo>
                <a:cubicBezTo>
                  <a:pt x="301327" y="53449"/>
                  <a:pt x="294292" y="56241"/>
                  <a:pt x="288589" y="61826"/>
                </a:cubicBezTo>
                <a:cubicBezTo>
                  <a:pt x="282887" y="67408"/>
                  <a:pt x="279732" y="74874"/>
                  <a:pt x="279124" y="84223"/>
                </a:cubicBezTo>
                <a:close/>
                <a:moveTo>
                  <a:pt x="380423" y="148402"/>
                </a:moveTo>
                <a:lnTo>
                  <a:pt x="380423" y="40897"/>
                </a:lnTo>
                <a:lnTo>
                  <a:pt x="396822" y="40897"/>
                </a:lnTo>
                <a:lnTo>
                  <a:pt x="396822" y="57194"/>
                </a:lnTo>
                <a:cubicBezTo>
                  <a:pt x="401006" y="49569"/>
                  <a:pt x="404869" y="44541"/>
                  <a:pt x="408412" y="42111"/>
                </a:cubicBezTo>
                <a:cubicBezTo>
                  <a:pt x="411955" y="39682"/>
                  <a:pt x="415853" y="38467"/>
                  <a:pt x="420104" y="38467"/>
                </a:cubicBezTo>
                <a:cubicBezTo>
                  <a:pt x="426246" y="38467"/>
                  <a:pt x="432488" y="40424"/>
                  <a:pt x="438832" y="44338"/>
                </a:cubicBezTo>
                <a:lnTo>
                  <a:pt x="432556" y="61231"/>
                </a:lnTo>
                <a:cubicBezTo>
                  <a:pt x="428101" y="58607"/>
                  <a:pt x="423647" y="57296"/>
                  <a:pt x="419193" y="57296"/>
                </a:cubicBezTo>
                <a:cubicBezTo>
                  <a:pt x="415212" y="57296"/>
                  <a:pt x="411635" y="58494"/>
                  <a:pt x="408463" y="60889"/>
                </a:cubicBezTo>
                <a:cubicBezTo>
                  <a:pt x="405291" y="63285"/>
                  <a:pt x="403030" y="66609"/>
                  <a:pt x="401681" y="70860"/>
                </a:cubicBezTo>
                <a:cubicBezTo>
                  <a:pt x="399656" y="77339"/>
                  <a:pt x="398644" y="84425"/>
                  <a:pt x="398644" y="92119"/>
                </a:cubicBezTo>
                <a:lnTo>
                  <a:pt x="398644" y="148402"/>
                </a:lnTo>
                <a:lnTo>
                  <a:pt x="380423" y="148402"/>
                </a:lnTo>
                <a:close/>
                <a:moveTo>
                  <a:pt x="442373" y="116211"/>
                </a:moveTo>
                <a:lnTo>
                  <a:pt x="460392" y="113377"/>
                </a:lnTo>
                <a:cubicBezTo>
                  <a:pt x="461405" y="120629"/>
                  <a:pt x="464222" y="126188"/>
                  <a:pt x="468845" y="130054"/>
                </a:cubicBezTo>
                <a:cubicBezTo>
                  <a:pt x="473468" y="133918"/>
                  <a:pt x="479929" y="135850"/>
                  <a:pt x="488230" y="135850"/>
                </a:cubicBezTo>
                <a:cubicBezTo>
                  <a:pt x="496599" y="135850"/>
                  <a:pt x="502807" y="134146"/>
                  <a:pt x="506856" y="130737"/>
                </a:cubicBezTo>
                <a:cubicBezTo>
                  <a:pt x="510906" y="127329"/>
                  <a:pt x="512930" y="123331"/>
                  <a:pt x="512930" y="118742"/>
                </a:cubicBezTo>
                <a:cubicBezTo>
                  <a:pt x="512930" y="114625"/>
                  <a:pt x="511142" y="111386"/>
                  <a:pt x="507565" y="109024"/>
                </a:cubicBezTo>
                <a:cubicBezTo>
                  <a:pt x="505068" y="107404"/>
                  <a:pt x="498859" y="105346"/>
                  <a:pt x="488939" y="102849"/>
                </a:cubicBezTo>
                <a:cubicBezTo>
                  <a:pt x="475577" y="99475"/>
                  <a:pt x="466314" y="96556"/>
                  <a:pt x="461151" y="94093"/>
                </a:cubicBezTo>
                <a:cubicBezTo>
                  <a:pt x="455989" y="91629"/>
                  <a:pt x="452075" y="88221"/>
                  <a:pt x="449409" y="83868"/>
                </a:cubicBezTo>
                <a:cubicBezTo>
                  <a:pt x="446743" y="79516"/>
                  <a:pt x="445410" y="74707"/>
                  <a:pt x="445410" y="69443"/>
                </a:cubicBezTo>
                <a:cubicBezTo>
                  <a:pt x="445410" y="64652"/>
                  <a:pt x="446507" y="60214"/>
                  <a:pt x="448700" y="56132"/>
                </a:cubicBezTo>
                <a:cubicBezTo>
                  <a:pt x="450894" y="52049"/>
                  <a:pt x="453880" y="48657"/>
                  <a:pt x="457659" y="45958"/>
                </a:cubicBezTo>
                <a:cubicBezTo>
                  <a:pt x="460493" y="43866"/>
                  <a:pt x="464357" y="42094"/>
                  <a:pt x="469250" y="40644"/>
                </a:cubicBezTo>
                <a:cubicBezTo>
                  <a:pt x="474143" y="39193"/>
                  <a:pt x="479390" y="38467"/>
                  <a:pt x="484991" y="38467"/>
                </a:cubicBezTo>
                <a:cubicBezTo>
                  <a:pt x="493427" y="38467"/>
                  <a:pt x="500833" y="39682"/>
                  <a:pt x="507211" y="42111"/>
                </a:cubicBezTo>
                <a:cubicBezTo>
                  <a:pt x="513588" y="44541"/>
                  <a:pt x="518295" y="47831"/>
                  <a:pt x="521332" y="51981"/>
                </a:cubicBezTo>
                <a:cubicBezTo>
                  <a:pt x="524369" y="56132"/>
                  <a:pt x="526461" y="61682"/>
                  <a:pt x="527608" y="68633"/>
                </a:cubicBezTo>
                <a:lnTo>
                  <a:pt x="509792" y="71063"/>
                </a:lnTo>
                <a:cubicBezTo>
                  <a:pt x="508982" y="65529"/>
                  <a:pt x="506637" y="61210"/>
                  <a:pt x="502757" y="58106"/>
                </a:cubicBezTo>
                <a:cubicBezTo>
                  <a:pt x="498876" y="55001"/>
                  <a:pt x="493393" y="53449"/>
                  <a:pt x="486307" y="53449"/>
                </a:cubicBezTo>
                <a:cubicBezTo>
                  <a:pt x="477939" y="53449"/>
                  <a:pt x="471966" y="54832"/>
                  <a:pt x="468389" y="57599"/>
                </a:cubicBezTo>
                <a:cubicBezTo>
                  <a:pt x="464813" y="60366"/>
                  <a:pt x="463024" y="63606"/>
                  <a:pt x="463024" y="67317"/>
                </a:cubicBezTo>
                <a:cubicBezTo>
                  <a:pt x="463024" y="69679"/>
                  <a:pt x="463767" y="71805"/>
                  <a:pt x="465251" y="73695"/>
                </a:cubicBezTo>
                <a:cubicBezTo>
                  <a:pt x="466736" y="75652"/>
                  <a:pt x="469064" y="77272"/>
                  <a:pt x="472236" y="78554"/>
                </a:cubicBezTo>
                <a:cubicBezTo>
                  <a:pt x="474058" y="79229"/>
                  <a:pt x="479423" y="80781"/>
                  <a:pt x="488331" y="83210"/>
                </a:cubicBezTo>
                <a:cubicBezTo>
                  <a:pt x="501221" y="86652"/>
                  <a:pt x="510214" y="89470"/>
                  <a:pt x="515309" y="91663"/>
                </a:cubicBezTo>
                <a:cubicBezTo>
                  <a:pt x="520404" y="93856"/>
                  <a:pt x="524403" y="97045"/>
                  <a:pt x="527305" y="101229"/>
                </a:cubicBezTo>
                <a:cubicBezTo>
                  <a:pt x="530207" y="105413"/>
                  <a:pt x="531658" y="110610"/>
                  <a:pt x="531658" y="116818"/>
                </a:cubicBezTo>
                <a:cubicBezTo>
                  <a:pt x="531658" y="122892"/>
                  <a:pt x="529886" y="128612"/>
                  <a:pt x="526343" y="133977"/>
                </a:cubicBezTo>
                <a:cubicBezTo>
                  <a:pt x="522800" y="139342"/>
                  <a:pt x="517688" y="143492"/>
                  <a:pt x="511007" y="146428"/>
                </a:cubicBezTo>
                <a:cubicBezTo>
                  <a:pt x="504326" y="149364"/>
                  <a:pt x="496767" y="150831"/>
                  <a:pt x="488331" y="150831"/>
                </a:cubicBezTo>
                <a:cubicBezTo>
                  <a:pt x="474362" y="150831"/>
                  <a:pt x="463716" y="147921"/>
                  <a:pt x="456394" y="142100"/>
                </a:cubicBezTo>
                <a:cubicBezTo>
                  <a:pt x="449071" y="136280"/>
                  <a:pt x="444398" y="127650"/>
                  <a:pt x="442373" y="1162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AD15C4-1F5B-481C-85F5-34B568EF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105" y="375154"/>
            <a:ext cx="1124329" cy="384843"/>
          </a:xfrm>
          <a:custGeom xmlns:a="http://schemas.openxmlformats.org/drawingml/2006/main">
            <a:pathLst>
              <a:path w="1124329" h="384843">
                <a:moveTo>
                  <a:pt x="0" y="0"/>
                </a:moveTo>
                <a:lnTo>
                  <a:pt x="1124329" y="0"/>
                </a:lnTo>
                <a:lnTo>
                  <a:pt x="1124329" y="384843"/>
                </a:lnTo>
                <a:lnTo>
                  <a:pt x="0" y="38484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2B171D-46C7-48C2-B957-A4F49A4B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105" y="375154"/>
            <a:ext cx="1124329" cy="384843"/>
          </a:xfrm>
          <a:custGeom xmlns:a="http://schemas.openxmlformats.org/drawingml/2006/main">
            <a:pathLst>
              <a:path w="1124329" h="384843" fill="none">
                <a:moveTo>
                  <a:pt x="0" y="0"/>
                </a:moveTo>
                <a:lnTo>
                  <a:pt x="1124329" y="0"/>
                </a:lnTo>
                <a:lnTo>
                  <a:pt x="1124329" y="384843"/>
                </a:lnTo>
                <a:lnTo>
                  <a:pt x="0" y="38484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65" name="Text Heatmaps">
            <a:extLst xmlns:a="http://schemas.openxmlformats.org/drawingml/2006/main">
              <a:ext uri="{FF2B5EF4-FFF2-40B4-BE49-F238E27FC236}">
                <a16:creationId xmlns:a16="http://schemas.microsoft.com/office/drawing/2014/main" id="{5DC52A27-348B-4E15-9393-239D9498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5729" y="497363"/>
            <a:ext cx="843277" cy="173895"/>
          </a:xfrm>
          <a:custGeom xmlns:a="http://schemas.openxmlformats.org/drawingml/2006/main">
            <a:pathLst>
              <a:path w="843277" h="173895">
                <a:moveTo>
                  <a:pt x="0" y="136035"/>
                </a:moveTo>
                <a:lnTo>
                  <a:pt x="0" y="0"/>
                </a:lnTo>
                <a:lnTo>
                  <a:pt x="18002" y="0"/>
                </a:lnTo>
                <a:lnTo>
                  <a:pt x="18002" y="55676"/>
                </a:lnTo>
                <a:lnTo>
                  <a:pt x="88710" y="55676"/>
                </a:lnTo>
                <a:lnTo>
                  <a:pt x="88710" y="0"/>
                </a:lnTo>
                <a:lnTo>
                  <a:pt x="106712" y="0"/>
                </a:lnTo>
                <a:lnTo>
                  <a:pt x="106712" y="136035"/>
                </a:lnTo>
                <a:lnTo>
                  <a:pt x="88710" y="136035"/>
                </a:lnTo>
                <a:lnTo>
                  <a:pt x="88710" y="71822"/>
                </a:lnTo>
                <a:lnTo>
                  <a:pt x="18002" y="71822"/>
                </a:lnTo>
                <a:lnTo>
                  <a:pt x="18002" y="136035"/>
                </a:lnTo>
                <a:lnTo>
                  <a:pt x="0" y="136035"/>
                </a:lnTo>
                <a:close/>
                <a:moveTo>
                  <a:pt x="201979" y="104114"/>
                </a:moveTo>
                <a:lnTo>
                  <a:pt x="219239" y="106341"/>
                </a:lnTo>
                <a:cubicBezTo>
                  <a:pt x="216517" y="116454"/>
                  <a:pt x="211475" y="124303"/>
                  <a:pt x="204113" y="129888"/>
                </a:cubicBezTo>
                <a:cubicBezTo>
                  <a:pt x="196752" y="135471"/>
                  <a:pt x="187349" y="138262"/>
                  <a:pt x="175904" y="138262"/>
                </a:cubicBezTo>
                <a:cubicBezTo>
                  <a:pt x="161490" y="138262"/>
                  <a:pt x="150061" y="133824"/>
                  <a:pt x="141617" y="124946"/>
                </a:cubicBezTo>
                <a:cubicBezTo>
                  <a:pt x="133173" y="116069"/>
                  <a:pt x="128951" y="103619"/>
                  <a:pt x="128951" y="87597"/>
                </a:cubicBezTo>
                <a:cubicBezTo>
                  <a:pt x="128951" y="71018"/>
                  <a:pt x="133219" y="58151"/>
                  <a:pt x="141756" y="48995"/>
                </a:cubicBezTo>
                <a:cubicBezTo>
                  <a:pt x="150293" y="39839"/>
                  <a:pt x="161367" y="35261"/>
                  <a:pt x="174976" y="35261"/>
                </a:cubicBezTo>
                <a:cubicBezTo>
                  <a:pt x="188153" y="35261"/>
                  <a:pt x="198917" y="39740"/>
                  <a:pt x="207268" y="48696"/>
                </a:cubicBezTo>
                <a:cubicBezTo>
                  <a:pt x="215620" y="57651"/>
                  <a:pt x="219796" y="70249"/>
                  <a:pt x="219796" y="86492"/>
                </a:cubicBezTo>
                <a:cubicBezTo>
                  <a:pt x="219796" y="87480"/>
                  <a:pt x="219765" y="88962"/>
                  <a:pt x="219703" y="90938"/>
                </a:cubicBezTo>
                <a:lnTo>
                  <a:pt x="146210" y="90938"/>
                </a:lnTo>
                <a:cubicBezTo>
                  <a:pt x="146829" y="101794"/>
                  <a:pt x="149891" y="110107"/>
                  <a:pt x="155397" y="115876"/>
                </a:cubicBezTo>
                <a:cubicBezTo>
                  <a:pt x="160903" y="121644"/>
                  <a:pt x="167769" y="124529"/>
                  <a:pt x="175997" y="124529"/>
                </a:cubicBezTo>
                <a:cubicBezTo>
                  <a:pt x="182121" y="124529"/>
                  <a:pt x="187349" y="122906"/>
                  <a:pt x="191679" y="119660"/>
                </a:cubicBezTo>
                <a:cubicBezTo>
                  <a:pt x="196010" y="116412"/>
                  <a:pt x="199443" y="111230"/>
                  <a:pt x="201979" y="104114"/>
                </a:cubicBezTo>
                <a:moveTo>
                  <a:pt x="147138" y="77204"/>
                </a:moveTo>
                <a:lnTo>
                  <a:pt x="202165" y="77204"/>
                </a:lnTo>
                <a:cubicBezTo>
                  <a:pt x="201422" y="68942"/>
                  <a:pt x="199319" y="62745"/>
                  <a:pt x="195855" y="58614"/>
                </a:cubicBezTo>
                <a:cubicBezTo>
                  <a:pt x="190535" y="52201"/>
                  <a:pt x="183637" y="48995"/>
                  <a:pt x="175162" y="48995"/>
                </a:cubicBezTo>
                <a:cubicBezTo>
                  <a:pt x="167491" y="48995"/>
                  <a:pt x="161042" y="51554"/>
                  <a:pt x="155815" y="56674"/>
                </a:cubicBezTo>
                <a:cubicBezTo>
                  <a:pt x="150587" y="61791"/>
                  <a:pt x="147695" y="68634"/>
                  <a:pt x="147138" y="77204"/>
                </a:cubicBezTo>
                <a:close/>
                <a:moveTo>
                  <a:pt x="304486" y="123601"/>
                </a:moveTo>
                <a:cubicBezTo>
                  <a:pt x="298300" y="128962"/>
                  <a:pt x="292346" y="132746"/>
                  <a:pt x="286623" y="134954"/>
                </a:cubicBezTo>
                <a:cubicBezTo>
                  <a:pt x="280901" y="137159"/>
                  <a:pt x="274761" y="138262"/>
                  <a:pt x="268204" y="138262"/>
                </a:cubicBezTo>
                <a:cubicBezTo>
                  <a:pt x="257378" y="138262"/>
                  <a:pt x="249057" y="135618"/>
                  <a:pt x="243242" y="130328"/>
                </a:cubicBezTo>
                <a:cubicBezTo>
                  <a:pt x="237427" y="125039"/>
                  <a:pt x="234520" y="118281"/>
                  <a:pt x="234520" y="110053"/>
                </a:cubicBezTo>
                <a:cubicBezTo>
                  <a:pt x="234520" y="105228"/>
                  <a:pt x="235618" y="100820"/>
                  <a:pt x="237814" y="96830"/>
                </a:cubicBezTo>
                <a:cubicBezTo>
                  <a:pt x="240010" y="92840"/>
                  <a:pt x="242887" y="89638"/>
                  <a:pt x="246444" y="87226"/>
                </a:cubicBezTo>
                <a:cubicBezTo>
                  <a:pt x="250001" y="84813"/>
                  <a:pt x="254006" y="82988"/>
                  <a:pt x="258461" y="81751"/>
                </a:cubicBezTo>
                <a:cubicBezTo>
                  <a:pt x="261739" y="80885"/>
                  <a:pt x="266688" y="80050"/>
                  <a:pt x="273307" y="79246"/>
                </a:cubicBezTo>
                <a:cubicBezTo>
                  <a:pt x="286793" y="77637"/>
                  <a:pt x="296722" y="75719"/>
                  <a:pt x="303094" y="73492"/>
                </a:cubicBezTo>
                <a:cubicBezTo>
                  <a:pt x="303156" y="71213"/>
                  <a:pt x="303187" y="69765"/>
                  <a:pt x="303187" y="69148"/>
                </a:cubicBezTo>
                <a:cubicBezTo>
                  <a:pt x="303187" y="62369"/>
                  <a:pt x="301609" y="57593"/>
                  <a:pt x="298454" y="54821"/>
                </a:cubicBezTo>
                <a:cubicBezTo>
                  <a:pt x="294186" y="51061"/>
                  <a:pt x="287845" y="49181"/>
                  <a:pt x="279432" y="49181"/>
                </a:cubicBezTo>
                <a:cubicBezTo>
                  <a:pt x="271575" y="49181"/>
                  <a:pt x="265776" y="50557"/>
                  <a:pt x="262033" y="53310"/>
                </a:cubicBezTo>
                <a:cubicBezTo>
                  <a:pt x="258290" y="56063"/>
                  <a:pt x="255522" y="60934"/>
                  <a:pt x="253728" y="67925"/>
                </a:cubicBezTo>
                <a:lnTo>
                  <a:pt x="237396" y="65698"/>
                </a:lnTo>
                <a:cubicBezTo>
                  <a:pt x="238881" y="58686"/>
                  <a:pt x="241325" y="53024"/>
                  <a:pt x="244727" y="48711"/>
                </a:cubicBezTo>
                <a:cubicBezTo>
                  <a:pt x="248130" y="44398"/>
                  <a:pt x="253048" y="41078"/>
                  <a:pt x="259481" y="38753"/>
                </a:cubicBezTo>
                <a:cubicBezTo>
                  <a:pt x="265915" y="36425"/>
                  <a:pt x="273369" y="35261"/>
                  <a:pt x="281844" y="35261"/>
                </a:cubicBezTo>
                <a:cubicBezTo>
                  <a:pt x="290258" y="35261"/>
                  <a:pt x="297093" y="36255"/>
                  <a:pt x="302352" y="38242"/>
                </a:cubicBezTo>
                <a:cubicBezTo>
                  <a:pt x="307610" y="40228"/>
                  <a:pt x="311476" y="42727"/>
                  <a:pt x="313951" y="45738"/>
                </a:cubicBezTo>
                <a:cubicBezTo>
                  <a:pt x="316425" y="48748"/>
                  <a:pt x="318158" y="52551"/>
                  <a:pt x="319147" y="57146"/>
                </a:cubicBezTo>
                <a:cubicBezTo>
                  <a:pt x="319704" y="60002"/>
                  <a:pt x="319983" y="65130"/>
                  <a:pt x="319983" y="72533"/>
                </a:cubicBezTo>
                <a:lnTo>
                  <a:pt x="319983" y="94739"/>
                </a:lnTo>
                <a:cubicBezTo>
                  <a:pt x="319983" y="110222"/>
                  <a:pt x="320338" y="120028"/>
                  <a:pt x="321050" y="124158"/>
                </a:cubicBezTo>
                <a:cubicBezTo>
                  <a:pt x="321761" y="128287"/>
                  <a:pt x="323168" y="132246"/>
                  <a:pt x="325272" y="136035"/>
                </a:cubicBezTo>
                <a:lnTo>
                  <a:pt x="307827" y="136035"/>
                </a:lnTo>
                <a:cubicBezTo>
                  <a:pt x="306094" y="132492"/>
                  <a:pt x="304981" y="128347"/>
                  <a:pt x="304486" y="123601"/>
                </a:cubicBezTo>
                <a:moveTo>
                  <a:pt x="303094" y="86669"/>
                </a:moveTo>
                <a:cubicBezTo>
                  <a:pt x="297032" y="89132"/>
                  <a:pt x="287938" y="91226"/>
                  <a:pt x="275813" y="92950"/>
                </a:cubicBezTo>
                <a:cubicBezTo>
                  <a:pt x="268946" y="93934"/>
                  <a:pt x="264090" y="95042"/>
                  <a:pt x="261244" y="96273"/>
                </a:cubicBezTo>
                <a:cubicBezTo>
                  <a:pt x="258399" y="97505"/>
                  <a:pt x="256203" y="99305"/>
                  <a:pt x="254656" y="101675"/>
                </a:cubicBezTo>
                <a:cubicBezTo>
                  <a:pt x="253109" y="104046"/>
                  <a:pt x="252336" y="106678"/>
                  <a:pt x="252336" y="109572"/>
                </a:cubicBezTo>
                <a:cubicBezTo>
                  <a:pt x="252336" y="114004"/>
                  <a:pt x="254022" y="117699"/>
                  <a:pt x="257393" y="120655"/>
                </a:cubicBezTo>
                <a:cubicBezTo>
                  <a:pt x="260765" y="123609"/>
                  <a:pt x="265698" y="125086"/>
                  <a:pt x="272194" y="125086"/>
                </a:cubicBezTo>
                <a:cubicBezTo>
                  <a:pt x="278628" y="125086"/>
                  <a:pt x="284350" y="123683"/>
                  <a:pt x="289361" y="120878"/>
                </a:cubicBezTo>
                <a:cubicBezTo>
                  <a:pt x="294372" y="118071"/>
                  <a:pt x="298052" y="114236"/>
                  <a:pt x="300403" y="109374"/>
                </a:cubicBezTo>
                <a:cubicBezTo>
                  <a:pt x="302197" y="105622"/>
                  <a:pt x="303094" y="100084"/>
                  <a:pt x="303094" y="92762"/>
                </a:cubicBezTo>
                <a:lnTo>
                  <a:pt x="303094" y="86669"/>
                </a:lnTo>
                <a:close/>
                <a:moveTo>
                  <a:pt x="382312" y="121095"/>
                </a:moveTo>
                <a:lnTo>
                  <a:pt x="384724" y="135850"/>
                </a:lnTo>
                <a:cubicBezTo>
                  <a:pt x="380023" y="136839"/>
                  <a:pt x="375816" y="137334"/>
                  <a:pt x="372105" y="137334"/>
                </a:cubicBezTo>
                <a:cubicBezTo>
                  <a:pt x="366042" y="137334"/>
                  <a:pt x="361340" y="136375"/>
                  <a:pt x="358000" y="134458"/>
                </a:cubicBezTo>
                <a:cubicBezTo>
                  <a:pt x="354659" y="132540"/>
                  <a:pt x="352309" y="130019"/>
                  <a:pt x="350948" y="126895"/>
                </a:cubicBezTo>
                <a:cubicBezTo>
                  <a:pt x="349587" y="123771"/>
                  <a:pt x="348906" y="117198"/>
                  <a:pt x="348906" y="107176"/>
                </a:cubicBezTo>
                <a:lnTo>
                  <a:pt x="348906" y="50480"/>
                </a:lnTo>
                <a:lnTo>
                  <a:pt x="336657" y="50480"/>
                </a:lnTo>
                <a:lnTo>
                  <a:pt x="336657" y="37489"/>
                </a:lnTo>
                <a:lnTo>
                  <a:pt x="348906" y="37489"/>
                </a:lnTo>
                <a:lnTo>
                  <a:pt x="348906" y="13084"/>
                </a:lnTo>
                <a:lnTo>
                  <a:pt x="365516" y="3062"/>
                </a:lnTo>
                <a:lnTo>
                  <a:pt x="365516" y="37489"/>
                </a:lnTo>
                <a:lnTo>
                  <a:pt x="382312" y="37489"/>
                </a:lnTo>
                <a:lnTo>
                  <a:pt x="382312" y="50480"/>
                </a:lnTo>
                <a:lnTo>
                  <a:pt x="365516" y="50480"/>
                </a:lnTo>
                <a:lnTo>
                  <a:pt x="365516" y="108104"/>
                </a:lnTo>
                <a:cubicBezTo>
                  <a:pt x="365516" y="112868"/>
                  <a:pt x="365810" y="115930"/>
                  <a:pt x="366398" y="117291"/>
                </a:cubicBezTo>
                <a:cubicBezTo>
                  <a:pt x="366985" y="118652"/>
                  <a:pt x="367944" y="119734"/>
                  <a:pt x="369274" y="120539"/>
                </a:cubicBezTo>
                <a:cubicBezTo>
                  <a:pt x="370604" y="121343"/>
                  <a:pt x="372507" y="121745"/>
                  <a:pt x="374981" y="121745"/>
                </a:cubicBezTo>
                <a:cubicBezTo>
                  <a:pt x="376837" y="121745"/>
                  <a:pt x="379281" y="121528"/>
                  <a:pt x="382312" y="121095"/>
                </a:cubicBezTo>
                <a:close/>
                <a:moveTo>
                  <a:pt x="398486" y="136035"/>
                </a:moveTo>
                <a:lnTo>
                  <a:pt x="398486" y="37489"/>
                </a:lnTo>
                <a:lnTo>
                  <a:pt x="413425" y="37489"/>
                </a:lnTo>
                <a:lnTo>
                  <a:pt x="413425" y="51315"/>
                </a:lnTo>
                <a:cubicBezTo>
                  <a:pt x="416519" y="46489"/>
                  <a:pt x="420632" y="42608"/>
                  <a:pt x="425767" y="39669"/>
                </a:cubicBezTo>
                <a:cubicBezTo>
                  <a:pt x="430902" y="36731"/>
                  <a:pt x="436748" y="35261"/>
                  <a:pt x="443305" y="35261"/>
                </a:cubicBezTo>
                <a:cubicBezTo>
                  <a:pt x="450605" y="35261"/>
                  <a:pt x="456590" y="36777"/>
                  <a:pt x="461260" y="39808"/>
                </a:cubicBezTo>
                <a:cubicBezTo>
                  <a:pt x="465931" y="42840"/>
                  <a:pt x="469225" y="47077"/>
                  <a:pt x="471143" y="52521"/>
                </a:cubicBezTo>
                <a:cubicBezTo>
                  <a:pt x="478938" y="41015"/>
                  <a:pt x="489083" y="35261"/>
                  <a:pt x="501579" y="35261"/>
                </a:cubicBezTo>
                <a:cubicBezTo>
                  <a:pt x="511353" y="35261"/>
                  <a:pt x="518870" y="37968"/>
                  <a:pt x="524128" y="43381"/>
                </a:cubicBezTo>
                <a:cubicBezTo>
                  <a:pt x="529386" y="48794"/>
                  <a:pt x="532015" y="57130"/>
                  <a:pt x="532015" y="68389"/>
                </a:cubicBezTo>
                <a:lnTo>
                  <a:pt x="532015" y="136035"/>
                </a:lnTo>
                <a:lnTo>
                  <a:pt x="515405" y="136035"/>
                </a:lnTo>
                <a:lnTo>
                  <a:pt x="515405" y="73956"/>
                </a:lnTo>
                <a:cubicBezTo>
                  <a:pt x="515405" y="67275"/>
                  <a:pt x="514864" y="62465"/>
                  <a:pt x="513782" y="59527"/>
                </a:cubicBezTo>
                <a:cubicBezTo>
                  <a:pt x="512699" y="56589"/>
                  <a:pt x="510735" y="54222"/>
                  <a:pt x="507889" y="52428"/>
                </a:cubicBezTo>
                <a:cubicBezTo>
                  <a:pt x="505043" y="50634"/>
                  <a:pt x="501703" y="49737"/>
                  <a:pt x="497867" y="49737"/>
                </a:cubicBezTo>
                <a:cubicBezTo>
                  <a:pt x="490939" y="49737"/>
                  <a:pt x="485186" y="52042"/>
                  <a:pt x="480608" y="56650"/>
                </a:cubicBezTo>
                <a:cubicBezTo>
                  <a:pt x="476030" y="61259"/>
                  <a:pt x="473741" y="68636"/>
                  <a:pt x="473741" y="78782"/>
                </a:cubicBezTo>
                <a:lnTo>
                  <a:pt x="473741" y="136035"/>
                </a:lnTo>
                <a:lnTo>
                  <a:pt x="457038" y="136035"/>
                </a:lnTo>
                <a:lnTo>
                  <a:pt x="457038" y="72008"/>
                </a:lnTo>
                <a:cubicBezTo>
                  <a:pt x="457038" y="64584"/>
                  <a:pt x="455677" y="59017"/>
                  <a:pt x="452955" y="55305"/>
                </a:cubicBezTo>
                <a:cubicBezTo>
                  <a:pt x="450233" y="51593"/>
                  <a:pt x="445779" y="49737"/>
                  <a:pt x="439593" y="49737"/>
                </a:cubicBezTo>
                <a:cubicBezTo>
                  <a:pt x="434892" y="49737"/>
                  <a:pt x="430546" y="50975"/>
                  <a:pt x="426556" y="53449"/>
                </a:cubicBezTo>
                <a:cubicBezTo>
                  <a:pt x="422566" y="55923"/>
                  <a:pt x="419674" y="59542"/>
                  <a:pt x="417880" y="64306"/>
                </a:cubicBezTo>
                <a:cubicBezTo>
                  <a:pt x="416086" y="69069"/>
                  <a:pt x="415189" y="75936"/>
                  <a:pt x="415189" y="84906"/>
                </a:cubicBezTo>
                <a:lnTo>
                  <a:pt x="415189" y="136035"/>
                </a:lnTo>
                <a:lnTo>
                  <a:pt x="398486" y="136035"/>
                </a:lnTo>
                <a:close/>
                <a:moveTo>
                  <a:pt x="621096" y="123601"/>
                </a:moveTo>
                <a:cubicBezTo>
                  <a:pt x="614909" y="128962"/>
                  <a:pt x="608955" y="132746"/>
                  <a:pt x="603233" y="134954"/>
                </a:cubicBezTo>
                <a:cubicBezTo>
                  <a:pt x="597511" y="137159"/>
                  <a:pt x="591371" y="138262"/>
                  <a:pt x="584813" y="138262"/>
                </a:cubicBezTo>
                <a:cubicBezTo>
                  <a:pt x="573987" y="138262"/>
                  <a:pt x="565667" y="135618"/>
                  <a:pt x="559852" y="130328"/>
                </a:cubicBezTo>
                <a:cubicBezTo>
                  <a:pt x="554037" y="125039"/>
                  <a:pt x="551129" y="118281"/>
                  <a:pt x="551129" y="110053"/>
                </a:cubicBezTo>
                <a:cubicBezTo>
                  <a:pt x="551129" y="105228"/>
                  <a:pt x="552227" y="100820"/>
                  <a:pt x="554424" y="96830"/>
                </a:cubicBezTo>
                <a:cubicBezTo>
                  <a:pt x="556620" y="92840"/>
                  <a:pt x="559496" y="89638"/>
                  <a:pt x="563053" y="87226"/>
                </a:cubicBezTo>
                <a:cubicBezTo>
                  <a:pt x="566610" y="84813"/>
                  <a:pt x="570616" y="82988"/>
                  <a:pt x="575070" y="81751"/>
                </a:cubicBezTo>
                <a:cubicBezTo>
                  <a:pt x="578349" y="80885"/>
                  <a:pt x="583298" y="80050"/>
                  <a:pt x="589917" y="79246"/>
                </a:cubicBezTo>
                <a:cubicBezTo>
                  <a:pt x="603403" y="77637"/>
                  <a:pt x="613332" y="75719"/>
                  <a:pt x="619704" y="73492"/>
                </a:cubicBezTo>
                <a:cubicBezTo>
                  <a:pt x="619766" y="71213"/>
                  <a:pt x="619796" y="69765"/>
                  <a:pt x="619796" y="69148"/>
                </a:cubicBezTo>
                <a:cubicBezTo>
                  <a:pt x="619796" y="62369"/>
                  <a:pt x="618219" y="57593"/>
                  <a:pt x="615064" y="54821"/>
                </a:cubicBezTo>
                <a:cubicBezTo>
                  <a:pt x="610796" y="51061"/>
                  <a:pt x="604455" y="49181"/>
                  <a:pt x="596041" y="49181"/>
                </a:cubicBezTo>
                <a:cubicBezTo>
                  <a:pt x="588185" y="49181"/>
                  <a:pt x="582385" y="50557"/>
                  <a:pt x="578643" y="53310"/>
                </a:cubicBezTo>
                <a:cubicBezTo>
                  <a:pt x="574900" y="56063"/>
                  <a:pt x="572132" y="60934"/>
                  <a:pt x="570338" y="67925"/>
                </a:cubicBezTo>
                <a:lnTo>
                  <a:pt x="554006" y="65698"/>
                </a:lnTo>
                <a:cubicBezTo>
                  <a:pt x="555491" y="58686"/>
                  <a:pt x="557934" y="53024"/>
                  <a:pt x="561337" y="48711"/>
                </a:cubicBezTo>
                <a:cubicBezTo>
                  <a:pt x="564739" y="44398"/>
                  <a:pt x="569657" y="41078"/>
                  <a:pt x="576091" y="38753"/>
                </a:cubicBezTo>
                <a:cubicBezTo>
                  <a:pt x="582524" y="36425"/>
                  <a:pt x="589979" y="35261"/>
                  <a:pt x="598454" y="35261"/>
                </a:cubicBezTo>
                <a:cubicBezTo>
                  <a:pt x="606867" y="35261"/>
                  <a:pt x="613703" y="36255"/>
                  <a:pt x="618961" y="38242"/>
                </a:cubicBezTo>
                <a:cubicBezTo>
                  <a:pt x="624220" y="40228"/>
                  <a:pt x="628086" y="42727"/>
                  <a:pt x="630561" y="45738"/>
                </a:cubicBezTo>
                <a:cubicBezTo>
                  <a:pt x="633035" y="48748"/>
                  <a:pt x="634767" y="52551"/>
                  <a:pt x="635757" y="57146"/>
                </a:cubicBezTo>
                <a:cubicBezTo>
                  <a:pt x="636314" y="60002"/>
                  <a:pt x="636592" y="65130"/>
                  <a:pt x="636592" y="72533"/>
                </a:cubicBezTo>
                <a:lnTo>
                  <a:pt x="636592" y="94739"/>
                </a:lnTo>
                <a:cubicBezTo>
                  <a:pt x="636592" y="110222"/>
                  <a:pt x="636948" y="120028"/>
                  <a:pt x="637659" y="124158"/>
                </a:cubicBezTo>
                <a:cubicBezTo>
                  <a:pt x="638371" y="128287"/>
                  <a:pt x="639778" y="132246"/>
                  <a:pt x="641881" y="136035"/>
                </a:cubicBezTo>
                <a:lnTo>
                  <a:pt x="624436" y="136035"/>
                </a:lnTo>
                <a:cubicBezTo>
                  <a:pt x="622704" y="132492"/>
                  <a:pt x="621591" y="128347"/>
                  <a:pt x="621096" y="123601"/>
                </a:cubicBezTo>
                <a:moveTo>
                  <a:pt x="619704" y="86669"/>
                </a:moveTo>
                <a:cubicBezTo>
                  <a:pt x="613641" y="89132"/>
                  <a:pt x="604547" y="91226"/>
                  <a:pt x="592422" y="92950"/>
                </a:cubicBezTo>
                <a:cubicBezTo>
                  <a:pt x="585556" y="93934"/>
                  <a:pt x="580700" y="95042"/>
                  <a:pt x="577854" y="96273"/>
                </a:cubicBezTo>
                <a:cubicBezTo>
                  <a:pt x="575008" y="97505"/>
                  <a:pt x="572812" y="99305"/>
                  <a:pt x="571266" y="101675"/>
                </a:cubicBezTo>
                <a:cubicBezTo>
                  <a:pt x="569719" y="104046"/>
                  <a:pt x="568946" y="106678"/>
                  <a:pt x="568946" y="109572"/>
                </a:cubicBezTo>
                <a:cubicBezTo>
                  <a:pt x="568946" y="114004"/>
                  <a:pt x="570631" y="117699"/>
                  <a:pt x="574003" y="120655"/>
                </a:cubicBezTo>
                <a:cubicBezTo>
                  <a:pt x="577374" y="123609"/>
                  <a:pt x="582308" y="125086"/>
                  <a:pt x="588803" y="125086"/>
                </a:cubicBezTo>
                <a:cubicBezTo>
                  <a:pt x="595237" y="125086"/>
                  <a:pt x="600959" y="123683"/>
                  <a:pt x="605970" y="120878"/>
                </a:cubicBezTo>
                <a:cubicBezTo>
                  <a:pt x="610981" y="118071"/>
                  <a:pt x="614662" y="114236"/>
                  <a:pt x="617013" y="109374"/>
                </a:cubicBezTo>
                <a:cubicBezTo>
                  <a:pt x="618807" y="105622"/>
                  <a:pt x="619704" y="100084"/>
                  <a:pt x="619704" y="92762"/>
                </a:cubicBezTo>
                <a:lnTo>
                  <a:pt x="619704" y="86669"/>
                </a:lnTo>
                <a:close/>
                <a:moveTo>
                  <a:pt x="662452" y="173895"/>
                </a:moveTo>
                <a:lnTo>
                  <a:pt x="662452" y="37489"/>
                </a:lnTo>
                <a:lnTo>
                  <a:pt x="677670" y="37489"/>
                </a:lnTo>
                <a:lnTo>
                  <a:pt x="677670" y="50384"/>
                </a:lnTo>
                <a:cubicBezTo>
                  <a:pt x="681258" y="45342"/>
                  <a:pt x="685310" y="41562"/>
                  <a:pt x="689826" y="39043"/>
                </a:cubicBezTo>
                <a:cubicBezTo>
                  <a:pt x="694342" y="36522"/>
                  <a:pt x="699817" y="35261"/>
                  <a:pt x="706251" y="35261"/>
                </a:cubicBezTo>
                <a:cubicBezTo>
                  <a:pt x="714664" y="35261"/>
                  <a:pt x="722087" y="37427"/>
                  <a:pt x="728521" y="41757"/>
                </a:cubicBezTo>
                <a:cubicBezTo>
                  <a:pt x="734955" y="46087"/>
                  <a:pt x="739811" y="52196"/>
                  <a:pt x="743090" y="60084"/>
                </a:cubicBezTo>
                <a:cubicBezTo>
                  <a:pt x="746368" y="67971"/>
                  <a:pt x="748008" y="76616"/>
                  <a:pt x="748008" y="86019"/>
                </a:cubicBezTo>
                <a:cubicBezTo>
                  <a:pt x="748008" y="96103"/>
                  <a:pt x="746198" y="105181"/>
                  <a:pt x="742579" y="113254"/>
                </a:cubicBezTo>
                <a:cubicBezTo>
                  <a:pt x="738960" y="121327"/>
                  <a:pt x="733702" y="127514"/>
                  <a:pt x="726804" y="131813"/>
                </a:cubicBezTo>
                <a:cubicBezTo>
                  <a:pt x="719907" y="136112"/>
                  <a:pt x="712653" y="138262"/>
                  <a:pt x="705044" y="138262"/>
                </a:cubicBezTo>
                <a:cubicBezTo>
                  <a:pt x="699477" y="138262"/>
                  <a:pt x="694481" y="137087"/>
                  <a:pt x="690058" y="134736"/>
                </a:cubicBezTo>
                <a:cubicBezTo>
                  <a:pt x="685635" y="132385"/>
                  <a:pt x="682001" y="129416"/>
                  <a:pt x="679155" y="125828"/>
                </a:cubicBezTo>
                <a:lnTo>
                  <a:pt x="679155" y="173895"/>
                </a:lnTo>
                <a:lnTo>
                  <a:pt x="662452" y="173895"/>
                </a:lnTo>
                <a:moveTo>
                  <a:pt x="677577" y="87365"/>
                </a:moveTo>
                <a:cubicBezTo>
                  <a:pt x="677577" y="100031"/>
                  <a:pt x="680145" y="109392"/>
                  <a:pt x="685279" y="115447"/>
                </a:cubicBezTo>
                <a:cubicBezTo>
                  <a:pt x="690414" y="121501"/>
                  <a:pt x="696631" y="124529"/>
                  <a:pt x="703931" y="124529"/>
                </a:cubicBezTo>
                <a:cubicBezTo>
                  <a:pt x="711354" y="124529"/>
                  <a:pt x="717711" y="121393"/>
                  <a:pt x="723000" y="115122"/>
                </a:cubicBezTo>
                <a:cubicBezTo>
                  <a:pt x="728289" y="108851"/>
                  <a:pt x="730934" y="99134"/>
                  <a:pt x="730934" y="85973"/>
                </a:cubicBezTo>
                <a:cubicBezTo>
                  <a:pt x="730934" y="73431"/>
                  <a:pt x="728351" y="64039"/>
                  <a:pt x="723185" y="57799"/>
                </a:cubicBezTo>
                <a:cubicBezTo>
                  <a:pt x="718020" y="51558"/>
                  <a:pt x="711849" y="48438"/>
                  <a:pt x="704673" y="48438"/>
                </a:cubicBezTo>
                <a:cubicBezTo>
                  <a:pt x="697559" y="48438"/>
                  <a:pt x="691264" y="51759"/>
                  <a:pt x="685790" y="58402"/>
                </a:cubicBezTo>
                <a:cubicBezTo>
                  <a:pt x="680315" y="65044"/>
                  <a:pt x="677577" y="74699"/>
                  <a:pt x="677577" y="87365"/>
                </a:cubicBezTo>
                <a:close/>
                <a:moveTo>
                  <a:pt x="761433" y="106527"/>
                </a:moveTo>
                <a:lnTo>
                  <a:pt x="777951" y="103929"/>
                </a:lnTo>
                <a:cubicBezTo>
                  <a:pt x="778879" y="110577"/>
                  <a:pt x="781461" y="115673"/>
                  <a:pt x="785699" y="119216"/>
                </a:cubicBezTo>
                <a:cubicBezTo>
                  <a:pt x="789936" y="122758"/>
                  <a:pt x="795860" y="124529"/>
                  <a:pt x="803469" y="124529"/>
                </a:cubicBezTo>
                <a:cubicBezTo>
                  <a:pt x="811140" y="124529"/>
                  <a:pt x="816831" y="122967"/>
                  <a:pt x="820543" y="119843"/>
                </a:cubicBezTo>
                <a:cubicBezTo>
                  <a:pt x="824254" y="116719"/>
                  <a:pt x="826110" y="113053"/>
                  <a:pt x="826110" y="108847"/>
                </a:cubicBezTo>
                <a:cubicBezTo>
                  <a:pt x="826110" y="105073"/>
                  <a:pt x="824471" y="102104"/>
                  <a:pt x="821192" y="99938"/>
                </a:cubicBezTo>
                <a:cubicBezTo>
                  <a:pt x="818903" y="98454"/>
                  <a:pt x="813212" y="96567"/>
                  <a:pt x="804118" y="94278"/>
                </a:cubicBezTo>
                <a:cubicBezTo>
                  <a:pt x="791870" y="91185"/>
                  <a:pt x="783379" y="88509"/>
                  <a:pt x="778647" y="86251"/>
                </a:cubicBezTo>
                <a:cubicBezTo>
                  <a:pt x="773914" y="83993"/>
                  <a:pt x="770326" y="80869"/>
                  <a:pt x="767882" y="76879"/>
                </a:cubicBezTo>
                <a:cubicBezTo>
                  <a:pt x="765439" y="72889"/>
                  <a:pt x="764217" y="68482"/>
                  <a:pt x="764217" y="63656"/>
                </a:cubicBezTo>
                <a:cubicBezTo>
                  <a:pt x="764217" y="59264"/>
                  <a:pt x="765222" y="55197"/>
                  <a:pt x="767233" y="51454"/>
                </a:cubicBezTo>
                <a:cubicBezTo>
                  <a:pt x="769243" y="47711"/>
                  <a:pt x="771981" y="44603"/>
                  <a:pt x="775445" y="42128"/>
                </a:cubicBezTo>
                <a:cubicBezTo>
                  <a:pt x="778043" y="40210"/>
                  <a:pt x="781585" y="38587"/>
                  <a:pt x="786070" y="37257"/>
                </a:cubicBezTo>
                <a:cubicBezTo>
                  <a:pt x="790555" y="35927"/>
                  <a:pt x="795365" y="35261"/>
                  <a:pt x="800499" y="35261"/>
                </a:cubicBezTo>
                <a:cubicBezTo>
                  <a:pt x="808232" y="35261"/>
                  <a:pt x="815022" y="36375"/>
                  <a:pt x="820868" y="38602"/>
                </a:cubicBezTo>
                <a:cubicBezTo>
                  <a:pt x="826714" y="40829"/>
                  <a:pt x="831028" y="43845"/>
                  <a:pt x="833812" y="47649"/>
                </a:cubicBezTo>
                <a:cubicBezTo>
                  <a:pt x="836596" y="51454"/>
                  <a:pt x="838514" y="56542"/>
                  <a:pt x="839565" y="62914"/>
                </a:cubicBezTo>
                <a:lnTo>
                  <a:pt x="823234" y="65141"/>
                </a:lnTo>
                <a:cubicBezTo>
                  <a:pt x="822491" y="60068"/>
                  <a:pt x="820342" y="56109"/>
                  <a:pt x="816785" y="53263"/>
                </a:cubicBezTo>
                <a:cubicBezTo>
                  <a:pt x="813228" y="50418"/>
                  <a:pt x="808201" y="48995"/>
                  <a:pt x="801706" y="48995"/>
                </a:cubicBezTo>
                <a:cubicBezTo>
                  <a:pt x="794035" y="48995"/>
                  <a:pt x="788560" y="50263"/>
                  <a:pt x="785281" y="52799"/>
                </a:cubicBezTo>
                <a:cubicBezTo>
                  <a:pt x="782003" y="55336"/>
                  <a:pt x="780363" y="58305"/>
                  <a:pt x="780363" y="61708"/>
                </a:cubicBezTo>
                <a:cubicBezTo>
                  <a:pt x="780363" y="63873"/>
                  <a:pt x="781044" y="65821"/>
                  <a:pt x="782405" y="67554"/>
                </a:cubicBezTo>
                <a:cubicBezTo>
                  <a:pt x="783766" y="69348"/>
                  <a:pt x="785900" y="70832"/>
                  <a:pt x="788807" y="72008"/>
                </a:cubicBezTo>
                <a:cubicBezTo>
                  <a:pt x="790478" y="72626"/>
                  <a:pt x="795396" y="74049"/>
                  <a:pt x="803562" y="76276"/>
                </a:cubicBezTo>
                <a:cubicBezTo>
                  <a:pt x="815377" y="79431"/>
                  <a:pt x="823620" y="82014"/>
                  <a:pt x="828291" y="84024"/>
                </a:cubicBezTo>
                <a:cubicBezTo>
                  <a:pt x="832962" y="86035"/>
                  <a:pt x="836627" y="88958"/>
                  <a:pt x="839287" y="92793"/>
                </a:cubicBezTo>
                <a:cubicBezTo>
                  <a:pt x="841947" y="96629"/>
                  <a:pt x="843277" y="101392"/>
                  <a:pt x="843277" y="107084"/>
                </a:cubicBezTo>
                <a:cubicBezTo>
                  <a:pt x="843277" y="112651"/>
                  <a:pt x="841653" y="117894"/>
                  <a:pt x="838405" y="122812"/>
                </a:cubicBezTo>
                <a:cubicBezTo>
                  <a:pt x="835158" y="127730"/>
                  <a:pt x="830472" y="131535"/>
                  <a:pt x="824347" y="134226"/>
                </a:cubicBezTo>
                <a:cubicBezTo>
                  <a:pt x="818223" y="136917"/>
                  <a:pt x="811294" y="138262"/>
                  <a:pt x="803562" y="138262"/>
                </a:cubicBezTo>
                <a:cubicBezTo>
                  <a:pt x="790756" y="138262"/>
                  <a:pt x="780997" y="135594"/>
                  <a:pt x="774285" y="130259"/>
                </a:cubicBezTo>
                <a:cubicBezTo>
                  <a:pt x="767573" y="124923"/>
                  <a:pt x="763289" y="117012"/>
                  <a:pt x="761433" y="1065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6e2d1f890c402a"/>
          <a:stretch xmlns:a="http://schemas.openxmlformats.org/drawingml/2006/main"/>
        </p:blipFill>
        <p:spPr>
          <a:xfrm xmlns:a="http://schemas.openxmlformats.org/drawingml/2006/main">
            <a:off x="7990355" y="1079739"/>
            <a:ext cx="1733120" cy="705289"/>
          </a:xfrm>
          <a:prstGeom xmlns:a="http://schemas.openxmlformats.org/drawingml/2006/main" prst="rect">
            <a:avLst/>
          </a:prstGeom>
        </p:spPr>
      </p:pic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AE1C92-CDD2-4CD8-97B5-186AA1B5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578" y="1137936"/>
            <a:ext cx="1564675" cy="537066"/>
          </a:xfrm>
          <a:custGeom xmlns:a="http://schemas.openxmlformats.org/drawingml/2006/main">
            <a:pathLst>
              <a:path w="1564675" h="537066">
                <a:moveTo>
                  <a:pt x="0" y="89513"/>
                </a:moveTo>
                <a:lnTo>
                  <a:pt x="0" y="89513"/>
                </a:lnTo>
                <a:cubicBezTo>
                  <a:pt x="0" y="40076"/>
                  <a:pt x="40076" y="0"/>
                  <a:pt x="89513" y="0"/>
                </a:cubicBezTo>
                <a:lnTo>
                  <a:pt x="1475162" y="0"/>
                </a:lnTo>
                <a:cubicBezTo>
                  <a:pt x="1498902" y="0"/>
                  <a:pt x="1521670" y="9431"/>
                  <a:pt x="1538457" y="26218"/>
                </a:cubicBezTo>
                <a:cubicBezTo>
                  <a:pt x="1555244" y="43005"/>
                  <a:pt x="1564675" y="65773"/>
                  <a:pt x="1564675" y="89513"/>
                </a:cubicBezTo>
                <a:lnTo>
                  <a:pt x="1564675" y="447553"/>
                </a:lnTo>
                <a:cubicBezTo>
                  <a:pt x="1564675" y="496990"/>
                  <a:pt x="1524599" y="537066"/>
                  <a:pt x="1475162" y="537066"/>
                </a:cubicBezTo>
                <a:lnTo>
                  <a:pt x="89513" y="537066"/>
                </a:lnTo>
                <a:cubicBezTo>
                  <a:pt x="40076" y="537066"/>
                  <a:pt x="0" y="496990"/>
                  <a:pt x="0" y="447553"/>
                </a:cubicBezTo>
                <a:lnTo>
                  <a:pt x="0" y="89513"/>
                </a:lnTo>
                <a:close/>
              </a:path>
            </a:pathLst>
          </a:custGeom>
          <a:solidFill xmlns:a="http://schemas.openxmlformats.org/drawingml/2006/main">
            <a:srgbClr val="EFEF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027176-F460-4C23-A8E8-3C32E242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578" y="1137936"/>
            <a:ext cx="1564675" cy="537066"/>
          </a:xfrm>
          <a:custGeom xmlns:a="http://schemas.openxmlformats.org/drawingml/2006/main">
            <a:pathLst>
              <a:path w="1564675" h="537066" fill="none">
                <a:moveTo>
                  <a:pt x="0" y="89513"/>
                </a:moveTo>
                <a:lnTo>
                  <a:pt x="0" y="89513"/>
                </a:lnTo>
                <a:cubicBezTo>
                  <a:pt x="0" y="40076"/>
                  <a:pt x="40076" y="0"/>
                  <a:pt x="89513" y="0"/>
                </a:cubicBezTo>
                <a:lnTo>
                  <a:pt x="1475162" y="0"/>
                </a:lnTo>
                <a:cubicBezTo>
                  <a:pt x="1498902" y="0"/>
                  <a:pt x="1521670" y="9431"/>
                  <a:pt x="1538457" y="26218"/>
                </a:cubicBezTo>
                <a:cubicBezTo>
                  <a:pt x="1555244" y="43005"/>
                  <a:pt x="1564675" y="65773"/>
                  <a:pt x="1564675" y="89513"/>
                </a:cubicBezTo>
                <a:lnTo>
                  <a:pt x="1564675" y="447553"/>
                </a:lnTo>
                <a:cubicBezTo>
                  <a:pt x="1564675" y="496990"/>
                  <a:pt x="1524599" y="537066"/>
                  <a:pt x="1475162" y="537066"/>
                </a:cubicBezTo>
                <a:lnTo>
                  <a:pt x="89513" y="537066"/>
                </a:lnTo>
                <a:cubicBezTo>
                  <a:pt x="40076" y="537066"/>
                  <a:pt x="0" y="496990"/>
                  <a:pt x="0" y="447553"/>
                </a:cubicBezTo>
                <a:lnTo>
                  <a:pt x="0" y="895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666666"/>
            </a:solidFill>
            <a:round/>
          </a:ln>
        </p:spPr>
      </p:sp>
      <p:sp>
        <p:nvSpPr>
          <p:cNvPr id="69" name="Text Conv,linear">
            <a:extLst xmlns:a="http://schemas.openxmlformats.org/drawingml/2006/main">
              <a:ext uri="{FF2B5EF4-FFF2-40B4-BE49-F238E27FC236}">
                <a16:creationId xmlns:a16="http://schemas.microsoft.com/office/drawing/2014/main" id="{75C127DC-AE5F-42AA-8511-FB5133EA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817" y="1208270"/>
            <a:ext cx="1082793" cy="180390"/>
          </a:xfrm>
          <a:custGeom xmlns:a="http://schemas.openxmlformats.org/drawingml/2006/main">
            <a:pathLst>
              <a:path w="1082793" h="180390">
                <a:moveTo>
                  <a:pt x="111555" y="98901"/>
                </a:moveTo>
                <a:lnTo>
                  <a:pt x="131193" y="103861"/>
                </a:lnTo>
                <a:cubicBezTo>
                  <a:pt x="127076" y="119990"/>
                  <a:pt x="119670" y="132290"/>
                  <a:pt x="108973" y="140759"/>
                </a:cubicBezTo>
                <a:cubicBezTo>
                  <a:pt x="98277" y="149229"/>
                  <a:pt x="85201" y="153463"/>
                  <a:pt x="69747" y="153463"/>
                </a:cubicBezTo>
                <a:cubicBezTo>
                  <a:pt x="53753" y="153463"/>
                  <a:pt x="40745" y="150207"/>
                  <a:pt x="30723" y="143695"/>
                </a:cubicBezTo>
                <a:cubicBezTo>
                  <a:pt x="20701" y="137182"/>
                  <a:pt x="13075" y="127751"/>
                  <a:pt x="7845" y="115401"/>
                </a:cubicBezTo>
                <a:cubicBezTo>
                  <a:pt x="2615" y="103051"/>
                  <a:pt x="0" y="89790"/>
                  <a:pt x="0" y="75618"/>
                </a:cubicBezTo>
                <a:cubicBezTo>
                  <a:pt x="0" y="60164"/>
                  <a:pt x="2953" y="46684"/>
                  <a:pt x="8858" y="35177"/>
                </a:cubicBezTo>
                <a:cubicBezTo>
                  <a:pt x="14763" y="23671"/>
                  <a:pt x="23165" y="14931"/>
                  <a:pt x="34064" y="8959"/>
                </a:cubicBezTo>
                <a:cubicBezTo>
                  <a:pt x="44963" y="2986"/>
                  <a:pt x="56958" y="0"/>
                  <a:pt x="70051" y="0"/>
                </a:cubicBezTo>
                <a:cubicBezTo>
                  <a:pt x="84898" y="0"/>
                  <a:pt x="97382" y="3779"/>
                  <a:pt x="107505" y="11338"/>
                </a:cubicBezTo>
                <a:cubicBezTo>
                  <a:pt x="117628" y="18896"/>
                  <a:pt x="124681" y="29525"/>
                  <a:pt x="128662" y="43225"/>
                </a:cubicBezTo>
                <a:lnTo>
                  <a:pt x="109328" y="47780"/>
                </a:lnTo>
                <a:cubicBezTo>
                  <a:pt x="105886" y="36982"/>
                  <a:pt x="100892" y="29120"/>
                  <a:pt x="94346" y="24194"/>
                </a:cubicBezTo>
                <a:cubicBezTo>
                  <a:pt x="87799" y="19267"/>
                  <a:pt x="79566" y="16804"/>
                  <a:pt x="69646" y="16804"/>
                </a:cubicBezTo>
                <a:cubicBezTo>
                  <a:pt x="58241" y="16804"/>
                  <a:pt x="48708" y="19537"/>
                  <a:pt x="41048" y="25004"/>
                </a:cubicBezTo>
                <a:cubicBezTo>
                  <a:pt x="33389" y="30470"/>
                  <a:pt x="28007" y="37809"/>
                  <a:pt x="24902" y="47021"/>
                </a:cubicBezTo>
                <a:cubicBezTo>
                  <a:pt x="21798" y="56233"/>
                  <a:pt x="20246" y="65731"/>
                  <a:pt x="20246" y="75517"/>
                </a:cubicBezTo>
                <a:cubicBezTo>
                  <a:pt x="20246" y="88137"/>
                  <a:pt x="22085" y="99154"/>
                  <a:pt x="25763" y="108568"/>
                </a:cubicBezTo>
                <a:cubicBezTo>
                  <a:pt x="29441" y="117983"/>
                  <a:pt x="35160" y="125018"/>
                  <a:pt x="42921" y="129675"/>
                </a:cubicBezTo>
                <a:cubicBezTo>
                  <a:pt x="50682" y="134331"/>
                  <a:pt x="59084" y="136659"/>
                  <a:pt x="68127" y="136659"/>
                </a:cubicBezTo>
                <a:cubicBezTo>
                  <a:pt x="79127" y="136659"/>
                  <a:pt x="88441" y="133488"/>
                  <a:pt x="96066" y="127144"/>
                </a:cubicBezTo>
                <a:cubicBezTo>
                  <a:pt x="103692" y="120800"/>
                  <a:pt x="108855" y="111386"/>
                  <a:pt x="111555" y="98901"/>
                </a:cubicBezTo>
                <a:close/>
                <a:moveTo>
                  <a:pt x="146241" y="97281"/>
                </a:moveTo>
                <a:cubicBezTo>
                  <a:pt x="146241" y="77373"/>
                  <a:pt x="151775" y="62627"/>
                  <a:pt x="162843" y="53044"/>
                </a:cubicBezTo>
                <a:cubicBezTo>
                  <a:pt x="172088" y="45081"/>
                  <a:pt x="183359" y="41099"/>
                  <a:pt x="196653" y="41099"/>
                </a:cubicBezTo>
                <a:cubicBezTo>
                  <a:pt x="211433" y="41099"/>
                  <a:pt x="223513" y="45941"/>
                  <a:pt x="232893" y="55625"/>
                </a:cubicBezTo>
                <a:cubicBezTo>
                  <a:pt x="242274" y="65310"/>
                  <a:pt x="246964" y="78689"/>
                  <a:pt x="246964" y="95763"/>
                </a:cubicBezTo>
                <a:cubicBezTo>
                  <a:pt x="246964" y="109597"/>
                  <a:pt x="244889" y="120480"/>
                  <a:pt x="240739" y="128409"/>
                </a:cubicBezTo>
                <a:cubicBezTo>
                  <a:pt x="236588" y="136339"/>
                  <a:pt x="230548" y="142497"/>
                  <a:pt x="222619" y="146884"/>
                </a:cubicBezTo>
                <a:cubicBezTo>
                  <a:pt x="214689" y="151270"/>
                  <a:pt x="206034" y="153463"/>
                  <a:pt x="196653" y="153463"/>
                </a:cubicBezTo>
                <a:cubicBezTo>
                  <a:pt x="181604" y="153463"/>
                  <a:pt x="169440" y="148638"/>
                  <a:pt x="160160" y="138988"/>
                </a:cubicBezTo>
                <a:cubicBezTo>
                  <a:pt x="150881" y="129337"/>
                  <a:pt x="146241" y="115435"/>
                  <a:pt x="146241" y="97281"/>
                </a:cubicBezTo>
                <a:moveTo>
                  <a:pt x="164969" y="97332"/>
                </a:moveTo>
                <a:cubicBezTo>
                  <a:pt x="164969" y="111082"/>
                  <a:pt x="167972" y="121378"/>
                  <a:pt x="173978" y="128219"/>
                </a:cubicBezTo>
                <a:cubicBezTo>
                  <a:pt x="179984" y="135061"/>
                  <a:pt x="187543" y="138481"/>
                  <a:pt x="196653" y="138481"/>
                </a:cubicBezTo>
                <a:cubicBezTo>
                  <a:pt x="205696" y="138481"/>
                  <a:pt x="213221" y="135044"/>
                  <a:pt x="219227" y="128169"/>
                </a:cubicBezTo>
                <a:cubicBezTo>
                  <a:pt x="225234" y="121294"/>
                  <a:pt x="228237" y="110812"/>
                  <a:pt x="228237" y="96724"/>
                </a:cubicBezTo>
                <a:cubicBezTo>
                  <a:pt x="228237" y="83447"/>
                  <a:pt x="225217" y="73387"/>
                  <a:pt x="219177" y="66546"/>
                </a:cubicBezTo>
                <a:cubicBezTo>
                  <a:pt x="213137" y="59704"/>
                  <a:pt x="205629" y="56283"/>
                  <a:pt x="196653" y="56283"/>
                </a:cubicBezTo>
                <a:cubicBezTo>
                  <a:pt x="187543" y="56283"/>
                  <a:pt x="179984" y="59687"/>
                  <a:pt x="173978" y="66495"/>
                </a:cubicBezTo>
                <a:cubicBezTo>
                  <a:pt x="167972" y="73303"/>
                  <a:pt x="164969" y="83582"/>
                  <a:pt x="164969" y="97332"/>
                </a:cubicBezTo>
                <a:close/>
                <a:moveTo>
                  <a:pt x="268292" y="151034"/>
                </a:moveTo>
                <a:lnTo>
                  <a:pt x="268292" y="43529"/>
                </a:lnTo>
                <a:lnTo>
                  <a:pt x="284691" y="43529"/>
                </a:lnTo>
                <a:lnTo>
                  <a:pt x="284691" y="58814"/>
                </a:lnTo>
                <a:cubicBezTo>
                  <a:pt x="292587" y="47004"/>
                  <a:pt x="303992" y="41099"/>
                  <a:pt x="318907" y="41099"/>
                </a:cubicBezTo>
                <a:cubicBezTo>
                  <a:pt x="325386" y="41099"/>
                  <a:pt x="331341" y="42263"/>
                  <a:pt x="336774" y="44591"/>
                </a:cubicBezTo>
                <a:cubicBezTo>
                  <a:pt x="342206" y="46920"/>
                  <a:pt x="346272" y="49973"/>
                  <a:pt x="348972" y="53753"/>
                </a:cubicBezTo>
                <a:cubicBezTo>
                  <a:pt x="351671" y="57532"/>
                  <a:pt x="353561" y="62020"/>
                  <a:pt x="354641" y="67216"/>
                </a:cubicBezTo>
                <a:cubicBezTo>
                  <a:pt x="355316" y="70590"/>
                  <a:pt x="355653" y="76496"/>
                  <a:pt x="355653" y="84931"/>
                </a:cubicBezTo>
                <a:lnTo>
                  <a:pt x="355653" y="151034"/>
                </a:lnTo>
                <a:lnTo>
                  <a:pt x="337432" y="151034"/>
                </a:lnTo>
                <a:lnTo>
                  <a:pt x="337432" y="85640"/>
                </a:lnTo>
                <a:cubicBezTo>
                  <a:pt x="337432" y="78216"/>
                  <a:pt x="336723" y="72666"/>
                  <a:pt x="335306" y="68988"/>
                </a:cubicBezTo>
                <a:cubicBezTo>
                  <a:pt x="333889" y="65310"/>
                  <a:pt x="331375" y="62374"/>
                  <a:pt x="327764" y="60181"/>
                </a:cubicBezTo>
                <a:cubicBezTo>
                  <a:pt x="324154" y="57987"/>
                  <a:pt x="319919" y="56891"/>
                  <a:pt x="315060" y="56891"/>
                </a:cubicBezTo>
                <a:cubicBezTo>
                  <a:pt x="307299" y="56891"/>
                  <a:pt x="300601" y="59354"/>
                  <a:pt x="294966" y="64281"/>
                </a:cubicBezTo>
                <a:cubicBezTo>
                  <a:pt x="289331" y="69207"/>
                  <a:pt x="286514" y="78554"/>
                  <a:pt x="286514" y="92321"/>
                </a:cubicBezTo>
                <a:lnTo>
                  <a:pt x="286514" y="151034"/>
                </a:lnTo>
                <a:lnTo>
                  <a:pt x="268292" y="151034"/>
                </a:lnTo>
                <a:close/>
                <a:moveTo>
                  <a:pt x="413423" y="151034"/>
                </a:moveTo>
                <a:lnTo>
                  <a:pt x="372527" y="43529"/>
                </a:lnTo>
                <a:lnTo>
                  <a:pt x="391760" y="43529"/>
                </a:lnTo>
                <a:lnTo>
                  <a:pt x="414840" y="107910"/>
                </a:lnTo>
                <a:cubicBezTo>
                  <a:pt x="417337" y="114861"/>
                  <a:pt x="419632" y="122082"/>
                  <a:pt x="421724" y="129573"/>
                </a:cubicBezTo>
                <a:cubicBezTo>
                  <a:pt x="423344" y="123904"/>
                  <a:pt x="425605" y="117088"/>
                  <a:pt x="428506" y="109125"/>
                </a:cubicBezTo>
                <a:lnTo>
                  <a:pt x="452396" y="43529"/>
                </a:lnTo>
                <a:lnTo>
                  <a:pt x="471124" y="43529"/>
                </a:lnTo>
                <a:lnTo>
                  <a:pt x="430430" y="151034"/>
                </a:lnTo>
                <a:lnTo>
                  <a:pt x="413423" y="151034"/>
                </a:lnTo>
                <a:close/>
                <a:moveTo>
                  <a:pt x="476635" y="151034"/>
                </a:moveTo>
                <a:lnTo>
                  <a:pt x="476635" y="130181"/>
                </a:lnTo>
                <a:lnTo>
                  <a:pt x="497387" y="130181"/>
                </a:lnTo>
                <a:lnTo>
                  <a:pt x="497387" y="151034"/>
                </a:lnTo>
                <a:cubicBezTo>
                  <a:pt x="497387" y="158660"/>
                  <a:pt x="496038" y="164818"/>
                  <a:pt x="493338" y="169508"/>
                </a:cubicBezTo>
                <a:cubicBezTo>
                  <a:pt x="490639" y="174199"/>
                  <a:pt x="486353" y="177826"/>
                  <a:pt x="480482" y="180390"/>
                </a:cubicBezTo>
                <a:lnTo>
                  <a:pt x="475421" y="172495"/>
                </a:lnTo>
                <a:cubicBezTo>
                  <a:pt x="479267" y="170816"/>
                  <a:pt x="482102" y="168347"/>
                  <a:pt x="483924" y="165089"/>
                </a:cubicBezTo>
                <a:cubicBezTo>
                  <a:pt x="485746" y="161831"/>
                  <a:pt x="486758" y="157146"/>
                  <a:pt x="486961" y="151034"/>
                </a:cubicBezTo>
                <a:lnTo>
                  <a:pt x="476635" y="151034"/>
                </a:lnTo>
                <a:close/>
                <a:moveTo>
                  <a:pt x="586327" y="151034"/>
                </a:moveTo>
                <a:lnTo>
                  <a:pt x="586327" y="2632"/>
                </a:lnTo>
                <a:lnTo>
                  <a:pt x="604548" y="2632"/>
                </a:lnTo>
                <a:lnTo>
                  <a:pt x="604548" y="151034"/>
                </a:lnTo>
                <a:lnTo>
                  <a:pt x="586327" y="151034"/>
                </a:lnTo>
                <a:close/>
                <a:moveTo>
                  <a:pt x="632858" y="23485"/>
                </a:moveTo>
                <a:lnTo>
                  <a:pt x="632858" y="2632"/>
                </a:lnTo>
                <a:lnTo>
                  <a:pt x="651079" y="2632"/>
                </a:lnTo>
                <a:lnTo>
                  <a:pt x="651079" y="23485"/>
                </a:lnTo>
                <a:lnTo>
                  <a:pt x="632858" y="23485"/>
                </a:lnTo>
                <a:moveTo>
                  <a:pt x="632858" y="151034"/>
                </a:moveTo>
                <a:lnTo>
                  <a:pt x="632858" y="43529"/>
                </a:lnTo>
                <a:lnTo>
                  <a:pt x="651079" y="43529"/>
                </a:lnTo>
                <a:lnTo>
                  <a:pt x="651079" y="151034"/>
                </a:lnTo>
                <a:lnTo>
                  <a:pt x="632858" y="151034"/>
                </a:lnTo>
                <a:close/>
                <a:moveTo>
                  <a:pt x="678781" y="151034"/>
                </a:moveTo>
                <a:lnTo>
                  <a:pt x="678781" y="43529"/>
                </a:lnTo>
                <a:lnTo>
                  <a:pt x="695180" y="43529"/>
                </a:lnTo>
                <a:lnTo>
                  <a:pt x="695180" y="58814"/>
                </a:lnTo>
                <a:cubicBezTo>
                  <a:pt x="703076" y="47004"/>
                  <a:pt x="714481" y="41099"/>
                  <a:pt x="729395" y="41099"/>
                </a:cubicBezTo>
                <a:cubicBezTo>
                  <a:pt x="735874" y="41099"/>
                  <a:pt x="741830" y="42263"/>
                  <a:pt x="747262" y="44591"/>
                </a:cubicBezTo>
                <a:cubicBezTo>
                  <a:pt x="752695" y="46920"/>
                  <a:pt x="756761" y="49973"/>
                  <a:pt x="759460" y="53753"/>
                </a:cubicBezTo>
                <a:cubicBezTo>
                  <a:pt x="762160" y="57532"/>
                  <a:pt x="764049" y="62020"/>
                  <a:pt x="765129" y="67216"/>
                </a:cubicBezTo>
                <a:cubicBezTo>
                  <a:pt x="765804" y="70590"/>
                  <a:pt x="766141" y="76496"/>
                  <a:pt x="766141" y="84931"/>
                </a:cubicBezTo>
                <a:lnTo>
                  <a:pt x="766141" y="151034"/>
                </a:lnTo>
                <a:lnTo>
                  <a:pt x="747920" y="151034"/>
                </a:lnTo>
                <a:lnTo>
                  <a:pt x="747920" y="85640"/>
                </a:lnTo>
                <a:cubicBezTo>
                  <a:pt x="747920" y="78216"/>
                  <a:pt x="747212" y="72666"/>
                  <a:pt x="745794" y="68988"/>
                </a:cubicBezTo>
                <a:cubicBezTo>
                  <a:pt x="744377" y="65310"/>
                  <a:pt x="741863" y="62374"/>
                  <a:pt x="738253" y="60181"/>
                </a:cubicBezTo>
                <a:cubicBezTo>
                  <a:pt x="734642" y="57987"/>
                  <a:pt x="730408" y="56891"/>
                  <a:pt x="725549" y="56891"/>
                </a:cubicBezTo>
                <a:cubicBezTo>
                  <a:pt x="717788" y="56891"/>
                  <a:pt x="711090" y="59354"/>
                  <a:pt x="705455" y="64281"/>
                </a:cubicBezTo>
                <a:cubicBezTo>
                  <a:pt x="699819" y="69207"/>
                  <a:pt x="697002" y="78554"/>
                  <a:pt x="697002" y="92321"/>
                </a:cubicBezTo>
                <a:lnTo>
                  <a:pt x="697002" y="151034"/>
                </a:lnTo>
                <a:lnTo>
                  <a:pt x="678781" y="151034"/>
                </a:lnTo>
                <a:close/>
                <a:moveTo>
                  <a:pt x="867642" y="116211"/>
                </a:moveTo>
                <a:lnTo>
                  <a:pt x="886471" y="118641"/>
                </a:lnTo>
                <a:cubicBezTo>
                  <a:pt x="883502" y="129672"/>
                  <a:pt x="878002" y="138235"/>
                  <a:pt x="869971" y="144327"/>
                </a:cubicBezTo>
                <a:cubicBezTo>
                  <a:pt x="861940" y="150418"/>
                  <a:pt x="851682" y="153463"/>
                  <a:pt x="839197" y="153463"/>
                </a:cubicBezTo>
                <a:cubicBezTo>
                  <a:pt x="823473" y="153463"/>
                  <a:pt x="811005" y="148621"/>
                  <a:pt x="801793" y="138937"/>
                </a:cubicBezTo>
                <a:cubicBezTo>
                  <a:pt x="792581" y="129253"/>
                  <a:pt x="787975" y="115671"/>
                  <a:pt x="787975" y="98192"/>
                </a:cubicBezTo>
                <a:cubicBezTo>
                  <a:pt x="787975" y="80106"/>
                  <a:pt x="792632" y="66069"/>
                  <a:pt x="801945" y="56081"/>
                </a:cubicBezTo>
                <a:cubicBezTo>
                  <a:pt x="811258" y="46093"/>
                  <a:pt x="823338" y="41099"/>
                  <a:pt x="838185" y="41099"/>
                </a:cubicBezTo>
                <a:cubicBezTo>
                  <a:pt x="852559" y="41099"/>
                  <a:pt x="864302" y="45984"/>
                  <a:pt x="873412" y="55755"/>
                </a:cubicBezTo>
                <a:cubicBezTo>
                  <a:pt x="882523" y="65524"/>
                  <a:pt x="887078" y="79268"/>
                  <a:pt x="887078" y="96987"/>
                </a:cubicBezTo>
                <a:cubicBezTo>
                  <a:pt x="887078" y="98065"/>
                  <a:pt x="887045" y="99681"/>
                  <a:pt x="886977" y="101837"/>
                </a:cubicBezTo>
                <a:lnTo>
                  <a:pt x="806804" y="101837"/>
                </a:lnTo>
                <a:cubicBezTo>
                  <a:pt x="807479" y="113680"/>
                  <a:pt x="810819" y="122749"/>
                  <a:pt x="816825" y="129042"/>
                </a:cubicBezTo>
                <a:cubicBezTo>
                  <a:pt x="822832" y="135335"/>
                  <a:pt x="830323" y="138481"/>
                  <a:pt x="839298" y="138481"/>
                </a:cubicBezTo>
                <a:cubicBezTo>
                  <a:pt x="845979" y="138481"/>
                  <a:pt x="851682" y="136711"/>
                  <a:pt x="856406" y="133170"/>
                </a:cubicBezTo>
                <a:cubicBezTo>
                  <a:pt x="861130" y="129627"/>
                  <a:pt x="864875" y="123974"/>
                  <a:pt x="867642" y="116211"/>
                </a:cubicBezTo>
                <a:moveTo>
                  <a:pt x="807816" y="86855"/>
                </a:moveTo>
                <a:lnTo>
                  <a:pt x="867845" y="86855"/>
                </a:lnTo>
                <a:cubicBezTo>
                  <a:pt x="867035" y="77841"/>
                  <a:pt x="864741" y="71081"/>
                  <a:pt x="860961" y="66574"/>
                </a:cubicBezTo>
                <a:cubicBezTo>
                  <a:pt x="855157" y="59579"/>
                  <a:pt x="847633" y="56081"/>
                  <a:pt x="838387" y="56081"/>
                </a:cubicBezTo>
                <a:cubicBezTo>
                  <a:pt x="830019" y="56081"/>
                  <a:pt x="822983" y="58873"/>
                  <a:pt x="817281" y="64458"/>
                </a:cubicBezTo>
                <a:cubicBezTo>
                  <a:pt x="811578" y="70040"/>
                  <a:pt x="808423" y="77506"/>
                  <a:pt x="807816" y="86855"/>
                </a:cubicBezTo>
                <a:close/>
                <a:moveTo>
                  <a:pt x="979470" y="137469"/>
                </a:moveTo>
                <a:cubicBezTo>
                  <a:pt x="972721" y="143317"/>
                  <a:pt x="966225" y="147446"/>
                  <a:pt x="959983" y="149854"/>
                </a:cubicBezTo>
                <a:cubicBezTo>
                  <a:pt x="953741" y="152260"/>
                  <a:pt x="947043" y="153463"/>
                  <a:pt x="939889" y="153463"/>
                </a:cubicBezTo>
                <a:cubicBezTo>
                  <a:pt x="928079" y="153463"/>
                  <a:pt x="919002" y="150578"/>
                  <a:pt x="912658" y="144808"/>
                </a:cubicBezTo>
                <a:cubicBezTo>
                  <a:pt x="906315" y="139038"/>
                  <a:pt x="903143" y="131665"/>
                  <a:pt x="903143" y="122690"/>
                </a:cubicBezTo>
                <a:cubicBezTo>
                  <a:pt x="903143" y="117426"/>
                  <a:pt x="904341" y="112617"/>
                  <a:pt x="906736" y="108265"/>
                </a:cubicBezTo>
                <a:cubicBezTo>
                  <a:pt x="909132" y="103912"/>
                  <a:pt x="912270" y="100419"/>
                  <a:pt x="916151" y="97787"/>
                </a:cubicBezTo>
                <a:cubicBezTo>
                  <a:pt x="920031" y="95155"/>
                  <a:pt x="924401" y="93165"/>
                  <a:pt x="929260" y="91815"/>
                </a:cubicBezTo>
                <a:cubicBezTo>
                  <a:pt x="932837" y="90870"/>
                  <a:pt x="938236" y="89959"/>
                  <a:pt x="945457" y="89082"/>
                </a:cubicBezTo>
                <a:cubicBezTo>
                  <a:pt x="960169" y="87327"/>
                  <a:pt x="971000" y="85235"/>
                  <a:pt x="977951" y="82805"/>
                </a:cubicBezTo>
                <a:cubicBezTo>
                  <a:pt x="978019" y="80319"/>
                  <a:pt x="978052" y="78739"/>
                  <a:pt x="978052" y="78067"/>
                </a:cubicBezTo>
                <a:cubicBezTo>
                  <a:pt x="978052" y="70671"/>
                  <a:pt x="976332" y="65460"/>
                  <a:pt x="972890" y="62436"/>
                </a:cubicBezTo>
                <a:cubicBezTo>
                  <a:pt x="968233" y="58334"/>
                  <a:pt x="961316" y="56283"/>
                  <a:pt x="952138" y="56283"/>
                </a:cubicBezTo>
                <a:cubicBezTo>
                  <a:pt x="943567" y="56283"/>
                  <a:pt x="937240" y="57785"/>
                  <a:pt x="933157" y="60788"/>
                </a:cubicBezTo>
                <a:cubicBezTo>
                  <a:pt x="929074" y="63791"/>
                  <a:pt x="926054" y="69106"/>
                  <a:pt x="924097" y="76732"/>
                </a:cubicBezTo>
                <a:lnTo>
                  <a:pt x="906281" y="74302"/>
                </a:lnTo>
                <a:cubicBezTo>
                  <a:pt x="907901" y="66653"/>
                  <a:pt x="910566" y="60476"/>
                  <a:pt x="914278" y="55771"/>
                </a:cubicBezTo>
                <a:cubicBezTo>
                  <a:pt x="917990" y="51066"/>
                  <a:pt x="923355" y="47445"/>
                  <a:pt x="930373" y="44908"/>
                </a:cubicBezTo>
                <a:cubicBezTo>
                  <a:pt x="937392" y="42369"/>
                  <a:pt x="945524" y="41099"/>
                  <a:pt x="954770" y="41099"/>
                </a:cubicBezTo>
                <a:cubicBezTo>
                  <a:pt x="963948" y="41099"/>
                  <a:pt x="971405" y="42183"/>
                  <a:pt x="977141" y="44351"/>
                </a:cubicBezTo>
                <a:cubicBezTo>
                  <a:pt x="982878" y="46517"/>
                  <a:pt x="987096" y="49243"/>
                  <a:pt x="989795" y="52528"/>
                </a:cubicBezTo>
                <a:cubicBezTo>
                  <a:pt x="992494" y="55812"/>
                  <a:pt x="994384" y="59960"/>
                  <a:pt x="995464" y="64973"/>
                </a:cubicBezTo>
                <a:cubicBezTo>
                  <a:pt x="996071" y="68088"/>
                  <a:pt x="996375" y="73683"/>
                  <a:pt x="996375" y="81758"/>
                </a:cubicBezTo>
                <a:lnTo>
                  <a:pt x="996375" y="105984"/>
                </a:lnTo>
                <a:cubicBezTo>
                  <a:pt x="996375" y="122874"/>
                  <a:pt x="996763" y="133572"/>
                  <a:pt x="997539" y="138077"/>
                </a:cubicBezTo>
                <a:cubicBezTo>
                  <a:pt x="998315" y="142581"/>
                  <a:pt x="999850" y="146900"/>
                  <a:pt x="1002145" y="151034"/>
                </a:cubicBezTo>
                <a:lnTo>
                  <a:pt x="983114" y="151034"/>
                </a:lnTo>
                <a:cubicBezTo>
                  <a:pt x="981224" y="147168"/>
                  <a:pt x="980009" y="142647"/>
                  <a:pt x="979470" y="137469"/>
                </a:cubicBezTo>
                <a:moveTo>
                  <a:pt x="977951" y="97180"/>
                </a:moveTo>
                <a:cubicBezTo>
                  <a:pt x="971338" y="99867"/>
                  <a:pt x="961417" y="102151"/>
                  <a:pt x="948190" y="104032"/>
                </a:cubicBezTo>
                <a:cubicBezTo>
                  <a:pt x="940699" y="105105"/>
                  <a:pt x="935401" y="106314"/>
                  <a:pt x="932297" y="107657"/>
                </a:cubicBezTo>
                <a:cubicBezTo>
                  <a:pt x="929192" y="109001"/>
                  <a:pt x="926797" y="110965"/>
                  <a:pt x="925110" y="113551"/>
                </a:cubicBezTo>
                <a:cubicBezTo>
                  <a:pt x="923422" y="116136"/>
                  <a:pt x="922579" y="119008"/>
                  <a:pt x="922579" y="122165"/>
                </a:cubicBezTo>
                <a:cubicBezTo>
                  <a:pt x="922579" y="127000"/>
                  <a:pt x="924418" y="131031"/>
                  <a:pt x="928096" y="134255"/>
                </a:cubicBezTo>
                <a:cubicBezTo>
                  <a:pt x="931774" y="137478"/>
                  <a:pt x="937156" y="139089"/>
                  <a:pt x="944242" y="139089"/>
                </a:cubicBezTo>
                <a:cubicBezTo>
                  <a:pt x="951260" y="139089"/>
                  <a:pt x="957503" y="137559"/>
                  <a:pt x="962969" y="134499"/>
                </a:cubicBezTo>
                <a:cubicBezTo>
                  <a:pt x="968436" y="131437"/>
                  <a:pt x="972451" y="127253"/>
                  <a:pt x="975016" y="121950"/>
                </a:cubicBezTo>
                <a:cubicBezTo>
                  <a:pt x="976973" y="117856"/>
                  <a:pt x="977951" y="111815"/>
                  <a:pt x="977951" y="103826"/>
                </a:cubicBezTo>
                <a:lnTo>
                  <a:pt x="977951" y="97180"/>
                </a:lnTo>
                <a:close/>
                <a:moveTo>
                  <a:pt x="1024384" y="151034"/>
                </a:moveTo>
                <a:lnTo>
                  <a:pt x="1024384" y="43529"/>
                </a:lnTo>
                <a:lnTo>
                  <a:pt x="1040783" y="43529"/>
                </a:lnTo>
                <a:lnTo>
                  <a:pt x="1040783" y="59826"/>
                </a:lnTo>
                <a:cubicBezTo>
                  <a:pt x="1044967" y="52201"/>
                  <a:pt x="1048831" y="47173"/>
                  <a:pt x="1052374" y="44743"/>
                </a:cubicBezTo>
                <a:cubicBezTo>
                  <a:pt x="1055917" y="42314"/>
                  <a:pt x="1059814" y="41099"/>
                  <a:pt x="1064066" y="41099"/>
                </a:cubicBezTo>
                <a:cubicBezTo>
                  <a:pt x="1070207" y="41099"/>
                  <a:pt x="1076450" y="43056"/>
                  <a:pt x="1082793" y="46970"/>
                </a:cubicBezTo>
                <a:lnTo>
                  <a:pt x="1076517" y="63863"/>
                </a:lnTo>
                <a:cubicBezTo>
                  <a:pt x="1072063" y="61239"/>
                  <a:pt x="1067609" y="59928"/>
                  <a:pt x="1063155" y="59928"/>
                </a:cubicBezTo>
                <a:cubicBezTo>
                  <a:pt x="1059173" y="59928"/>
                  <a:pt x="1055596" y="61126"/>
                  <a:pt x="1052425" y="63521"/>
                </a:cubicBezTo>
                <a:cubicBezTo>
                  <a:pt x="1049253" y="65917"/>
                  <a:pt x="1046992" y="69241"/>
                  <a:pt x="1045642" y="73492"/>
                </a:cubicBezTo>
                <a:cubicBezTo>
                  <a:pt x="1043618" y="79971"/>
                  <a:pt x="1042605" y="87057"/>
                  <a:pt x="1042605" y="94750"/>
                </a:cubicBezTo>
                <a:lnTo>
                  <a:pt x="1042605" y="151034"/>
                </a:lnTo>
                <a:lnTo>
                  <a:pt x="1024384" y="1510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layers">
            <a:extLst xmlns:a="http://schemas.openxmlformats.org/drawingml/2006/main">
              <a:ext uri="{FF2B5EF4-FFF2-40B4-BE49-F238E27FC236}">
                <a16:creationId xmlns:a16="http://schemas.microsoft.com/office/drawing/2014/main" id="{EC624421-A605-4E73-96D0-04C69981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3668" y="1457092"/>
            <a:ext cx="531658" cy="192133"/>
          </a:xfrm>
          <a:custGeom xmlns:a="http://schemas.openxmlformats.org/drawingml/2006/main">
            <a:pathLst>
              <a:path w="531658" h="192133">
                <a:moveTo>
                  <a:pt x="0" y="148402"/>
                </a:moveTo>
                <a:lnTo>
                  <a:pt x="0" y="0"/>
                </a:lnTo>
                <a:lnTo>
                  <a:pt x="18221" y="0"/>
                </a:lnTo>
                <a:lnTo>
                  <a:pt x="18221" y="148402"/>
                </a:lnTo>
                <a:lnTo>
                  <a:pt x="0" y="148402"/>
                </a:lnTo>
                <a:close/>
                <a:moveTo>
                  <a:pt x="116582" y="134837"/>
                </a:moveTo>
                <a:cubicBezTo>
                  <a:pt x="109833" y="140685"/>
                  <a:pt x="103337" y="144814"/>
                  <a:pt x="97095" y="147222"/>
                </a:cubicBezTo>
                <a:cubicBezTo>
                  <a:pt x="90853" y="149628"/>
                  <a:pt x="84155" y="150831"/>
                  <a:pt x="77001" y="150831"/>
                </a:cubicBezTo>
                <a:cubicBezTo>
                  <a:pt x="65191" y="150831"/>
                  <a:pt x="56114" y="147946"/>
                  <a:pt x="49770" y="142176"/>
                </a:cubicBezTo>
                <a:cubicBezTo>
                  <a:pt x="43427" y="136406"/>
                  <a:pt x="40255" y="129033"/>
                  <a:pt x="40255" y="120058"/>
                </a:cubicBezTo>
                <a:cubicBezTo>
                  <a:pt x="40255" y="114794"/>
                  <a:pt x="41453" y="109985"/>
                  <a:pt x="43848" y="105633"/>
                </a:cubicBezTo>
                <a:cubicBezTo>
                  <a:pt x="46244" y="101280"/>
                  <a:pt x="49382" y="97787"/>
                  <a:pt x="53263" y="95155"/>
                </a:cubicBezTo>
                <a:cubicBezTo>
                  <a:pt x="57143" y="92523"/>
                  <a:pt x="61513" y="90533"/>
                  <a:pt x="66372" y="89183"/>
                </a:cubicBezTo>
                <a:cubicBezTo>
                  <a:pt x="69949" y="88238"/>
                  <a:pt x="75348" y="87327"/>
                  <a:pt x="82569" y="86450"/>
                </a:cubicBezTo>
                <a:cubicBezTo>
                  <a:pt x="97281" y="84695"/>
                  <a:pt x="108112" y="82603"/>
                  <a:pt x="115063" y="80173"/>
                </a:cubicBezTo>
                <a:cubicBezTo>
                  <a:pt x="115131" y="77687"/>
                  <a:pt x="115164" y="76107"/>
                  <a:pt x="115164" y="75435"/>
                </a:cubicBezTo>
                <a:cubicBezTo>
                  <a:pt x="115164" y="68039"/>
                  <a:pt x="113444" y="62829"/>
                  <a:pt x="110002" y="59804"/>
                </a:cubicBezTo>
                <a:cubicBezTo>
                  <a:pt x="105345" y="55702"/>
                  <a:pt x="98428" y="53651"/>
                  <a:pt x="89250" y="53651"/>
                </a:cubicBezTo>
                <a:cubicBezTo>
                  <a:pt x="80679" y="53651"/>
                  <a:pt x="74352" y="55153"/>
                  <a:pt x="70269" y="58156"/>
                </a:cubicBezTo>
                <a:cubicBezTo>
                  <a:pt x="66186" y="61159"/>
                  <a:pt x="63166" y="66474"/>
                  <a:pt x="61209" y="74100"/>
                </a:cubicBezTo>
                <a:lnTo>
                  <a:pt x="43393" y="71670"/>
                </a:lnTo>
                <a:cubicBezTo>
                  <a:pt x="45013" y="64021"/>
                  <a:pt x="47678" y="57844"/>
                  <a:pt x="51390" y="53139"/>
                </a:cubicBezTo>
                <a:cubicBezTo>
                  <a:pt x="55102" y="48434"/>
                  <a:pt x="60467" y="44813"/>
                  <a:pt x="67485" y="42276"/>
                </a:cubicBezTo>
                <a:cubicBezTo>
                  <a:pt x="74504" y="39737"/>
                  <a:pt x="82636" y="38467"/>
                  <a:pt x="91882" y="38467"/>
                </a:cubicBezTo>
                <a:cubicBezTo>
                  <a:pt x="101060" y="38467"/>
                  <a:pt x="108517" y="39551"/>
                  <a:pt x="114253" y="41719"/>
                </a:cubicBezTo>
                <a:cubicBezTo>
                  <a:pt x="119990" y="43885"/>
                  <a:pt x="124208" y="46611"/>
                  <a:pt x="126907" y="49896"/>
                </a:cubicBezTo>
                <a:cubicBezTo>
                  <a:pt x="129606" y="53180"/>
                  <a:pt x="131496" y="57328"/>
                  <a:pt x="132576" y="62341"/>
                </a:cubicBezTo>
                <a:cubicBezTo>
                  <a:pt x="133183" y="65456"/>
                  <a:pt x="133487" y="71051"/>
                  <a:pt x="133487" y="79126"/>
                </a:cubicBezTo>
                <a:lnTo>
                  <a:pt x="133487" y="103352"/>
                </a:lnTo>
                <a:cubicBezTo>
                  <a:pt x="133487" y="120242"/>
                  <a:pt x="133875" y="130940"/>
                  <a:pt x="134651" y="135445"/>
                </a:cubicBezTo>
                <a:cubicBezTo>
                  <a:pt x="135427" y="139949"/>
                  <a:pt x="136962" y="144268"/>
                  <a:pt x="139257" y="148402"/>
                </a:cubicBezTo>
                <a:lnTo>
                  <a:pt x="120226" y="148402"/>
                </a:lnTo>
                <a:cubicBezTo>
                  <a:pt x="118336" y="144536"/>
                  <a:pt x="117122" y="140015"/>
                  <a:pt x="116582" y="134837"/>
                </a:cubicBezTo>
                <a:moveTo>
                  <a:pt x="115063" y="94548"/>
                </a:moveTo>
                <a:cubicBezTo>
                  <a:pt x="108450" y="97235"/>
                  <a:pt x="98529" y="99519"/>
                  <a:pt x="85302" y="101400"/>
                </a:cubicBezTo>
                <a:cubicBezTo>
                  <a:pt x="77811" y="102473"/>
                  <a:pt x="72513" y="103682"/>
                  <a:pt x="69409" y="105025"/>
                </a:cubicBezTo>
                <a:cubicBezTo>
                  <a:pt x="66304" y="106369"/>
                  <a:pt x="63909" y="108333"/>
                  <a:pt x="62222" y="110919"/>
                </a:cubicBezTo>
                <a:cubicBezTo>
                  <a:pt x="60534" y="113504"/>
                  <a:pt x="59691" y="116376"/>
                  <a:pt x="59691" y="119533"/>
                </a:cubicBezTo>
                <a:cubicBezTo>
                  <a:pt x="59691" y="124368"/>
                  <a:pt x="61530" y="128399"/>
                  <a:pt x="65208" y="131623"/>
                </a:cubicBezTo>
                <a:cubicBezTo>
                  <a:pt x="68886" y="134846"/>
                  <a:pt x="74268" y="136457"/>
                  <a:pt x="81354" y="136457"/>
                </a:cubicBezTo>
                <a:cubicBezTo>
                  <a:pt x="88372" y="136457"/>
                  <a:pt x="94615" y="134927"/>
                  <a:pt x="100081" y="131867"/>
                </a:cubicBezTo>
                <a:cubicBezTo>
                  <a:pt x="105548" y="128805"/>
                  <a:pt x="109563" y="124622"/>
                  <a:pt x="112128" y="119318"/>
                </a:cubicBezTo>
                <a:cubicBezTo>
                  <a:pt x="114085" y="115224"/>
                  <a:pt x="115063" y="109183"/>
                  <a:pt x="115063" y="101194"/>
                </a:cubicBezTo>
                <a:lnTo>
                  <a:pt x="115063" y="94548"/>
                </a:lnTo>
                <a:close/>
                <a:moveTo>
                  <a:pt x="160889" y="189919"/>
                </a:moveTo>
                <a:lnTo>
                  <a:pt x="158864" y="172899"/>
                </a:lnTo>
                <a:cubicBezTo>
                  <a:pt x="162846" y="173979"/>
                  <a:pt x="166321" y="174519"/>
                  <a:pt x="169291" y="174519"/>
                </a:cubicBezTo>
                <a:cubicBezTo>
                  <a:pt x="173340" y="174519"/>
                  <a:pt x="176579" y="173843"/>
                  <a:pt x="179009" y="172491"/>
                </a:cubicBezTo>
                <a:cubicBezTo>
                  <a:pt x="181438" y="171140"/>
                  <a:pt x="183429" y="169247"/>
                  <a:pt x="184981" y="166813"/>
                </a:cubicBezTo>
                <a:cubicBezTo>
                  <a:pt x="186128" y="164989"/>
                  <a:pt x="187984" y="160461"/>
                  <a:pt x="190549" y="153229"/>
                </a:cubicBezTo>
                <a:cubicBezTo>
                  <a:pt x="190886" y="152215"/>
                  <a:pt x="191426" y="150728"/>
                  <a:pt x="192168" y="148769"/>
                </a:cubicBezTo>
                <a:lnTo>
                  <a:pt x="151373" y="40897"/>
                </a:lnTo>
                <a:lnTo>
                  <a:pt x="171012" y="40897"/>
                </a:lnTo>
                <a:lnTo>
                  <a:pt x="193383" y="103172"/>
                </a:lnTo>
                <a:cubicBezTo>
                  <a:pt x="196285" y="111069"/>
                  <a:pt x="198883" y="119372"/>
                  <a:pt x="201178" y="128080"/>
                </a:cubicBezTo>
                <a:cubicBezTo>
                  <a:pt x="203270" y="119693"/>
                  <a:pt x="205767" y="111520"/>
                  <a:pt x="208669" y="103561"/>
                </a:cubicBezTo>
                <a:lnTo>
                  <a:pt x="231648" y="40897"/>
                </a:lnTo>
                <a:lnTo>
                  <a:pt x="249869" y="40897"/>
                </a:lnTo>
                <a:lnTo>
                  <a:pt x="208973" y="150211"/>
                </a:lnTo>
                <a:cubicBezTo>
                  <a:pt x="204586" y="162053"/>
                  <a:pt x="201178" y="170207"/>
                  <a:pt x="198748" y="174674"/>
                </a:cubicBezTo>
                <a:cubicBezTo>
                  <a:pt x="195509" y="180697"/>
                  <a:pt x="191797" y="185112"/>
                  <a:pt x="187613" y="187919"/>
                </a:cubicBezTo>
                <a:cubicBezTo>
                  <a:pt x="183429" y="190728"/>
                  <a:pt x="178435" y="192133"/>
                  <a:pt x="172631" y="192133"/>
                </a:cubicBezTo>
                <a:cubicBezTo>
                  <a:pt x="169122" y="192133"/>
                  <a:pt x="165208" y="191395"/>
                  <a:pt x="160889" y="189919"/>
                </a:cubicBezTo>
                <a:close/>
                <a:moveTo>
                  <a:pt x="338951" y="113579"/>
                </a:moveTo>
                <a:lnTo>
                  <a:pt x="357779" y="116009"/>
                </a:lnTo>
                <a:cubicBezTo>
                  <a:pt x="354810" y="127040"/>
                  <a:pt x="349310" y="135603"/>
                  <a:pt x="341279" y="141696"/>
                </a:cubicBezTo>
                <a:cubicBezTo>
                  <a:pt x="333248" y="147786"/>
                  <a:pt x="322990" y="150831"/>
                  <a:pt x="310505" y="150831"/>
                </a:cubicBezTo>
                <a:cubicBezTo>
                  <a:pt x="294781" y="150831"/>
                  <a:pt x="282313" y="145989"/>
                  <a:pt x="273101" y="136305"/>
                </a:cubicBezTo>
                <a:cubicBezTo>
                  <a:pt x="263889" y="126621"/>
                  <a:pt x="259283" y="113039"/>
                  <a:pt x="259283" y="95560"/>
                </a:cubicBezTo>
                <a:cubicBezTo>
                  <a:pt x="259283" y="77474"/>
                  <a:pt x="263940" y="63437"/>
                  <a:pt x="273253" y="53449"/>
                </a:cubicBezTo>
                <a:cubicBezTo>
                  <a:pt x="282566" y="43461"/>
                  <a:pt x="294646" y="38467"/>
                  <a:pt x="309493" y="38467"/>
                </a:cubicBezTo>
                <a:cubicBezTo>
                  <a:pt x="323868" y="38467"/>
                  <a:pt x="335610" y="43352"/>
                  <a:pt x="344721" y="53123"/>
                </a:cubicBezTo>
                <a:cubicBezTo>
                  <a:pt x="353831" y="62892"/>
                  <a:pt x="358387" y="76636"/>
                  <a:pt x="358387" y="94355"/>
                </a:cubicBezTo>
                <a:cubicBezTo>
                  <a:pt x="358387" y="95433"/>
                  <a:pt x="358353" y="97049"/>
                  <a:pt x="358286" y="99205"/>
                </a:cubicBezTo>
                <a:lnTo>
                  <a:pt x="278112" y="99205"/>
                </a:lnTo>
                <a:cubicBezTo>
                  <a:pt x="278787" y="111048"/>
                  <a:pt x="282127" y="120117"/>
                  <a:pt x="288134" y="126410"/>
                </a:cubicBezTo>
                <a:cubicBezTo>
                  <a:pt x="294140" y="132703"/>
                  <a:pt x="301631" y="135850"/>
                  <a:pt x="310607" y="135850"/>
                </a:cubicBezTo>
                <a:cubicBezTo>
                  <a:pt x="317288" y="135850"/>
                  <a:pt x="322990" y="134079"/>
                  <a:pt x="327714" y="130538"/>
                </a:cubicBezTo>
                <a:cubicBezTo>
                  <a:pt x="332438" y="126995"/>
                  <a:pt x="336184" y="121342"/>
                  <a:pt x="338951" y="113579"/>
                </a:cubicBezTo>
                <a:moveTo>
                  <a:pt x="279124" y="84223"/>
                </a:moveTo>
                <a:lnTo>
                  <a:pt x="339153" y="84223"/>
                </a:lnTo>
                <a:cubicBezTo>
                  <a:pt x="338343" y="75209"/>
                  <a:pt x="336049" y="68449"/>
                  <a:pt x="332270" y="63942"/>
                </a:cubicBezTo>
                <a:cubicBezTo>
                  <a:pt x="326466" y="56947"/>
                  <a:pt x="318941" y="53449"/>
                  <a:pt x="309696" y="53449"/>
                </a:cubicBezTo>
                <a:cubicBezTo>
                  <a:pt x="301327" y="53449"/>
                  <a:pt x="294292" y="56241"/>
                  <a:pt x="288589" y="61826"/>
                </a:cubicBezTo>
                <a:cubicBezTo>
                  <a:pt x="282887" y="67408"/>
                  <a:pt x="279732" y="74874"/>
                  <a:pt x="279124" y="84223"/>
                </a:cubicBezTo>
                <a:close/>
                <a:moveTo>
                  <a:pt x="380423" y="148402"/>
                </a:moveTo>
                <a:lnTo>
                  <a:pt x="380423" y="40897"/>
                </a:lnTo>
                <a:lnTo>
                  <a:pt x="396822" y="40897"/>
                </a:lnTo>
                <a:lnTo>
                  <a:pt x="396822" y="57194"/>
                </a:lnTo>
                <a:cubicBezTo>
                  <a:pt x="401006" y="49569"/>
                  <a:pt x="404869" y="44541"/>
                  <a:pt x="408412" y="42111"/>
                </a:cubicBezTo>
                <a:cubicBezTo>
                  <a:pt x="411955" y="39682"/>
                  <a:pt x="415853" y="38467"/>
                  <a:pt x="420104" y="38467"/>
                </a:cubicBezTo>
                <a:cubicBezTo>
                  <a:pt x="426246" y="38467"/>
                  <a:pt x="432488" y="40424"/>
                  <a:pt x="438832" y="44338"/>
                </a:cubicBezTo>
                <a:lnTo>
                  <a:pt x="432556" y="61231"/>
                </a:lnTo>
                <a:cubicBezTo>
                  <a:pt x="428101" y="58607"/>
                  <a:pt x="423647" y="57296"/>
                  <a:pt x="419193" y="57296"/>
                </a:cubicBezTo>
                <a:cubicBezTo>
                  <a:pt x="415212" y="57296"/>
                  <a:pt x="411635" y="58494"/>
                  <a:pt x="408463" y="60889"/>
                </a:cubicBezTo>
                <a:cubicBezTo>
                  <a:pt x="405291" y="63285"/>
                  <a:pt x="403030" y="66609"/>
                  <a:pt x="401681" y="70860"/>
                </a:cubicBezTo>
                <a:cubicBezTo>
                  <a:pt x="399656" y="77339"/>
                  <a:pt x="398644" y="84425"/>
                  <a:pt x="398644" y="92119"/>
                </a:cubicBezTo>
                <a:lnTo>
                  <a:pt x="398644" y="148402"/>
                </a:lnTo>
                <a:lnTo>
                  <a:pt x="380423" y="148402"/>
                </a:lnTo>
                <a:close/>
                <a:moveTo>
                  <a:pt x="442373" y="116211"/>
                </a:moveTo>
                <a:lnTo>
                  <a:pt x="460392" y="113377"/>
                </a:lnTo>
                <a:cubicBezTo>
                  <a:pt x="461405" y="120629"/>
                  <a:pt x="464222" y="126188"/>
                  <a:pt x="468845" y="130054"/>
                </a:cubicBezTo>
                <a:cubicBezTo>
                  <a:pt x="473468" y="133918"/>
                  <a:pt x="479929" y="135850"/>
                  <a:pt x="488230" y="135850"/>
                </a:cubicBezTo>
                <a:cubicBezTo>
                  <a:pt x="496599" y="135850"/>
                  <a:pt x="502807" y="134146"/>
                  <a:pt x="506856" y="130737"/>
                </a:cubicBezTo>
                <a:cubicBezTo>
                  <a:pt x="510906" y="127329"/>
                  <a:pt x="512930" y="123331"/>
                  <a:pt x="512930" y="118742"/>
                </a:cubicBezTo>
                <a:cubicBezTo>
                  <a:pt x="512930" y="114625"/>
                  <a:pt x="511142" y="111386"/>
                  <a:pt x="507565" y="109024"/>
                </a:cubicBezTo>
                <a:cubicBezTo>
                  <a:pt x="505068" y="107404"/>
                  <a:pt x="498859" y="105346"/>
                  <a:pt x="488939" y="102849"/>
                </a:cubicBezTo>
                <a:cubicBezTo>
                  <a:pt x="475577" y="99475"/>
                  <a:pt x="466314" y="96556"/>
                  <a:pt x="461151" y="94093"/>
                </a:cubicBezTo>
                <a:cubicBezTo>
                  <a:pt x="455989" y="91629"/>
                  <a:pt x="452075" y="88221"/>
                  <a:pt x="449409" y="83868"/>
                </a:cubicBezTo>
                <a:cubicBezTo>
                  <a:pt x="446743" y="79516"/>
                  <a:pt x="445410" y="74707"/>
                  <a:pt x="445410" y="69443"/>
                </a:cubicBezTo>
                <a:cubicBezTo>
                  <a:pt x="445410" y="64652"/>
                  <a:pt x="446507" y="60214"/>
                  <a:pt x="448700" y="56132"/>
                </a:cubicBezTo>
                <a:cubicBezTo>
                  <a:pt x="450894" y="52049"/>
                  <a:pt x="453880" y="48657"/>
                  <a:pt x="457659" y="45958"/>
                </a:cubicBezTo>
                <a:cubicBezTo>
                  <a:pt x="460493" y="43866"/>
                  <a:pt x="464357" y="42094"/>
                  <a:pt x="469250" y="40644"/>
                </a:cubicBezTo>
                <a:cubicBezTo>
                  <a:pt x="474143" y="39193"/>
                  <a:pt x="479390" y="38467"/>
                  <a:pt x="484991" y="38467"/>
                </a:cubicBezTo>
                <a:cubicBezTo>
                  <a:pt x="493427" y="38467"/>
                  <a:pt x="500833" y="39682"/>
                  <a:pt x="507211" y="42111"/>
                </a:cubicBezTo>
                <a:cubicBezTo>
                  <a:pt x="513588" y="44541"/>
                  <a:pt x="518295" y="47831"/>
                  <a:pt x="521332" y="51981"/>
                </a:cubicBezTo>
                <a:cubicBezTo>
                  <a:pt x="524369" y="56132"/>
                  <a:pt x="526461" y="61682"/>
                  <a:pt x="527608" y="68633"/>
                </a:cubicBezTo>
                <a:lnTo>
                  <a:pt x="509792" y="71063"/>
                </a:lnTo>
                <a:cubicBezTo>
                  <a:pt x="508982" y="65529"/>
                  <a:pt x="506637" y="61210"/>
                  <a:pt x="502757" y="58106"/>
                </a:cubicBezTo>
                <a:cubicBezTo>
                  <a:pt x="498876" y="55001"/>
                  <a:pt x="493393" y="53449"/>
                  <a:pt x="486307" y="53449"/>
                </a:cubicBezTo>
                <a:cubicBezTo>
                  <a:pt x="477939" y="53449"/>
                  <a:pt x="471966" y="54832"/>
                  <a:pt x="468389" y="57599"/>
                </a:cubicBezTo>
                <a:cubicBezTo>
                  <a:pt x="464813" y="60366"/>
                  <a:pt x="463024" y="63606"/>
                  <a:pt x="463024" y="67317"/>
                </a:cubicBezTo>
                <a:cubicBezTo>
                  <a:pt x="463024" y="69679"/>
                  <a:pt x="463767" y="71805"/>
                  <a:pt x="465251" y="73695"/>
                </a:cubicBezTo>
                <a:cubicBezTo>
                  <a:pt x="466736" y="75652"/>
                  <a:pt x="469064" y="77272"/>
                  <a:pt x="472236" y="78554"/>
                </a:cubicBezTo>
                <a:cubicBezTo>
                  <a:pt x="474058" y="79229"/>
                  <a:pt x="479423" y="80781"/>
                  <a:pt x="488331" y="83210"/>
                </a:cubicBezTo>
                <a:cubicBezTo>
                  <a:pt x="501221" y="86652"/>
                  <a:pt x="510214" y="89470"/>
                  <a:pt x="515309" y="91663"/>
                </a:cubicBezTo>
                <a:cubicBezTo>
                  <a:pt x="520404" y="93856"/>
                  <a:pt x="524403" y="97045"/>
                  <a:pt x="527305" y="101229"/>
                </a:cubicBezTo>
                <a:cubicBezTo>
                  <a:pt x="530207" y="105413"/>
                  <a:pt x="531658" y="110610"/>
                  <a:pt x="531658" y="116818"/>
                </a:cubicBezTo>
                <a:cubicBezTo>
                  <a:pt x="531658" y="122892"/>
                  <a:pt x="529886" y="128612"/>
                  <a:pt x="526343" y="133977"/>
                </a:cubicBezTo>
                <a:cubicBezTo>
                  <a:pt x="522800" y="139342"/>
                  <a:pt x="517688" y="143492"/>
                  <a:pt x="511007" y="146428"/>
                </a:cubicBezTo>
                <a:cubicBezTo>
                  <a:pt x="504326" y="149364"/>
                  <a:pt x="496767" y="150831"/>
                  <a:pt x="488331" y="150831"/>
                </a:cubicBezTo>
                <a:cubicBezTo>
                  <a:pt x="474362" y="150831"/>
                  <a:pt x="463716" y="147921"/>
                  <a:pt x="456394" y="142100"/>
                </a:cubicBezTo>
                <a:cubicBezTo>
                  <a:pt x="449071" y="136280"/>
                  <a:pt x="444398" y="127650"/>
                  <a:pt x="442373" y="1162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DE5054-B000-4B26-9AB8-0C2467D6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105" y="1214047"/>
            <a:ext cx="1124329" cy="384843"/>
          </a:xfrm>
          <a:custGeom xmlns:a="http://schemas.openxmlformats.org/drawingml/2006/main">
            <a:pathLst>
              <a:path w="1124329" h="384843">
                <a:moveTo>
                  <a:pt x="0" y="0"/>
                </a:moveTo>
                <a:lnTo>
                  <a:pt x="1124329" y="0"/>
                </a:lnTo>
                <a:lnTo>
                  <a:pt x="1124329" y="384843"/>
                </a:lnTo>
                <a:lnTo>
                  <a:pt x="0" y="38484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0C98F6-EC61-4341-97B7-3E6D6197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105" y="1214047"/>
            <a:ext cx="1124329" cy="384843"/>
          </a:xfrm>
          <a:custGeom xmlns:a="http://schemas.openxmlformats.org/drawingml/2006/main">
            <a:pathLst>
              <a:path w="1124329" h="384843" fill="none">
                <a:moveTo>
                  <a:pt x="0" y="0"/>
                </a:moveTo>
                <a:lnTo>
                  <a:pt x="1124329" y="0"/>
                </a:lnTo>
                <a:lnTo>
                  <a:pt x="1124329" y="384843"/>
                </a:lnTo>
                <a:lnTo>
                  <a:pt x="0" y="38484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73" name="Text Scores">
            <a:extLst xmlns:a="http://schemas.openxmlformats.org/drawingml/2006/main">
              <a:ext uri="{FF2B5EF4-FFF2-40B4-BE49-F238E27FC236}">
                <a16:creationId xmlns:a16="http://schemas.microsoft.com/office/drawing/2014/main" id="{B85EC56C-457A-4FAB-BF99-3D741D80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6284" y="1333844"/>
            <a:ext cx="575350" cy="140675"/>
          </a:xfrm>
          <a:custGeom xmlns:a="http://schemas.openxmlformats.org/drawingml/2006/main">
            <a:pathLst>
              <a:path w="575350" h="140675">
                <a:moveTo>
                  <a:pt x="0" y="94649"/>
                </a:moveTo>
                <a:lnTo>
                  <a:pt x="16981" y="93165"/>
                </a:lnTo>
                <a:cubicBezTo>
                  <a:pt x="17785" y="99969"/>
                  <a:pt x="19657" y="105552"/>
                  <a:pt x="22595" y="109914"/>
                </a:cubicBezTo>
                <a:cubicBezTo>
                  <a:pt x="25534" y="114275"/>
                  <a:pt x="30096" y="117801"/>
                  <a:pt x="36282" y="120492"/>
                </a:cubicBezTo>
                <a:cubicBezTo>
                  <a:pt x="42468" y="123183"/>
                  <a:pt x="49428" y="124529"/>
                  <a:pt x="57161" y="124529"/>
                </a:cubicBezTo>
                <a:cubicBezTo>
                  <a:pt x="64027" y="124529"/>
                  <a:pt x="70090" y="123508"/>
                  <a:pt x="75348" y="121467"/>
                </a:cubicBezTo>
                <a:cubicBezTo>
                  <a:pt x="80607" y="119425"/>
                  <a:pt x="84519" y="116626"/>
                  <a:pt x="87087" y="113069"/>
                </a:cubicBezTo>
                <a:cubicBezTo>
                  <a:pt x="89654" y="109512"/>
                  <a:pt x="90938" y="105639"/>
                  <a:pt x="90938" y="101452"/>
                </a:cubicBezTo>
                <a:cubicBezTo>
                  <a:pt x="90938" y="97203"/>
                  <a:pt x="89700" y="93493"/>
                  <a:pt x="87226" y="90323"/>
                </a:cubicBezTo>
                <a:cubicBezTo>
                  <a:pt x="84751" y="87150"/>
                  <a:pt x="80668" y="84484"/>
                  <a:pt x="74977" y="82322"/>
                </a:cubicBezTo>
                <a:cubicBezTo>
                  <a:pt x="71327" y="80903"/>
                  <a:pt x="63254" y="78698"/>
                  <a:pt x="50758" y="75705"/>
                </a:cubicBezTo>
                <a:cubicBezTo>
                  <a:pt x="38262" y="72712"/>
                  <a:pt x="29508" y="69883"/>
                  <a:pt x="24497" y="67217"/>
                </a:cubicBezTo>
                <a:cubicBezTo>
                  <a:pt x="18002" y="63809"/>
                  <a:pt x="13161" y="59579"/>
                  <a:pt x="9975" y="54528"/>
                </a:cubicBezTo>
                <a:cubicBezTo>
                  <a:pt x="6789" y="49476"/>
                  <a:pt x="5196" y="43821"/>
                  <a:pt x="5196" y="37561"/>
                </a:cubicBezTo>
                <a:cubicBezTo>
                  <a:pt x="5196" y="30681"/>
                  <a:pt x="7145" y="24250"/>
                  <a:pt x="11042" y="18269"/>
                </a:cubicBezTo>
                <a:cubicBezTo>
                  <a:pt x="14940" y="12287"/>
                  <a:pt x="20631" y="7747"/>
                  <a:pt x="28116" y="4648"/>
                </a:cubicBezTo>
                <a:cubicBezTo>
                  <a:pt x="35602" y="1549"/>
                  <a:pt x="43922" y="0"/>
                  <a:pt x="53078" y="0"/>
                </a:cubicBezTo>
                <a:cubicBezTo>
                  <a:pt x="63161" y="0"/>
                  <a:pt x="72054" y="1624"/>
                  <a:pt x="79756" y="4872"/>
                </a:cubicBezTo>
                <a:cubicBezTo>
                  <a:pt x="87458" y="8119"/>
                  <a:pt x="93381" y="12898"/>
                  <a:pt x="97526" y="19208"/>
                </a:cubicBezTo>
                <a:cubicBezTo>
                  <a:pt x="101671" y="25518"/>
                  <a:pt x="103898" y="32663"/>
                  <a:pt x="104207" y="40644"/>
                </a:cubicBezTo>
                <a:lnTo>
                  <a:pt x="86947" y="41943"/>
                </a:lnTo>
                <a:cubicBezTo>
                  <a:pt x="86019" y="33435"/>
                  <a:pt x="82880" y="27009"/>
                  <a:pt x="77529" y="22665"/>
                </a:cubicBezTo>
                <a:cubicBezTo>
                  <a:pt x="72178" y="18319"/>
                  <a:pt x="64275" y="16146"/>
                  <a:pt x="53820" y="16146"/>
                </a:cubicBezTo>
                <a:cubicBezTo>
                  <a:pt x="42932" y="16146"/>
                  <a:pt x="34999" y="18136"/>
                  <a:pt x="30019" y="22117"/>
                </a:cubicBezTo>
                <a:cubicBezTo>
                  <a:pt x="25039" y="26095"/>
                  <a:pt x="22549" y="30892"/>
                  <a:pt x="22549" y="36508"/>
                </a:cubicBezTo>
                <a:cubicBezTo>
                  <a:pt x="22549" y="41382"/>
                  <a:pt x="24312" y="45392"/>
                  <a:pt x="27838" y="48540"/>
                </a:cubicBezTo>
                <a:cubicBezTo>
                  <a:pt x="31302" y="51687"/>
                  <a:pt x="40350" y="54911"/>
                  <a:pt x="54980" y="58213"/>
                </a:cubicBezTo>
                <a:cubicBezTo>
                  <a:pt x="69611" y="61513"/>
                  <a:pt x="79648" y="64398"/>
                  <a:pt x="85092" y="66866"/>
                </a:cubicBezTo>
                <a:cubicBezTo>
                  <a:pt x="93010" y="70510"/>
                  <a:pt x="98856" y="75126"/>
                  <a:pt x="102630" y="80713"/>
                </a:cubicBezTo>
                <a:cubicBezTo>
                  <a:pt x="106403" y="86300"/>
                  <a:pt x="108290" y="92735"/>
                  <a:pt x="108290" y="100020"/>
                </a:cubicBezTo>
                <a:cubicBezTo>
                  <a:pt x="108290" y="107244"/>
                  <a:pt x="106218" y="114051"/>
                  <a:pt x="102073" y="120440"/>
                </a:cubicBezTo>
                <a:cubicBezTo>
                  <a:pt x="97928" y="126829"/>
                  <a:pt x="91974" y="131799"/>
                  <a:pt x="84210" y="135351"/>
                </a:cubicBezTo>
                <a:cubicBezTo>
                  <a:pt x="76446" y="138900"/>
                  <a:pt x="67708" y="140675"/>
                  <a:pt x="57996" y="140675"/>
                </a:cubicBezTo>
                <a:cubicBezTo>
                  <a:pt x="45685" y="140675"/>
                  <a:pt x="35370" y="138881"/>
                  <a:pt x="27049" y="135293"/>
                </a:cubicBezTo>
                <a:cubicBezTo>
                  <a:pt x="18729" y="131705"/>
                  <a:pt x="12202" y="126307"/>
                  <a:pt x="7470" y="119100"/>
                </a:cubicBezTo>
                <a:cubicBezTo>
                  <a:pt x="2737" y="111893"/>
                  <a:pt x="247" y="103743"/>
                  <a:pt x="0" y="94649"/>
                </a:cubicBezTo>
                <a:close/>
                <a:moveTo>
                  <a:pt x="194864" y="102258"/>
                </a:moveTo>
                <a:lnTo>
                  <a:pt x="211288" y="104485"/>
                </a:lnTo>
                <a:cubicBezTo>
                  <a:pt x="209494" y="115806"/>
                  <a:pt x="204901" y="124668"/>
                  <a:pt x="197508" y="131071"/>
                </a:cubicBezTo>
                <a:cubicBezTo>
                  <a:pt x="190116" y="137473"/>
                  <a:pt x="181038" y="140675"/>
                  <a:pt x="170274" y="140675"/>
                </a:cubicBezTo>
                <a:cubicBezTo>
                  <a:pt x="156788" y="140675"/>
                  <a:pt x="145946" y="136267"/>
                  <a:pt x="137749" y="127452"/>
                </a:cubicBezTo>
                <a:cubicBezTo>
                  <a:pt x="129553" y="118636"/>
                  <a:pt x="125454" y="106001"/>
                  <a:pt x="125454" y="89546"/>
                </a:cubicBezTo>
                <a:cubicBezTo>
                  <a:pt x="125454" y="78905"/>
                  <a:pt x="127217" y="69595"/>
                  <a:pt x="130744" y="61615"/>
                </a:cubicBezTo>
                <a:cubicBezTo>
                  <a:pt x="134270" y="53635"/>
                  <a:pt x="139636" y="47649"/>
                  <a:pt x="146843" y="43659"/>
                </a:cubicBezTo>
                <a:cubicBezTo>
                  <a:pt x="154050" y="39669"/>
                  <a:pt x="161891" y="37674"/>
                  <a:pt x="170366" y="37674"/>
                </a:cubicBezTo>
                <a:cubicBezTo>
                  <a:pt x="181068" y="37674"/>
                  <a:pt x="189822" y="40365"/>
                  <a:pt x="196627" y="45747"/>
                </a:cubicBezTo>
                <a:cubicBezTo>
                  <a:pt x="203432" y="51127"/>
                  <a:pt x="207793" y="58767"/>
                  <a:pt x="209711" y="68667"/>
                </a:cubicBezTo>
                <a:lnTo>
                  <a:pt x="193472" y="71265"/>
                </a:lnTo>
                <a:cubicBezTo>
                  <a:pt x="191925" y="64677"/>
                  <a:pt x="189188" y="59720"/>
                  <a:pt x="185260" y="56395"/>
                </a:cubicBezTo>
                <a:cubicBezTo>
                  <a:pt x="181331" y="53070"/>
                  <a:pt x="176583" y="51408"/>
                  <a:pt x="171016" y="51408"/>
                </a:cubicBezTo>
                <a:cubicBezTo>
                  <a:pt x="162603" y="51408"/>
                  <a:pt x="155767" y="54423"/>
                  <a:pt x="150509" y="60455"/>
                </a:cubicBezTo>
                <a:cubicBezTo>
                  <a:pt x="145250" y="66486"/>
                  <a:pt x="142621" y="76029"/>
                  <a:pt x="142621" y="89082"/>
                </a:cubicBezTo>
                <a:cubicBezTo>
                  <a:pt x="142621" y="102320"/>
                  <a:pt x="145157" y="111940"/>
                  <a:pt x="150230" y="117940"/>
                </a:cubicBezTo>
                <a:cubicBezTo>
                  <a:pt x="155303" y="123941"/>
                  <a:pt x="161922" y="126941"/>
                  <a:pt x="170088" y="126941"/>
                </a:cubicBezTo>
                <a:cubicBezTo>
                  <a:pt x="176645" y="126941"/>
                  <a:pt x="182120" y="124923"/>
                  <a:pt x="186512" y="120887"/>
                </a:cubicBezTo>
                <a:cubicBezTo>
                  <a:pt x="190905" y="116850"/>
                  <a:pt x="193688" y="110641"/>
                  <a:pt x="194864" y="102258"/>
                </a:cubicBezTo>
                <a:close/>
                <a:moveTo>
                  <a:pt x="219361" y="89174"/>
                </a:moveTo>
                <a:cubicBezTo>
                  <a:pt x="219361" y="70925"/>
                  <a:pt x="224434" y="57408"/>
                  <a:pt x="234579" y="48624"/>
                </a:cubicBezTo>
                <a:cubicBezTo>
                  <a:pt x="243054" y="41324"/>
                  <a:pt x="253385" y="37674"/>
                  <a:pt x="265572" y="37674"/>
                </a:cubicBezTo>
                <a:cubicBezTo>
                  <a:pt x="279120" y="37674"/>
                  <a:pt x="290193" y="42113"/>
                  <a:pt x="298792" y="50990"/>
                </a:cubicBezTo>
                <a:cubicBezTo>
                  <a:pt x="307391" y="59867"/>
                  <a:pt x="311690" y="72131"/>
                  <a:pt x="311690" y="87783"/>
                </a:cubicBezTo>
                <a:cubicBezTo>
                  <a:pt x="311690" y="100464"/>
                  <a:pt x="309788" y="110440"/>
                  <a:pt x="305984" y="117708"/>
                </a:cubicBezTo>
                <a:cubicBezTo>
                  <a:pt x="302179" y="124977"/>
                  <a:pt x="296642" y="130622"/>
                  <a:pt x="289374" y="134643"/>
                </a:cubicBezTo>
                <a:cubicBezTo>
                  <a:pt x="282105" y="138664"/>
                  <a:pt x="274171" y="140675"/>
                  <a:pt x="265572" y="140675"/>
                </a:cubicBezTo>
                <a:cubicBezTo>
                  <a:pt x="251777" y="140675"/>
                  <a:pt x="240626" y="136252"/>
                  <a:pt x="232120" y="127405"/>
                </a:cubicBezTo>
                <a:cubicBezTo>
                  <a:pt x="223614" y="118559"/>
                  <a:pt x="219361" y="105815"/>
                  <a:pt x="219361" y="89174"/>
                </a:cubicBezTo>
                <a:moveTo>
                  <a:pt x="236528" y="89221"/>
                </a:moveTo>
                <a:cubicBezTo>
                  <a:pt x="236528" y="101825"/>
                  <a:pt x="239281" y="111263"/>
                  <a:pt x="244786" y="117534"/>
                </a:cubicBezTo>
                <a:cubicBezTo>
                  <a:pt x="250292" y="123806"/>
                  <a:pt x="257221" y="126941"/>
                  <a:pt x="265572" y="126941"/>
                </a:cubicBezTo>
                <a:cubicBezTo>
                  <a:pt x="273862" y="126941"/>
                  <a:pt x="280759" y="123790"/>
                  <a:pt x="286265" y="117488"/>
                </a:cubicBezTo>
                <a:cubicBezTo>
                  <a:pt x="291771" y="111186"/>
                  <a:pt x="294524" y="101578"/>
                  <a:pt x="294524" y="88664"/>
                </a:cubicBezTo>
                <a:cubicBezTo>
                  <a:pt x="294524" y="76493"/>
                  <a:pt x="291755" y="67271"/>
                  <a:pt x="286219" y="61000"/>
                </a:cubicBezTo>
                <a:cubicBezTo>
                  <a:pt x="280682" y="54729"/>
                  <a:pt x="273800" y="51593"/>
                  <a:pt x="265572" y="51593"/>
                </a:cubicBezTo>
                <a:cubicBezTo>
                  <a:pt x="257221" y="51593"/>
                  <a:pt x="250292" y="54713"/>
                  <a:pt x="244786" y="60954"/>
                </a:cubicBezTo>
                <a:cubicBezTo>
                  <a:pt x="239281" y="67194"/>
                  <a:pt x="236528" y="76616"/>
                  <a:pt x="236528" y="89221"/>
                </a:cubicBezTo>
                <a:close/>
                <a:moveTo>
                  <a:pt x="331055" y="138448"/>
                </a:moveTo>
                <a:lnTo>
                  <a:pt x="331055" y="39901"/>
                </a:lnTo>
                <a:lnTo>
                  <a:pt x="346087" y="39901"/>
                </a:lnTo>
                <a:lnTo>
                  <a:pt x="346087" y="54841"/>
                </a:lnTo>
                <a:cubicBezTo>
                  <a:pt x="349923" y="47850"/>
                  <a:pt x="353464" y="43242"/>
                  <a:pt x="356712" y="41015"/>
                </a:cubicBezTo>
                <a:cubicBezTo>
                  <a:pt x="359960" y="38788"/>
                  <a:pt x="363533" y="37674"/>
                  <a:pt x="367430" y="37674"/>
                </a:cubicBezTo>
                <a:cubicBezTo>
                  <a:pt x="373059" y="37674"/>
                  <a:pt x="378782" y="39468"/>
                  <a:pt x="384597" y="43056"/>
                </a:cubicBezTo>
                <a:lnTo>
                  <a:pt x="378843" y="58541"/>
                </a:lnTo>
                <a:cubicBezTo>
                  <a:pt x="374761" y="56136"/>
                  <a:pt x="370678" y="54934"/>
                  <a:pt x="366595" y="54934"/>
                </a:cubicBezTo>
                <a:cubicBezTo>
                  <a:pt x="362945" y="54934"/>
                  <a:pt x="359666" y="56032"/>
                  <a:pt x="356759" y="58228"/>
                </a:cubicBezTo>
                <a:cubicBezTo>
                  <a:pt x="353851" y="60424"/>
                  <a:pt x="351779" y="63471"/>
                  <a:pt x="350541" y="67368"/>
                </a:cubicBezTo>
                <a:cubicBezTo>
                  <a:pt x="348686" y="73307"/>
                  <a:pt x="347758" y="79802"/>
                  <a:pt x="347758" y="86855"/>
                </a:cubicBezTo>
                <a:lnTo>
                  <a:pt x="347758" y="138448"/>
                </a:lnTo>
                <a:lnTo>
                  <a:pt x="331055" y="138448"/>
                </a:lnTo>
                <a:close/>
                <a:moveTo>
                  <a:pt x="461985" y="106527"/>
                </a:moveTo>
                <a:lnTo>
                  <a:pt x="479245" y="108754"/>
                </a:lnTo>
                <a:cubicBezTo>
                  <a:pt x="476523" y="118866"/>
                  <a:pt x="471481" y="126715"/>
                  <a:pt x="464120" y="132300"/>
                </a:cubicBezTo>
                <a:cubicBezTo>
                  <a:pt x="456758" y="137883"/>
                  <a:pt x="447355" y="140675"/>
                  <a:pt x="435910" y="140675"/>
                </a:cubicBezTo>
                <a:cubicBezTo>
                  <a:pt x="421497" y="140675"/>
                  <a:pt x="410068" y="136236"/>
                  <a:pt x="401623" y="127359"/>
                </a:cubicBezTo>
                <a:cubicBezTo>
                  <a:pt x="393179" y="118482"/>
                  <a:pt x="388957" y="106032"/>
                  <a:pt x="388957" y="90010"/>
                </a:cubicBezTo>
                <a:cubicBezTo>
                  <a:pt x="388957" y="73431"/>
                  <a:pt x="393226" y="60563"/>
                  <a:pt x="401763" y="51408"/>
                </a:cubicBezTo>
                <a:cubicBezTo>
                  <a:pt x="410300" y="42252"/>
                  <a:pt x="421373" y="37674"/>
                  <a:pt x="434983" y="37674"/>
                </a:cubicBezTo>
                <a:cubicBezTo>
                  <a:pt x="448159" y="37674"/>
                  <a:pt x="458923" y="42152"/>
                  <a:pt x="467275" y="51109"/>
                </a:cubicBezTo>
                <a:cubicBezTo>
                  <a:pt x="475626" y="60063"/>
                  <a:pt x="479802" y="72662"/>
                  <a:pt x="479802" y="88905"/>
                </a:cubicBezTo>
                <a:cubicBezTo>
                  <a:pt x="479802" y="89893"/>
                  <a:pt x="479771" y="91374"/>
                  <a:pt x="479709" y="93350"/>
                </a:cubicBezTo>
                <a:lnTo>
                  <a:pt x="406217" y="93350"/>
                </a:lnTo>
                <a:cubicBezTo>
                  <a:pt x="406835" y="104207"/>
                  <a:pt x="409897" y="112520"/>
                  <a:pt x="415403" y="118288"/>
                </a:cubicBezTo>
                <a:cubicBezTo>
                  <a:pt x="420909" y="124057"/>
                  <a:pt x="427776" y="126941"/>
                  <a:pt x="436003" y="126941"/>
                </a:cubicBezTo>
                <a:cubicBezTo>
                  <a:pt x="442128" y="126941"/>
                  <a:pt x="447355" y="125318"/>
                  <a:pt x="451685" y="122073"/>
                </a:cubicBezTo>
                <a:cubicBezTo>
                  <a:pt x="456016" y="118825"/>
                  <a:pt x="459449" y="113643"/>
                  <a:pt x="461985" y="106527"/>
                </a:cubicBezTo>
                <a:moveTo>
                  <a:pt x="407145" y="79617"/>
                </a:moveTo>
                <a:lnTo>
                  <a:pt x="462171" y="79617"/>
                </a:lnTo>
                <a:cubicBezTo>
                  <a:pt x="461429" y="71354"/>
                  <a:pt x="459325" y="65157"/>
                  <a:pt x="455861" y="61026"/>
                </a:cubicBezTo>
                <a:cubicBezTo>
                  <a:pt x="450541" y="54614"/>
                  <a:pt x="443643" y="51408"/>
                  <a:pt x="435168" y="51408"/>
                </a:cubicBezTo>
                <a:cubicBezTo>
                  <a:pt x="427497" y="51408"/>
                  <a:pt x="421048" y="53967"/>
                  <a:pt x="415821" y="59086"/>
                </a:cubicBezTo>
                <a:cubicBezTo>
                  <a:pt x="410593" y="64203"/>
                  <a:pt x="407701" y="71047"/>
                  <a:pt x="407145" y="79617"/>
                </a:cubicBezTo>
                <a:close/>
                <a:moveTo>
                  <a:pt x="493506" y="108939"/>
                </a:moveTo>
                <a:lnTo>
                  <a:pt x="510023" y="106341"/>
                </a:lnTo>
                <a:cubicBezTo>
                  <a:pt x="510951" y="112990"/>
                  <a:pt x="513534" y="118085"/>
                  <a:pt x="517771" y="121629"/>
                </a:cubicBezTo>
                <a:cubicBezTo>
                  <a:pt x="522009" y="125171"/>
                  <a:pt x="527932" y="126941"/>
                  <a:pt x="535541" y="126941"/>
                </a:cubicBezTo>
                <a:cubicBezTo>
                  <a:pt x="543212" y="126941"/>
                  <a:pt x="548904" y="125379"/>
                  <a:pt x="552615" y="122255"/>
                </a:cubicBezTo>
                <a:cubicBezTo>
                  <a:pt x="556327" y="119131"/>
                  <a:pt x="558183" y="115466"/>
                  <a:pt x="558183" y="111259"/>
                </a:cubicBezTo>
                <a:cubicBezTo>
                  <a:pt x="558183" y="107486"/>
                  <a:pt x="556544" y="104516"/>
                  <a:pt x="553265" y="102351"/>
                </a:cubicBezTo>
                <a:cubicBezTo>
                  <a:pt x="550976" y="100866"/>
                  <a:pt x="545285" y="98980"/>
                  <a:pt x="536191" y="96691"/>
                </a:cubicBezTo>
                <a:cubicBezTo>
                  <a:pt x="523942" y="93598"/>
                  <a:pt x="515452" y="90922"/>
                  <a:pt x="510719" y="88664"/>
                </a:cubicBezTo>
                <a:cubicBezTo>
                  <a:pt x="505987" y="86406"/>
                  <a:pt x="502399" y="83282"/>
                  <a:pt x="499955" y="79292"/>
                </a:cubicBezTo>
                <a:cubicBezTo>
                  <a:pt x="497511" y="75302"/>
                  <a:pt x="496290" y="70894"/>
                  <a:pt x="496290" y="66069"/>
                </a:cubicBezTo>
                <a:cubicBezTo>
                  <a:pt x="496290" y="61677"/>
                  <a:pt x="497295" y="57609"/>
                  <a:pt x="499305" y="53867"/>
                </a:cubicBezTo>
                <a:cubicBezTo>
                  <a:pt x="501316" y="50124"/>
                  <a:pt x="504053" y="47015"/>
                  <a:pt x="507518" y="44541"/>
                </a:cubicBezTo>
                <a:cubicBezTo>
                  <a:pt x="510116" y="42623"/>
                  <a:pt x="513657" y="40999"/>
                  <a:pt x="518143" y="39669"/>
                </a:cubicBezTo>
                <a:cubicBezTo>
                  <a:pt x="522628" y="38339"/>
                  <a:pt x="527437" y="37674"/>
                  <a:pt x="532572" y="37674"/>
                </a:cubicBezTo>
                <a:cubicBezTo>
                  <a:pt x="540305" y="37674"/>
                  <a:pt x="547094" y="38788"/>
                  <a:pt x="552940" y="41015"/>
                </a:cubicBezTo>
                <a:cubicBezTo>
                  <a:pt x="558786" y="43242"/>
                  <a:pt x="563101" y="46258"/>
                  <a:pt x="565885" y="50062"/>
                </a:cubicBezTo>
                <a:cubicBezTo>
                  <a:pt x="568669" y="53867"/>
                  <a:pt x="570586" y="58955"/>
                  <a:pt x="571638" y="65327"/>
                </a:cubicBezTo>
                <a:lnTo>
                  <a:pt x="555306" y="67554"/>
                </a:lnTo>
                <a:cubicBezTo>
                  <a:pt x="554564" y="62481"/>
                  <a:pt x="552414" y="58522"/>
                  <a:pt x="548857" y="55676"/>
                </a:cubicBezTo>
                <a:cubicBezTo>
                  <a:pt x="545300" y="52830"/>
                  <a:pt x="540274" y="51408"/>
                  <a:pt x="533778" y="51408"/>
                </a:cubicBezTo>
                <a:cubicBezTo>
                  <a:pt x="526107" y="51408"/>
                  <a:pt x="520632" y="52676"/>
                  <a:pt x="517354" y="55212"/>
                </a:cubicBezTo>
                <a:cubicBezTo>
                  <a:pt x="514075" y="57748"/>
                  <a:pt x="512436" y="60718"/>
                  <a:pt x="512436" y="64120"/>
                </a:cubicBezTo>
                <a:cubicBezTo>
                  <a:pt x="512436" y="66285"/>
                  <a:pt x="513116" y="68234"/>
                  <a:pt x="514477" y="69966"/>
                </a:cubicBezTo>
                <a:cubicBezTo>
                  <a:pt x="515838" y="71760"/>
                  <a:pt x="517972" y="73245"/>
                  <a:pt x="520880" y="74420"/>
                </a:cubicBezTo>
                <a:cubicBezTo>
                  <a:pt x="522550" y="75039"/>
                  <a:pt x="527468" y="76462"/>
                  <a:pt x="535634" y="78689"/>
                </a:cubicBezTo>
                <a:cubicBezTo>
                  <a:pt x="547450" y="81844"/>
                  <a:pt x="555693" y="84427"/>
                  <a:pt x="560364" y="86437"/>
                </a:cubicBezTo>
                <a:cubicBezTo>
                  <a:pt x="565034" y="88448"/>
                  <a:pt x="568699" y="91371"/>
                  <a:pt x="571360" y="95206"/>
                </a:cubicBezTo>
                <a:cubicBezTo>
                  <a:pt x="574020" y="99041"/>
                  <a:pt x="575350" y="103805"/>
                  <a:pt x="575350" y="109496"/>
                </a:cubicBezTo>
                <a:cubicBezTo>
                  <a:pt x="575350" y="115064"/>
                  <a:pt x="573726" y="120307"/>
                  <a:pt x="570478" y="125225"/>
                </a:cubicBezTo>
                <a:cubicBezTo>
                  <a:pt x="567230" y="130143"/>
                  <a:pt x="562544" y="133947"/>
                  <a:pt x="556420" y="136638"/>
                </a:cubicBezTo>
                <a:cubicBezTo>
                  <a:pt x="550295" y="139329"/>
                  <a:pt x="543367" y="140675"/>
                  <a:pt x="535634" y="140675"/>
                </a:cubicBezTo>
                <a:cubicBezTo>
                  <a:pt x="522829" y="140675"/>
                  <a:pt x="513070" y="138007"/>
                  <a:pt x="506358" y="132671"/>
                </a:cubicBezTo>
                <a:cubicBezTo>
                  <a:pt x="499646" y="127336"/>
                  <a:pt x="495362" y="119425"/>
                  <a:pt x="493506" y="10893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F41CA1-8D0A-4256-B432-857764A2E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0466" y="567405"/>
            <a:ext cx="384027" cy="368519"/>
          </a:xfrm>
          <a:custGeom xmlns:a="http://schemas.openxmlformats.org/drawingml/2006/main">
            <a:pathLst>
              <a:path w="384027" h="368519">
                <a:moveTo>
                  <a:pt x="0" y="368519"/>
                </a:moveTo>
                <a:lnTo>
                  <a:pt x="384027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CB1AA2-6D07-4249-9A3B-79E18B20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0466" y="621234"/>
            <a:ext cx="327933" cy="314690"/>
          </a:xfrm>
          <a:custGeom xmlns:a="http://schemas.openxmlformats.org/drawingml/2006/main">
            <a:pathLst>
              <a:path w="327933" h="314690" fill="none">
                <a:moveTo>
                  <a:pt x="0" y="314690"/>
                </a:moveTo>
                <a:lnTo>
                  <a:pt x="3279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A17258-FEC1-4910-9949-F6278D45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580" y="580520"/>
            <a:ext cx="57246" cy="56156"/>
          </a:xfrm>
          <a:custGeom xmlns:a="http://schemas.openxmlformats.org/drawingml/2006/main">
            <a:pathLst>
              <a:path w="57246" h="56156">
                <a:moveTo>
                  <a:pt x="29637" y="56156"/>
                </a:moveTo>
                <a:lnTo>
                  <a:pt x="0" y="25271"/>
                </a:lnTo>
                <a:lnTo>
                  <a:pt x="57246" y="0"/>
                </a:lnTo>
                <a:lnTo>
                  <a:pt x="29637" y="56156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1B10AA-AB33-4CB9-99E7-295FBC46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3580" y="580520"/>
            <a:ext cx="57246" cy="56156"/>
          </a:xfrm>
          <a:custGeom xmlns:a="http://schemas.openxmlformats.org/drawingml/2006/main">
            <a:pathLst>
              <a:path w="57246" h="56156" fill="none">
                <a:moveTo>
                  <a:pt x="29637" y="56156"/>
                </a:moveTo>
                <a:lnTo>
                  <a:pt x="57246" y="0"/>
                </a:lnTo>
                <a:lnTo>
                  <a:pt x="0" y="25271"/>
                </a:lnTo>
                <a:lnTo>
                  <a:pt x="29637" y="561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858E70-F2B1-47AF-9EBE-63DCE28D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0466" y="935924"/>
            <a:ext cx="384027" cy="470545"/>
          </a:xfrm>
          <a:custGeom xmlns:a="http://schemas.openxmlformats.org/drawingml/2006/main">
            <a:pathLst>
              <a:path w="384027" h="470545">
                <a:moveTo>
                  <a:pt x="0" y="0"/>
                </a:moveTo>
                <a:lnTo>
                  <a:pt x="384027" y="470545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9F1D7C-10A4-431D-9F46-9109ED0A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0466" y="935924"/>
            <a:ext cx="334871" cy="410314"/>
          </a:xfrm>
          <a:custGeom xmlns:a="http://schemas.openxmlformats.org/drawingml/2006/main">
            <a:pathLst>
              <a:path w="334871" h="410314" fill="none">
                <a:moveTo>
                  <a:pt x="0" y="0"/>
                </a:moveTo>
                <a:lnTo>
                  <a:pt x="334871" y="410314"/>
                </a:lnTo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48F7C5-CEE3-473F-93A1-4671E27E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8755" y="1332706"/>
            <a:ext cx="53760" cy="59088"/>
          </a:xfrm>
          <a:custGeom xmlns:a="http://schemas.openxmlformats.org/drawingml/2006/main">
            <a:pathLst>
              <a:path w="53760" h="59088">
                <a:moveTo>
                  <a:pt x="0" y="27065"/>
                </a:moveTo>
                <a:lnTo>
                  <a:pt x="33162" y="0"/>
                </a:lnTo>
                <a:lnTo>
                  <a:pt x="53760" y="59088"/>
                </a:lnTo>
                <a:lnTo>
                  <a:pt x="0" y="27065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695D5E-31B7-4E34-80BD-E4480E68D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8755" y="1332706"/>
            <a:ext cx="53760" cy="59088"/>
          </a:xfrm>
          <a:custGeom xmlns:a="http://schemas.openxmlformats.org/drawingml/2006/main">
            <a:pathLst>
              <a:path w="53760" h="59088" fill="none">
                <a:moveTo>
                  <a:pt x="0" y="27065"/>
                </a:moveTo>
                <a:lnTo>
                  <a:pt x="53760" y="59088"/>
                </a:lnTo>
                <a:lnTo>
                  <a:pt x="33162" y="0"/>
                </a:lnTo>
                <a:lnTo>
                  <a:pt x="0" y="270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55A8CE-0ACE-4666-9B20-7575DF12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252" y="567575"/>
            <a:ext cx="361989" cy="10"/>
          </a:xfrm>
          <a:custGeom xmlns:a="http://schemas.openxmlformats.org/drawingml/2006/main">
            <a:pathLst>
              <a:path w="361989" h="1">
                <a:moveTo>
                  <a:pt x="0" y="0"/>
                </a:moveTo>
                <a:lnTo>
                  <a:pt x="361989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BEE334-5C03-4B72-A304-4DE83266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252" y="567575"/>
            <a:ext cx="284245" cy="10"/>
          </a:xfrm>
          <a:custGeom xmlns:a="http://schemas.openxmlformats.org/drawingml/2006/main">
            <a:pathLst>
              <a:path w="284245" h="1" fill="none">
                <a:moveTo>
                  <a:pt x="0" y="0"/>
                </a:moveTo>
                <a:lnTo>
                  <a:pt x="2842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0ED280-08DA-47DC-81AF-0B33E62E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3497" y="546173"/>
            <a:ext cx="58801" cy="42804"/>
          </a:xfrm>
          <a:custGeom xmlns:a="http://schemas.openxmlformats.org/drawingml/2006/main">
            <a:pathLst>
              <a:path w="58801" h="42804">
                <a:moveTo>
                  <a:pt x="0" y="42804"/>
                </a:moveTo>
                <a:lnTo>
                  <a:pt x="0" y="0"/>
                </a:lnTo>
                <a:lnTo>
                  <a:pt x="58801" y="21402"/>
                </a:lnTo>
                <a:lnTo>
                  <a:pt x="0" y="42804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4662E0-F1AA-45F2-A4AF-05E7C8EE1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3497" y="546173"/>
            <a:ext cx="58801" cy="42804"/>
          </a:xfrm>
          <a:custGeom xmlns:a="http://schemas.openxmlformats.org/drawingml/2006/main">
            <a:pathLst>
              <a:path w="58801" h="42804" fill="none">
                <a:moveTo>
                  <a:pt x="0" y="42804"/>
                </a:moveTo>
                <a:lnTo>
                  <a:pt x="58801" y="21402"/>
                </a:lnTo>
                <a:lnTo>
                  <a:pt x="0" y="0"/>
                </a:lnTo>
                <a:lnTo>
                  <a:pt x="0" y="428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7DB382-0372-47BC-827D-36495CD4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252" y="1406469"/>
            <a:ext cx="361989" cy="10"/>
          </a:xfrm>
          <a:custGeom xmlns:a="http://schemas.openxmlformats.org/drawingml/2006/main">
            <a:pathLst>
              <a:path w="361989" h="1">
                <a:moveTo>
                  <a:pt x="0" y="0"/>
                </a:moveTo>
                <a:lnTo>
                  <a:pt x="361989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C24A89-DFCB-4D7D-B2EA-44FCA4A4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252" y="1406469"/>
            <a:ext cx="284245" cy="10"/>
          </a:xfrm>
          <a:custGeom xmlns:a="http://schemas.openxmlformats.org/drawingml/2006/main">
            <a:pathLst>
              <a:path w="284245" h="1" fill="none">
                <a:moveTo>
                  <a:pt x="0" y="0"/>
                </a:moveTo>
                <a:lnTo>
                  <a:pt x="2842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018BB7-66E5-4E44-BB5B-A77D8913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3497" y="1385067"/>
            <a:ext cx="58801" cy="42804"/>
          </a:xfrm>
          <a:custGeom xmlns:a="http://schemas.openxmlformats.org/drawingml/2006/main">
            <a:pathLst>
              <a:path w="58801" h="42804">
                <a:moveTo>
                  <a:pt x="0" y="42804"/>
                </a:moveTo>
                <a:lnTo>
                  <a:pt x="0" y="0"/>
                </a:lnTo>
                <a:lnTo>
                  <a:pt x="58801" y="21402"/>
                </a:lnTo>
                <a:lnTo>
                  <a:pt x="0" y="42804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1FB205-21FC-4E5E-9288-FBE6F223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3497" y="1385067"/>
            <a:ext cx="58801" cy="42804"/>
          </a:xfrm>
          <a:custGeom xmlns:a="http://schemas.openxmlformats.org/drawingml/2006/main">
            <a:pathLst>
              <a:path w="58801" h="42804" fill="none">
                <a:moveTo>
                  <a:pt x="0" y="42804"/>
                </a:moveTo>
                <a:lnTo>
                  <a:pt x="58801" y="21402"/>
                </a:lnTo>
                <a:lnTo>
                  <a:pt x="0" y="0"/>
                </a:lnTo>
                <a:lnTo>
                  <a:pt x="0" y="428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506ED8-B1ED-4DB4-9B16-E3FE4247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105" y="2611025"/>
            <a:ext cx="1124329" cy="384843"/>
          </a:xfrm>
          <a:custGeom xmlns:a="http://schemas.openxmlformats.org/drawingml/2006/main">
            <a:pathLst>
              <a:path w="1124329" h="384843">
                <a:moveTo>
                  <a:pt x="0" y="0"/>
                </a:moveTo>
                <a:lnTo>
                  <a:pt x="1124329" y="0"/>
                </a:lnTo>
                <a:lnTo>
                  <a:pt x="1124329" y="384843"/>
                </a:lnTo>
                <a:lnTo>
                  <a:pt x="0" y="38484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277FD9-ED4A-4291-B950-CFF369BE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105" y="2611025"/>
            <a:ext cx="1124329" cy="384843"/>
          </a:xfrm>
          <a:custGeom xmlns:a="http://schemas.openxmlformats.org/drawingml/2006/main">
            <a:pathLst>
              <a:path w="1124329" h="384843" fill="none">
                <a:moveTo>
                  <a:pt x="0" y="0"/>
                </a:moveTo>
                <a:lnTo>
                  <a:pt x="1124329" y="0"/>
                </a:lnTo>
                <a:lnTo>
                  <a:pt x="1124329" y="384843"/>
                </a:lnTo>
                <a:lnTo>
                  <a:pt x="0" y="38484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92" name="Text T">
            <a:extLst xmlns:a="http://schemas.openxmlformats.org/drawingml/2006/main">
              <a:ext uri="{FF2B5EF4-FFF2-40B4-BE49-F238E27FC236}">
                <a16:creationId xmlns:a16="http://schemas.microsoft.com/office/drawing/2014/main" id="{8B6DBC2E-CDAE-45D6-B37F-1E6A2FC9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3589" y="2733235"/>
            <a:ext cx="107826" cy="136035"/>
          </a:xfrm>
          <a:custGeom xmlns:a="http://schemas.openxmlformats.org/drawingml/2006/main">
            <a:pathLst>
              <a:path w="107826" h="136035">
                <a:moveTo>
                  <a:pt x="44819" y="136035"/>
                </a:moveTo>
                <a:lnTo>
                  <a:pt x="44819" y="16146"/>
                </a:lnTo>
                <a:lnTo>
                  <a:pt x="0" y="16146"/>
                </a:lnTo>
                <a:lnTo>
                  <a:pt x="0" y="0"/>
                </a:lnTo>
                <a:lnTo>
                  <a:pt x="107826" y="0"/>
                </a:lnTo>
                <a:lnTo>
                  <a:pt x="107826" y="16146"/>
                </a:lnTo>
                <a:lnTo>
                  <a:pt x="62821" y="16146"/>
                </a:lnTo>
                <a:lnTo>
                  <a:pt x="62821" y="136035"/>
                </a:lnTo>
                <a:lnTo>
                  <a:pt x="44819" y="1360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Text ext">
            <a:extLst xmlns:a="http://schemas.openxmlformats.org/drawingml/2006/main">
              <a:ext uri="{FF2B5EF4-FFF2-40B4-BE49-F238E27FC236}">
                <a16:creationId xmlns:a16="http://schemas.microsoft.com/office/drawing/2014/main" id="{77D6F82C-B731-4186-A2CB-9A1CA7DA8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116" y="2736297"/>
            <a:ext cx="245130" cy="135200"/>
          </a:xfrm>
          <a:custGeom xmlns:a="http://schemas.openxmlformats.org/drawingml/2006/main">
            <a:pathLst>
              <a:path w="245130" h="135200">
                <a:moveTo>
                  <a:pt x="73028" y="101052"/>
                </a:moveTo>
                <a:lnTo>
                  <a:pt x="90288" y="103279"/>
                </a:lnTo>
                <a:cubicBezTo>
                  <a:pt x="87566" y="113392"/>
                  <a:pt x="82524" y="121240"/>
                  <a:pt x="75163" y="126825"/>
                </a:cubicBezTo>
                <a:cubicBezTo>
                  <a:pt x="67801" y="132408"/>
                  <a:pt x="58398" y="135200"/>
                  <a:pt x="46953" y="135200"/>
                </a:cubicBezTo>
                <a:cubicBezTo>
                  <a:pt x="32540" y="135200"/>
                  <a:pt x="21110" y="130761"/>
                  <a:pt x="12666" y="121884"/>
                </a:cubicBezTo>
                <a:cubicBezTo>
                  <a:pt x="4222" y="113007"/>
                  <a:pt x="0" y="100557"/>
                  <a:pt x="0" y="84535"/>
                </a:cubicBezTo>
                <a:cubicBezTo>
                  <a:pt x="0" y="67956"/>
                  <a:pt x="4268" y="55088"/>
                  <a:pt x="12805" y="45933"/>
                </a:cubicBezTo>
                <a:cubicBezTo>
                  <a:pt x="21342" y="36777"/>
                  <a:pt x="32416" y="32199"/>
                  <a:pt x="46026" y="32199"/>
                </a:cubicBezTo>
                <a:cubicBezTo>
                  <a:pt x="59202" y="32199"/>
                  <a:pt x="69966" y="36678"/>
                  <a:pt x="78318" y="45634"/>
                </a:cubicBezTo>
                <a:cubicBezTo>
                  <a:pt x="86669" y="54589"/>
                  <a:pt x="90845" y="67187"/>
                  <a:pt x="90845" y="83430"/>
                </a:cubicBezTo>
                <a:cubicBezTo>
                  <a:pt x="90845" y="84418"/>
                  <a:pt x="90814" y="85900"/>
                  <a:pt x="90752" y="87875"/>
                </a:cubicBezTo>
                <a:lnTo>
                  <a:pt x="17260" y="87875"/>
                </a:lnTo>
                <a:cubicBezTo>
                  <a:pt x="17878" y="98732"/>
                  <a:pt x="20940" y="107045"/>
                  <a:pt x="26446" y="112814"/>
                </a:cubicBezTo>
                <a:cubicBezTo>
                  <a:pt x="31952" y="118582"/>
                  <a:pt x="38819" y="121467"/>
                  <a:pt x="47046" y="121467"/>
                </a:cubicBezTo>
                <a:cubicBezTo>
                  <a:pt x="53171" y="121467"/>
                  <a:pt x="58398" y="119844"/>
                  <a:pt x="62728" y="116598"/>
                </a:cubicBezTo>
                <a:cubicBezTo>
                  <a:pt x="67059" y="113350"/>
                  <a:pt x="70492" y="108168"/>
                  <a:pt x="73028" y="101052"/>
                </a:cubicBezTo>
                <a:moveTo>
                  <a:pt x="18188" y="74142"/>
                </a:moveTo>
                <a:lnTo>
                  <a:pt x="73214" y="74142"/>
                </a:lnTo>
                <a:cubicBezTo>
                  <a:pt x="72472" y="65879"/>
                  <a:pt x="70368" y="59683"/>
                  <a:pt x="66904" y="55551"/>
                </a:cubicBezTo>
                <a:cubicBezTo>
                  <a:pt x="61584" y="49139"/>
                  <a:pt x="54686" y="45933"/>
                  <a:pt x="46211" y="45933"/>
                </a:cubicBezTo>
                <a:cubicBezTo>
                  <a:pt x="38540" y="45933"/>
                  <a:pt x="32091" y="48492"/>
                  <a:pt x="26864" y="53611"/>
                </a:cubicBezTo>
                <a:cubicBezTo>
                  <a:pt x="21636" y="58729"/>
                  <a:pt x="18744" y="65572"/>
                  <a:pt x="18188" y="74142"/>
                </a:cubicBezTo>
                <a:close/>
                <a:moveTo>
                  <a:pt x="100095" y="132973"/>
                </a:moveTo>
                <a:lnTo>
                  <a:pt x="136128" y="82018"/>
                </a:lnTo>
                <a:lnTo>
                  <a:pt x="102786" y="34426"/>
                </a:lnTo>
                <a:lnTo>
                  <a:pt x="123665" y="34426"/>
                </a:lnTo>
                <a:lnTo>
                  <a:pt x="138790" y="57393"/>
                </a:lnTo>
                <a:cubicBezTo>
                  <a:pt x="141636" y="61826"/>
                  <a:pt x="143924" y="65524"/>
                  <a:pt x="145657" y="68487"/>
                </a:cubicBezTo>
                <a:cubicBezTo>
                  <a:pt x="148379" y="64534"/>
                  <a:pt x="150884" y="60966"/>
                  <a:pt x="153173" y="57784"/>
                </a:cubicBezTo>
                <a:lnTo>
                  <a:pt x="169783" y="34426"/>
                </a:lnTo>
                <a:lnTo>
                  <a:pt x="189733" y="34426"/>
                </a:lnTo>
                <a:lnTo>
                  <a:pt x="156522" y="81580"/>
                </a:lnTo>
                <a:lnTo>
                  <a:pt x="192332" y="132973"/>
                </a:lnTo>
                <a:lnTo>
                  <a:pt x="171824" y="132973"/>
                </a:lnTo>
                <a:lnTo>
                  <a:pt x="151595" y="102392"/>
                </a:lnTo>
                <a:lnTo>
                  <a:pt x="146213" y="94664"/>
                </a:lnTo>
                <a:lnTo>
                  <a:pt x="120324" y="132973"/>
                </a:lnTo>
                <a:lnTo>
                  <a:pt x="100095" y="132973"/>
                </a:lnTo>
                <a:close/>
                <a:moveTo>
                  <a:pt x="242718" y="118033"/>
                </a:moveTo>
                <a:lnTo>
                  <a:pt x="245130" y="132787"/>
                </a:lnTo>
                <a:cubicBezTo>
                  <a:pt x="240429" y="133777"/>
                  <a:pt x="236222" y="134272"/>
                  <a:pt x="232510" y="134272"/>
                </a:cubicBezTo>
                <a:cubicBezTo>
                  <a:pt x="226448" y="134272"/>
                  <a:pt x="221746" y="133313"/>
                  <a:pt x="218406" y="131395"/>
                </a:cubicBezTo>
                <a:cubicBezTo>
                  <a:pt x="215065" y="129478"/>
                  <a:pt x="212714" y="126957"/>
                  <a:pt x="211353" y="123833"/>
                </a:cubicBezTo>
                <a:cubicBezTo>
                  <a:pt x="209992" y="120709"/>
                  <a:pt x="209312" y="114136"/>
                  <a:pt x="209312" y="104114"/>
                </a:cubicBezTo>
                <a:lnTo>
                  <a:pt x="209312" y="47417"/>
                </a:lnTo>
                <a:lnTo>
                  <a:pt x="197063" y="47417"/>
                </a:lnTo>
                <a:lnTo>
                  <a:pt x="197063" y="34426"/>
                </a:lnTo>
                <a:lnTo>
                  <a:pt x="209312" y="34426"/>
                </a:lnTo>
                <a:lnTo>
                  <a:pt x="209312" y="10022"/>
                </a:lnTo>
                <a:lnTo>
                  <a:pt x="225922" y="0"/>
                </a:lnTo>
                <a:lnTo>
                  <a:pt x="225922" y="34426"/>
                </a:lnTo>
                <a:lnTo>
                  <a:pt x="242718" y="34426"/>
                </a:lnTo>
                <a:lnTo>
                  <a:pt x="242718" y="47417"/>
                </a:lnTo>
                <a:lnTo>
                  <a:pt x="225922" y="47417"/>
                </a:lnTo>
                <a:lnTo>
                  <a:pt x="225922" y="105042"/>
                </a:lnTo>
                <a:cubicBezTo>
                  <a:pt x="225922" y="109806"/>
                  <a:pt x="226216" y="112868"/>
                  <a:pt x="226804" y="114229"/>
                </a:cubicBezTo>
                <a:cubicBezTo>
                  <a:pt x="227391" y="115590"/>
                  <a:pt x="228350" y="116672"/>
                  <a:pt x="229680" y="117476"/>
                </a:cubicBezTo>
                <a:cubicBezTo>
                  <a:pt x="231010" y="118281"/>
                  <a:pt x="232912" y="118683"/>
                  <a:pt x="235387" y="118683"/>
                </a:cubicBezTo>
                <a:cubicBezTo>
                  <a:pt x="237243" y="118683"/>
                  <a:pt x="239686" y="118466"/>
                  <a:pt x="242718" y="1180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37343436de4552"/>
          <a:stretch xmlns:a="http://schemas.openxmlformats.org/drawingml/2006/main"/>
        </p:blipFill>
        <p:spPr>
          <a:xfrm xmlns:a="http://schemas.openxmlformats.org/drawingml/2006/main">
            <a:off x="8033333" y="2438243"/>
            <a:ext cx="1616047" cy="782235"/>
          </a:xfrm>
          <a:prstGeom xmlns:a="http://schemas.openxmlformats.org/drawingml/2006/main" prst="rect">
            <a:avLst/>
          </a:prstGeom>
        </p:spPr>
      </p:pic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22B11D-FDDF-4FE8-A3B0-8BD698970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6970" y="2496551"/>
            <a:ext cx="1448773" cy="613790"/>
          </a:xfrm>
          <a:custGeom xmlns:a="http://schemas.openxmlformats.org/drawingml/2006/main">
            <a:pathLst>
              <a:path w="1448773" h="613790">
                <a:moveTo>
                  <a:pt x="0" y="102300"/>
                </a:moveTo>
                <a:lnTo>
                  <a:pt x="0" y="102300"/>
                </a:lnTo>
                <a:cubicBezTo>
                  <a:pt x="0" y="45802"/>
                  <a:pt x="45801" y="0"/>
                  <a:pt x="102301" y="0"/>
                </a:cubicBezTo>
                <a:lnTo>
                  <a:pt x="1346473" y="0"/>
                </a:lnTo>
                <a:cubicBezTo>
                  <a:pt x="1373604" y="0"/>
                  <a:pt x="1399625" y="10778"/>
                  <a:pt x="1418810" y="29963"/>
                </a:cubicBezTo>
                <a:cubicBezTo>
                  <a:pt x="1437995" y="49148"/>
                  <a:pt x="1448773" y="75169"/>
                  <a:pt x="1448773" y="102300"/>
                </a:cubicBezTo>
                <a:lnTo>
                  <a:pt x="1448773" y="511490"/>
                </a:lnTo>
                <a:cubicBezTo>
                  <a:pt x="1448773" y="567988"/>
                  <a:pt x="1402972" y="613790"/>
                  <a:pt x="1346473" y="613790"/>
                </a:cubicBezTo>
                <a:lnTo>
                  <a:pt x="102301" y="613790"/>
                </a:lnTo>
                <a:cubicBezTo>
                  <a:pt x="45801" y="613790"/>
                  <a:pt x="0" y="567988"/>
                  <a:pt x="0" y="511490"/>
                </a:cubicBezTo>
                <a:lnTo>
                  <a:pt x="0" y="102300"/>
                </a:lnTo>
                <a:close/>
              </a:path>
            </a:pathLst>
          </a:custGeom>
          <a:solidFill xmlns:a="http://schemas.openxmlformats.org/drawingml/2006/main">
            <a:srgbClr val="EFEF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281AED-D525-4D6E-9133-496A0469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6970" y="2496551"/>
            <a:ext cx="1448773" cy="613790"/>
          </a:xfrm>
          <a:custGeom xmlns:a="http://schemas.openxmlformats.org/drawingml/2006/main">
            <a:pathLst>
              <a:path w="1448773" h="613790" fill="none">
                <a:moveTo>
                  <a:pt x="0" y="102300"/>
                </a:moveTo>
                <a:lnTo>
                  <a:pt x="0" y="102300"/>
                </a:lnTo>
                <a:cubicBezTo>
                  <a:pt x="0" y="45802"/>
                  <a:pt x="45801" y="0"/>
                  <a:pt x="102301" y="0"/>
                </a:cubicBezTo>
                <a:lnTo>
                  <a:pt x="1346473" y="0"/>
                </a:lnTo>
                <a:cubicBezTo>
                  <a:pt x="1373604" y="0"/>
                  <a:pt x="1399625" y="10778"/>
                  <a:pt x="1418810" y="29963"/>
                </a:cubicBezTo>
                <a:cubicBezTo>
                  <a:pt x="1437995" y="49148"/>
                  <a:pt x="1448773" y="75169"/>
                  <a:pt x="1448773" y="102300"/>
                </a:cubicBezTo>
                <a:lnTo>
                  <a:pt x="1448773" y="511490"/>
                </a:lnTo>
                <a:cubicBezTo>
                  <a:pt x="1448773" y="567988"/>
                  <a:pt x="1402972" y="613790"/>
                  <a:pt x="1346473" y="613790"/>
                </a:cubicBezTo>
                <a:lnTo>
                  <a:pt x="102301" y="613790"/>
                </a:lnTo>
                <a:cubicBezTo>
                  <a:pt x="45801" y="613790"/>
                  <a:pt x="0" y="567988"/>
                  <a:pt x="0" y="511490"/>
                </a:cubicBezTo>
                <a:lnTo>
                  <a:pt x="0" y="10230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666666"/>
            </a:solidFill>
            <a:round/>
          </a:ln>
        </p:spPr>
      </p:sp>
      <p:sp>
        <p:nvSpPr>
          <p:cNvPr id="97" name="Text T5X">
            <a:extLst xmlns:a="http://schemas.openxmlformats.org/drawingml/2006/main">
              <a:ext uri="{FF2B5EF4-FFF2-40B4-BE49-F238E27FC236}">
                <a16:creationId xmlns:a16="http://schemas.microsoft.com/office/drawing/2014/main" id="{1BC63767-CB62-41B9-B054-E066A6CC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6107" y="2607880"/>
            <a:ext cx="373836" cy="150831"/>
          </a:xfrm>
          <a:custGeom xmlns:a="http://schemas.openxmlformats.org/drawingml/2006/main">
            <a:pathLst>
              <a:path w="373836" h="150831">
                <a:moveTo>
                  <a:pt x="48894" y="148402"/>
                </a:moveTo>
                <a:lnTo>
                  <a:pt x="48894" y="17614"/>
                </a:lnTo>
                <a:lnTo>
                  <a:pt x="0" y="17614"/>
                </a:lnTo>
                <a:lnTo>
                  <a:pt x="0" y="0"/>
                </a:lnTo>
                <a:lnTo>
                  <a:pt x="117628" y="0"/>
                </a:lnTo>
                <a:lnTo>
                  <a:pt x="117628" y="17614"/>
                </a:lnTo>
                <a:lnTo>
                  <a:pt x="68532" y="17614"/>
                </a:lnTo>
                <a:lnTo>
                  <a:pt x="68532" y="148402"/>
                </a:lnTo>
                <a:lnTo>
                  <a:pt x="48894" y="148402"/>
                </a:lnTo>
                <a:close/>
                <a:moveTo>
                  <a:pt x="130209" y="109328"/>
                </a:moveTo>
                <a:lnTo>
                  <a:pt x="149341" y="107910"/>
                </a:lnTo>
                <a:cubicBezTo>
                  <a:pt x="150758" y="117190"/>
                  <a:pt x="154048" y="124166"/>
                  <a:pt x="159211" y="128839"/>
                </a:cubicBezTo>
                <a:cubicBezTo>
                  <a:pt x="164374" y="133513"/>
                  <a:pt x="170599" y="135850"/>
                  <a:pt x="177888" y="135850"/>
                </a:cubicBezTo>
                <a:cubicBezTo>
                  <a:pt x="186661" y="135850"/>
                  <a:pt x="194084" y="132543"/>
                  <a:pt x="200158" y="125929"/>
                </a:cubicBezTo>
                <a:cubicBezTo>
                  <a:pt x="206232" y="119315"/>
                  <a:pt x="209269" y="110542"/>
                  <a:pt x="209269" y="99610"/>
                </a:cubicBezTo>
                <a:cubicBezTo>
                  <a:pt x="209269" y="89217"/>
                  <a:pt x="206350" y="81017"/>
                  <a:pt x="200512" y="75011"/>
                </a:cubicBezTo>
                <a:cubicBezTo>
                  <a:pt x="194675" y="69005"/>
                  <a:pt x="187032" y="66001"/>
                  <a:pt x="177584" y="66001"/>
                </a:cubicBezTo>
                <a:cubicBezTo>
                  <a:pt x="171713" y="66001"/>
                  <a:pt x="166415" y="67353"/>
                  <a:pt x="161691" y="70057"/>
                </a:cubicBezTo>
                <a:cubicBezTo>
                  <a:pt x="156967" y="72761"/>
                  <a:pt x="153255" y="76268"/>
                  <a:pt x="150556" y="80578"/>
                </a:cubicBezTo>
                <a:lnTo>
                  <a:pt x="133448" y="78149"/>
                </a:lnTo>
                <a:lnTo>
                  <a:pt x="147823" y="1822"/>
                </a:lnTo>
                <a:lnTo>
                  <a:pt x="221619" y="1822"/>
                </a:lnTo>
                <a:lnTo>
                  <a:pt x="221619" y="19234"/>
                </a:lnTo>
                <a:lnTo>
                  <a:pt x="162400" y="19234"/>
                </a:lnTo>
                <a:lnTo>
                  <a:pt x="154402" y="59178"/>
                </a:lnTo>
                <a:cubicBezTo>
                  <a:pt x="163311" y="52929"/>
                  <a:pt x="172657" y="49805"/>
                  <a:pt x="182443" y="49805"/>
                </a:cubicBezTo>
                <a:cubicBezTo>
                  <a:pt x="195400" y="49805"/>
                  <a:pt x="206333" y="54298"/>
                  <a:pt x="215241" y="63284"/>
                </a:cubicBezTo>
                <a:cubicBezTo>
                  <a:pt x="224149" y="72268"/>
                  <a:pt x="228603" y="83819"/>
                  <a:pt x="228603" y="97936"/>
                </a:cubicBezTo>
                <a:cubicBezTo>
                  <a:pt x="228603" y="111381"/>
                  <a:pt x="224689" y="123000"/>
                  <a:pt x="216861" y="132794"/>
                </a:cubicBezTo>
                <a:cubicBezTo>
                  <a:pt x="207345" y="144819"/>
                  <a:pt x="194354" y="150831"/>
                  <a:pt x="177888" y="150831"/>
                </a:cubicBezTo>
                <a:cubicBezTo>
                  <a:pt x="164390" y="150831"/>
                  <a:pt x="153373" y="147043"/>
                  <a:pt x="144836" y="139465"/>
                </a:cubicBezTo>
                <a:cubicBezTo>
                  <a:pt x="136299" y="131888"/>
                  <a:pt x="131423" y="121842"/>
                  <a:pt x="130209" y="109328"/>
                </a:cubicBezTo>
                <a:close/>
                <a:moveTo>
                  <a:pt x="237784" y="148402"/>
                </a:moveTo>
                <a:lnTo>
                  <a:pt x="295130" y="71484"/>
                </a:lnTo>
                <a:lnTo>
                  <a:pt x="244566" y="0"/>
                </a:lnTo>
                <a:lnTo>
                  <a:pt x="267950" y="0"/>
                </a:lnTo>
                <a:lnTo>
                  <a:pt x="294877" y="37955"/>
                </a:lnTo>
                <a:cubicBezTo>
                  <a:pt x="300479" y="45834"/>
                  <a:pt x="304460" y="51937"/>
                  <a:pt x="306822" y="56264"/>
                </a:cubicBezTo>
                <a:cubicBezTo>
                  <a:pt x="310129" y="50946"/>
                  <a:pt x="314043" y="45357"/>
                  <a:pt x="318565" y="39498"/>
                </a:cubicBezTo>
                <a:lnTo>
                  <a:pt x="348427" y="0"/>
                </a:lnTo>
                <a:lnTo>
                  <a:pt x="369787" y="0"/>
                </a:lnTo>
                <a:lnTo>
                  <a:pt x="318268" y="70522"/>
                </a:lnTo>
                <a:lnTo>
                  <a:pt x="373836" y="148402"/>
                </a:lnTo>
                <a:lnTo>
                  <a:pt x="349541" y="148402"/>
                </a:lnTo>
                <a:lnTo>
                  <a:pt x="312187" y="95503"/>
                </a:lnTo>
                <a:cubicBezTo>
                  <a:pt x="310095" y="92494"/>
                  <a:pt x="307936" y="89361"/>
                  <a:pt x="305709" y="86105"/>
                </a:cubicBezTo>
                <a:cubicBezTo>
                  <a:pt x="302402" y="91327"/>
                  <a:pt x="300040" y="94935"/>
                  <a:pt x="298623" y="96930"/>
                </a:cubicBezTo>
                <a:lnTo>
                  <a:pt x="261370" y="148402"/>
                </a:lnTo>
                <a:lnTo>
                  <a:pt x="237784" y="1484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decoder">
            <a:extLst xmlns:a="http://schemas.openxmlformats.org/drawingml/2006/main">
              <a:ext uri="{FF2B5EF4-FFF2-40B4-BE49-F238E27FC236}">
                <a16:creationId xmlns:a16="http://schemas.microsoft.com/office/drawing/2014/main" id="{1CDEA282-8A11-4AE3-9083-19CEA608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3844" y="2854069"/>
            <a:ext cx="744788" cy="150831"/>
          </a:xfrm>
          <a:custGeom xmlns:a="http://schemas.openxmlformats.org/drawingml/2006/main">
            <a:pathLst>
              <a:path w="744788" h="150831">
                <a:moveTo>
                  <a:pt x="76327" y="148402"/>
                </a:moveTo>
                <a:lnTo>
                  <a:pt x="76327" y="134837"/>
                </a:lnTo>
                <a:cubicBezTo>
                  <a:pt x="69511" y="145500"/>
                  <a:pt x="59489" y="150831"/>
                  <a:pt x="46262" y="150831"/>
                </a:cubicBezTo>
                <a:cubicBezTo>
                  <a:pt x="37691" y="150831"/>
                  <a:pt x="29812" y="148469"/>
                  <a:pt x="22625" y="143745"/>
                </a:cubicBezTo>
                <a:cubicBezTo>
                  <a:pt x="15437" y="139021"/>
                  <a:pt x="9870" y="132425"/>
                  <a:pt x="5922" y="123955"/>
                </a:cubicBezTo>
                <a:cubicBezTo>
                  <a:pt x="1974" y="115486"/>
                  <a:pt x="0" y="105751"/>
                  <a:pt x="0" y="94750"/>
                </a:cubicBezTo>
                <a:cubicBezTo>
                  <a:pt x="0" y="84020"/>
                  <a:pt x="1788" y="74285"/>
                  <a:pt x="5365" y="65546"/>
                </a:cubicBezTo>
                <a:cubicBezTo>
                  <a:pt x="8942" y="56806"/>
                  <a:pt x="14307" y="50108"/>
                  <a:pt x="21461" y="45452"/>
                </a:cubicBezTo>
                <a:cubicBezTo>
                  <a:pt x="28614" y="40795"/>
                  <a:pt x="36611" y="38467"/>
                  <a:pt x="45452" y="38467"/>
                </a:cubicBezTo>
                <a:cubicBezTo>
                  <a:pt x="51931" y="38467"/>
                  <a:pt x="57701" y="39843"/>
                  <a:pt x="62762" y="42595"/>
                </a:cubicBezTo>
                <a:cubicBezTo>
                  <a:pt x="67824" y="45345"/>
                  <a:pt x="71940" y="48928"/>
                  <a:pt x="75112" y="53345"/>
                </a:cubicBezTo>
                <a:lnTo>
                  <a:pt x="75112" y="0"/>
                </a:lnTo>
                <a:lnTo>
                  <a:pt x="93232" y="0"/>
                </a:lnTo>
                <a:lnTo>
                  <a:pt x="93232" y="148402"/>
                </a:lnTo>
                <a:lnTo>
                  <a:pt x="76327" y="148402"/>
                </a:lnTo>
                <a:moveTo>
                  <a:pt x="18727" y="94801"/>
                </a:moveTo>
                <a:cubicBezTo>
                  <a:pt x="18727" y="108551"/>
                  <a:pt x="21629" y="118830"/>
                  <a:pt x="27433" y="125638"/>
                </a:cubicBezTo>
                <a:cubicBezTo>
                  <a:pt x="33237" y="132446"/>
                  <a:pt x="40087" y="135850"/>
                  <a:pt x="47983" y="135850"/>
                </a:cubicBezTo>
                <a:cubicBezTo>
                  <a:pt x="55946" y="135850"/>
                  <a:pt x="62711" y="132598"/>
                  <a:pt x="68279" y="126094"/>
                </a:cubicBezTo>
                <a:cubicBezTo>
                  <a:pt x="73847" y="119590"/>
                  <a:pt x="76630" y="109664"/>
                  <a:pt x="76630" y="96316"/>
                </a:cubicBezTo>
                <a:cubicBezTo>
                  <a:pt x="76630" y="81623"/>
                  <a:pt x="73796" y="70839"/>
                  <a:pt x="68127" y="63964"/>
                </a:cubicBezTo>
                <a:cubicBezTo>
                  <a:pt x="62458" y="57089"/>
                  <a:pt x="55474" y="53651"/>
                  <a:pt x="47173" y="53651"/>
                </a:cubicBezTo>
                <a:cubicBezTo>
                  <a:pt x="39074" y="53651"/>
                  <a:pt x="32309" y="56954"/>
                  <a:pt x="26876" y="63559"/>
                </a:cubicBezTo>
                <a:cubicBezTo>
                  <a:pt x="21444" y="70164"/>
                  <a:pt x="18727" y="80578"/>
                  <a:pt x="18727" y="94801"/>
                </a:cubicBezTo>
                <a:close/>
                <a:moveTo>
                  <a:pt x="195442" y="113579"/>
                </a:moveTo>
                <a:lnTo>
                  <a:pt x="214271" y="116009"/>
                </a:lnTo>
                <a:cubicBezTo>
                  <a:pt x="211301" y="127040"/>
                  <a:pt x="205801" y="135603"/>
                  <a:pt x="197770" y="141696"/>
                </a:cubicBezTo>
                <a:cubicBezTo>
                  <a:pt x="189740" y="147786"/>
                  <a:pt x="179482" y="150831"/>
                  <a:pt x="166997" y="150831"/>
                </a:cubicBezTo>
                <a:cubicBezTo>
                  <a:pt x="151273" y="150831"/>
                  <a:pt x="138804" y="145989"/>
                  <a:pt x="129593" y="136305"/>
                </a:cubicBezTo>
                <a:cubicBezTo>
                  <a:pt x="120381" y="126621"/>
                  <a:pt x="115775" y="113039"/>
                  <a:pt x="115775" y="95560"/>
                </a:cubicBezTo>
                <a:cubicBezTo>
                  <a:pt x="115775" y="77474"/>
                  <a:pt x="120431" y="63437"/>
                  <a:pt x="129744" y="53449"/>
                </a:cubicBezTo>
                <a:cubicBezTo>
                  <a:pt x="139058" y="43461"/>
                  <a:pt x="151138" y="38467"/>
                  <a:pt x="165985" y="38467"/>
                </a:cubicBezTo>
                <a:cubicBezTo>
                  <a:pt x="180359" y="38467"/>
                  <a:pt x="192102" y="43352"/>
                  <a:pt x="201212" y="53123"/>
                </a:cubicBezTo>
                <a:cubicBezTo>
                  <a:pt x="210323" y="62892"/>
                  <a:pt x="214878" y="76636"/>
                  <a:pt x="214878" y="94355"/>
                </a:cubicBezTo>
                <a:cubicBezTo>
                  <a:pt x="214878" y="95433"/>
                  <a:pt x="214844" y="97049"/>
                  <a:pt x="214777" y="99205"/>
                </a:cubicBezTo>
                <a:lnTo>
                  <a:pt x="134603" y="99205"/>
                </a:lnTo>
                <a:cubicBezTo>
                  <a:pt x="135278" y="111048"/>
                  <a:pt x="138619" y="120117"/>
                  <a:pt x="144625" y="126410"/>
                </a:cubicBezTo>
                <a:cubicBezTo>
                  <a:pt x="150631" y="132703"/>
                  <a:pt x="158122" y="135850"/>
                  <a:pt x="167098" y="135850"/>
                </a:cubicBezTo>
                <a:cubicBezTo>
                  <a:pt x="173779" y="135850"/>
                  <a:pt x="179482" y="134079"/>
                  <a:pt x="184206" y="130538"/>
                </a:cubicBezTo>
                <a:cubicBezTo>
                  <a:pt x="188930" y="126995"/>
                  <a:pt x="192675" y="121342"/>
                  <a:pt x="195442" y="113579"/>
                </a:cubicBezTo>
                <a:moveTo>
                  <a:pt x="135616" y="84223"/>
                </a:moveTo>
                <a:lnTo>
                  <a:pt x="195645" y="84223"/>
                </a:lnTo>
                <a:cubicBezTo>
                  <a:pt x="194835" y="75209"/>
                  <a:pt x="192540" y="68449"/>
                  <a:pt x="188761" y="63942"/>
                </a:cubicBezTo>
                <a:cubicBezTo>
                  <a:pt x="182957" y="56947"/>
                  <a:pt x="175433" y="53449"/>
                  <a:pt x="166187" y="53449"/>
                </a:cubicBezTo>
                <a:cubicBezTo>
                  <a:pt x="157819" y="53449"/>
                  <a:pt x="150783" y="56241"/>
                  <a:pt x="145081" y="61826"/>
                </a:cubicBezTo>
                <a:cubicBezTo>
                  <a:pt x="139378" y="67408"/>
                  <a:pt x="136223" y="74874"/>
                  <a:pt x="135616" y="84223"/>
                </a:cubicBezTo>
                <a:close/>
                <a:moveTo>
                  <a:pt x="307269" y="108923"/>
                </a:moveTo>
                <a:lnTo>
                  <a:pt x="325186" y="111352"/>
                </a:lnTo>
                <a:cubicBezTo>
                  <a:pt x="323229" y="123702"/>
                  <a:pt x="318218" y="133369"/>
                  <a:pt x="310154" y="140354"/>
                </a:cubicBezTo>
                <a:cubicBezTo>
                  <a:pt x="302089" y="147339"/>
                  <a:pt x="292185" y="150831"/>
                  <a:pt x="280443" y="150831"/>
                </a:cubicBezTo>
                <a:cubicBezTo>
                  <a:pt x="265731" y="150831"/>
                  <a:pt x="253904" y="146023"/>
                  <a:pt x="244962" y="136406"/>
                </a:cubicBezTo>
                <a:cubicBezTo>
                  <a:pt x="236020" y="126790"/>
                  <a:pt x="231549" y="113005"/>
                  <a:pt x="231549" y="95054"/>
                </a:cubicBezTo>
                <a:cubicBezTo>
                  <a:pt x="231549" y="83447"/>
                  <a:pt x="233472" y="73290"/>
                  <a:pt x="237319" y="64584"/>
                </a:cubicBezTo>
                <a:cubicBezTo>
                  <a:pt x="241166" y="55878"/>
                  <a:pt x="247020" y="49349"/>
                  <a:pt x="254882" y="44996"/>
                </a:cubicBezTo>
                <a:cubicBezTo>
                  <a:pt x="262745" y="40644"/>
                  <a:pt x="271298" y="38467"/>
                  <a:pt x="280544" y="38467"/>
                </a:cubicBezTo>
                <a:cubicBezTo>
                  <a:pt x="292219" y="38467"/>
                  <a:pt x="301768" y="41403"/>
                  <a:pt x="309192" y="47274"/>
                </a:cubicBezTo>
                <a:cubicBezTo>
                  <a:pt x="316615" y="53143"/>
                  <a:pt x="321373" y="61478"/>
                  <a:pt x="323465" y="72278"/>
                </a:cubicBezTo>
                <a:lnTo>
                  <a:pt x="305750" y="75112"/>
                </a:lnTo>
                <a:cubicBezTo>
                  <a:pt x="304063" y="67925"/>
                  <a:pt x="301077" y="62517"/>
                  <a:pt x="296791" y="58890"/>
                </a:cubicBezTo>
                <a:cubicBezTo>
                  <a:pt x="292506" y="55263"/>
                  <a:pt x="287326" y="53449"/>
                  <a:pt x="281253" y="53449"/>
                </a:cubicBezTo>
                <a:cubicBezTo>
                  <a:pt x="272075" y="53449"/>
                  <a:pt x="264617" y="56739"/>
                  <a:pt x="258881" y="63319"/>
                </a:cubicBezTo>
                <a:cubicBezTo>
                  <a:pt x="253145" y="69899"/>
                  <a:pt x="250277" y="80308"/>
                  <a:pt x="250277" y="94548"/>
                </a:cubicBezTo>
                <a:cubicBezTo>
                  <a:pt x="250277" y="108990"/>
                  <a:pt x="253043" y="119484"/>
                  <a:pt x="258577" y="126030"/>
                </a:cubicBezTo>
                <a:cubicBezTo>
                  <a:pt x="264111" y="132576"/>
                  <a:pt x="271332" y="135850"/>
                  <a:pt x="280240" y="135850"/>
                </a:cubicBezTo>
                <a:cubicBezTo>
                  <a:pt x="287394" y="135850"/>
                  <a:pt x="293366" y="133648"/>
                  <a:pt x="298158" y="129244"/>
                </a:cubicBezTo>
                <a:cubicBezTo>
                  <a:pt x="302949" y="124841"/>
                  <a:pt x="305986" y="118067"/>
                  <a:pt x="307269" y="108923"/>
                </a:cubicBezTo>
                <a:close/>
                <a:moveTo>
                  <a:pt x="333993" y="94649"/>
                </a:moveTo>
                <a:cubicBezTo>
                  <a:pt x="333993" y="74741"/>
                  <a:pt x="339527" y="59995"/>
                  <a:pt x="350594" y="50412"/>
                </a:cubicBezTo>
                <a:cubicBezTo>
                  <a:pt x="359840" y="42449"/>
                  <a:pt x="371110" y="38467"/>
                  <a:pt x="384405" y="38467"/>
                </a:cubicBezTo>
                <a:cubicBezTo>
                  <a:pt x="399184" y="38467"/>
                  <a:pt x="411264" y="43309"/>
                  <a:pt x="420645" y="52993"/>
                </a:cubicBezTo>
                <a:cubicBezTo>
                  <a:pt x="430025" y="62678"/>
                  <a:pt x="434716" y="76057"/>
                  <a:pt x="434716" y="93131"/>
                </a:cubicBezTo>
                <a:cubicBezTo>
                  <a:pt x="434716" y="106965"/>
                  <a:pt x="432641" y="117848"/>
                  <a:pt x="428490" y="125777"/>
                </a:cubicBezTo>
                <a:cubicBezTo>
                  <a:pt x="424340" y="133707"/>
                  <a:pt x="418300" y="139865"/>
                  <a:pt x="410370" y="144252"/>
                </a:cubicBezTo>
                <a:cubicBezTo>
                  <a:pt x="402441" y="148638"/>
                  <a:pt x="393785" y="150831"/>
                  <a:pt x="384405" y="150831"/>
                </a:cubicBezTo>
                <a:cubicBezTo>
                  <a:pt x="369355" y="150831"/>
                  <a:pt x="357191" y="146006"/>
                  <a:pt x="347912" y="136356"/>
                </a:cubicBezTo>
                <a:cubicBezTo>
                  <a:pt x="338632" y="126705"/>
                  <a:pt x="333993" y="112803"/>
                  <a:pt x="333993" y="94649"/>
                </a:cubicBezTo>
                <a:moveTo>
                  <a:pt x="352720" y="94700"/>
                </a:moveTo>
                <a:cubicBezTo>
                  <a:pt x="352720" y="108450"/>
                  <a:pt x="355723" y="118746"/>
                  <a:pt x="361730" y="125587"/>
                </a:cubicBezTo>
                <a:cubicBezTo>
                  <a:pt x="367736" y="132429"/>
                  <a:pt x="375294" y="135850"/>
                  <a:pt x="384405" y="135850"/>
                </a:cubicBezTo>
                <a:cubicBezTo>
                  <a:pt x="393448" y="135850"/>
                  <a:pt x="400973" y="132412"/>
                  <a:pt x="406979" y="125537"/>
                </a:cubicBezTo>
                <a:cubicBezTo>
                  <a:pt x="412985" y="118662"/>
                  <a:pt x="415988" y="108180"/>
                  <a:pt x="415988" y="94093"/>
                </a:cubicBezTo>
                <a:cubicBezTo>
                  <a:pt x="415988" y="80815"/>
                  <a:pt x="412968" y="70755"/>
                  <a:pt x="406928" y="63914"/>
                </a:cubicBezTo>
                <a:cubicBezTo>
                  <a:pt x="400888" y="57072"/>
                  <a:pt x="393381" y="53651"/>
                  <a:pt x="384405" y="53651"/>
                </a:cubicBezTo>
                <a:cubicBezTo>
                  <a:pt x="375294" y="53651"/>
                  <a:pt x="367736" y="57055"/>
                  <a:pt x="361730" y="63863"/>
                </a:cubicBezTo>
                <a:cubicBezTo>
                  <a:pt x="355723" y="70671"/>
                  <a:pt x="352720" y="80950"/>
                  <a:pt x="352720" y="94700"/>
                </a:cubicBezTo>
                <a:close/>
                <a:moveTo>
                  <a:pt x="525791" y="148402"/>
                </a:moveTo>
                <a:lnTo>
                  <a:pt x="525791" y="134837"/>
                </a:lnTo>
                <a:cubicBezTo>
                  <a:pt x="518975" y="145500"/>
                  <a:pt x="508953" y="150831"/>
                  <a:pt x="495726" y="150831"/>
                </a:cubicBezTo>
                <a:cubicBezTo>
                  <a:pt x="487155" y="150831"/>
                  <a:pt x="479276" y="148469"/>
                  <a:pt x="472089" y="143745"/>
                </a:cubicBezTo>
                <a:cubicBezTo>
                  <a:pt x="464902" y="139021"/>
                  <a:pt x="459334" y="132425"/>
                  <a:pt x="455386" y="123955"/>
                </a:cubicBezTo>
                <a:cubicBezTo>
                  <a:pt x="451438" y="115486"/>
                  <a:pt x="449464" y="105751"/>
                  <a:pt x="449464" y="94750"/>
                </a:cubicBezTo>
                <a:cubicBezTo>
                  <a:pt x="449464" y="84020"/>
                  <a:pt x="451253" y="74285"/>
                  <a:pt x="454829" y="65546"/>
                </a:cubicBezTo>
                <a:cubicBezTo>
                  <a:pt x="458406" y="56806"/>
                  <a:pt x="463771" y="50108"/>
                  <a:pt x="470925" y="45452"/>
                </a:cubicBezTo>
                <a:cubicBezTo>
                  <a:pt x="478078" y="40795"/>
                  <a:pt x="486075" y="38467"/>
                  <a:pt x="494916" y="38467"/>
                </a:cubicBezTo>
                <a:cubicBezTo>
                  <a:pt x="501395" y="38467"/>
                  <a:pt x="507165" y="39843"/>
                  <a:pt x="512226" y="42595"/>
                </a:cubicBezTo>
                <a:cubicBezTo>
                  <a:pt x="517288" y="45345"/>
                  <a:pt x="521404" y="48928"/>
                  <a:pt x="524576" y="53345"/>
                </a:cubicBezTo>
                <a:lnTo>
                  <a:pt x="524576" y="0"/>
                </a:lnTo>
                <a:lnTo>
                  <a:pt x="542696" y="0"/>
                </a:lnTo>
                <a:lnTo>
                  <a:pt x="542696" y="148402"/>
                </a:lnTo>
                <a:lnTo>
                  <a:pt x="525791" y="148402"/>
                </a:lnTo>
                <a:moveTo>
                  <a:pt x="468192" y="94801"/>
                </a:moveTo>
                <a:cubicBezTo>
                  <a:pt x="468192" y="108551"/>
                  <a:pt x="471093" y="118830"/>
                  <a:pt x="476897" y="125638"/>
                </a:cubicBezTo>
                <a:cubicBezTo>
                  <a:pt x="482701" y="132446"/>
                  <a:pt x="489551" y="135850"/>
                  <a:pt x="497447" y="135850"/>
                </a:cubicBezTo>
                <a:cubicBezTo>
                  <a:pt x="505410" y="135850"/>
                  <a:pt x="512176" y="132598"/>
                  <a:pt x="517743" y="126094"/>
                </a:cubicBezTo>
                <a:cubicBezTo>
                  <a:pt x="523311" y="119590"/>
                  <a:pt x="526095" y="109664"/>
                  <a:pt x="526095" y="96316"/>
                </a:cubicBezTo>
                <a:cubicBezTo>
                  <a:pt x="526095" y="81623"/>
                  <a:pt x="523260" y="70839"/>
                  <a:pt x="517591" y="63964"/>
                </a:cubicBezTo>
                <a:cubicBezTo>
                  <a:pt x="511923" y="57089"/>
                  <a:pt x="504938" y="53651"/>
                  <a:pt x="496637" y="53651"/>
                </a:cubicBezTo>
                <a:cubicBezTo>
                  <a:pt x="488539" y="53651"/>
                  <a:pt x="481773" y="56954"/>
                  <a:pt x="476341" y="63559"/>
                </a:cubicBezTo>
                <a:cubicBezTo>
                  <a:pt x="470908" y="70164"/>
                  <a:pt x="468192" y="80578"/>
                  <a:pt x="468192" y="94801"/>
                </a:cubicBezTo>
                <a:close/>
                <a:moveTo>
                  <a:pt x="644906" y="113579"/>
                </a:moveTo>
                <a:lnTo>
                  <a:pt x="663734" y="116009"/>
                </a:lnTo>
                <a:cubicBezTo>
                  <a:pt x="660765" y="127040"/>
                  <a:pt x="655265" y="135603"/>
                  <a:pt x="647234" y="141696"/>
                </a:cubicBezTo>
                <a:cubicBezTo>
                  <a:pt x="639203" y="147786"/>
                  <a:pt x="628945" y="150831"/>
                  <a:pt x="616460" y="150831"/>
                </a:cubicBezTo>
                <a:cubicBezTo>
                  <a:pt x="600736" y="150831"/>
                  <a:pt x="588268" y="145989"/>
                  <a:pt x="579056" y="136305"/>
                </a:cubicBezTo>
                <a:cubicBezTo>
                  <a:pt x="569844" y="126621"/>
                  <a:pt x="565238" y="113039"/>
                  <a:pt x="565238" y="95560"/>
                </a:cubicBezTo>
                <a:cubicBezTo>
                  <a:pt x="565238" y="77474"/>
                  <a:pt x="569895" y="63437"/>
                  <a:pt x="579208" y="53449"/>
                </a:cubicBezTo>
                <a:cubicBezTo>
                  <a:pt x="588521" y="43461"/>
                  <a:pt x="600601" y="38467"/>
                  <a:pt x="615448" y="38467"/>
                </a:cubicBezTo>
                <a:cubicBezTo>
                  <a:pt x="629822" y="38467"/>
                  <a:pt x="641565" y="43352"/>
                  <a:pt x="650676" y="53123"/>
                </a:cubicBezTo>
                <a:cubicBezTo>
                  <a:pt x="659786" y="62892"/>
                  <a:pt x="664342" y="76636"/>
                  <a:pt x="664342" y="94355"/>
                </a:cubicBezTo>
                <a:cubicBezTo>
                  <a:pt x="664342" y="95433"/>
                  <a:pt x="664308" y="97049"/>
                  <a:pt x="664240" y="99205"/>
                </a:cubicBezTo>
                <a:lnTo>
                  <a:pt x="584067" y="99205"/>
                </a:lnTo>
                <a:cubicBezTo>
                  <a:pt x="584742" y="111048"/>
                  <a:pt x="588082" y="120117"/>
                  <a:pt x="594088" y="126410"/>
                </a:cubicBezTo>
                <a:cubicBezTo>
                  <a:pt x="600095" y="132703"/>
                  <a:pt x="607586" y="135850"/>
                  <a:pt x="616561" y="135850"/>
                </a:cubicBezTo>
                <a:cubicBezTo>
                  <a:pt x="623242" y="135850"/>
                  <a:pt x="628945" y="134079"/>
                  <a:pt x="633669" y="130538"/>
                </a:cubicBezTo>
                <a:cubicBezTo>
                  <a:pt x="638393" y="126995"/>
                  <a:pt x="642139" y="121342"/>
                  <a:pt x="644906" y="113579"/>
                </a:cubicBezTo>
                <a:moveTo>
                  <a:pt x="585079" y="84223"/>
                </a:moveTo>
                <a:lnTo>
                  <a:pt x="645108" y="84223"/>
                </a:lnTo>
                <a:cubicBezTo>
                  <a:pt x="644298" y="75209"/>
                  <a:pt x="642004" y="68449"/>
                  <a:pt x="638224" y="63942"/>
                </a:cubicBezTo>
                <a:cubicBezTo>
                  <a:pt x="632421" y="56947"/>
                  <a:pt x="624896" y="53449"/>
                  <a:pt x="615650" y="53449"/>
                </a:cubicBezTo>
                <a:cubicBezTo>
                  <a:pt x="607282" y="53449"/>
                  <a:pt x="600247" y="56241"/>
                  <a:pt x="594544" y="61826"/>
                </a:cubicBezTo>
                <a:cubicBezTo>
                  <a:pt x="588841" y="67408"/>
                  <a:pt x="585686" y="74874"/>
                  <a:pt x="585079" y="84223"/>
                </a:cubicBezTo>
                <a:close/>
                <a:moveTo>
                  <a:pt x="686378" y="148402"/>
                </a:moveTo>
                <a:lnTo>
                  <a:pt x="686378" y="40897"/>
                </a:lnTo>
                <a:lnTo>
                  <a:pt x="702778" y="40897"/>
                </a:lnTo>
                <a:lnTo>
                  <a:pt x="702778" y="57194"/>
                </a:lnTo>
                <a:cubicBezTo>
                  <a:pt x="706962" y="49569"/>
                  <a:pt x="710825" y="44541"/>
                  <a:pt x="714368" y="42111"/>
                </a:cubicBezTo>
                <a:cubicBezTo>
                  <a:pt x="717911" y="39682"/>
                  <a:pt x="721809" y="38467"/>
                  <a:pt x="726060" y="38467"/>
                </a:cubicBezTo>
                <a:cubicBezTo>
                  <a:pt x="732202" y="38467"/>
                  <a:pt x="738444" y="40424"/>
                  <a:pt x="744788" y="44338"/>
                </a:cubicBezTo>
                <a:lnTo>
                  <a:pt x="738511" y="61231"/>
                </a:lnTo>
                <a:cubicBezTo>
                  <a:pt x="734057" y="58607"/>
                  <a:pt x="729603" y="57296"/>
                  <a:pt x="725149" y="57296"/>
                </a:cubicBezTo>
                <a:cubicBezTo>
                  <a:pt x="721168" y="57296"/>
                  <a:pt x="717591" y="58494"/>
                  <a:pt x="714419" y="60889"/>
                </a:cubicBezTo>
                <a:cubicBezTo>
                  <a:pt x="711247" y="63285"/>
                  <a:pt x="708986" y="66609"/>
                  <a:pt x="707637" y="70860"/>
                </a:cubicBezTo>
                <a:cubicBezTo>
                  <a:pt x="705612" y="77339"/>
                  <a:pt x="704600" y="84425"/>
                  <a:pt x="704600" y="92119"/>
                </a:cubicBezTo>
                <a:lnTo>
                  <a:pt x="704600" y="148402"/>
                </a:lnTo>
                <a:lnTo>
                  <a:pt x="686378" y="1484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D2802C-7727-4A29-BB88-A5EBF0ED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742" y="2803446"/>
            <a:ext cx="435448" cy="10"/>
          </a:xfrm>
          <a:custGeom xmlns:a="http://schemas.openxmlformats.org/drawingml/2006/main">
            <a:pathLst>
              <a:path w="435448" h="1">
                <a:moveTo>
                  <a:pt x="0" y="0"/>
                </a:moveTo>
                <a:lnTo>
                  <a:pt x="435448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B7F193-CB2F-400F-9EA9-7192081B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742" y="2803446"/>
            <a:ext cx="357704" cy="10"/>
          </a:xfrm>
          <a:custGeom xmlns:a="http://schemas.openxmlformats.org/drawingml/2006/main">
            <a:pathLst>
              <a:path w="357704" h="1" fill="none">
                <a:moveTo>
                  <a:pt x="0" y="0"/>
                </a:moveTo>
                <a:lnTo>
                  <a:pt x="3577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DA510B-841F-4F5B-821B-AB77A3B7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3446" y="2782044"/>
            <a:ext cx="58801" cy="42804"/>
          </a:xfrm>
          <a:custGeom xmlns:a="http://schemas.openxmlformats.org/drawingml/2006/main">
            <a:pathLst>
              <a:path w="58801" h="42804">
                <a:moveTo>
                  <a:pt x="0" y="42804"/>
                </a:moveTo>
                <a:lnTo>
                  <a:pt x="0" y="0"/>
                </a:lnTo>
                <a:lnTo>
                  <a:pt x="58801" y="21402"/>
                </a:lnTo>
                <a:lnTo>
                  <a:pt x="0" y="42804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C32D14-FC4E-4B63-9E6D-AF508BF5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3446" y="2782044"/>
            <a:ext cx="58801" cy="42804"/>
          </a:xfrm>
          <a:custGeom xmlns:a="http://schemas.openxmlformats.org/drawingml/2006/main">
            <a:pathLst>
              <a:path w="58801" h="42804" fill="none">
                <a:moveTo>
                  <a:pt x="0" y="42804"/>
                </a:moveTo>
                <a:lnTo>
                  <a:pt x="58801" y="21402"/>
                </a:lnTo>
                <a:lnTo>
                  <a:pt x="0" y="0"/>
                </a:lnTo>
                <a:lnTo>
                  <a:pt x="0" y="428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6BBB6E-46DB-41BD-8963-D1D0F9D1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9" y="754946"/>
            <a:ext cx="783154" cy="384843"/>
          </a:xfrm>
          <a:custGeom xmlns:a="http://schemas.openxmlformats.org/drawingml/2006/main">
            <a:pathLst>
              <a:path w="783154" h="384843">
                <a:moveTo>
                  <a:pt x="0" y="0"/>
                </a:moveTo>
                <a:lnTo>
                  <a:pt x="783154" y="0"/>
                </a:lnTo>
                <a:lnTo>
                  <a:pt x="783154" y="384843"/>
                </a:lnTo>
                <a:lnTo>
                  <a:pt x="0" y="38484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C8F802-06C0-4DB9-A707-202D0C8E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9" y="754946"/>
            <a:ext cx="783154" cy="384843"/>
          </a:xfrm>
          <a:custGeom xmlns:a="http://schemas.openxmlformats.org/drawingml/2006/main">
            <a:pathLst>
              <a:path w="783154" h="384843" fill="none">
                <a:moveTo>
                  <a:pt x="0" y="0"/>
                </a:moveTo>
                <a:lnTo>
                  <a:pt x="783154" y="0"/>
                </a:lnTo>
                <a:lnTo>
                  <a:pt x="783154" y="384843"/>
                </a:lnTo>
                <a:lnTo>
                  <a:pt x="0" y="38484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105" name="Text Image">
            <a:extLst xmlns:a="http://schemas.openxmlformats.org/drawingml/2006/main">
              <a:ext uri="{FF2B5EF4-FFF2-40B4-BE49-F238E27FC236}">
                <a16:creationId xmlns:a16="http://schemas.microsoft.com/office/drawing/2014/main" id="{261CD542-F744-4CE9-B509-1B2A05DC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457" y="877156"/>
            <a:ext cx="502352" cy="176122"/>
          </a:xfrm>
          <a:custGeom xmlns:a="http://schemas.openxmlformats.org/drawingml/2006/main">
            <a:pathLst>
              <a:path w="502352" h="176122">
                <a:moveTo>
                  <a:pt x="0" y="136035"/>
                </a:moveTo>
                <a:lnTo>
                  <a:pt x="0" y="0"/>
                </a:lnTo>
                <a:lnTo>
                  <a:pt x="18002" y="0"/>
                </a:lnTo>
                <a:lnTo>
                  <a:pt x="18002" y="136035"/>
                </a:lnTo>
                <a:lnTo>
                  <a:pt x="0" y="136035"/>
                </a:lnTo>
                <a:close/>
                <a:moveTo>
                  <a:pt x="47445" y="136035"/>
                </a:moveTo>
                <a:lnTo>
                  <a:pt x="47445" y="37489"/>
                </a:lnTo>
                <a:lnTo>
                  <a:pt x="62385" y="37489"/>
                </a:lnTo>
                <a:lnTo>
                  <a:pt x="62385" y="51315"/>
                </a:lnTo>
                <a:cubicBezTo>
                  <a:pt x="65478" y="46489"/>
                  <a:pt x="69592" y="42608"/>
                  <a:pt x="74726" y="39669"/>
                </a:cubicBezTo>
                <a:cubicBezTo>
                  <a:pt x="79861" y="36731"/>
                  <a:pt x="85707" y="35261"/>
                  <a:pt x="92264" y="35261"/>
                </a:cubicBezTo>
                <a:cubicBezTo>
                  <a:pt x="99564" y="35261"/>
                  <a:pt x="105549" y="36777"/>
                  <a:pt x="110220" y="39808"/>
                </a:cubicBezTo>
                <a:cubicBezTo>
                  <a:pt x="114890" y="42840"/>
                  <a:pt x="118184" y="47077"/>
                  <a:pt x="120102" y="52521"/>
                </a:cubicBezTo>
                <a:cubicBezTo>
                  <a:pt x="127897" y="41015"/>
                  <a:pt x="138042" y="35261"/>
                  <a:pt x="150538" y="35261"/>
                </a:cubicBezTo>
                <a:cubicBezTo>
                  <a:pt x="160313" y="35261"/>
                  <a:pt x="167829" y="37968"/>
                  <a:pt x="173087" y="43381"/>
                </a:cubicBezTo>
                <a:cubicBezTo>
                  <a:pt x="178345" y="48794"/>
                  <a:pt x="180975" y="57130"/>
                  <a:pt x="180975" y="68389"/>
                </a:cubicBezTo>
                <a:lnTo>
                  <a:pt x="180975" y="136035"/>
                </a:lnTo>
                <a:lnTo>
                  <a:pt x="164365" y="136035"/>
                </a:lnTo>
                <a:lnTo>
                  <a:pt x="164365" y="73956"/>
                </a:lnTo>
                <a:cubicBezTo>
                  <a:pt x="164365" y="67275"/>
                  <a:pt x="163823" y="62465"/>
                  <a:pt x="162741" y="59527"/>
                </a:cubicBezTo>
                <a:cubicBezTo>
                  <a:pt x="161658" y="56589"/>
                  <a:pt x="159694" y="54222"/>
                  <a:pt x="156848" y="52428"/>
                </a:cubicBezTo>
                <a:cubicBezTo>
                  <a:pt x="154003" y="50634"/>
                  <a:pt x="150662" y="49737"/>
                  <a:pt x="146827" y="49737"/>
                </a:cubicBezTo>
                <a:cubicBezTo>
                  <a:pt x="139898" y="49737"/>
                  <a:pt x="134145" y="52042"/>
                  <a:pt x="129567" y="56650"/>
                </a:cubicBezTo>
                <a:cubicBezTo>
                  <a:pt x="124989" y="61259"/>
                  <a:pt x="122700" y="68636"/>
                  <a:pt x="122700" y="78782"/>
                </a:cubicBezTo>
                <a:lnTo>
                  <a:pt x="122700" y="136035"/>
                </a:lnTo>
                <a:lnTo>
                  <a:pt x="105998" y="136035"/>
                </a:lnTo>
                <a:lnTo>
                  <a:pt x="105998" y="72008"/>
                </a:lnTo>
                <a:cubicBezTo>
                  <a:pt x="105998" y="64584"/>
                  <a:pt x="104637" y="59017"/>
                  <a:pt x="101915" y="55305"/>
                </a:cubicBezTo>
                <a:cubicBezTo>
                  <a:pt x="99193" y="51593"/>
                  <a:pt x="94739" y="49737"/>
                  <a:pt x="88552" y="49737"/>
                </a:cubicBezTo>
                <a:cubicBezTo>
                  <a:pt x="83851" y="49737"/>
                  <a:pt x="79505" y="50975"/>
                  <a:pt x="75515" y="53449"/>
                </a:cubicBezTo>
                <a:cubicBezTo>
                  <a:pt x="71525" y="55923"/>
                  <a:pt x="68633" y="59542"/>
                  <a:pt x="66839" y="64306"/>
                </a:cubicBezTo>
                <a:cubicBezTo>
                  <a:pt x="65045" y="69069"/>
                  <a:pt x="64148" y="75936"/>
                  <a:pt x="64148" y="84906"/>
                </a:cubicBezTo>
                <a:lnTo>
                  <a:pt x="64148" y="136035"/>
                </a:lnTo>
                <a:lnTo>
                  <a:pt x="47445" y="136035"/>
                </a:lnTo>
                <a:close/>
                <a:moveTo>
                  <a:pt x="270055" y="123601"/>
                </a:moveTo>
                <a:cubicBezTo>
                  <a:pt x="263869" y="128962"/>
                  <a:pt x="257914" y="132746"/>
                  <a:pt x="252192" y="134954"/>
                </a:cubicBezTo>
                <a:cubicBezTo>
                  <a:pt x="246470" y="137159"/>
                  <a:pt x="240330" y="138262"/>
                  <a:pt x="233773" y="138262"/>
                </a:cubicBezTo>
                <a:cubicBezTo>
                  <a:pt x="222947" y="138262"/>
                  <a:pt x="214626" y="135618"/>
                  <a:pt x="208811" y="130328"/>
                </a:cubicBezTo>
                <a:cubicBezTo>
                  <a:pt x="202996" y="125039"/>
                  <a:pt x="200089" y="118281"/>
                  <a:pt x="200089" y="110053"/>
                </a:cubicBezTo>
                <a:cubicBezTo>
                  <a:pt x="200089" y="105228"/>
                  <a:pt x="201187" y="100820"/>
                  <a:pt x="203383" y="96830"/>
                </a:cubicBezTo>
                <a:cubicBezTo>
                  <a:pt x="205579" y="92840"/>
                  <a:pt x="208455" y="89638"/>
                  <a:pt x="212013" y="87226"/>
                </a:cubicBezTo>
                <a:cubicBezTo>
                  <a:pt x="215570" y="84813"/>
                  <a:pt x="219575" y="82988"/>
                  <a:pt x="224029" y="81751"/>
                </a:cubicBezTo>
                <a:cubicBezTo>
                  <a:pt x="227308" y="80885"/>
                  <a:pt x="232257" y="80050"/>
                  <a:pt x="238876" y="79246"/>
                </a:cubicBezTo>
                <a:cubicBezTo>
                  <a:pt x="252362" y="77637"/>
                  <a:pt x="262291" y="75719"/>
                  <a:pt x="268663" y="73492"/>
                </a:cubicBezTo>
                <a:cubicBezTo>
                  <a:pt x="268725" y="71213"/>
                  <a:pt x="268756" y="69765"/>
                  <a:pt x="268756" y="69148"/>
                </a:cubicBezTo>
                <a:cubicBezTo>
                  <a:pt x="268756" y="62369"/>
                  <a:pt x="267178" y="57593"/>
                  <a:pt x="264023" y="54821"/>
                </a:cubicBezTo>
                <a:cubicBezTo>
                  <a:pt x="259755" y="51061"/>
                  <a:pt x="253414" y="49181"/>
                  <a:pt x="245001" y="49181"/>
                </a:cubicBezTo>
                <a:cubicBezTo>
                  <a:pt x="237144" y="49181"/>
                  <a:pt x="231345" y="50557"/>
                  <a:pt x="227602" y="53310"/>
                </a:cubicBezTo>
                <a:cubicBezTo>
                  <a:pt x="223859" y="56063"/>
                  <a:pt x="221091" y="60934"/>
                  <a:pt x="219297" y="67925"/>
                </a:cubicBezTo>
                <a:lnTo>
                  <a:pt x="202965" y="65698"/>
                </a:lnTo>
                <a:cubicBezTo>
                  <a:pt x="204450" y="58686"/>
                  <a:pt x="206893" y="53024"/>
                  <a:pt x="210296" y="48711"/>
                </a:cubicBezTo>
                <a:cubicBezTo>
                  <a:pt x="213698" y="44398"/>
                  <a:pt x="218616" y="41078"/>
                  <a:pt x="225050" y="38753"/>
                </a:cubicBezTo>
                <a:cubicBezTo>
                  <a:pt x="231484" y="36425"/>
                  <a:pt x="238938" y="35261"/>
                  <a:pt x="247413" y="35261"/>
                </a:cubicBezTo>
                <a:cubicBezTo>
                  <a:pt x="255827" y="35261"/>
                  <a:pt x="262662" y="36255"/>
                  <a:pt x="267921" y="38242"/>
                </a:cubicBezTo>
                <a:cubicBezTo>
                  <a:pt x="273179" y="40228"/>
                  <a:pt x="277045" y="42727"/>
                  <a:pt x="279520" y="45738"/>
                </a:cubicBezTo>
                <a:cubicBezTo>
                  <a:pt x="281994" y="48748"/>
                  <a:pt x="283726" y="52551"/>
                  <a:pt x="284716" y="57146"/>
                </a:cubicBezTo>
                <a:cubicBezTo>
                  <a:pt x="285273" y="60002"/>
                  <a:pt x="285551" y="65130"/>
                  <a:pt x="285551" y="72533"/>
                </a:cubicBezTo>
                <a:lnTo>
                  <a:pt x="285551" y="94739"/>
                </a:lnTo>
                <a:cubicBezTo>
                  <a:pt x="285551" y="110222"/>
                  <a:pt x="285907" y="120028"/>
                  <a:pt x="286618" y="124158"/>
                </a:cubicBezTo>
                <a:cubicBezTo>
                  <a:pt x="287330" y="128287"/>
                  <a:pt x="288737" y="132246"/>
                  <a:pt x="290841" y="136035"/>
                </a:cubicBezTo>
                <a:lnTo>
                  <a:pt x="273395" y="136035"/>
                </a:lnTo>
                <a:cubicBezTo>
                  <a:pt x="271663" y="132492"/>
                  <a:pt x="270550" y="128347"/>
                  <a:pt x="270055" y="123601"/>
                </a:cubicBezTo>
                <a:moveTo>
                  <a:pt x="268663" y="86669"/>
                </a:moveTo>
                <a:cubicBezTo>
                  <a:pt x="262600" y="89132"/>
                  <a:pt x="253507" y="91226"/>
                  <a:pt x="241382" y="92950"/>
                </a:cubicBezTo>
                <a:cubicBezTo>
                  <a:pt x="234515" y="93934"/>
                  <a:pt x="229659" y="95042"/>
                  <a:pt x="226813" y="96273"/>
                </a:cubicBezTo>
                <a:cubicBezTo>
                  <a:pt x="223967" y="97505"/>
                  <a:pt x="221771" y="99305"/>
                  <a:pt x="220225" y="101675"/>
                </a:cubicBezTo>
                <a:cubicBezTo>
                  <a:pt x="218678" y="104046"/>
                  <a:pt x="217905" y="106678"/>
                  <a:pt x="217905" y="109572"/>
                </a:cubicBezTo>
                <a:cubicBezTo>
                  <a:pt x="217905" y="114004"/>
                  <a:pt x="219591" y="117699"/>
                  <a:pt x="222962" y="120655"/>
                </a:cubicBezTo>
                <a:cubicBezTo>
                  <a:pt x="226334" y="123609"/>
                  <a:pt x="231267" y="125086"/>
                  <a:pt x="237763" y="125086"/>
                </a:cubicBezTo>
                <a:cubicBezTo>
                  <a:pt x="244196" y="125086"/>
                  <a:pt x="249919" y="123683"/>
                  <a:pt x="254929" y="120878"/>
                </a:cubicBezTo>
                <a:cubicBezTo>
                  <a:pt x="259940" y="118071"/>
                  <a:pt x="263621" y="114236"/>
                  <a:pt x="265972" y="109374"/>
                </a:cubicBezTo>
                <a:cubicBezTo>
                  <a:pt x="267766" y="105622"/>
                  <a:pt x="268663" y="100084"/>
                  <a:pt x="268663" y="92762"/>
                </a:cubicBezTo>
                <a:lnTo>
                  <a:pt x="268663" y="86669"/>
                </a:lnTo>
                <a:close/>
                <a:moveTo>
                  <a:pt x="308350" y="144201"/>
                </a:moveTo>
                <a:lnTo>
                  <a:pt x="324588" y="146428"/>
                </a:lnTo>
                <a:cubicBezTo>
                  <a:pt x="325269" y="151499"/>
                  <a:pt x="327156" y="155192"/>
                  <a:pt x="330249" y="157508"/>
                </a:cubicBezTo>
                <a:cubicBezTo>
                  <a:pt x="334394" y="160638"/>
                  <a:pt x="340054" y="162203"/>
                  <a:pt x="347230" y="162203"/>
                </a:cubicBezTo>
                <a:cubicBezTo>
                  <a:pt x="354963" y="162203"/>
                  <a:pt x="360932" y="160652"/>
                  <a:pt x="365139" y="157552"/>
                </a:cubicBezTo>
                <a:cubicBezTo>
                  <a:pt x="369346" y="154451"/>
                  <a:pt x="372191" y="150111"/>
                  <a:pt x="373676" y="144532"/>
                </a:cubicBezTo>
                <a:cubicBezTo>
                  <a:pt x="374542" y="141119"/>
                  <a:pt x="374944" y="133957"/>
                  <a:pt x="374882" y="123044"/>
                </a:cubicBezTo>
                <a:cubicBezTo>
                  <a:pt x="367583" y="131705"/>
                  <a:pt x="358489" y="136035"/>
                  <a:pt x="347601" y="136035"/>
                </a:cubicBezTo>
                <a:cubicBezTo>
                  <a:pt x="334053" y="136035"/>
                  <a:pt x="323568" y="131148"/>
                  <a:pt x="316144" y="121374"/>
                </a:cubicBezTo>
                <a:cubicBezTo>
                  <a:pt x="308721" y="111600"/>
                  <a:pt x="305009" y="99877"/>
                  <a:pt x="305009" y="86205"/>
                </a:cubicBezTo>
                <a:cubicBezTo>
                  <a:pt x="305009" y="76802"/>
                  <a:pt x="306710" y="68126"/>
                  <a:pt x="310113" y="60177"/>
                </a:cubicBezTo>
                <a:cubicBezTo>
                  <a:pt x="313515" y="52227"/>
                  <a:pt x="318449" y="46087"/>
                  <a:pt x="324913" y="41757"/>
                </a:cubicBezTo>
                <a:cubicBezTo>
                  <a:pt x="331378" y="37427"/>
                  <a:pt x="338971" y="35261"/>
                  <a:pt x="347694" y="35261"/>
                </a:cubicBezTo>
                <a:cubicBezTo>
                  <a:pt x="359324" y="35261"/>
                  <a:pt x="368913" y="40025"/>
                  <a:pt x="376460" y="49552"/>
                </a:cubicBezTo>
                <a:lnTo>
                  <a:pt x="376460" y="37489"/>
                </a:lnTo>
                <a:lnTo>
                  <a:pt x="391864" y="37489"/>
                </a:lnTo>
                <a:lnTo>
                  <a:pt x="391864" y="122731"/>
                </a:lnTo>
                <a:cubicBezTo>
                  <a:pt x="391864" y="138082"/>
                  <a:pt x="390302" y="148961"/>
                  <a:pt x="387178" y="155368"/>
                </a:cubicBezTo>
                <a:cubicBezTo>
                  <a:pt x="384054" y="161775"/>
                  <a:pt x="379105" y="166835"/>
                  <a:pt x="372331" y="170548"/>
                </a:cubicBezTo>
                <a:cubicBezTo>
                  <a:pt x="365557" y="174264"/>
                  <a:pt x="357221" y="176122"/>
                  <a:pt x="347323" y="176122"/>
                </a:cubicBezTo>
                <a:cubicBezTo>
                  <a:pt x="335569" y="176122"/>
                  <a:pt x="326073" y="173470"/>
                  <a:pt x="318835" y="168165"/>
                </a:cubicBezTo>
                <a:cubicBezTo>
                  <a:pt x="311597" y="162860"/>
                  <a:pt x="308102" y="154872"/>
                  <a:pt x="308350" y="144201"/>
                </a:cubicBezTo>
                <a:moveTo>
                  <a:pt x="322176" y="85002"/>
                </a:moveTo>
                <a:cubicBezTo>
                  <a:pt x="322176" y="97898"/>
                  <a:pt x="324743" y="107308"/>
                  <a:pt x="329878" y="113231"/>
                </a:cubicBezTo>
                <a:cubicBezTo>
                  <a:pt x="335012" y="119154"/>
                  <a:pt x="341446" y="122116"/>
                  <a:pt x="349179" y="122116"/>
                </a:cubicBezTo>
                <a:cubicBezTo>
                  <a:pt x="356850" y="122116"/>
                  <a:pt x="363283" y="119170"/>
                  <a:pt x="368480" y="113278"/>
                </a:cubicBezTo>
                <a:cubicBezTo>
                  <a:pt x="373676" y="107385"/>
                  <a:pt x="376274" y="98144"/>
                  <a:pt x="376274" y="85556"/>
                </a:cubicBezTo>
                <a:cubicBezTo>
                  <a:pt x="376274" y="73523"/>
                  <a:pt x="373599" y="64453"/>
                  <a:pt x="368248" y="58344"/>
                </a:cubicBezTo>
                <a:cubicBezTo>
                  <a:pt x="362897" y="52235"/>
                  <a:pt x="356447" y="49181"/>
                  <a:pt x="348900" y="49181"/>
                </a:cubicBezTo>
                <a:cubicBezTo>
                  <a:pt x="341477" y="49181"/>
                  <a:pt x="335167" y="52189"/>
                  <a:pt x="329970" y="58205"/>
                </a:cubicBezTo>
                <a:cubicBezTo>
                  <a:pt x="324774" y="64221"/>
                  <a:pt x="322176" y="73153"/>
                  <a:pt x="322176" y="85002"/>
                </a:cubicBezTo>
                <a:close/>
                <a:moveTo>
                  <a:pt x="484535" y="104114"/>
                </a:moveTo>
                <a:lnTo>
                  <a:pt x="501795" y="106341"/>
                </a:lnTo>
                <a:cubicBezTo>
                  <a:pt x="499073" y="116454"/>
                  <a:pt x="494031" y="124303"/>
                  <a:pt x="486670" y="129888"/>
                </a:cubicBezTo>
                <a:cubicBezTo>
                  <a:pt x="479308" y="135471"/>
                  <a:pt x="469905" y="138262"/>
                  <a:pt x="458460" y="138262"/>
                </a:cubicBezTo>
                <a:cubicBezTo>
                  <a:pt x="444046" y="138262"/>
                  <a:pt x="432617" y="133824"/>
                  <a:pt x="424173" y="124946"/>
                </a:cubicBezTo>
                <a:cubicBezTo>
                  <a:pt x="415729" y="116069"/>
                  <a:pt x="411507" y="103619"/>
                  <a:pt x="411507" y="87597"/>
                </a:cubicBezTo>
                <a:cubicBezTo>
                  <a:pt x="411507" y="71018"/>
                  <a:pt x="415775" y="58151"/>
                  <a:pt x="424312" y="48995"/>
                </a:cubicBezTo>
                <a:cubicBezTo>
                  <a:pt x="432849" y="39839"/>
                  <a:pt x="443923" y="35261"/>
                  <a:pt x="457532" y="35261"/>
                </a:cubicBezTo>
                <a:cubicBezTo>
                  <a:pt x="470709" y="35261"/>
                  <a:pt x="481473" y="39740"/>
                  <a:pt x="489824" y="48696"/>
                </a:cubicBezTo>
                <a:cubicBezTo>
                  <a:pt x="498176" y="57651"/>
                  <a:pt x="502352" y="70249"/>
                  <a:pt x="502352" y="86492"/>
                </a:cubicBezTo>
                <a:cubicBezTo>
                  <a:pt x="502352" y="87480"/>
                  <a:pt x="502321" y="88962"/>
                  <a:pt x="502259" y="90938"/>
                </a:cubicBezTo>
                <a:lnTo>
                  <a:pt x="428766" y="90938"/>
                </a:lnTo>
                <a:cubicBezTo>
                  <a:pt x="429385" y="101794"/>
                  <a:pt x="432447" y="110107"/>
                  <a:pt x="437953" y="115876"/>
                </a:cubicBezTo>
                <a:cubicBezTo>
                  <a:pt x="443459" y="121644"/>
                  <a:pt x="450325" y="124529"/>
                  <a:pt x="458553" y="124529"/>
                </a:cubicBezTo>
                <a:cubicBezTo>
                  <a:pt x="464677" y="124529"/>
                  <a:pt x="469905" y="122906"/>
                  <a:pt x="474235" y="119660"/>
                </a:cubicBezTo>
                <a:cubicBezTo>
                  <a:pt x="478566" y="116412"/>
                  <a:pt x="481999" y="111230"/>
                  <a:pt x="484535" y="104114"/>
                </a:cubicBezTo>
                <a:moveTo>
                  <a:pt x="429694" y="77204"/>
                </a:moveTo>
                <a:lnTo>
                  <a:pt x="484721" y="77204"/>
                </a:lnTo>
                <a:cubicBezTo>
                  <a:pt x="483979" y="68942"/>
                  <a:pt x="481875" y="62745"/>
                  <a:pt x="478411" y="58614"/>
                </a:cubicBezTo>
                <a:cubicBezTo>
                  <a:pt x="473091" y="52201"/>
                  <a:pt x="466193" y="48995"/>
                  <a:pt x="457718" y="48995"/>
                </a:cubicBezTo>
                <a:cubicBezTo>
                  <a:pt x="450047" y="48995"/>
                  <a:pt x="443598" y="51554"/>
                  <a:pt x="438371" y="56674"/>
                </a:cubicBezTo>
                <a:cubicBezTo>
                  <a:pt x="433143" y="61791"/>
                  <a:pt x="430251" y="68634"/>
                  <a:pt x="429694" y="7720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45F210-DC86-4AD5-91A7-8F23192F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213" y="947368"/>
            <a:ext cx="356276" cy="10"/>
          </a:xfrm>
          <a:custGeom xmlns:a="http://schemas.openxmlformats.org/drawingml/2006/main">
            <a:pathLst>
              <a:path w="356276" h="1">
                <a:moveTo>
                  <a:pt x="0" y="0"/>
                </a:moveTo>
                <a:lnTo>
                  <a:pt x="356276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68BD48-32CB-41C7-B706-6A487625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213" y="947368"/>
            <a:ext cx="278532" cy="10"/>
          </a:xfrm>
          <a:custGeom xmlns:a="http://schemas.openxmlformats.org/drawingml/2006/main">
            <a:pathLst>
              <a:path w="278532" h="1" fill="none">
                <a:moveTo>
                  <a:pt x="0" y="0"/>
                </a:moveTo>
                <a:lnTo>
                  <a:pt x="2785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6F680C-E81E-4E0F-8D65-800AD505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744" y="925966"/>
            <a:ext cx="58802" cy="42804"/>
          </a:xfrm>
          <a:custGeom xmlns:a="http://schemas.openxmlformats.org/drawingml/2006/main">
            <a:pathLst>
              <a:path w="58802" h="42804">
                <a:moveTo>
                  <a:pt x="0" y="42804"/>
                </a:moveTo>
                <a:lnTo>
                  <a:pt x="0" y="0"/>
                </a:lnTo>
                <a:lnTo>
                  <a:pt x="58802" y="21402"/>
                </a:lnTo>
                <a:lnTo>
                  <a:pt x="0" y="42804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9445E4-B3D6-4E5A-92AE-BE006C92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744" y="925966"/>
            <a:ext cx="58802" cy="42804"/>
          </a:xfrm>
          <a:custGeom xmlns:a="http://schemas.openxmlformats.org/drawingml/2006/main">
            <a:pathLst>
              <a:path w="58802" h="42804" fill="none">
                <a:moveTo>
                  <a:pt x="0" y="42804"/>
                </a:moveTo>
                <a:lnTo>
                  <a:pt x="58802" y="21402"/>
                </a:lnTo>
                <a:lnTo>
                  <a:pt x="0" y="0"/>
                </a:lnTo>
                <a:lnTo>
                  <a:pt x="0" y="428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691A8A-0479-43AB-9F4C-63E9E6D5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8" y="2534913"/>
            <a:ext cx="820495" cy="537066"/>
          </a:xfrm>
          <a:custGeom xmlns:a="http://schemas.openxmlformats.org/drawingml/2006/main">
            <a:pathLst>
              <a:path w="820495" h="537066">
                <a:moveTo>
                  <a:pt x="820495" y="537066"/>
                </a:moveTo>
                <a:lnTo>
                  <a:pt x="0" y="537066"/>
                </a:lnTo>
                <a:lnTo>
                  <a:pt x="0" y="0"/>
                </a:lnTo>
                <a:lnTo>
                  <a:pt x="820495" y="0"/>
                </a:lnTo>
                <a:lnTo>
                  <a:pt x="820495" y="537066"/>
                </a:lnTo>
                <a:close/>
              </a:path>
            </a:pathLst>
          </a:custGeom>
          <a:solidFill xmlns:a="http://schemas.openxmlformats.org/drawingml/2006/main">
            <a:srgbClr val="FCE5C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EF0832-730C-4A10-9138-C349E462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08" y="2534913"/>
            <a:ext cx="820495" cy="537066"/>
          </a:xfrm>
          <a:custGeom xmlns:a="http://schemas.openxmlformats.org/drawingml/2006/main">
            <a:pathLst>
              <a:path w="820495" h="537066" fill="none">
                <a:moveTo>
                  <a:pt x="0" y="0"/>
                </a:moveTo>
                <a:lnTo>
                  <a:pt x="820495" y="0"/>
                </a:lnTo>
                <a:lnTo>
                  <a:pt x="820495" y="537066"/>
                </a:lnTo>
                <a:lnTo>
                  <a:pt x="0" y="537066"/>
                </a:lnTo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112" name="Text Text">
            <a:extLst xmlns:a="http://schemas.openxmlformats.org/drawingml/2006/main">
              <a:ext uri="{FF2B5EF4-FFF2-40B4-BE49-F238E27FC236}">
                <a16:creationId xmlns:a16="http://schemas.microsoft.com/office/drawing/2014/main" id="{5A395429-C29C-4E5D-9523-88886577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77" y="2639158"/>
            <a:ext cx="317898" cy="124512"/>
          </a:xfrm>
          <a:custGeom xmlns:a="http://schemas.openxmlformats.org/drawingml/2006/main">
            <a:pathLst>
              <a:path w="317898" h="124512">
                <a:moveTo>
                  <a:pt x="94987" y="13329"/>
                </a:moveTo>
                <a:lnTo>
                  <a:pt x="55507" y="13329"/>
                </a:lnTo>
                <a:lnTo>
                  <a:pt x="55507" y="122825"/>
                </a:lnTo>
                <a:lnTo>
                  <a:pt x="39395" y="122825"/>
                </a:lnTo>
                <a:lnTo>
                  <a:pt x="39395" y="13329"/>
                </a:lnTo>
                <a:lnTo>
                  <a:pt x="0" y="13329"/>
                </a:lnTo>
                <a:lnTo>
                  <a:pt x="0" y="0"/>
                </a:lnTo>
                <a:lnTo>
                  <a:pt x="94987" y="0"/>
                </a:lnTo>
                <a:lnTo>
                  <a:pt x="94987" y="13329"/>
                </a:lnTo>
                <a:close/>
                <a:moveTo>
                  <a:pt x="140228" y="124512"/>
                </a:moveTo>
                <a:cubicBezTo>
                  <a:pt x="127856" y="124512"/>
                  <a:pt x="117789" y="120449"/>
                  <a:pt x="110028" y="112322"/>
                </a:cubicBezTo>
                <a:cubicBezTo>
                  <a:pt x="102267" y="104196"/>
                  <a:pt x="98387" y="93328"/>
                  <a:pt x="98387" y="79718"/>
                </a:cubicBezTo>
                <a:lnTo>
                  <a:pt x="98387" y="76850"/>
                </a:lnTo>
                <a:cubicBezTo>
                  <a:pt x="98387" y="67795"/>
                  <a:pt x="100116" y="59711"/>
                  <a:pt x="103575" y="52597"/>
                </a:cubicBezTo>
                <a:cubicBezTo>
                  <a:pt x="107033" y="45483"/>
                  <a:pt x="111870" y="39915"/>
                  <a:pt x="118084" y="35894"/>
                </a:cubicBezTo>
                <a:cubicBezTo>
                  <a:pt x="124299" y="31873"/>
                  <a:pt x="131033" y="29863"/>
                  <a:pt x="138288" y="29863"/>
                </a:cubicBezTo>
                <a:cubicBezTo>
                  <a:pt x="150154" y="29863"/>
                  <a:pt x="159377" y="33771"/>
                  <a:pt x="165957" y="41588"/>
                </a:cubicBezTo>
                <a:cubicBezTo>
                  <a:pt x="172537" y="49405"/>
                  <a:pt x="175827" y="60597"/>
                  <a:pt x="175827" y="75163"/>
                </a:cubicBezTo>
                <a:lnTo>
                  <a:pt x="175827" y="81658"/>
                </a:lnTo>
                <a:lnTo>
                  <a:pt x="113993" y="81658"/>
                </a:lnTo>
                <a:cubicBezTo>
                  <a:pt x="114218" y="90656"/>
                  <a:pt x="116847" y="97925"/>
                  <a:pt x="121880" y="103465"/>
                </a:cubicBezTo>
                <a:cubicBezTo>
                  <a:pt x="126914" y="109004"/>
                  <a:pt x="133311" y="111774"/>
                  <a:pt x="141072" y="111774"/>
                </a:cubicBezTo>
                <a:cubicBezTo>
                  <a:pt x="146583" y="111774"/>
                  <a:pt x="151251" y="110649"/>
                  <a:pt x="155075" y="108400"/>
                </a:cubicBezTo>
                <a:cubicBezTo>
                  <a:pt x="158899" y="106150"/>
                  <a:pt x="162245" y="103169"/>
                  <a:pt x="165114" y="99458"/>
                </a:cubicBezTo>
                <a:lnTo>
                  <a:pt x="174646" y="106881"/>
                </a:lnTo>
                <a:cubicBezTo>
                  <a:pt x="166998" y="118635"/>
                  <a:pt x="155525" y="124512"/>
                  <a:pt x="140228" y="124512"/>
                </a:cubicBezTo>
                <a:moveTo>
                  <a:pt x="138288" y="42685"/>
                </a:moveTo>
                <a:cubicBezTo>
                  <a:pt x="131989" y="42685"/>
                  <a:pt x="126703" y="44977"/>
                  <a:pt x="122429" y="49560"/>
                </a:cubicBezTo>
                <a:cubicBezTo>
                  <a:pt x="118154" y="54144"/>
                  <a:pt x="115511" y="60569"/>
                  <a:pt x="114499" y="68836"/>
                </a:cubicBezTo>
                <a:lnTo>
                  <a:pt x="160221" y="68836"/>
                </a:lnTo>
                <a:lnTo>
                  <a:pt x="160221" y="67655"/>
                </a:lnTo>
                <a:cubicBezTo>
                  <a:pt x="159771" y="59725"/>
                  <a:pt x="157634" y="53581"/>
                  <a:pt x="153810" y="49223"/>
                </a:cubicBezTo>
                <a:cubicBezTo>
                  <a:pt x="149985" y="44864"/>
                  <a:pt x="144812" y="42685"/>
                  <a:pt x="138288" y="42685"/>
                </a:cubicBezTo>
                <a:close/>
                <a:moveTo>
                  <a:pt x="224366" y="64871"/>
                </a:moveTo>
                <a:lnTo>
                  <a:pt x="244612" y="31550"/>
                </a:lnTo>
                <a:lnTo>
                  <a:pt x="262833" y="31550"/>
                </a:lnTo>
                <a:lnTo>
                  <a:pt x="232970" y="76681"/>
                </a:lnTo>
                <a:lnTo>
                  <a:pt x="263761" y="122825"/>
                </a:lnTo>
                <a:lnTo>
                  <a:pt x="245708" y="122825"/>
                </a:lnTo>
                <a:lnTo>
                  <a:pt x="224619" y="88660"/>
                </a:lnTo>
                <a:lnTo>
                  <a:pt x="203529" y="122825"/>
                </a:lnTo>
                <a:lnTo>
                  <a:pt x="185392" y="122825"/>
                </a:lnTo>
                <a:lnTo>
                  <a:pt x="216183" y="76681"/>
                </a:lnTo>
                <a:lnTo>
                  <a:pt x="186320" y="31550"/>
                </a:lnTo>
                <a:lnTo>
                  <a:pt x="204373" y="31550"/>
                </a:lnTo>
                <a:lnTo>
                  <a:pt x="224366" y="64871"/>
                </a:lnTo>
                <a:close/>
                <a:moveTo>
                  <a:pt x="300436" y="9448"/>
                </a:moveTo>
                <a:lnTo>
                  <a:pt x="300436" y="31550"/>
                </a:lnTo>
                <a:lnTo>
                  <a:pt x="317476" y="31550"/>
                </a:lnTo>
                <a:lnTo>
                  <a:pt x="317476" y="43613"/>
                </a:lnTo>
                <a:lnTo>
                  <a:pt x="300436" y="43613"/>
                </a:lnTo>
                <a:lnTo>
                  <a:pt x="300436" y="100217"/>
                </a:lnTo>
                <a:cubicBezTo>
                  <a:pt x="300436" y="103872"/>
                  <a:pt x="301195" y="106614"/>
                  <a:pt x="302714" y="108442"/>
                </a:cubicBezTo>
                <a:cubicBezTo>
                  <a:pt x="304232" y="110269"/>
                  <a:pt x="306819" y="111183"/>
                  <a:pt x="310475" y="111183"/>
                </a:cubicBezTo>
                <a:cubicBezTo>
                  <a:pt x="312274" y="111183"/>
                  <a:pt x="314749" y="110846"/>
                  <a:pt x="317898" y="110171"/>
                </a:cubicBezTo>
                <a:lnTo>
                  <a:pt x="317898" y="122825"/>
                </a:lnTo>
                <a:cubicBezTo>
                  <a:pt x="313793" y="123949"/>
                  <a:pt x="309800" y="124512"/>
                  <a:pt x="305919" y="124512"/>
                </a:cubicBezTo>
                <a:cubicBezTo>
                  <a:pt x="298946" y="124512"/>
                  <a:pt x="293687" y="122403"/>
                  <a:pt x="290144" y="118185"/>
                </a:cubicBezTo>
                <a:cubicBezTo>
                  <a:pt x="286601" y="113967"/>
                  <a:pt x="284830" y="107978"/>
                  <a:pt x="284830" y="100217"/>
                </a:cubicBezTo>
                <a:lnTo>
                  <a:pt x="284830" y="43613"/>
                </a:lnTo>
                <a:lnTo>
                  <a:pt x="268211" y="43613"/>
                </a:lnTo>
                <a:lnTo>
                  <a:pt x="268211" y="31550"/>
                </a:lnTo>
                <a:lnTo>
                  <a:pt x="284830" y="31550"/>
                </a:lnTo>
                <a:lnTo>
                  <a:pt x="284830" y="9448"/>
                </a:lnTo>
                <a:lnTo>
                  <a:pt x="300436" y="944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Text prompt">
            <a:extLst xmlns:a="http://schemas.openxmlformats.org/drawingml/2006/main">
              <a:ext uri="{FF2B5EF4-FFF2-40B4-BE49-F238E27FC236}">
                <a16:creationId xmlns:a16="http://schemas.microsoft.com/office/drawing/2014/main" id="{652711C2-D900-497A-9AB1-8621DCAA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50" y="2855923"/>
            <a:ext cx="539134" cy="148469"/>
          </a:xfrm>
          <a:custGeom xmlns:a="http://schemas.openxmlformats.org/drawingml/2006/main">
            <a:pathLst>
              <a:path w="539134" h="148469">
                <a:moveTo>
                  <a:pt x="77103" y="68751"/>
                </a:moveTo>
                <a:cubicBezTo>
                  <a:pt x="77103" y="82642"/>
                  <a:pt x="73925" y="93834"/>
                  <a:pt x="67570" y="102326"/>
                </a:cubicBezTo>
                <a:cubicBezTo>
                  <a:pt x="61216" y="110818"/>
                  <a:pt x="52611" y="115064"/>
                  <a:pt x="41757" y="115064"/>
                </a:cubicBezTo>
                <a:cubicBezTo>
                  <a:pt x="30678" y="115064"/>
                  <a:pt x="21961" y="111549"/>
                  <a:pt x="15606" y="104519"/>
                </a:cubicBezTo>
                <a:lnTo>
                  <a:pt x="15606" y="148469"/>
                </a:lnTo>
                <a:lnTo>
                  <a:pt x="0" y="148469"/>
                </a:lnTo>
                <a:lnTo>
                  <a:pt x="0" y="22102"/>
                </a:lnTo>
                <a:lnTo>
                  <a:pt x="14256" y="22102"/>
                </a:lnTo>
                <a:lnTo>
                  <a:pt x="15016" y="32225"/>
                </a:lnTo>
                <a:cubicBezTo>
                  <a:pt x="21371" y="24351"/>
                  <a:pt x="30200" y="20415"/>
                  <a:pt x="41504" y="20415"/>
                </a:cubicBezTo>
                <a:cubicBezTo>
                  <a:pt x="52470" y="20415"/>
                  <a:pt x="61145" y="24548"/>
                  <a:pt x="67528" y="32815"/>
                </a:cubicBezTo>
                <a:cubicBezTo>
                  <a:pt x="73911" y="41082"/>
                  <a:pt x="77103" y="52583"/>
                  <a:pt x="77103" y="67317"/>
                </a:cubicBezTo>
                <a:lnTo>
                  <a:pt x="77103" y="68751"/>
                </a:lnTo>
                <a:moveTo>
                  <a:pt x="61497" y="66980"/>
                </a:moveTo>
                <a:cubicBezTo>
                  <a:pt x="61497" y="56688"/>
                  <a:pt x="59303" y="48562"/>
                  <a:pt x="54917" y="42601"/>
                </a:cubicBezTo>
                <a:cubicBezTo>
                  <a:pt x="50530" y="36639"/>
                  <a:pt x="44513" y="33659"/>
                  <a:pt x="36864" y="33659"/>
                </a:cubicBezTo>
                <a:cubicBezTo>
                  <a:pt x="27416" y="33659"/>
                  <a:pt x="20330" y="37848"/>
                  <a:pt x="15606" y="46228"/>
                </a:cubicBezTo>
                <a:lnTo>
                  <a:pt x="15606" y="89841"/>
                </a:lnTo>
                <a:cubicBezTo>
                  <a:pt x="20274" y="98164"/>
                  <a:pt x="27416" y="102326"/>
                  <a:pt x="37033" y="102326"/>
                </a:cubicBezTo>
                <a:cubicBezTo>
                  <a:pt x="44513" y="102326"/>
                  <a:pt x="50460" y="99359"/>
                  <a:pt x="54875" y="93426"/>
                </a:cubicBezTo>
                <a:cubicBezTo>
                  <a:pt x="59289" y="87493"/>
                  <a:pt x="61497" y="78678"/>
                  <a:pt x="61497" y="66980"/>
                </a:cubicBezTo>
                <a:close/>
                <a:moveTo>
                  <a:pt x="141040" y="36105"/>
                </a:moveTo>
                <a:cubicBezTo>
                  <a:pt x="138678" y="35711"/>
                  <a:pt x="136119" y="35515"/>
                  <a:pt x="133363" y="35515"/>
                </a:cubicBezTo>
                <a:cubicBezTo>
                  <a:pt x="123128" y="35515"/>
                  <a:pt x="116183" y="39873"/>
                  <a:pt x="112527" y="48590"/>
                </a:cubicBezTo>
                <a:lnTo>
                  <a:pt x="112527" y="113377"/>
                </a:lnTo>
                <a:lnTo>
                  <a:pt x="96921" y="113377"/>
                </a:lnTo>
                <a:lnTo>
                  <a:pt x="96921" y="22102"/>
                </a:lnTo>
                <a:lnTo>
                  <a:pt x="112105" y="22102"/>
                </a:lnTo>
                <a:lnTo>
                  <a:pt x="112358" y="32646"/>
                </a:lnTo>
                <a:cubicBezTo>
                  <a:pt x="117476" y="24492"/>
                  <a:pt x="124731" y="20415"/>
                  <a:pt x="134123" y="20415"/>
                </a:cubicBezTo>
                <a:cubicBezTo>
                  <a:pt x="137159" y="20415"/>
                  <a:pt x="139465" y="20808"/>
                  <a:pt x="141040" y="21596"/>
                </a:cubicBezTo>
                <a:lnTo>
                  <a:pt x="141040" y="36105"/>
                </a:lnTo>
                <a:close/>
                <a:moveTo>
                  <a:pt x="149627" y="66896"/>
                </a:moveTo>
                <a:cubicBezTo>
                  <a:pt x="149627" y="57954"/>
                  <a:pt x="151384" y="49912"/>
                  <a:pt x="154899" y="42769"/>
                </a:cubicBezTo>
                <a:cubicBezTo>
                  <a:pt x="158414" y="35627"/>
                  <a:pt x="163307" y="30116"/>
                  <a:pt x="169577" y="26235"/>
                </a:cubicBezTo>
                <a:cubicBezTo>
                  <a:pt x="175848" y="22355"/>
                  <a:pt x="183004" y="20415"/>
                  <a:pt x="191046" y="20415"/>
                </a:cubicBezTo>
                <a:cubicBezTo>
                  <a:pt x="203475" y="20415"/>
                  <a:pt x="213528" y="24717"/>
                  <a:pt x="221204" y="33321"/>
                </a:cubicBezTo>
                <a:cubicBezTo>
                  <a:pt x="228881" y="41926"/>
                  <a:pt x="232719" y="53370"/>
                  <a:pt x="232719" y="67655"/>
                </a:cubicBezTo>
                <a:lnTo>
                  <a:pt x="232719" y="68751"/>
                </a:lnTo>
                <a:cubicBezTo>
                  <a:pt x="232719" y="77637"/>
                  <a:pt x="231018" y="85609"/>
                  <a:pt x="227615" y="92667"/>
                </a:cubicBezTo>
                <a:cubicBezTo>
                  <a:pt x="224213" y="99725"/>
                  <a:pt x="219348" y="105222"/>
                  <a:pt x="213022" y="109159"/>
                </a:cubicBezTo>
                <a:cubicBezTo>
                  <a:pt x="206695" y="113095"/>
                  <a:pt x="199426" y="115064"/>
                  <a:pt x="191215" y="115064"/>
                </a:cubicBezTo>
                <a:cubicBezTo>
                  <a:pt x="178843" y="115064"/>
                  <a:pt x="168818" y="110762"/>
                  <a:pt x="161142" y="102157"/>
                </a:cubicBezTo>
                <a:cubicBezTo>
                  <a:pt x="153465" y="93553"/>
                  <a:pt x="149627" y="82164"/>
                  <a:pt x="149627" y="67992"/>
                </a:cubicBezTo>
                <a:lnTo>
                  <a:pt x="149627" y="66896"/>
                </a:lnTo>
                <a:moveTo>
                  <a:pt x="165317" y="68751"/>
                </a:moveTo>
                <a:cubicBezTo>
                  <a:pt x="165317" y="78874"/>
                  <a:pt x="167665" y="87001"/>
                  <a:pt x="172361" y="93131"/>
                </a:cubicBezTo>
                <a:cubicBezTo>
                  <a:pt x="177057" y="99261"/>
                  <a:pt x="183342" y="102326"/>
                  <a:pt x="191215" y="102326"/>
                </a:cubicBezTo>
                <a:cubicBezTo>
                  <a:pt x="199145" y="102326"/>
                  <a:pt x="205443" y="99219"/>
                  <a:pt x="210111" y="93004"/>
                </a:cubicBezTo>
                <a:cubicBezTo>
                  <a:pt x="214779" y="86790"/>
                  <a:pt x="217113" y="78087"/>
                  <a:pt x="217113" y="66896"/>
                </a:cubicBezTo>
                <a:cubicBezTo>
                  <a:pt x="217113" y="56885"/>
                  <a:pt x="214737" y="48773"/>
                  <a:pt x="209985" y="42558"/>
                </a:cubicBezTo>
                <a:cubicBezTo>
                  <a:pt x="205233" y="36344"/>
                  <a:pt x="198920" y="33237"/>
                  <a:pt x="191046" y="33237"/>
                </a:cubicBezTo>
                <a:cubicBezTo>
                  <a:pt x="183342" y="33237"/>
                  <a:pt x="177127" y="36302"/>
                  <a:pt x="172403" y="42432"/>
                </a:cubicBezTo>
                <a:cubicBezTo>
                  <a:pt x="167679" y="48562"/>
                  <a:pt x="165317" y="57335"/>
                  <a:pt x="165317" y="68751"/>
                </a:cubicBezTo>
                <a:close/>
                <a:moveTo>
                  <a:pt x="266914" y="22102"/>
                </a:moveTo>
                <a:lnTo>
                  <a:pt x="267336" y="32225"/>
                </a:lnTo>
                <a:cubicBezTo>
                  <a:pt x="274029" y="24351"/>
                  <a:pt x="283055" y="20415"/>
                  <a:pt x="294415" y="20415"/>
                </a:cubicBezTo>
                <a:cubicBezTo>
                  <a:pt x="307181" y="20415"/>
                  <a:pt x="315870" y="25307"/>
                  <a:pt x="320481" y="35093"/>
                </a:cubicBezTo>
                <a:cubicBezTo>
                  <a:pt x="323518" y="30706"/>
                  <a:pt x="327469" y="27163"/>
                  <a:pt x="332334" y="24464"/>
                </a:cubicBezTo>
                <a:cubicBezTo>
                  <a:pt x="337198" y="21764"/>
                  <a:pt x="342949" y="20415"/>
                  <a:pt x="349585" y="20415"/>
                </a:cubicBezTo>
                <a:cubicBezTo>
                  <a:pt x="369606" y="20415"/>
                  <a:pt x="379785" y="31015"/>
                  <a:pt x="380122" y="52217"/>
                </a:cubicBezTo>
                <a:lnTo>
                  <a:pt x="380122" y="113377"/>
                </a:lnTo>
                <a:lnTo>
                  <a:pt x="364516" y="113377"/>
                </a:lnTo>
                <a:lnTo>
                  <a:pt x="364516" y="53145"/>
                </a:lnTo>
                <a:cubicBezTo>
                  <a:pt x="364516" y="46622"/>
                  <a:pt x="363026" y="41743"/>
                  <a:pt x="360045" y="38509"/>
                </a:cubicBezTo>
                <a:cubicBezTo>
                  <a:pt x="357065" y="35276"/>
                  <a:pt x="352059" y="33659"/>
                  <a:pt x="345030" y="33659"/>
                </a:cubicBezTo>
                <a:cubicBezTo>
                  <a:pt x="339237" y="33659"/>
                  <a:pt x="334429" y="35388"/>
                  <a:pt x="330604" y="38847"/>
                </a:cubicBezTo>
                <a:cubicBezTo>
                  <a:pt x="326780" y="42305"/>
                  <a:pt x="324559" y="46959"/>
                  <a:pt x="323940" y="52808"/>
                </a:cubicBezTo>
                <a:lnTo>
                  <a:pt x="323940" y="113377"/>
                </a:lnTo>
                <a:lnTo>
                  <a:pt x="308250" y="113377"/>
                </a:lnTo>
                <a:lnTo>
                  <a:pt x="308250" y="53567"/>
                </a:lnTo>
                <a:cubicBezTo>
                  <a:pt x="308250" y="40295"/>
                  <a:pt x="301754" y="33659"/>
                  <a:pt x="288763" y="33659"/>
                </a:cubicBezTo>
                <a:cubicBezTo>
                  <a:pt x="278528" y="33659"/>
                  <a:pt x="271526" y="38017"/>
                  <a:pt x="267758" y="46734"/>
                </a:cubicBezTo>
                <a:lnTo>
                  <a:pt x="267758" y="113377"/>
                </a:lnTo>
                <a:lnTo>
                  <a:pt x="252152" y="113377"/>
                </a:lnTo>
                <a:lnTo>
                  <a:pt x="252152" y="22102"/>
                </a:lnTo>
                <a:lnTo>
                  <a:pt x="266914" y="22102"/>
                </a:lnTo>
                <a:close/>
                <a:moveTo>
                  <a:pt x="480681" y="68751"/>
                </a:moveTo>
                <a:cubicBezTo>
                  <a:pt x="480681" y="82642"/>
                  <a:pt x="477503" y="93834"/>
                  <a:pt x="471148" y="102326"/>
                </a:cubicBezTo>
                <a:cubicBezTo>
                  <a:pt x="464793" y="110818"/>
                  <a:pt x="456189" y="115064"/>
                  <a:pt x="445335" y="115064"/>
                </a:cubicBezTo>
                <a:cubicBezTo>
                  <a:pt x="434256" y="115064"/>
                  <a:pt x="425539" y="111549"/>
                  <a:pt x="419184" y="104519"/>
                </a:cubicBezTo>
                <a:lnTo>
                  <a:pt x="419184" y="148469"/>
                </a:lnTo>
                <a:lnTo>
                  <a:pt x="403578" y="148469"/>
                </a:lnTo>
                <a:lnTo>
                  <a:pt x="403578" y="22102"/>
                </a:lnTo>
                <a:lnTo>
                  <a:pt x="417834" y="22102"/>
                </a:lnTo>
                <a:lnTo>
                  <a:pt x="418593" y="32225"/>
                </a:lnTo>
                <a:cubicBezTo>
                  <a:pt x="424948" y="24351"/>
                  <a:pt x="433778" y="20415"/>
                  <a:pt x="445082" y="20415"/>
                </a:cubicBezTo>
                <a:cubicBezTo>
                  <a:pt x="456048" y="20415"/>
                  <a:pt x="464723" y="24548"/>
                  <a:pt x="471106" y="32815"/>
                </a:cubicBezTo>
                <a:cubicBezTo>
                  <a:pt x="477489" y="41082"/>
                  <a:pt x="480681" y="52583"/>
                  <a:pt x="480681" y="67317"/>
                </a:cubicBezTo>
                <a:lnTo>
                  <a:pt x="480681" y="68751"/>
                </a:lnTo>
                <a:moveTo>
                  <a:pt x="465074" y="66980"/>
                </a:moveTo>
                <a:cubicBezTo>
                  <a:pt x="465074" y="56688"/>
                  <a:pt x="462881" y="48562"/>
                  <a:pt x="458495" y="42601"/>
                </a:cubicBezTo>
                <a:cubicBezTo>
                  <a:pt x="454108" y="36639"/>
                  <a:pt x="448090" y="33659"/>
                  <a:pt x="440442" y="33659"/>
                </a:cubicBezTo>
                <a:cubicBezTo>
                  <a:pt x="430994" y="33659"/>
                  <a:pt x="423908" y="37848"/>
                  <a:pt x="419184" y="46228"/>
                </a:cubicBezTo>
                <a:lnTo>
                  <a:pt x="419184" y="89841"/>
                </a:lnTo>
                <a:cubicBezTo>
                  <a:pt x="423852" y="98164"/>
                  <a:pt x="430994" y="102326"/>
                  <a:pt x="440611" y="102326"/>
                </a:cubicBezTo>
                <a:cubicBezTo>
                  <a:pt x="448090" y="102326"/>
                  <a:pt x="454038" y="99359"/>
                  <a:pt x="458452" y="93426"/>
                </a:cubicBezTo>
                <a:cubicBezTo>
                  <a:pt x="462867" y="87493"/>
                  <a:pt x="465074" y="78678"/>
                  <a:pt x="465074" y="66980"/>
                </a:cubicBezTo>
                <a:close/>
                <a:moveTo>
                  <a:pt x="521672" y="0"/>
                </a:moveTo>
                <a:lnTo>
                  <a:pt x="521672" y="22102"/>
                </a:lnTo>
                <a:lnTo>
                  <a:pt x="538713" y="22102"/>
                </a:lnTo>
                <a:lnTo>
                  <a:pt x="538713" y="34165"/>
                </a:lnTo>
                <a:lnTo>
                  <a:pt x="521672" y="34165"/>
                </a:lnTo>
                <a:lnTo>
                  <a:pt x="521672" y="90769"/>
                </a:lnTo>
                <a:cubicBezTo>
                  <a:pt x="521672" y="94424"/>
                  <a:pt x="522432" y="97166"/>
                  <a:pt x="523950" y="98994"/>
                </a:cubicBezTo>
                <a:cubicBezTo>
                  <a:pt x="525469" y="100821"/>
                  <a:pt x="528056" y="101735"/>
                  <a:pt x="531711" y="101735"/>
                </a:cubicBezTo>
                <a:cubicBezTo>
                  <a:pt x="533511" y="101735"/>
                  <a:pt x="535985" y="101398"/>
                  <a:pt x="539134" y="100723"/>
                </a:cubicBezTo>
                <a:lnTo>
                  <a:pt x="539134" y="113377"/>
                </a:lnTo>
                <a:cubicBezTo>
                  <a:pt x="535029" y="114501"/>
                  <a:pt x="531036" y="115064"/>
                  <a:pt x="527156" y="115064"/>
                </a:cubicBezTo>
                <a:cubicBezTo>
                  <a:pt x="520182" y="115064"/>
                  <a:pt x="514924" y="112955"/>
                  <a:pt x="511381" y="108737"/>
                </a:cubicBezTo>
                <a:cubicBezTo>
                  <a:pt x="507838" y="104519"/>
                  <a:pt x="506066" y="98530"/>
                  <a:pt x="506066" y="90769"/>
                </a:cubicBezTo>
                <a:lnTo>
                  <a:pt x="506066" y="34165"/>
                </a:lnTo>
                <a:lnTo>
                  <a:pt x="489448" y="34165"/>
                </a:lnTo>
                <a:lnTo>
                  <a:pt x="489448" y="22102"/>
                </a:lnTo>
                <a:lnTo>
                  <a:pt x="506066" y="22102"/>
                </a:lnTo>
                <a:lnTo>
                  <a:pt x="506066" y="0"/>
                </a:lnTo>
                <a:lnTo>
                  <a:pt x="52167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DB8CB4-8FF9-4E73-870C-7439E74FE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103" y="2803446"/>
            <a:ext cx="356276" cy="10"/>
          </a:xfrm>
          <a:custGeom xmlns:a="http://schemas.openxmlformats.org/drawingml/2006/main">
            <a:pathLst>
              <a:path w="356276" h="1">
                <a:moveTo>
                  <a:pt x="0" y="0"/>
                </a:moveTo>
                <a:lnTo>
                  <a:pt x="356276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1A0B3E-05A8-48D8-9B27-2CD67D3E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103" y="2803446"/>
            <a:ext cx="278532" cy="10"/>
          </a:xfrm>
          <a:custGeom xmlns:a="http://schemas.openxmlformats.org/drawingml/2006/main">
            <a:pathLst>
              <a:path w="278532" h="1" fill="none">
                <a:moveTo>
                  <a:pt x="0" y="0"/>
                </a:moveTo>
                <a:lnTo>
                  <a:pt x="27853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0995C4-65C1-4AC4-B2E9-228B271A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635" y="2782044"/>
            <a:ext cx="58802" cy="42804"/>
          </a:xfrm>
          <a:custGeom xmlns:a="http://schemas.openxmlformats.org/drawingml/2006/main">
            <a:pathLst>
              <a:path w="58802" h="42804">
                <a:moveTo>
                  <a:pt x="0" y="42804"/>
                </a:moveTo>
                <a:lnTo>
                  <a:pt x="0" y="0"/>
                </a:lnTo>
                <a:lnTo>
                  <a:pt x="58802" y="21402"/>
                </a:lnTo>
                <a:lnTo>
                  <a:pt x="0" y="42804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DD2F2E-B088-4B28-B1AC-7325C996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635" y="2782044"/>
            <a:ext cx="58802" cy="42804"/>
          </a:xfrm>
          <a:custGeom xmlns:a="http://schemas.openxmlformats.org/drawingml/2006/main">
            <a:pathLst>
              <a:path w="58802" h="42804" fill="none">
                <a:moveTo>
                  <a:pt x="0" y="42804"/>
                </a:moveTo>
                <a:lnTo>
                  <a:pt x="58802" y="21402"/>
                </a:lnTo>
                <a:lnTo>
                  <a:pt x="0" y="0"/>
                </a:lnTo>
                <a:lnTo>
                  <a:pt x="0" y="428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5313FE-545D-4015-ABEB-DE8BE057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829" y="2496551"/>
            <a:ext cx="939866" cy="613790"/>
          </a:xfrm>
          <a:custGeom xmlns:a="http://schemas.openxmlformats.org/drawingml/2006/main">
            <a:pathLst>
              <a:path w="939866" h="613790">
                <a:moveTo>
                  <a:pt x="0" y="0"/>
                </a:moveTo>
                <a:lnTo>
                  <a:pt x="939866" y="0"/>
                </a:lnTo>
                <a:lnTo>
                  <a:pt x="939866" y="613790"/>
                </a:lnTo>
                <a:lnTo>
                  <a:pt x="0" y="6137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CE5C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71F29A-AF55-44A7-A790-8D3AEAEF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3829" y="2496551"/>
            <a:ext cx="939866" cy="613790"/>
          </a:xfrm>
          <a:custGeom xmlns:a="http://schemas.openxmlformats.org/drawingml/2006/main">
            <a:pathLst>
              <a:path w="939866" h="613790" fill="none">
                <a:moveTo>
                  <a:pt x="0" y="0"/>
                </a:moveTo>
                <a:lnTo>
                  <a:pt x="939866" y="0"/>
                </a:lnTo>
                <a:lnTo>
                  <a:pt x="939866" y="613790"/>
                </a:lnTo>
                <a:lnTo>
                  <a:pt x="0" y="61379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120" name="Text T">
            <a:extLst xmlns:a="http://schemas.openxmlformats.org/drawingml/2006/main">
              <a:ext uri="{FF2B5EF4-FFF2-40B4-BE49-F238E27FC236}">
                <a16:creationId xmlns:a16="http://schemas.microsoft.com/office/drawing/2014/main" id="{6D57FF88-1F36-4F87-A2D1-4B07C788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7369" y="2733234"/>
            <a:ext cx="107826" cy="136035"/>
          </a:xfrm>
          <a:custGeom xmlns:a="http://schemas.openxmlformats.org/drawingml/2006/main">
            <a:pathLst>
              <a:path w="107826" h="136035">
                <a:moveTo>
                  <a:pt x="44819" y="136035"/>
                </a:moveTo>
                <a:lnTo>
                  <a:pt x="44819" y="16146"/>
                </a:lnTo>
                <a:lnTo>
                  <a:pt x="0" y="16146"/>
                </a:lnTo>
                <a:lnTo>
                  <a:pt x="0" y="0"/>
                </a:lnTo>
                <a:lnTo>
                  <a:pt x="107826" y="0"/>
                </a:lnTo>
                <a:lnTo>
                  <a:pt x="107826" y="16146"/>
                </a:lnTo>
                <a:lnTo>
                  <a:pt x="62821" y="16146"/>
                </a:lnTo>
                <a:lnTo>
                  <a:pt x="62821" y="136035"/>
                </a:lnTo>
                <a:lnTo>
                  <a:pt x="44819" y="1360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okens">
            <a:extLst xmlns:a="http://schemas.openxmlformats.org/drawingml/2006/main">
              <a:ext uri="{FF2B5EF4-FFF2-40B4-BE49-F238E27FC236}">
                <a16:creationId xmlns:a16="http://schemas.microsoft.com/office/drawing/2014/main" id="{4957F59C-5C96-4421-A143-96D70004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45" y="2733234"/>
            <a:ext cx="493388" cy="138262"/>
          </a:xfrm>
          <a:custGeom xmlns:a="http://schemas.openxmlformats.org/drawingml/2006/main">
            <a:pathLst>
              <a:path w="493388" h="138262">
                <a:moveTo>
                  <a:pt x="0" y="86762"/>
                </a:moveTo>
                <a:cubicBezTo>
                  <a:pt x="0" y="68512"/>
                  <a:pt x="5073" y="54996"/>
                  <a:pt x="15218" y="46211"/>
                </a:cubicBezTo>
                <a:cubicBezTo>
                  <a:pt x="23693" y="38911"/>
                  <a:pt x="34024" y="35261"/>
                  <a:pt x="46211" y="35261"/>
                </a:cubicBezTo>
                <a:cubicBezTo>
                  <a:pt x="59759" y="35261"/>
                  <a:pt x="70832" y="39700"/>
                  <a:pt x="79431" y="48577"/>
                </a:cubicBezTo>
                <a:cubicBezTo>
                  <a:pt x="88030" y="57455"/>
                  <a:pt x="92329" y="69719"/>
                  <a:pt x="92329" y="85370"/>
                </a:cubicBezTo>
                <a:cubicBezTo>
                  <a:pt x="92329" y="98052"/>
                  <a:pt x="90427" y="108027"/>
                  <a:pt x="86623" y="115296"/>
                </a:cubicBezTo>
                <a:cubicBezTo>
                  <a:pt x="82818" y="122565"/>
                  <a:pt x="77281" y="128210"/>
                  <a:pt x="70013" y="132231"/>
                </a:cubicBezTo>
                <a:cubicBezTo>
                  <a:pt x="62744" y="136252"/>
                  <a:pt x="54810" y="138262"/>
                  <a:pt x="46211" y="138262"/>
                </a:cubicBezTo>
                <a:cubicBezTo>
                  <a:pt x="32416" y="138262"/>
                  <a:pt x="21265" y="133839"/>
                  <a:pt x="12759" y="124993"/>
                </a:cubicBezTo>
                <a:cubicBezTo>
                  <a:pt x="4253" y="116146"/>
                  <a:pt x="0" y="103403"/>
                  <a:pt x="0" y="86762"/>
                </a:cubicBezTo>
                <a:moveTo>
                  <a:pt x="17167" y="86808"/>
                </a:moveTo>
                <a:cubicBezTo>
                  <a:pt x="17167" y="99413"/>
                  <a:pt x="19920" y="108851"/>
                  <a:pt x="25425" y="115122"/>
                </a:cubicBezTo>
                <a:cubicBezTo>
                  <a:pt x="30931" y="121393"/>
                  <a:pt x="37860" y="124529"/>
                  <a:pt x="46211" y="124529"/>
                </a:cubicBezTo>
                <a:cubicBezTo>
                  <a:pt x="54501" y="124529"/>
                  <a:pt x="61398" y="121378"/>
                  <a:pt x="66904" y="115075"/>
                </a:cubicBezTo>
                <a:cubicBezTo>
                  <a:pt x="72410" y="108773"/>
                  <a:pt x="75163" y="99165"/>
                  <a:pt x="75163" y="86251"/>
                </a:cubicBezTo>
                <a:cubicBezTo>
                  <a:pt x="75163" y="74080"/>
                  <a:pt x="72394" y="64859"/>
                  <a:pt x="66858" y="58587"/>
                </a:cubicBezTo>
                <a:cubicBezTo>
                  <a:pt x="61321" y="52316"/>
                  <a:pt x="54439" y="49181"/>
                  <a:pt x="46211" y="49181"/>
                </a:cubicBezTo>
                <a:cubicBezTo>
                  <a:pt x="37860" y="49181"/>
                  <a:pt x="30931" y="52301"/>
                  <a:pt x="25425" y="58541"/>
                </a:cubicBezTo>
                <a:cubicBezTo>
                  <a:pt x="19920" y="64781"/>
                  <a:pt x="17167" y="74204"/>
                  <a:pt x="17167" y="86808"/>
                </a:cubicBezTo>
                <a:close/>
                <a:moveTo>
                  <a:pt x="111973" y="136035"/>
                </a:moveTo>
                <a:lnTo>
                  <a:pt x="111973" y="0"/>
                </a:lnTo>
                <a:lnTo>
                  <a:pt x="128676" y="0"/>
                </a:lnTo>
                <a:lnTo>
                  <a:pt x="128676" y="77491"/>
                </a:lnTo>
                <a:lnTo>
                  <a:pt x="168206" y="37489"/>
                </a:lnTo>
                <a:lnTo>
                  <a:pt x="189827" y="37489"/>
                </a:lnTo>
                <a:lnTo>
                  <a:pt x="152153" y="74101"/>
                </a:lnTo>
                <a:lnTo>
                  <a:pt x="193631" y="136035"/>
                </a:lnTo>
                <a:lnTo>
                  <a:pt x="173031" y="136035"/>
                </a:lnTo>
                <a:lnTo>
                  <a:pt x="140461" y="85564"/>
                </a:lnTo>
                <a:lnTo>
                  <a:pt x="128676" y="96969"/>
                </a:lnTo>
                <a:lnTo>
                  <a:pt x="128676" y="136035"/>
                </a:lnTo>
                <a:lnTo>
                  <a:pt x="111973" y="136035"/>
                </a:lnTo>
                <a:close/>
                <a:moveTo>
                  <a:pt x="274362" y="104114"/>
                </a:moveTo>
                <a:lnTo>
                  <a:pt x="291621" y="106341"/>
                </a:lnTo>
                <a:cubicBezTo>
                  <a:pt x="288899" y="116454"/>
                  <a:pt x="283857" y="124303"/>
                  <a:pt x="276496" y="129888"/>
                </a:cubicBezTo>
                <a:cubicBezTo>
                  <a:pt x="269134" y="135471"/>
                  <a:pt x="259731" y="138262"/>
                  <a:pt x="248287" y="138262"/>
                </a:cubicBezTo>
                <a:cubicBezTo>
                  <a:pt x="233873" y="138262"/>
                  <a:pt x="222444" y="133824"/>
                  <a:pt x="214000" y="124946"/>
                </a:cubicBezTo>
                <a:cubicBezTo>
                  <a:pt x="205555" y="116069"/>
                  <a:pt x="201333" y="103619"/>
                  <a:pt x="201333" y="87597"/>
                </a:cubicBezTo>
                <a:cubicBezTo>
                  <a:pt x="201333" y="71018"/>
                  <a:pt x="205602" y="58151"/>
                  <a:pt x="214139" y="48995"/>
                </a:cubicBezTo>
                <a:cubicBezTo>
                  <a:pt x="222676" y="39839"/>
                  <a:pt x="233749" y="35261"/>
                  <a:pt x="247359" y="35261"/>
                </a:cubicBezTo>
                <a:cubicBezTo>
                  <a:pt x="260535" y="35261"/>
                  <a:pt x="271299" y="39740"/>
                  <a:pt x="279651" y="48696"/>
                </a:cubicBezTo>
                <a:cubicBezTo>
                  <a:pt x="288002" y="57651"/>
                  <a:pt x="292178" y="70249"/>
                  <a:pt x="292178" y="86492"/>
                </a:cubicBezTo>
                <a:cubicBezTo>
                  <a:pt x="292178" y="87480"/>
                  <a:pt x="292147" y="88962"/>
                  <a:pt x="292085" y="90938"/>
                </a:cubicBezTo>
                <a:lnTo>
                  <a:pt x="218593" y="90938"/>
                </a:lnTo>
                <a:cubicBezTo>
                  <a:pt x="219211" y="101794"/>
                  <a:pt x="222274" y="110107"/>
                  <a:pt x="227779" y="115876"/>
                </a:cubicBezTo>
                <a:cubicBezTo>
                  <a:pt x="233285" y="121644"/>
                  <a:pt x="240152" y="124529"/>
                  <a:pt x="248379" y="124529"/>
                </a:cubicBezTo>
                <a:cubicBezTo>
                  <a:pt x="254504" y="124529"/>
                  <a:pt x="259731" y="122906"/>
                  <a:pt x="264062" y="119660"/>
                </a:cubicBezTo>
                <a:cubicBezTo>
                  <a:pt x="268392" y="116412"/>
                  <a:pt x="271825" y="111230"/>
                  <a:pt x="274362" y="104114"/>
                </a:cubicBezTo>
                <a:moveTo>
                  <a:pt x="219521" y="77204"/>
                </a:moveTo>
                <a:lnTo>
                  <a:pt x="274547" y="77204"/>
                </a:lnTo>
                <a:cubicBezTo>
                  <a:pt x="273805" y="68942"/>
                  <a:pt x="271702" y="62745"/>
                  <a:pt x="268237" y="58614"/>
                </a:cubicBezTo>
                <a:cubicBezTo>
                  <a:pt x="262917" y="52201"/>
                  <a:pt x="256019" y="48995"/>
                  <a:pt x="247544" y="48995"/>
                </a:cubicBezTo>
                <a:cubicBezTo>
                  <a:pt x="239873" y="48995"/>
                  <a:pt x="233424" y="51554"/>
                  <a:pt x="228197" y="56674"/>
                </a:cubicBezTo>
                <a:cubicBezTo>
                  <a:pt x="222970" y="61791"/>
                  <a:pt x="220077" y="68634"/>
                  <a:pt x="219521" y="77204"/>
                </a:cubicBezTo>
                <a:close/>
                <a:moveTo>
                  <a:pt x="312564" y="136035"/>
                </a:moveTo>
                <a:lnTo>
                  <a:pt x="312564" y="37489"/>
                </a:lnTo>
                <a:lnTo>
                  <a:pt x="327597" y="37489"/>
                </a:lnTo>
                <a:lnTo>
                  <a:pt x="327597" y="51500"/>
                </a:lnTo>
                <a:cubicBezTo>
                  <a:pt x="334834" y="40674"/>
                  <a:pt x="345289" y="35261"/>
                  <a:pt x="358961" y="35261"/>
                </a:cubicBezTo>
                <a:cubicBezTo>
                  <a:pt x="364900" y="35261"/>
                  <a:pt x="370359" y="36329"/>
                  <a:pt x="375339" y="38463"/>
                </a:cubicBezTo>
                <a:cubicBezTo>
                  <a:pt x="380319" y="40597"/>
                  <a:pt x="384046" y="43396"/>
                  <a:pt x="386520" y="46861"/>
                </a:cubicBezTo>
                <a:cubicBezTo>
                  <a:pt x="388995" y="50325"/>
                  <a:pt x="390727" y="54439"/>
                  <a:pt x="391717" y="59202"/>
                </a:cubicBezTo>
                <a:cubicBezTo>
                  <a:pt x="392335" y="62295"/>
                  <a:pt x="392645" y="67708"/>
                  <a:pt x="392645" y="75441"/>
                </a:cubicBezTo>
                <a:lnTo>
                  <a:pt x="392645" y="136035"/>
                </a:lnTo>
                <a:lnTo>
                  <a:pt x="375942" y="136035"/>
                </a:lnTo>
                <a:lnTo>
                  <a:pt x="375942" y="76091"/>
                </a:lnTo>
                <a:cubicBezTo>
                  <a:pt x="375942" y="69286"/>
                  <a:pt x="375292" y="64198"/>
                  <a:pt x="373993" y="60826"/>
                </a:cubicBezTo>
                <a:cubicBezTo>
                  <a:pt x="372694" y="57455"/>
                  <a:pt x="370390" y="54764"/>
                  <a:pt x="367080" y="52753"/>
                </a:cubicBezTo>
                <a:cubicBezTo>
                  <a:pt x="363771" y="50743"/>
                  <a:pt x="359889" y="49737"/>
                  <a:pt x="355435" y="49737"/>
                </a:cubicBezTo>
                <a:cubicBezTo>
                  <a:pt x="348320" y="49737"/>
                  <a:pt x="342181" y="51995"/>
                  <a:pt x="337015" y="56511"/>
                </a:cubicBezTo>
                <a:cubicBezTo>
                  <a:pt x="331850" y="61027"/>
                  <a:pt x="329267" y="69595"/>
                  <a:pt x="329267" y="82215"/>
                </a:cubicBezTo>
                <a:lnTo>
                  <a:pt x="329267" y="136035"/>
                </a:lnTo>
                <a:lnTo>
                  <a:pt x="312564" y="136035"/>
                </a:lnTo>
                <a:close/>
                <a:moveTo>
                  <a:pt x="411545" y="106527"/>
                </a:moveTo>
                <a:lnTo>
                  <a:pt x="428062" y="103929"/>
                </a:lnTo>
                <a:cubicBezTo>
                  <a:pt x="428990" y="110577"/>
                  <a:pt x="431573" y="115673"/>
                  <a:pt x="435810" y="119216"/>
                </a:cubicBezTo>
                <a:cubicBezTo>
                  <a:pt x="440048" y="122758"/>
                  <a:pt x="445971" y="124529"/>
                  <a:pt x="453580" y="124529"/>
                </a:cubicBezTo>
                <a:cubicBezTo>
                  <a:pt x="461251" y="124529"/>
                  <a:pt x="466942" y="122967"/>
                  <a:pt x="470654" y="119843"/>
                </a:cubicBezTo>
                <a:cubicBezTo>
                  <a:pt x="474366" y="116719"/>
                  <a:pt x="476222" y="113053"/>
                  <a:pt x="476222" y="108847"/>
                </a:cubicBezTo>
                <a:cubicBezTo>
                  <a:pt x="476222" y="105073"/>
                  <a:pt x="474582" y="102104"/>
                  <a:pt x="471304" y="99938"/>
                </a:cubicBezTo>
                <a:cubicBezTo>
                  <a:pt x="469015" y="98454"/>
                  <a:pt x="463323" y="96567"/>
                  <a:pt x="454230" y="94278"/>
                </a:cubicBezTo>
                <a:cubicBezTo>
                  <a:pt x="441981" y="91185"/>
                  <a:pt x="433490" y="88509"/>
                  <a:pt x="428758" y="86251"/>
                </a:cubicBezTo>
                <a:cubicBezTo>
                  <a:pt x="424025" y="83993"/>
                  <a:pt x="420437" y="80869"/>
                  <a:pt x="417994" y="76879"/>
                </a:cubicBezTo>
                <a:cubicBezTo>
                  <a:pt x="415550" y="72889"/>
                  <a:pt x="414328" y="68482"/>
                  <a:pt x="414328" y="63656"/>
                </a:cubicBezTo>
                <a:cubicBezTo>
                  <a:pt x="414328" y="59264"/>
                  <a:pt x="415334" y="55197"/>
                  <a:pt x="417344" y="51454"/>
                </a:cubicBezTo>
                <a:cubicBezTo>
                  <a:pt x="419355" y="47711"/>
                  <a:pt x="422092" y="44603"/>
                  <a:pt x="425556" y="42128"/>
                </a:cubicBezTo>
                <a:cubicBezTo>
                  <a:pt x="428155" y="40210"/>
                  <a:pt x="431696" y="38587"/>
                  <a:pt x="436181" y="37257"/>
                </a:cubicBezTo>
                <a:cubicBezTo>
                  <a:pt x="440666" y="35927"/>
                  <a:pt x="445476" y="35261"/>
                  <a:pt x="450611" y="35261"/>
                </a:cubicBezTo>
                <a:cubicBezTo>
                  <a:pt x="458343" y="35261"/>
                  <a:pt x="465133" y="36375"/>
                  <a:pt x="470979" y="38602"/>
                </a:cubicBezTo>
                <a:cubicBezTo>
                  <a:pt x="476825" y="40829"/>
                  <a:pt x="481140" y="43845"/>
                  <a:pt x="483924" y="47649"/>
                </a:cubicBezTo>
                <a:cubicBezTo>
                  <a:pt x="486707" y="51454"/>
                  <a:pt x="488625" y="56542"/>
                  <a:pt x="489677" y="62914"/>
                </a:cubicBezTo>
                <a:lnTo>
                  <a:pt x="473345" y="65141"/>
                </a:lnTo>
                <a:cubicBezTo>
                  <a:pt x="472603" y="60068"/>
                  <a:pt x="470453" y="56109"/>
                  <a:pt x="466896" y="53263"/>
                </a:cubicBezTo>
                <a:cubicBezTo>
                  <a:pt x="463339" y="50418"/>
                  <a:pt x="458313" y="48995"/>
                  <a:pt x="451817" y="48995"/>
                </a:cubicBezTo>
                <a:cubicBezTo>
                  <a:pt x="444146" y="48995"/>
                  <a:pt x="438671" y="50263"/>
                  <a:pt x="435393" y="52799"/>
                </a:cubicBezTo>
                <a:cubicBezTo>
                  <a:pt x="432114" y="55336"/>
                  <a:pt x="430475" y="58305"/>
                  <a:pt x="430475" y="61708"/>
                </a:cubicBezTo>
                <a:cubicBezTo>
                  <a:pt x="430475" y="63873"/>
                  <a:pt x="431155" y="65821"/>
                  <a:pt x="432516" y="67554"/>
                </a:cubicBezTo>
                <a:cubicBezTo>
                  <a:pt x="433877" y="69348"/>
                  <a:pt x="436011" y="70832"/>
                  <a:pt x="438919" y="72008"/>
                </a:cubicBezTo>
                <a:cubicBezTo>
                  <a:pt x="440589" y="72626"/>
                  <a:pt x="445507" y="74049"/>
                  <a:pt x="453673" y="76276"/>
                </a:cubicBezTo>
                <a:cubicBezTo>
                  <a:pt x="465489" y="79431"/>
                  <a:pt x="473732" y="82014"/>
                  <a:pt x="478402" y="84024"/>
                </a:cubicBezTo>
                <a:cubicBezTo>
                  <a:pt x="483073" y="86035"/>
                  <a:pt x="486738" y="88958"/>
                  <a:pt x="489398" y="92793"/>
                </a:cubicBezTo>
                <a:cubicBezTo>
                  <a:pt x="492058" y="96629"/>
                  <a:pt x="493388" y="101392"/>
                  <a:pt x="493388" y="107084"/>
                </a:cubicBezTo>
                <a:cubicBezTo>
                  <a:pt x="493388" y="112651"/>
                  <a:pt x="491765" y="117894"/>
                  <a:pt x="488517" y="122812"/>
                </a:cubicBezTo>
                <a:cubicBezTo>
                  <a:pt x="485269" y="127730"/>
                  <a:pt x="480583" y="131535"/>
                  <a:pt x="474459" y="134226"/>
                </a:cubicBezTo>
                <a:cubicBezTo>
                  <a:pt x="468334" y="136917"/>
                  <a:pt x="461406" y="138262"/>
                  <a:pt x="453673" y="138262"/>
                </a:cubicBezTo>
                <a:cubicBezTo>
                  <a:pt x="440867" y="138262"/>
                  <a:pt x="431109" y="135594"/>
                  <a:pt x="424397" y="130259"/>
                </a:cubicBezTo>
                <a:cubicBezTo>
                  <a:pt x="417685" y="124923"/>
                  <a:pt x="413401" y="117012"/>
                  <a:pt x="411545" y="1065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960D05-0A1E-42FA-A8FC-9DE630DAB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3695" y="2803446"/>
            <a:ext cx="413410" cy="10"/>
          </a:xfrm>
          <a:custGeom xmlns:a="http://schemas.openxmlformats.org/drawingml/2006/main">
            <a:pathLst>
              <a:path w="413410" h="1">
                <a:moveTo>
                  <a:pt x="0" y="0"/>
                </a:moveTo>
                <a:lnTo>
                  <a:pt x="41341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F2A870-83A0-4C70-9706-FC8D6208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3695" y="2803446"/>
            <a:ext cx="335666" cy="10"/>
          </a:xfrm>
          <a:custGeom xmlns:a="http://schemas.openxmlformats.org/drawingml/2006/main">
            <a:pathLst>
              <a:path w="335666" h="1" fill="none">
                <a:moveTo>
                  <a:pt x="0" y="0"/>
                </a:moveTo>
                <a:lnTo>
                  <a:pt x="3356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61363D-C6C9-4954-9E0B-98B6641C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362" y="2782044"/>
            <a:ext cx="58802" cy="42804"/>
          </a:xfrm>
          <a:custGeom xmlns:a="http://schemas.openxmlformats.org/drawingml/2006/main">
            <a:pathLst>
              <a:path w="58802" h="42804">
                <a:moveTo>
                  <a:pt x="0" y="42804"/>
                </a:moveTo>
                <a:lnTo>
                  <a:pt x="0" y="0"/>
                </a:lnTo>
                <a:lnTo>
                  <a:pt x="58802" y="21402"/>
                </a:lnTo>
                <a:lnTo>
                  <a:pt x="0" y="42804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6C3CC8-2741-4A11-A5AC-2B62135E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362" y="2782044"/>
            <a:ext cx="58802" cy="42804"/>
          </a:xfrm>
          <a:custGeom xmlns:a="http://schemas.openxmlformats.org/drawingml/2006/main">
            <a:pathLst>
              <a:path w="58802" h="42804" fill="none">
                <a:moveTo>
                  <a:pt x="0" y="42804"/>
                </a:moveTo>
                <a:lnTo>
                  <a:pt x="58802" y="21402"/>
                </a:lnTo>
                <a:lnTo>
                  <a:pt x="0" y="0"/>
                </a:lnTo>
                <a:lnTo>
                  <a:pt x="0" y="4280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00205F-5D35-4E36-9420-CA69FBA1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254" y="2714309"/>
            <a:ext cx="179566" cy="178342"/>
          </a:xfrm>
          <a:custGeom xmlns:a="http://schemas.openxmlformats.org/drawingml/2006/main">
            <a:pathLst>
              <a:path w="179566" h="178342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1A881C-C1CA-441B-A8A7-9B6871D4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254" y="2714309"/>
            <a:ext cx="179566" cy="178342"/>
          </a:xfrm>
          <a:custGeom xmlns:a="http://schemas.openxmlformats.org/drawingml/2006/main">
            <a:pathLst>
              <a:path w="179566" h="178342" fill="none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D40BE1-D7DC-4B00-990B-6A7583E3A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254" y="2476350"/>
            <a:ext cx="179566" cy="178342"/>
          </a:xfrm>
          <a:custGeom xmlns:a="http://schemas.openxmlformats.org/drawingml/2006/main">
            <a:pathLst>
              <a:path w="179566" h="178342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02B4B0-6EF9-4E7C-ACB0-207A32E9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254" y="2476350"/>
            <a:ext cx="179566" cy="178342"/>
          </a:xfrm>
          <a:custGeom xmlns:a="http://schemas.openxmlformats.org/drawingml/2006/main">
            <a:pathLst>
              <a:path w="179566" h="178342" fill="none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DD7C1C-C5E1-4100-8AE8-8D10871A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254" y="2238391"/>
            <a:ext cx="179566" cy="178342"/>
          </a:xfrm>
          <a:custGeom xmlns:a="http://schemas.openxmlformats.org/drawingml/2006/main">
            <a:pathLst>
              <a:path w="179566" h="178342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E51350-5BD3-4514-B167-F92500EB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254" y="2238391"/>
            <a:ext cx="179566" cy="178342"/>
          </a:xfrm>
          <a:custGeom xmlns:a="http://schemas.openxmlformats.org/drawingml/2006/main">
            <a:pathLst>
              <a:path w="179566" h="178342" fill="none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642427-9F5D-4ECF-B404-0FBF49A6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254" y="3190211"/>
            <a:ext cx="179566" cy="178342"/>
          </a:xfrm>
          <a:custGeom xmlns:a="http://schemas.openxmlformats.org/drawingml/2006/main">
            <a:pathLst>
              <a:path w="179566" h="178342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EBAC96-05FF-495E-9BDD-BA328D3AD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8254" y="3190211"/>
            <a:ext cx="179566" cy="178342"/>
          </a:xfrm>
          <a:custGeom xmlns:a="http://schemas.openxmlformats.org/drawingml/2006/main">
            <a:pathLst>
              <a:path w="179566" h="178342" fill="none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B10F4F-024C-49A2-829F-CD914374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940" y="216248"/>
            <a:ext cx="179566" cy="178342"/>
          </a:xfrm>
          <a:custGeom xmlns:a="http://schemas.openxmlformats.org/drawingml/2006/main">
            <a:pathLst>
              <a:path w="179566" h="178342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EA3D20-B232-4347-B333-2449D7E6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940" y="216248"/>
            <a:ext cx="179566" cy="178342"/>
          </a:xfrm>
          <a:custGeom xmlns:a="http://schemas.openxmlformats.org/drawingml/2006/main">
            <a:pathLst>
              <a:path w="179566" h="178342" fill="none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21F35A-F259-407C-A04F-799FC92A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923" y="490749"/>
            <a:ext cx="179566" cy="178342"/>
          </a:xfrm>
          <a:custGeom xmlns:a="http://schemas.openxmlformats.org/drawingml/2006/main">
            <a:pathLst>
              <a:path w="179566" h="178342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A59560-A68B-44D2-91F5-553CF57B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923" y="490749"/>
            <a:ext cx="179566" cy="178342"/>
          </a:xfrm>
          <a:custGeom xmlns:a="http://schemas.openxmlformats.org/drawingml/2006/main">
            <a:pathLst>
              <a:path w="179566" h="178342" fill="none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0E5720-1444-4494-BE95-1BCBE079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940" y="765234"/>
            <a:ext cx="179566" cy="178342"/>
          </a:xfrm>
          <a:custGeom xmlns:a="http://schemas.openxmlformats.org/drawingml/2006/main">
            <a:pathLst>
              <a:path w="179566" h="178342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01E02C-E871-4401-843D-283340BA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940" y="765234"/>
            <a:ext cx="179566" cy="178342"/>
          </a:xfrm>
          <a:custGeom xmlns:a="http://schemas.openxmlformats.org/drawingml/2006/main">
            <a:pathLst>
              <a:path w="179566" h="178342" fill="none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3F44D2-DD92-4C59-8A98-6BDB9473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940" y="1241152"/>
            <a:ext cx="179566" cy="178342"/>
          </a:xfrm>
          <a:custGeom xmlns:a="http://schemas.openxmlformats.org/drawingml/2006/main">
            <a:pathLst>
              <a:path w="179566" h="178342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04920B-2E6A-4AF7-9298-437E65B2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940" y="1241152"/>
            <a:ext cx="179566" cy="178342"/>
          </a:xfrm>
          <a:custGeom xmlns:a="http://schemas.openxmlformats.org/drawingml/2006/main">
            <a:pathLst>
              <a:path w="179566" h="178342" fill="none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6B96A3-2B17-4558-B1F7-00D3B2DA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940" y="1479112"/>
            <a:ext cx="179566" cy="178342"/>
          </a:xfrm>
          <a:custGeom xmlns:a="http://schemas.openxmlformats.org/drawingml/2006/main">
            <a:pathLst>
              <a:path w="179566" h="178342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67A28D-8043-4309-A2CB-A67D206C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940" y="1479112"/>
            <a:ext cx="179566" cy="178342"/>
          </a:xfrm>
          <a:custGeom xmlns:a="http://schemas.openxmlformats.org/drawingml/2006/main">
            <a:pathLst>
              <a:path w="179566" h="178342" fill="none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1C434B-AEBF-4DBC-92F0-20A352A70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940" y="1003193"/>
            <a:ext cx="179566" cy="178342"/>
          </a:xfrm>
          <a:custGeom xmlns:a="http://schemas.openxmlformats.org/drawingml/2006/main">
            <a:pathLst>
              <a:path w="179566" h="178342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B36F2A-C653-4D62-A003-33C32B89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940" y="1003193"/>
            <a:ext cx="179566" cy="178342"/>
          </a:xfrm>
          <a:custGeom xmlns:a="http://schemas.openxmlformats.org/drawingml/2006/main">
            <a:pathLst>
              <a:path w="179566" h="178342" fill="none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3A6375-37E6-4685-A53F-3B758148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896" y="857959"/>
            <a:ext cx="356276" cy="178342"/>
          </a:xfrm>
          <a:custGeom xmlns:a="http://schemas.openxmlformats.org/drawingml/2006/main">
            <a:pathLst>
              <a:path w="356276" h="178342">
                <a:moveTo>
                  <a:pt x="0" y="44585"/>
                </a:moveTo>
                <a:lnTo>
                  <a:pt x="267105" y="44585"/>
                </a:lnTo>
                <a:lnTo>
                  <a:pt x="267105" y="0"/>
                </a:lnTo>
                <a:lnTo>
                  <a:pt x="356276" y="89171"/>
                </a:lnTo>
                <a:lnTo>
                  <a:pt x="267105" y="178342"/>
                </a:lnTo>
                <a:lnTo>
                  <a:pt x="267105" y="133756"/>
                </a:lnTo>
                <a:lnTo>
                  <a:pt x="0" y="133756"/>
                </a:lnTo>
                <a:lnTo>
                  <a:pt x="0" y="4458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9FE052-1E77-4C7D-B052-464D0976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896" y="857959"/>
            <a:ext cx="356276" cy="178342"/>
          </a:xfrm>
          <a:custGeom xmlns:a="http://schemas.openxmlformats.org/drawingml/2006/main">
            <a:pathLst>
              <a:path w="356276" h="178342" fill="none">
                <a:moveTo>
                  <a:pt x="0" y="44585"/>
                </a:moveTo>
                <a:lnTo>
                  <a:pt x="267105" y="44585"/>
                </a:lnTo>
                <a:lnTo>
                  <a:pt x="267105" y="0"/>
                </a:lnTo>
                <a:lnTo>
                  <a:pt x="356276" y="89171"/>
                </a:lnTo>
                <a:lnTo>
                  <a:pt x="267105" y="178342"/>
                </a:lnTo>
                <a:lnTo>
                  <a:pt x="267105" y="133756"/>
                </a:lnTo>
                <a:lnTo>
                  <a:pt x="0" y="133756"/>
                </a:lnTo>
                <a:lnTo>
                  <a:pt x="0" y="4458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397083-B27C-46E9-9BBF-0A818E9D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719" y="2715942"/>
            <a:ext cx="356276" cy="178342"/>
          </a:xfrm>
          <a:custGeom xmlns:a="http://schemas.openxmlformats.org/drawingml/2006/main">
            <a:pathLst>
              <a:path w="356276" h="178342">
                <a:moveTo>
                  <a:pt x="0" y="44585"/>
                </a:moveTo>
                <a:lnTo>
                  <a:pt x="267105" y="44585"/>
                </a:lnTo>
                <a:lnTo>
                  <a:pt x="267105" y="0"/>
                </a:lnTo>
                <a:lnTo>
                  <a:pt x="356276" y="89171"/>
                </a:lnTo>
                <a:lnTo>
                  <a:pt x="267105" y="178342"/>
                </a:lnTo>
                <a:lnTo>
                  <a:pt x="267105" y="133756"/>
                </a:lnTo>
                <a:lnTo>
                  <a:pt x="0" y="133756"/>
                </a:lnTo>
                <a:lnTo>
                  <a:pt x="0" y="4458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419B7D-3A6F-439E-86D9-8A89BC7F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719" y="2715942"/>
            <a:ext cx="356276" cy="178342"/>
          </a:xfrm>
          <a:custGeom xmlns:a="http://schemas.openxmlformats.org/drawingml/2006/main">
            <a:pathLst>
              <a:path w="356276" h="178342" fill="none">
                <a:moveTo>
                  <a:pt x="0" y="44585"/>
                </a:moveTo>
                <a:lnTo>
                  <a:pt x="267105" y="44585"/>
                </a:lnTo>
                <a:lnTo>
                  <a:pt x="267105" y="0"/>
                </a:lnTo>
                <a:lnTo>
                  <a:pt x="356276" y="89171"/>
                </a:lnTo>
                <a:lnTo>
                  <a:pt x="267105" y="178342"/>
                </a:lnTo>
                <a:lnTo>
                  <a:pt x="267105" y="133756"/>
                </a:lnTo>
                <a:lnTo>
                  <a:pt x="0" y="133756"/>
                </a:lnTo>
                <a:lnTo>
                  <a:pt x="0" y="4458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06F286-23C4-462A-A8FC-702B1D27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726" y="2965719"/>
            <a:ext cx="179566" cy="178342"/>
          </a:xfrm>
          <a:custGeom xmlns:a="http://schemas.openxmlformats.org/drawingml/2006/main">
            <a:pathLst>
              <a:path w="179566" h="178342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EF5E5F-9174-4A30-9863-DDD3E9C7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726" y="2965719"/>
            <a:ext cx="179566" cy="178342"/>
          </a:xfrm>
          <a:custGeom xmlns:a="http://schemas.openxmlformats.org/drawingml/2006/main">
            <a:pathLst>
              <a:path w="179566" h="178342" fill="none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4AB4EC-2835-44B0-899A-672EFD99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726" y="2727777"/>
            <a:ext cx="179566" cy="178342"/>
          </a:xfrm>
          <a:custGeom xmlns:a="http://schemas.openxmlformats.org/drawingml/2006/main">
            <a:pathLst>
              <a:path w="179566" h="178342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D056CA-3B04-4060-96CE-06CEE5AD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726" y="2727777"/>
            <a:ext cx="179566" cy="178342"/>
          </a:xfrm>
          <a:custGeom xmlns:a="http://schemas.openxmlformats.org/drawingml/2006/main">
            <a:pathLst>
              <a:path w="179566" h="178342" fill="none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6ECF9A-436A-4764-972C-FE942254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726" y="2489818"/>
            <a:ext cx="179566" cy="178342"/>
          </a:xfrm>
          <a:custGeom xmlns:a="http://schemas.openxmlformats.org/drawingml/2006/main">
            <a:pathLst>
              <a:path w="179566" h="178342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911338-7784-4FA5-AB0A-5C497BF6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726" y="2489818"/>
            <a:ext cx="179566" cy="178342"/>
          </a:xfrm>
          <a:custGeom xmlns:a="http://schemas.openxmlformats.org/drawingml/2006/main">
            <a:pathLst>
              <a:path w="179566" h="178342" fill="none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B591FA-CB13-4FD0-AA86-C43F776C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726" y="2251858"/>
            <a:ext cx="179566" cy="178342"/>
          </a:xfrm>
          <a:custGeom xmlns:a="http://schemas.openxmlformats.org/drawingml/2006/main">
            <a:pathLst>
              <a:path w="179566" h="178342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C7B1A1-38C3-4B83-AE31-7A3AC6FDA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726" y="2251858"/>
            <a:ext cx="179566" cy="178342"/>
          </a:xfrm>
          <a:custGeom xmlns:a="http://schemas.openxmlformats.org/drawingml/2006/main">
            <a:pathLst>
              <a:path w="179566" h="178342" fill="none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967087-ECA1-45CB-A3B6-17A582D9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726" y="3203678"/>
            <a:ext cx="179566" cy="178342"/>
          </a:xfrm>
          <a:custGeom xmlns:a="http://schemas.openxmlformats.org/drawingml/2006/main">
            <a:pathLst>
              <a:path w="179566" h="178342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4AE19B-ECF7-4154-8C47-1B43A9A4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726" y="3203678"/>
            <a:ext cx="179566" cy="178342"/>
          </a:xfrm>
          <a:custGeom xmlns:a="http://schemas.openxmlformats.org/drawingml/2006/main">
            <a:pathLst>
              <a:path w="179566" h="178342" fill="none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39BEA9-EB70-401A-AE8F-A40A2BEC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709" y="202083"/>
            <a:ext cx="179566" cy="178342"/>
          </a:xfrm>
          <a:custGeom xmlns:a="http://schemas.openxmlformats.org/drawingml/2006/main">
            <a:pathLst>
              <a:path w="179566" h="178342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AE455A-7519-4681-B59E-6171D9C6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709" y="202083"/>
            <a:ext cx="179566" cy="178342"/>
          </a:xfrm>
          <a:custGeom xmlns:a="http://schemas.openxmlformats.org/drawingml/2006/main">
            <a:pathLst>
              <a:path w="179566" h="178342" fill="none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D0BA9D-4097-43CA-93B7-7D551F17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692" y="476585"/>
            <a:ext cx="179566" cy="178342"/>
          </a:xfrm>
          <a:custGeom xmlns:a="http://schemas.openxmlformats.org/drawingml/2006/main">
            <a:pathLst>
              <a:path w="179566" h="178342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66719B-495F-4785-9285-D064E5DA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692" y="476585"/>
            <a:ext cx="179566" cy="178342"/>
          </a:xfrm>
          <a:custGeom xmlns:a="http://schemas.openxmlformats.org/drawingml/2006/main">
            <a:pathLst>
              <a:path w="179566" h="178342" fill="none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9BB4B4-2765-4E92-989E-D0230AC5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709" y="751069"/>
            <a:ext cx="179566" cy="178342"/>
          </a:xfrm>
          <a:custGeom xmlns:a="http://schemas.openxmlformats.org/drawingml/2006/main">
            <a:pathLst>
              <a:path w="179566" h="178342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E9157A-35EC-4E99-858B-2CF72190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709" y="751069"/>
            <a:ext cx="179566" cy="178342"/>
          </a:xfrm>
          <a:custGeom xmlns:a="http://schemas.openxmlformats.org/drawingml/2006/main">
            <a:pathLst>
              <a:path w="179566" h="178342" fill="none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927FA0-F9E3-4DA1-8954-EFB183FA4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709" y="1226988"/>
            <a:ext cx="179566" cy="178342"/>
          </a:xfrm>
          <a:custGeom xmlns:a="http://schemas.openxmlformats.org/drawingml/2006/main">
            <a:pathLst>
              <a:path w="179566" h="178342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2F756B-DDC0-4105-AE69-A8B122E9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709" y="1226988"/>
            <a:ext cx="179566" cy="178342"/>
          </a:xfrm>
          <a:custGeom xmlns:a="http://schemas.openxmlformats.org/drawingml/2006/main">
            <a:pathLst>
              <a:path w="179566" h="178342" fill="none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BAE6FF-9DB0-41F2-B4A4-4EBF1BE6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709" y="1464947"/>
            <a:ext cx="179566" cy="178342"/>
          </a:xfrm>
          <a:custGeom xmlns:a="http://schemas.openxmlformats.org/drawingml/2006/main">
            <a:pathLst>
              <a:path w="179566" h="178342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122A0E-9AD3-4C9A-A028-C98949D6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709" y="1464947"/>
            <a:ext cx="179566" cy="178342"/>
          </a:xfrm>
          <a:custGeom xmlns:a="http://schemas.openxmlformats.org/drawingml/2006/main">
            <a:pathLst>
              <a:path w="179566" h="178342" fill="none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DF5D42-9F09-46EA-B77F-71BCD3769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709" y="989028"/>
            <a:ext cx="179566" cy="178342"/>
          </a:xfrm>
          <a:custGeom xmlns:a="http://schemas.openxmlformats.org/drawingml/2006/main">
            <a:pathLst>
              <a:path w="179566" h="178342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5D08AB-F0D1-4D6F-AFFB-BABC7BFC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709" y="989028"/>
            <a:ext cx="179566" cy="178342"/>
          </a:xfrm>
          <a:custGeom xmlns:a="http://schemas.openxmlformats.org/drawingml/2006/main">
            <a:pathLst>
              <a:path w="179566" h="178342" fill="none">
                <a:moveTo>
                  <a:pt x="0" y="0"/>
                </a:moveTo>
                <a:lnTo>
                  <a:pt x="179566" y="0"/>
                </a:lnTo>
                <a:lnTo>
                  <a:pt x="179566" y="178342"/>
                </a:lnTo>
                <a:lnTo>
                  <a:pt x="0" y="1783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ABD4E1-8E3C-4A62-BDCF-0945BF2C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783" y="846753"/>
            <a:ext cx="356276" cy="178342"/>
          </a:xfrm>
          <a:custGeom xmlns:a="http://schemas.openxmlformats.org/drawingml/2006/main">
            <a:pathLst>
              <a:path w="356276" h="178342">
                <a:moveTo>
                  <a:pt x="0" y="44585"/>
                </a:moveTo>
                <a:lnTo>
                  <a:pt x="267105" y="44585"/>
                </a:lnTo>
                <a:lnTo>
                  <a:pt x="267105" y="0"/>
                </a:lnTo>
                <a:lnTo>
                  <a:pt x="356276" y="89171"/>
                </a:lnTo>
                <a:lnTo>
                  <a:pt x="267105" y="178342"/>
                </a:lnTo>
                <a:lnTo>
                  <a:pt x="267105" y="133756"/>
                </a:lnTo>
                <a:lnTo>
                  <a:pt x="0" y="133756"/>
                </a:lnTo>
                <a:lnTo>
                  <a:pt x="0" y="4458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A648D0-72B0-44FD-9599-E53D9E08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783" y="846753"/>
            <a:ext cx="356276" cy="178342"/>
          </a:xfrm>
          <a:custGeom xmlns:a="http://schemas.openxmlformats.org/drawingml/2006/main">
            <a:pathLst>
              <a:path w="356276" h="178342" fill="none">
                <a:moveTo>
                  <a:pt x="0" y="44585"/>
                </a:moveTo>
                <a:lnTo>
                  <a:pt x="267105" y="44585"/>
                </a:lnTo>
                <a:lnTo>
                  <a:pt x="267105" y="0"/>
                </a:lnTo>
                <a:lnTo>
                  <a:pt x="356276" y="89171"/>
                </a:lnTo>
                <a:lnTo>
                  <a:pt x="267105" y="178342"/>
                </a:lnTo>
                <a:lnTo>
                  <a:pt x="267105" y="133756"/>
                </a:lnTo>
                <a:lnTo>
                  <a:pt x="0" y="133756"/>
                </a:lnTo>
                <a:lnTo>
                  <a:pt x="0" y="4458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EC058D-362C-4CD9-B94D-08DD26DD3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397" y="2727743"/>
            <a:ext cx="356276" cy="178342"/>
          </a:xfrm>
          <a:custGeom xmlns:a="http://schemas.openxmlformats.org/drawingml/2006/main">
            <a:pathLst>
              <a:path w="356276" h="178342">
                <a:moveTo>
                  <a:pt x="0" y="44585"/>
                </a:moveTo>
                <a:lnTo>
                  <a:pt x="267105" y="44585"/>
                </a:lnTo>
                <a:lnTo>
                  <a:pt x="267105" y="0"/>
                </a:lnTo>
                <a:lnTo>
                  <a:pt x="356276" y="89171"/>
                </a:lnTo>
                <a:lnTo>
                  <a:pt x="267105" y="178342"/>
                </a:lnTo>
                <a:lnTo>
                  <a:pt x="267105" y="133756"/>
                </a:lnTo>
                <a:lnTo>
                  <a:pt x="0" y="133756"/>
                </a:lnTo>
                <a:lnTo>
                  <a:pt x="0" y="4458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BBDD1A-7EEE-4ECF-9FE9-6353AF3C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397" y="2727743"/>
            <a:ext cx="356276" cy="178342"/>
          </a:xfrm>
          <a:custGeom xmlns:a="http://schemas.openxmlformats.org/drawingml/2006/main">
            <a:pathLst>
              <a:path w="356276" h="178342" fill="none">
                <a:moveTo>
                  <a:pt x="0" y="44585"/>
                </a:moveTo>
                <a:lnTo>
                  <a:pt x="267105" y="44585"/>
                </a:lnTo>
                <a:lnTo>
                  <a:pt x="267105" y="0"/>
                </a:lnTo>
                <a:lnTo>
                  <a:pt x="356276" y="89171"/>
                </a:lnTo>
                <a:lnTo>
                  <a:pt x="267105" y="178342"/>
                </a:lnTo>
                <a:lnTo>
                  <a:pt x="267105" y="133756"/>
                </a:lnTo>
                <a:lnTo>
                  <a:pt x="0" y="133756"/>
                </a:lnTo>
                <a:lnTo>
                  <a:pt x="0" y="4458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F7AA38-E19C-45A5-AA0F-FCB2ED31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354" y="2714275"/>
            <a:ext cx="356276" cy="178342"/>
          </a:xfrm>
          <a:custGeom xmlns:a="http://schemas.openxmlformats.org/drawingml/2006/main">
            <a:pathLst>
              <a:path w="356276" h="178342">
                <a:moveTo>
                  <a:pt x="0" y="44585"/>
                </a:moveTo>
                <a:lnTo>
                  <a:pt x="267105" y="44585"/>
                </a:lnTo>
                <a:lnTo>
                  <a:pt x="267105" y="0"/>
                </a:lnTo>
                <a:lnTo>
                  <a:pt x="356276" y="89171"/>
                </a:lnTo>
                <a:lnTo>
                  <a:pt x="267105" y="178342"/>
                </a:lnTo>
                <a:lnTo>
                  <a:pt x="267105" y="133756"/>
                </a:lnTo>
                <a:lnTo>
                  <a:pt x="0" y="133756"/>
                </a:lnTo>
                <a:lnTo>
                  <a:pt x="0" y="4458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E77DE8-E708-4C3D-BF72-C75CBF27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354" y="2714275"/>
            <a:ext cx="356276" cy="178342"/>
          </a:xfrm>
          <a:custGeom xmlns:a="http://schemas.openxmlformats.org/drawingml/2006/main">
            <a:pathLst>
              <a:path w="356276" h="178342" fill="none">
                <a:moveTo>
                  <a:pt x="0" y="44585"/>
                </a:moveTo>
                <a:lnTo>
                  <a:pt x="267105" y="44585"/>
                </a:lnTo>
                <a:lnTo>
                  <a:pt x="267105" y="0"/>
                </a:lnTo>
                <a:lnTo>
                  <a:pt x="356276" y="89171"/>
                </a:lnTo>
                <a:lnTo>
                  <a:pt x="267105" y="178342"/>
                </a:lnTo>
                <a:lnTo>
                  <a:pt x="267105" y="133756"/>
                </a:lnTo>
                <a:lnTo>
                  <a:pt x="0" y="133756"/>
                </a:lnTo>
                <a:lnTo>
                  <a:pt x="0" y="4458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5F80E3-0BA3-4E58-B144-DAEBEAE6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354" y="846753"/>
            <a:ext cx="356276" cy="178342"/>
          </a:xfrm>
          <a:custGeom xmlns:a="http://schemas.openxmlformats.org/drawingml/2006/main">
            <a:pathLst>
              <a:path w="356276" h="178342">
                <a:moveTo>
                  <a:pt x="0" y="44585"/>
                </a:moveTo>
                <a:lnTo>
                  <a:pt x="267105" y="44585"/>
                </a:lnTo>
                <a:lnTo>
                  <a:pt x="267105" y="0"/>
                </a:lnTo>
                <a:lnTo>
                  <a:pt x="356276" y="89171"/>
                </a:lnTo>
                <a:lnTo>
                  <a:pt x="267105" y="178342"/>
                </a:lnTo>
                <a:lnTo>
                  <a:pt x="267105" y="133756"/>
                </a:lnTo>
                <a:lnTo>
                  <a:pt x="0" y="133756"/>
                </a:lnTo>
                <a:lnTo>
                  <a:pt x="0" y="4458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72F897-19F0-4942-BC60-416B1DC9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354" y="846753"/>
            <a:ext cx="356276" cy="178342"/>
          </a:xfrm>
          <a:custGeom xmlns:a="http://schemas.openxmlformats.org/drawingml/2006/main">
            <a:pathLst>
              <a:path w="356276" h="178342" fill="none">
                <a:moveTo>
                  <a:pt x="0" y="44585"/>
                </a:moveTo>
                <a:lnTo>
                  <a:pt x="267105" y="44585"/>
                </a:lnTo>
                <a:lnTo>
                  <a:pt x="267105" y="0"/>
                </a:lnTo>
                <a:lnTo>
                  <a:pt x="356276" y="89171"/>
                </a:lnTo>
                <a:lnTo>
                  <a:pt x="267105" y="178342"/>
                </a:lnTo>
                <a:lnTo>
                  <a:pt x="267105" y="133756"/>
                </a:lnTo>
                <a:lnTo>
                  <a:pt x="0" y="133756"/>
                </a:lnTo>
                <a:lnTo>
                  <a:pt x="0" y="4458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78A23A-21A3-4327-A0D9-FC2A3440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081" y="2714275"/>
            <a:ext cx="356276" cy="178342"/>
          </a:xfrm>
          <a:custGeom xmlns:a="http://schemas.openxmlformats.org/drawingml/2006/main">
            <a:pathLst>
              <a:path w="356276" h="178342">
                <a:moveTo>
                  <a:pt x="0" y="44585"/>
                </a:moveTo>
                <a:lnTo>
                  <a:pt x="267105" y="44585"/>
                </a:lnTo>
                <a:lnTo>
                  <a:pt x="267105" y="0"/>
                </a:lnTo>
                <a:lnTo>
                  <a:pt x="356276" y="89171"/>
                </a:lnTo>
                <a:lnTo>
                  <a:pt x="267105" y="178342"/>
                </a:lnTo>
                <a:lnTo>
                  <a:pt x="267105" y="133756"/>
                </a:lnTo>
                <a:lnTo>
                  <a:pt x="0" y="133756"/>
                </a:lnTo>
                <a:lnTo>
                  <a:pt x="0" y="4458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2D3298-3555-4360-A208-5898768D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1081" y="2714275"/>
            <a:ext cx="356276" cy="178342"/>
          </a:xfrm>
          <a:custGeom xmlns:a="http://schemas.openxmlformats.org/drawingml/2006/main">
            <a:pathLst>
              <a:path w="356276" h="178342" fill="none">
                <a:moveTo>
                  <a:pt x="0" y="44585"/>
                </a:moveTo>
                <a:lnTo>
                  <a:pt x="267105" y="44585"/>
                </a:lnTo>
                <a:lnTo>
                  <a:pt x="267105" y="0"/>
                </a:lnTo>
                <a:lnTo>
                  <a:pt x="356276" y="89171"/>
                </a:lnTo>
                <a:lnTo>
                  <a:pt x="267105" y="178342"/>
                </a:lnTo>
                <a:lnTo>
                  <a:pt x="267105" y="133756"/>
                </a:lnTo>
                <a:lnTo>
                  <a:pt x="0" y="133756"/>
                </a:lnTo>
                <a:lnTo>
                  <a:pt x="0" y="4458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7B253F-2EAD-4DAB-B6DE-1C88E0CB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7936" y="846753"/>
            <a:ext cx="356276" cy="178342"/>
          </a:xfrm>
          <a:custGeom xmlns:a="http://schemas.openxmlformats.org/drawingml/2006/main">
            <a:pathLst>
              <a:path w="356276" h="178342">
                <a:moveTo>
                  <a:pt x="0" y="44585"/>
                </a:moveTo>
                <a:lnTo>
                  <a:pt x="267105" y="44585"/>
                </a:lnTo>
                <a:lnTo>
                  <a:pt x="267105" y="0"/>
                </a:lnTo>
                <a:lnTo>
                  <a:pt x="356276" y="89171"/>
                </a:lnTo>
                <a:lnTo>
                  <a:pt x="267105" y="178342"/>
                </a:lnTo>
                <a:lnTo>
                  <a:pt x="267105" y="133756"/>
                </a:lnTo>
                <a:lnTo>
                  <a:pt x="0" y="133756"/>
                </a:lnTo>
                <a:lnTo>
                  <a:pt x="0" y="4458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2BDABD-A546-4DD6-B913-F7B1E345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7936" y="846753"/>
            <a:ext cx="356276" cy="178342"/>
          </a:xfrm>
          <a:custGeom xmlns:a="http://schemas.openxmlformats.org/drawingml/2006/main">
            <a:pathLst>
              <a:path w="356276" h="178342" fill="none">
                <a:moveTo>
                  <a:pt x="0" y="44585"/>
                </a:moveTo>
                <a:lnTo>
                  <a:pt x="267105" y="44585"/>
                </a:lnTo>
                <a:lnTo>
                  <a:pt x="267105" y="0"/>
                </a:lnTo>
                <a:lnTo>
                  <a:pt x="356276" y="89171"/>
                </a:lnTo>
                <a:lnTo>
                  <a:pt x="267105" y="178342"/>
                </a:lnTo>
                <a:lnTo>
                  <a:pt x="267105" y="133756"/>
                </a:lnTo>
                <a:lnTo>
                  <a:pt x="0" y="133756"/>
                </a:lnTo>
                <a:lnTo>
                  <a:pt x="0" y="4458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42CE9D-B0B3-4D33-A452-3C3C9734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6210" y="1428354"/>
            <a:ext cx="663586" cy="886404"/>
          </a:xfrm>
          <a:custGeom xmlns:a="http://schemas.openxmlformats.org/drawingml/2006/main">
            <a:pathLst>
              <a:path w="663586" h="886404">
                <a:moveTo>
                  <a:pt x="72847" y="0"/>
                </a:moveTo>
                <a:lnTo>
                  <a:pt x="627163" y="787770"/>
                </a:lnTo>
                <a:lnTo>
                  <a:pt x="663586" y="762059"/>
                </a:lnTo>
                <a:lnTo>
                  <a:pt x="642051" y="886404"/>
                </a:lnTo>
                <a:lnTo>
                  <a:pt x="517892" y="864902"/>
                </a:lnTo>
                <a:lnTo>
                  <a:pt x="554316" y="839191"/>
                </a:lnTo>
                <a:lnTo>
                  <a:pt x="0" y="51421"/>
                </a:lnTo>
                <a:lnTo>
                  <a:pt x="72847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8871EB-F1FF-44E9-BDC4-88ED914E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6210" y="1428354"/>
            <a:ext cx="663586" cy="886404"/>
          </a:xfrm>
          <a:custGeom xmlns:a="http://schemas.openxmlformats.org/drawingml/2006/main">
            <a:pathLst>
              <a:path w="663586" h="886404" fill="none">
                <a:moveTo>
                  <a:pt x="72847" y="0"/>
                </a:moveTo>
                <a:lnTo>
                  <a:pt x="627163" y="787770"/>
                </a:lnTo>
                <a:lnTo>
                  <a:pt x="663586" y="762059"/>
                </a:lnTo>
                <a:lnTo>
                  <a:pt x="642051" y="886404"/>
                </a:lnTo>
                <a:lnTo>
                  <a:pt x="517892" y="864902"/>
                </a:lnTo>
                <a:lnTo>
                  <a:pt x="554316" y="839191"/>
                </a:lnTo>
                <a:lnTo>
                  <a:pt x="0" y="51421"/>
                </a:lnTo>
                <a:lnTo>
                  <a:pt x="7284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2957" cap="flat">
            <a:solidFill>
              <a:srgbClr val="595959"/>
            </a:solidFill>
            <a:round/>
          </a:ln>
        </p:spPr>
      </p:sp>
      <p:sp>
        <p:nvSpPr>
          <p:cNvPr id="280" name="Restore original Text prompt rectangle left border."/>
          <p:cNvSpPr/>
          <p:nvPr/>
        </p:nvSpPr>
        <p:spPr>
          <ns0:xfrm xmlns:ns0="http://schemas.openxmlformats.org/drawingml/2006/main">
            <ns0:off x="65772" y="2534913"/>
            <ns0:ext cx="0" cy="537067"/>
          </ns0:xfrm>
          <ns1:prstGeom xmlns:ns1="http://schemas.openxmlformats.org/drawingml/2006/main" prst="line">
            <ns1:avLst/>
          </ns1:prstGeom>
          <ns2:noFill xmlns:ns2="http://schemas.openxmlformats.org/drawingml/2006/main"/>
          <ns3:ln xmlns:ns3="http://schemas.openxmlformats.org/drawingml/2006/main" w="12957" cap="sq">
            <ns3:solidFill>
              <ns3:srgbClr val="595959"/>
            </ns3:solidFill>
            <ns3:prstDash val="solid"/>
          </ns3:ln>
        </p:spPr>
      </p:sp>
    </p:spTree>
    <p:extLst>
      <p:ext uri="{BB962C8B-B14F-4D97-AF65-F5344CB8AC3E}">
        <p14:creationId xmlns:p14="http://schemas.microsoft.com/office/powerpoint/2010/main" val="7342634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2026-09-05T09:45:43.5740000Z</dcterms:created>
  <dcterms:modified xsi:type="dcterms:W3CDTF">2026-09-05T09:45:43.5740000Z</dcterms:modified>
</coreProperties>
</file>