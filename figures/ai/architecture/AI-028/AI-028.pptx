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a0247f1fed41b4" /><Relationship Type="http://schemas.openxmlformats.org/officeDocument/2006/relationships/extended-properties" Target="/docProps/app.xml" Id="R646c9b932da24fc3" /><Relationship Type="http://schemas.openxmlformats.org/officeDocument/2006/relationships/officeDocument" Target="/ppt/presentation.xml" Id="Re757bc13647548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03f64094754db6"/>
  </p:sldMasterIdLst>
  <p:notesMasterIdLst>
    <p:notesMasterId xmlns:r="http://schemas.openxmlformats.org/officeDocument/2006/relationships" r:id="R8d8839e43e324388"/>
  </p:notesMasterIdLst>
  <p:sldIdLst>
    <p:sldId xmlns:r="http://schemas.openxmlformats.org/officeDocument/2006/relationships" id="256" r:id="R7f2054d862d944b5"/>
  </p:sldIdLst>
  <p:sldSz cx="10458450" cy="5286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149cf91801436a" /><Relationship Type="http://schemas.openxmlformats.org/officeDocument/2006/relationships/slideMaster" Target="/ppt/slideMasters/slideMaster1.xml" Id="R7403f64094754db6" /><Relationship Type="http://schemas.openxmlformats.org/officeDocument/2006/relationships/notesMaster" Target="/ppt/notesMasters/notesMaster1.xml" Id="R8d8839e43e324388" /><Relationship Type="http://schemas.openxmlformats.org/officeDocument/2006/relationships/presProps" Target="/ppt/presProps.xml" Id="Rd39db148c1954002" /><Relationship Type="http://schemas.openxmlformats.org/officeDocument/2006/relationships/tableStyles" Target="/ppt/tableStyles.xml" Id="R09e45da307bd4799" /><Relationship Type="http://schemas.openxmlformats.org/officeDocument/2006/relationships/slide" Target="/ppt/slides/slide1.xml" Id="R7f2054d862d944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12c78cc5d148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ca7bd3148d4249" /><Relationship Type="http://schemas.openxmlformats.org/officeDocument/2006/relationships/notesMaster" Target="/ppt/notesMasters/notesMaster1.xml" Id="Rdca634e8c1dd419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素材ID：AI-028</ns1:t>
            </ns1:r>
          </ns1:p>
          <ns1:p>
            <ns1:r>
              <ns1:t>论文：Pre³: Enabling Deterministic Pushdown Automata for Faster Structured LLM Generation</ns1:t>
            </ns1:r>
          </ns1:p>
          <ns1:p>
            <ns1:r>
              <ns1:t>会议：ACL 2025</ns1:t>
            </ns1:r>
          </ns1:p>
          <ns1:p>
            <ns1:r>
              <ns1:t>奖项：Outstanding Paper</ns1:t>
            </ns1:r>
          </ns1:p>
          <ns1:p>
            <ns1:r>
              <ns1:t>图号：Figure 1，PDF第4页</ns1:t>
            </ns1:r>
          </ns1:p>
          <ns1:p>
            <ns1:r>
              <ns1:t>类型：系统架构</ns1:t>
            </ns1:r>
          </ns1:p>
          <ns1:p>
            <ns1:r>
              <ns1:t>借鉴点：四块依次呈现文法、状态图、DPDA构造优化和生成掩码，保留离散结构转换。</ns1:t>
            </ns1:r>
          </ns1:p>
          <ns1:p>
            <ns1:r>
              <ns1:t>论文URL：https://aclanthology.org/2025.acl-long.551/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9f98b6cf64b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5337ae6efd4a9f" /><Relationship Type="http://schemas.openxmlformats.org/officeDocument/2006/relationships/slideLayout" Target="/ppt/slideLayouts/slideLayout1.xml" Id="Rf611925f6ce84a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11925f6ce84a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a2a46b0a7406a" /><Relationship Type="http://schemas.openxmlformats.org/officeDocument/2006/relationships/notesSlide" Target="/ppt/notesSlides/notesSlide1.xml" Id="R2024ae78bd044e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4FEB6-DEA8-4B23-95A1-3394D126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197" y="2829671"/>
            <a:ext cx="4353461" cy="2392894"/>
          </a:xfrm>
          <a:custGeom xmlns:a="http://schemas.openxmlformats.org/drawingml/2006/main">
            <a:pathLst>
              <a:path w="4353461" h="2392894">
                <a:moveTo>
                  <a:pt x="0" y="57010"/>
                </a:moveTo>
                <a:cubicBezTo>
                  <a:pt x="0" y="25556"/>
                  <a:pt x="25556" y="0"/>
                  <a:pt x="57010" y="0"/>
                </a:cubicBezTo>
                <a:lnTo>
                  <a:pt x="4296449" y="0"/>
                </a:lnTo>
                <a:cubicBezTo>
                  <a:pt x="4327903" y="0"/>
                  <a:pt x="4353461" y="25556"/>
                  <a:pt x="4353461" y="57010"/>
                </a:cubicBezTo>
                <a:lnTo>
                  <a:pt x="4353461" y="2335919"/>
                </a:lnTo>
                <a:cubicBezTo>
                  <a:pt x="4353461" y="2367385"/>
                  <a:pt x="4327903" y="2392894"/>
                  <a:pt x="4296449" y="2392894"/>
                </a:cubicBezTo>
                <a:lnTo>
                  <a:pt x="57010" y="2392894"/>
                </a:lnTo>
                <a:cubicBezTo>
                  <a:pt x="25556" y="2392894"/>
                  <a:pt x="0" y="2367385"/>
                  <a:pt x="0" y="2335919"/>
                </a:cubicBezTo>
                <a:lnTo>
                  <a:pt x="0" y="5701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69D02-CB9B-4BE2-B48D-A2710B2D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197" y="2829671"/>
            <a:ext cx="4353461" cy="2392894"/>
          </a:xfrm>
          <a:custGeom xmlns:a="http://schemas.openxmlformats.org/drawingml/2006/main">
            <a:pathLst>
              <a:path w="4353461" h="2392894" fill="none">
                <a:moveTo>
                  <a:pt x="0" y="57010"/>
                </a:moveTo>
                <a:cubicBezTo>
                  <a:pt x="0" y="25556"/>
                  <a:pt x="25556" y="0"/>
                  <a:pt x="57010" y="0"/>
                </a:cubicBezTo>
                <a:lnTo>
                  <a:pt x="4296449" y="0"/>
                </a:lnTo>
                <a:cubicBezTo>
                  <a:pt x="4327903" y="0"/>
                  <a:pt x="4353461" y="25556"/>
                  <a:pt x="4353461" y="57010"/>
                </a:cubicBezTo>
                <a:lnTo>
                  <a:pt x="4353461" y="2335919"/>
                </a:lnTo>
                <a:cubicBezTo>
                  <a:pt x="4353461" y="2367385"/>
                  <a:pt x="4327903" y="2392894"/>
                  <a:pt x="4296449" y="2392894"/>
                </a:cubicBezTo>
                <a:lnTo>
                  <a:pt x="57010" y="2392894"/>
                </a:lnTo>
                <a:cubicBezTo>
                  <a:pt x="25556" y="2392894"/>
                  <a:pt x="0" y="2367385"/>
                  <a:pt x="0" y="2335919"/>
                </a:cubicBezTo>
                <a:lnTo>
                  <a:pt x="0" y="570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211" cap="flat">
            <a:solidFill>
              <a:srgbClr val="A9D18E"/>
            </a:solidFill>
            <a:custDash>
              <a:ds d="300000" sp="100000"/>
            </a:custDash>
            <a:miter/>
          </a:ln>
        </p:spPr>
      </p:sp>
      <p:sp>
        <p:nvSpPr>
          <p:cNvPr id="3" name="Text DPDAOptimization(§3.3)">
            <a:extLst xmlns:a="http://schemas.openxmlformats.org/drawingml/2006/main">
              <a:ext uri="{FF2B5EF4-FFF2-40B4-BE49-F238E27FC236}">
                <a16:creationId xmlns:a16="http://schemas.microsoft.com/office/drawing/2014/main" id="{E2CCE582-0C8C-48FB-B3B7-B39782AD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850" y="2958729"/>
            <a:ext cx="2682429" cy="218461"/>
          </a:xfrm>
          <a:custGeom xmlns:a="http://schemas.openxmlformats.org/drawingml/2006/main">
            <a:pathLst>
              <a:path w="2682429" h="218461">
                <a:moveTo>
                  <a:pt x="0" y="166476"/>
                </a:moveTo>
                <a:lnTo>
                  <a:pt x="0" y="8273"/>
                </a:lnTo>
                <a:lnTo>
                  <a:pt x="54641" y="8273"/>
                </a:lnTo>
                <a:cubicBezTo>
                  <a:pt x="110814" y="8273"/>
                  <a:pt x="138900" y="33976"/>
                  <a:pt x="138900" y="85383"/>
                </a:cubicBezTo>
                <a:cubicBezTo>
                  <a:pt x="138900" y="109826"/>
                  <a:pt x="131036" y="129453"/>
                  <a:pt x="115308" y="144262"/>
                </a:cubicBezTo>
                <a:cubicBezTo>
                  <a:pt x="99579" y="159071"/>
                  <a:pt x="79289" y="166476"/>
                  <a:pt x="54437" y="166476"/>
                </a:cubicBezTo>
                <a:lnTo>
                  <a:pt x="0" y="166476"/>
                </a:lnTo>
                <a:moveTo>
                  <a:pt x="33704" y="35849"/>
                </a:moveTo>
                <a:lnTo>
                  <a:pt x="33704" y="138900"/>
                </a:lnTo>
                <a:lnTo>
                  <a:pt x="52088" y="138900"/>
                </a:lnTo>
                <a:cubicBezTo>
                  <a:pt x="68088" y="138900"/>
                  <a:pt x="80651" y="134134"/>
                  <a:pt x="89774" y="124602"/>
                </a:cubicBezTo>
                <a:cubicBezTo>
                  <a:pt x="98898" y="115069"/>
                  <a:pt x="103460" y="102167"/>
                  <a:pt x="103460" y="85893"/>
                </a:cubicBezTo>
                <a:cubicBezTo>
                  <a:pt x="103460" y="70165"/>
                  <a:pt x="98694" y="57892"/>
                  <a:pt x="89162" y="49075"/>
                </a:cubicBezTo>
                <a:cubicBezTo>
                  <a:pt x="79629" y="40257"/>
                  <a:pt x="67237" y="35849"/>
                  <a:pt x="51985" y="35849"/>
                </a:cubicBezTo>
                <a:lnTo>
                  <a:pt x="33704" y="35849"/>
                </a:lnTo>
                <a:close/>
                <a:moveTo>
                  <a:pt x="199364" y="111324"/>
                </a:moveTo>
                <a:lnTo>
                  <a:pt x="199364" y="166476"/>
                </a:lnTo>
                <a:lnTo>
                  <a:pt x="165660" y="166476"/>
                </a:lnTo>
                <a:lnTo>
                  <a:pt x="165660" y="8273"/>
                </a:lnTo>
                <a:lnTo>
                  <a:pt x="220097" y="8273"/>
                </a:lnTo>
                <a:cubicBezTo>
                  <a:pt x="259452" y="8273"/>
                  <a:pt x="279130" y="24954"/>
                  <a:pt x="279130" y="58318"/>
                </a:cubicBezTo>
                <a:cubicBezTo>
                  <a:pt x="279130" y="74523"/>
                  <a:pt x="273189" y="87511"/>
                  <a:pt x="261307" y="97281"/>
                </a:cubicBezTo>
                <a:cubicBezTo>
                  <a:pt x="249426" y="107052"/>
                  <a:pt x="234566" y="111733"/>
                  <a:pt x="216727" y="111324"/>
                </a:cubicBezTo>
                <a:lnTo>
                  <a:pt x="199364" y="111324"/>
                </a:lnTo>
                <a:moveTo>
                  <a:pt x="199364" y="34419"/>
                </a:moveTo>
                <a:lnTo>
                  <a:pt x="199364" y="85485"/>
                </a:lnTo>
                <a:lnTo>
                  <a:pt x="213969" y="85485"/>
                </a:lnTo>
                <a:cubicBezTo>
                  <a:pt x="233783" y="85485"/>
                  <a:pt x="243690" y="76872"/>
                  <a:pt x="243690" y="59645"/>
                </a:cubicBezTo>
                <a:cubicBezTo>
                  <a:pt x="243690" y="42828"/>
                  <a:pt x="233885" y="34419"/>
                  <a:pt x="214275" y="34419"/>
                </a:cubicBezTo>
                <a:lnTo>
                  <a:pt x="199364" y="34419"/>
                </a:lnTo>
                <a:close/>
                <a:moveTo>
                  <a:pt x="302038" y="166476"/>
                </a:moveTo>
                <a:lnTo>
                  <a:pt x="302038" y="8273"/>
                </a:lnTo>
                <a:lnTo>
                  <a:pt x="356679" y="8273"/>
                </a:lnTo>
                <a:cubicBezTo>
                  <a:pt x="412851" y="8273"/>
                  <a:pt x="440938" y="33976"/>
                  <a:pt x="440938" y="85383"/>
                </a:cubicBezTo>
                <a:cubicBezTo>
                  <a:pt x="440938" y="109826"/>
                  <a:pt x="433074" y="129453"/>
                  <a:pt x="417345" y="144262"/>
                </a:cubicBezTo>
                <a:cubicBezTo>
                  <a:pt x="401617" y="159071"/>
                  <a:pt x="381327" y="166476"/>
                  <a:pt x="356474" y="166476"/>
                </a:cubicBezTo>
                <a:lnTo>
                  <a:pt x="302038" y="166476"/>
                </a:lnTo>
                <a:moveTo>
                  <a:pt x="335741" y="35849"/>
                </a:moveTo>
                <a:lnTo>
                  <a:pt x="335741" y="138900"/>
                </a:lnTo>
                <a:lnTo>
                  <a:pt x="354125" y="138900"/>
                </a:lnTo>
                <a:cubicBezTo>
                  <a:pt x="370126" y="138900"/>
                  <a:pt x="382688" y="134134"/>
                  <a:pt x="391812" y="124602"/>
                </a:cubicBezTo>
                <a:cubicBezTo>
                  <a:pt x="400936" y="115069"/>
                  <a:pt x="405498" y="102167"/>
                  <a:pt x="405498" y="85893"/>
                </a:cubicBezTo>
                <a:cubicBezTo>
                  <a:pt x="405498" y="70165"/>
                  <a:pt x="400732" y="57892"/>
                  <a:pt x="391199" y="49075"/>
                </a:cubicBezTo>
                <a:cubicBezTo>
                  <a:pt x="381667" y="40257"/>
                  <a:pt x="369275" y="35849"/>
                  <a:pt x="354023" y="35849"/>
                </a:cubicBezTo>
                <a:lnTo>
                  <a:pt x="335741" y="35849"/>
                </a:lnTo>
                <a:close/>
                <a:moveTo>
                  <a:pt x="601199" y="166476"/>
                </a:moveTo>
                <a:lnTo>
                  <a:pt x="564431" y="166476"/>
                </a:lnTo>
                <a:lnTo>
                  <a:pt x="552584" y="130219"/>
                </a:lnTo>
                <a:lnTo>
                  <a:pt x="495083" y="130219"/>
                </a:lnTo>
                <a:lnTo>
                  <a:pt x="483440" y="166476"/>
                </a:lnTo>
                <a:lnTo>
                  <a:pt x="446877" y="166476"/>
                </a:lnTo>
                <a:lnTo>
                  <a:pt x="504786" y="8273"/>
                </a:lnTo>
                <a:lnTo>
                  <a:pt x="544413" y="8273"/>
                </a:lnTo>
                <a:lnTo>
                  <a:pt x="601199" y="166476"/>
                </a:lnTo>
                <a:moveTo>
                  <a:pt x="544617" y="104175"/>
                </a:moveTo>
                <a:lnTo>
                  <a:pt x="526642" y="49330"/>
                </a:lnTo>
                <a:cubicBezTo>
                  <a:pt x="525485" y="45857"/>
                  <a:pt x="524668" y="41262"/>
                  <a:pt x="524191" y="35542"/>
                </a:cubicBezTo>
                <a:lnTo>
                  <a:pt x="523272" y="35542"/>
                </a:lnTo>
                <a:cubicBezTo>
                  <a:pt x="522863" y="40172"/>
                  <a:pt x="521944" y="44632"/>
                  <a:pt x="520514" y="48921"/>
                </a:cubicBezTo>
                <a:lnTo>
                  <a:pt x="502437" y="104175"/>
                </a:lnTo>
                <a:lnTo>
                  <a:pt x="544617" y="104175"/>
                </a:lnTo>
                <a:close/>
                <a:moveTo>
                  <a:pt x="674214" y="89468"/>
                </a:moveTo>
                <a:cubicBezTo>
                  <a:pt x="674214" y="64684"/>
                  <a:pt x="681448" y="44513"/>
                  <a:pt x="695917" y="28955"/>
                </a:cubicBezTo>
                <a:cubicBezTo>
                  <a:pt x="710385" y="13396"/>
                  <a:pt x="729501" y="5617"/>
                  <a:pt x="753264" y="5617"/>
                </a:cubicBezTo>
                <a:cubicBezTo>
                  <a:pt x="775869" y="5617"/>
                  <a:pt x="794066" y="13141"/>
                  <a:pt x="807854" y="28189"/>
                </a:cubicBezTo>
                <a:cubicBezTo>
                  <a:pt x="821642" y="43236"/>
                  <a:pt x="828536" y="62573"/>
                  <a:pt x="828536" y="86200"/>
                </a:cubicBezTo>
                <a:cubicBezTo>
                  <a:pt x="828536" y="110848"/>
                  <a:pt x="821369" y="130849"/>
                  <a:pt x="807037" y="146203"/>
                </a:cubicBezTo>
                <a:cubicBezTo>
                  <a:pt x="792704" y="161557"/>
                  <a:pt x="773929" y="169234"/>
                  <a:pt x="750711" y="169234"/>
                </a:cubicBezTo>
                <a:cubicBezTo>
                  <a:pt x="728037" y="169234"/>
                  <a:pt x="709619" y="161795"/>
                  <a:pt x="695457" y="146918"/>
                </a:cubicBezTo>
                <a:cubicBezTo>
                  <a:pt x="681295" y="132040"/>
                  <a:pt x="674214" y="112890"/>
                  <a:pt x="674214" y="89468"/>
                </a:cubicBezTo>
                <a:moveTo>
                  <a:pt x="709653" y="87630"/>
                </a:moveTo>
                <a:cubicBezTo>
                  <a:pt x="709653" y="103018"/>
                  <a:pt x="713364" y="115597"/>
                  <a:pt x="720786" y="125368"/>
                </a:cubicBezTo>
                <a:cubicBezTo>
                  <a:pt x="728208" y="135138"/>
                  <a:pt x="738387" y="140024"/>
                  <a:pt x="751324" y="140024"/>
                </a:cubicBezTo>
                <a:cubicBezTo>
                  <a:pt x="764533" y="140024"/>
                  <a:pt x="774814" y="135343"/>
                  <a:pt x="782168" y="125980"/>
                </a:cubicBezTo>
                <a:cubicBezTo>
                  <a:pt x="789521" y="116618"/>
                  <a:pt x="793198" y="104039"/>
                  <a:pt x="793198" y="88242"/>
                </a:cubicBezTo>
                <a:cubicBezTo>
                  <a:pt x="793198" y="71765"/>
                  <a:pt x="789623" y="58743"/>
                  <a:pt x="782474" y="49177"/>
                </a:cubicBezTo>
                <a:cubicBezTo>
                  <a:pt x="775325" y="39610"/>
                  <a:pt x="765248" y="34827"/>
                  <a:pt x="752243" y="34827"/>
                </a:cubicBezTo>
                <a:cubicBezTo>
                  <a:pt x="739034" y="34827"/>
                  <a:pt x="728633" y="39730"/>
                  <a:pt x="721041" y="49534"/>
                </a:cubicBezTo>
                <a:cubicBezTo>
                  <a:pt x="713449" y="59339"/>
                  <a:pt x="709653" y="72037"/>
                  <a:pt x="709653" y="87630"/>
                </a:cubicBezTo>
                <a:close/>
                <a:moveTo>
                  <a:pt x="884940" y="152892"/>
                </a:moveTo>
                <a:lnTo>
                  <a:pt x="884940" y="218461"/>
                </a:lnTo>
                <a:lnTo>
                  <a:pt x="851952" y="218461"/>
                </a:lnTo>
                <a:lnTo>
                  <a:pt x="851952" y="53517"/>
                </a:lnTo>
                <a:lnTo>
                  <a:pt x="884940" y="53517"/>
                </a:lnTo>
                <a:lnTo>
                  <a:pt x="884940" y="70778"/>
                </a:lnTo>
                <a:lnTo>
                  <a:pt x="885349" y="70778"/>
                </a:lnTo>
                <a:cubicBezTo>
                  <a:pt x="893996" y="57433"/>
                  <a:pt x="906218" y="50760"/>
                  <a:pt x="922014" y="50760"/>
                </a:cubicBezTo>
                <a:cubicBezTo>
                  <a:pt x="936381" y="50760"/>
                  <a:pt x="947616" y="55781"/>
                  <a:pt x="955718" y="65824"/>
                </a:cubicBezTo>
                <a:cubicBezTo>
                  <a:pt x="963821" y="75867"/>
                  <a:pt x="967872" y="89536"/>
                  <a:pt x="967872" y="106831"/>
                </a:cubicBezTo>
                <a:cubicBezTo>
                  <a:pt x="967872" y="125691"/>
                  <a:pt x="963174" y="140807"/>
                  <a:pt x="953778" y="152177"/>
                </a:cubicBezTo>
                <a:cubicBezTo>
                  <a:pt x="944381" y="163548"/>
                  <a:pt x="932057" y="169234"/>
                  <a:pt x="916806" y="169234"/>
                </a:cubicBezTo>
                <a:cubicBezTo>
                  <a:pt x="902984" y="169234"/>
                  <a:pt x="892498" y="163786"/>
                  <a:pt x="885349" y="152892"/>
                </a:cubicBezTo>
                <a:lnTo>
                  <a:pt x="884940" y="152892"/>
                </a:lnTo>
                <a:moveTo>
                  <a:pt x="884430" y="116533"/>
                </a:moveTo>
                <a:cubicBezTo>
                  <a:pt x="884430" y="124568"/>
                  <a:pt x="886608" y="131138"/>
                  <a:pt x="890966" y="136245"/>
                </a:cubicBezTo>
                <a:cubicBezTo>
                  <a:pt x="895324" y="141351"/>
                  <a:pt x="900975" y="143905"/>
                  <a:pt x="907920" y="143905"/>
                </a:cubicBezTo>
                <a:cubicBezTo>
                  <a:pt x="916159" y="143905"/>
                  <a:pt x="922576" y="140705"/>
                  <a:pt x="927172" y="134304"/>
                </a:cubicBezTo>
                <a:cubicBezTo>
                  <a:pt x="931768" y="127904"/>
                  <a:pt x="934066" y="118848"/>
                  <a:pt x="934066" y="107137"/>
                </a:cubicBezTo>
                <a:cubicBezTo>
                  <a:pt x="934066" y="86438"/>
                  <a:pt x="925998" y="76089"/>
                  <a:pt x="909861" y="76089"/>
                </a:cubicBezTo>
                <a:cubicBezTo>
                  <a:pt x="902371" y="76089"/>
                  <a:pt x="896260" y="78948"/>
                  <a:pt x="891528" y="84668"/>
                </a:cubicBezTo>
                <a:cubicBezTo>
                  <a:pt x="886796" y="90387"/>
                  <a:pt x="884430" y="97741"/>
                  <a:pt x="884430" y="106728"/>
                </a:cubicBezTo>
                <a:lnTo>
                  <a:pt x="884430" y="116533"/>
                </a:lnTo>
                <a:close/>
                <a:moveTo>
                  <a:pt x="1058581" y="165148"/>
                </a:moveTo>
                <a:cubicBezTo>
                  <a:pt x="1053611" y="167872"/>
                  <a:pt x="1046087" y="169234"/>
                  <a:pt x="1036010" y="169234"/>
                </a:cubicBezTo>
                <a:cubicBezTo>
                  <a:pt x="1012043" y="169234"/>
                  <a:pt x="1000059" y="156637"/>
                  <a:pt x="1000059" y="131445"/>
                </a:cubicBezTo>
                <a:lnTo>
                  <a:pt x="1000059" y="78131"/>
                </a:lnTo>
                <a:lnTo>
                  <a:pt x="981471" y="78131"/>
                </a:lnTo>
                <a:lnTo>
                  <a:pt x="981471" y="53517"/>
                </a:lnTo>
                <a:lnTo>
                  <a:pt x="1000059" y="53517"/>
                </a:lnTo>
                <a:lnTo>
                  <a:pt x="1000059" y="28699"/>
                </a:lnTo>
                <a:lnTo>
                  <a:pt x="1032844" y="19303"/>
                </a:lnTo>
                <a:lnTo>
                  <a:pt x="1032844" y="53517"/>
                </a:lnTo>
                <a:lnTo>
                  <a:pt x="1058581" y="53517"/>
                </a:lnTo>
                <a:lnTo>
                  <a:pt x="1058581" y="78131"/>
                </a:lnTo>
                <a:lnTo>
                  <a:pt x="1032844" y="78131"/>
                </a:lnTo>
                <a:lnTo>
                  <a:pt x="1032844" y="125725"/>
                </a:lnTo>
                <a:cubicBezTo>
                  <a:pt x="1032844" y="137777"/>
                  <a:pt x="1037610" y="143803"/>
                  <a:pt x="1047142" y="143803"/>
                </a:cubicBezTo>
                <a:cubicBezTo>
                  <a:pt x="1050819" y="143803"/>
                  <a:pt x="1054632" y="142713"/>
                  <a:pt x="1058581" y="140534"/>
                </a:cubicBezTo>
                <a:lnTo>
                  <a:pt x="1058581" y="165148"/>
                </a:lnTo>
                <a:close/>
                <a:moveTo>
                  <a:pt x="1075726" y="17056"/>
                </a:moveTo>
                <a:cubicBezTo>
                  <a:pt x="1075726" y="12018"/>
                  <a:pt x="1077514" y="7915"/>
                  <a:pt x="1081088" y="4749"/>
                </a:cubicBezTo>
                <a:cubicBezTo>
                  <a:pt x="1084663" y="1583"/>
                  <a:pt x="1089242" y="0"/>
                  <a:pt x="1094825" y="0"/>
                </a:cubicBezTo>
                <a:cubicBezTo>
                  <a:pt x="1100544" y="0"/>
                  <a:pt x="1105174" y="1617"/>
                  <a:pt x="1108715" y="4851"/>
                </a:cubicBezTo>
                <a:cubicBezTo>
                  <a:pt x="1112256" y="8085"/>
                  <a:pt x="1114026" y="12154"/>
                  <a:pt x="1114026" y="17056"/>
                </a:cubicBezTo>
                <a:cubicBezTo>
                  <a:pt x="1114026" y="22027"/>
                  <a:pt x="1112222" y="26163"/>
                  <a:pt x="1108613" y="29465"/>
                </a:cubicBezTo>
                <a:cubicBezTo>
                  <a:pt x="1105004" y="32768"/>
                  <a:pt x="1100408" y="34419"/>
                  <a:pt x="1094825" y="34419"/>
                </a:cubicBezTo>
                <a:cubicBezTo>
                  <a:pt x="1089310" y="34419"/>
                  <a:pt x="1084748" y="32750"/>
                  <a:pt x="1081139" y="29414"/>
                </a:cubicBezTo>
                <a:cubicBezTo>
                  <a:pt x="1077531" y="26078"/>
                  <a:pt x="1075726" y="21958"/>
                  <a:pt x="1075726" y="17056"/>
                </a:cubicBezTo>
                <a:moveTo>
                  <a:pt x="1078177" y="166476"/>
                </a:moveTo>
                <a:lnTo>
                  <a:pt x="1078177" y="53517"/>
                </a:lnTo>
                <a:lnTo>
                  <a:pt x="1111064" y="53517"/>
                </a:lnTo>
                <a:lnTo>
                  <a:pt x="1111064" y="166476"/>
                </a:lnTo>
                <a:lnTo>
                  <a:pt x="1078177" y="166476"/>
                </a:lnTo>
                <a:close/>
                <a:moveTo>
                  <a:pt x="1317174" y="166476"/>
                </a:moveTo>
                <a:lnTo>
                  <a:pt x="1284288" y="166476"/>
                </a:lnTo>
                <a:lnTo>
                  <a:pt x="1284288" y="102030"/>
                </a:lnTo>
                <a:cubicBezTo>
                  <a:pt x="1284288" y="84736"/>
                  <a:pt x="1277989" y="76089"/>
                  <a:pt x="1265393" y="76089"/>
                </a:cubicBezTo>
                <a:cubicBezTo>
                  <a:pt x="1259537" y="76089"/>
                  <a:pt x="1254669" y="78710"/>
                  <a:pt x="1250788" y="83953"/>
                </a:cubicBezTo>
                <a:cubicBezTo>
                  <a:pt x="1246907" y="89196"/>
                  <a:pt x="1244967" y="95596"/>
                  <a:pt x="1244967" y="103154"/>
                </a:cubicBezTo>
                <a:lnTo>
                  <a:pt x="1244967" y="166476"/>
                </a:lnTo>
                <a:lnTo>
                  <a:pt x="1212080" y="166476"/>
                </a:lnTo>
                <a:lnTo>
                  <a:pt x="1212080" y="101213"/>
                </a:lnTo>
                <a:cubicBezTo>
                  <a:pt x="1212080" y="84464"/>
                  <a:pt x="1205850" y="76089"/>
                  <a:pt x="1193390" y="76089"/>
                </a:cubicBezTo>
                <a:cubicBezTo>
                  <a:pt x="1187194" y="76089"/>
                  <a:pt x="1182240" y="78591"/>
                  <a:pt x="1178529" y="83595"/>
                </a:cubicBezTo>
                <a:cubicBezTo>
                  <a:pt x="1174819" y="88600"/>
                  <a:pt x="1172963" y="95222"/>
                  <a:pt x="1172963" y="103460"/>
                </a:cubicBezTo>
                <a:lnTo>
                  <a:pt x="1172963" y="166476"/>
                </a:lnTo>
                <a:lnTo>
                  <a:pt x="1139974" y="166476"/>
                </a:lnTo>
                <a:lnTo>
                  <a:pt x="1139974" y="53517"/>
                </a:lnTo>
                <a:lnTo>
                  <a:pt x="1172963" y="53517"/>
                </a:lnTo>
                <a:lnTo>
                  <a:pt x="1172963" y="71186"/>
                </a:lnTo>
                <a:lnTo>
                  <a:pt x="1173372" y="71186"/>
                </a:lnTo>
                <a:cubicBezTo>
                  <a:pt x="1177321" y="64718"/>
                  <a:pt x="1182564" y="59696"/>
                  <a:pt x="1189100" y="56122"/>
                </a:cubicBezTo>
                <a:cubicBezTo>
                  <a:pt x="1195637" y="52547"/>
                  <a:pt x="1202513" y="50760"/>
                  <a:pt x="1209731" y="50760"/>
                </a:cubicBezTo>
                <a:cubicBezTo>
                  <a:pt x="1225595" y="50760"/>
                  <a:pt x="1236456" y="57875"/>
                  <a:pt x="1242311" y="72106"/>
                </a:cubicBezTo>
                <a:cubicBezTo>
                  <a:pt x="1251026" y="57875"/>
                  <a:pt x="1263691" y="50760"/>
                  <a:pt x="1280304" y="50760"/>
                </a:cubicBezTo>
                <a:cubicBezTo>
                  <a:pt x="1304884" y="50760"/>
                  <a:pt x="1317174" y="65944"/>
                  <a:pt x="1317174" y="96311"/>
                </a:cubicBezTo>
                <a:lnTo>
                  <a:pt x="1317174" y="166476"/>
                </a:lnTo>
                <a:close/>
                <a:moveTo>
                  <a:pt x="1342415" y="17056"/>
                </a:moveTo>
                <a:cubicBezTo>
                  <a:pt x="1342415" y="12018"/>
                  <a:pt x="1344203" y="7915"/>
                  <a:pt x="1347777" y="4749"/>
                </a:cubicBezTo>
                <a:cubicBezTo>
                  <a:pt x="1351352" y="1583"/>
                  <a:pt x="1355931" y="0"/>
                  <a:pt x="1361514" y="0"/>
                </a:cubicBezTo>
                <a:cubicBezTo>
                  <a:pt x="1367234" y="0"/>
                  <a:pt x="1371864" y="1617"/>
                  <a:pt x="1375404" y="4851"/>
                </a:cubicBezTo>
                <a:cubicBezTo>
                  <a:pt x="1378945" y="8085"/>
                  <a:pt x="1380715" y="12154"/>
                  <a:pt x="1380715" y="17056"/>
                </a:cubicBezTo>
                <a:cubicBezTo>
                  <a:pt x="1380715" y="22027"/>
                  <a:pt x="1378911" y="26163"/>
                  <a:pt x="1375302" y="29465"/>
                </a:cubicBezTo>
                <a:cubicBezTo>
                  <a:pt x="1371693" y="32768"/>
                  <a:pt x="1367097" y="34419"/>
                  <a:pt x="1361514" y="34419"/>
                </a:cubicBezTo>
                <a:cubicBezTo>
                  <a:pt x="1355999" y="34419"/>
                  <a:pt x="1351437" y="32750"/>
                  <a:pt x="1347828" y="29414"/>
                </a:cubicBezTo>
                <a:cubicBezTo>
                  <a:pt x="1344220" y="26078"/>
                  <a:pt x="1342415" y="21958"/>
                  <a:pt x="1342415" y="17056"/>
                </a:cubicBezTo>
                <a:moveTo>
                  <a:pt x="1344867" y="166476"/>
                </a:moveTo>
                <a:lnTo>
                  <a:pt x="1344867" y="53517"/>
                </a:lnTo>
                <a:lnTo>
                  <a:pt x="1377753" y="53517"/>
                </a:lnTo>
                <a:lnTo>
                  <a:pt x="1377753" y="166476"/>
                </a:lnTo>
                <a:lnTo>
                  <a:pt x="1344867" y="166476"/>
                </a:lnTo>
                <a:close/>
                <a:moveTo>
                  <a:pt x="1495534" y="166476"/>
                </a:moveTo>
                <a:lnTo>
                  <a:pt x="1395137" y="166476"/>
                </a:lnTo>
                <a:lnTo>
                  <a:pt x="1395137" y="153097"/>
                </a:lnTo>
                <a:lnTo>
                  <a:pt x="1452944" y="78131"/>
                </a:lnTo>
                <a:lnTo>
                  <a:pt x="1400857" y="78131"/>
                </a:lnTo>
                <a:lnTo>
                  <a:pt x="1400857" y="53517"/>
                </a:lnTo>
                <a:lnTo>
                  <a:pt x="1495227" y="53517"/>
                </a:lnTo>
                <a:lnTo>
                  <a:pt x="1495227" y="69450"/>
                </a:lnTo>
                <a:lnTo>
                  <a:pt x="1439974" y="141862"/>
                </a:lnTo>
                <a:lnTo>
                  <a:pt x="1495534" y="141862"/>
                </a:lnTo>
                <a:lnTo>
                  <a:pt x="1495534" y="166476"/>
                </a:lnTo>
                <a:close/>
                <a:moveTo>
                  <a:pt x="1517560" y="60360"/>
                </a:moveTo>
                <a:cubicBezTo>
                  <a:pt x="1522667" y="57501"/>
                  <a:pt x="1529493" y="55186"/>
                  <a:pt x="1538038" y="53415"/>
                </a:cubicBezTo>
                <a:cubicBezTo>
                  <a:pt x="1546583" y="51645"/>
                  <a:pt x="1553885" y="50760"/>
                  <a:pt x="1559945" y="50760"/>
                </a:cubicBezTo>
                <a:cubicBezTo>
                  <a:pt x="1591538" y="50760"/>
                  <a:pt x="1607335" y="66590"/>
                  <a:pt x="1607335" y="98251"/>
                </a:cubicBezTo>
                <a:lnTo>
                  <a:pt x="1607335" y="166476"/>
                </a:lnTo>
                <a:lnTo>
                  <a:pt x="1575980" y="166476"/>
                </a:lnTo>
                <a:lnTo>
                  <a:pt x="1575980" y="150033"/>
                </a:lnTo>
                <a:lnTo>
                  <a:pt x="1575571" y="150033"/>
                </a:lnTo>
                <a:cubicBezTo>
                  <a:pt x="1567877" y="162833"/>
                  <a:pt x="1556609" y="169234"/>
                  <a:pt x="1541766" y="169234"/>
                </a:cubicBezTo>
                <a:cubicBezTo>
                  <a:pt x="1531076" y="169234"/>
                  <a:pt x="1522514" y="166187"/>
                  <a:pt x="1516079" y="160093"/>
                </a:cubicBezTo>
                <a:cubicBezTo>
                  <a:pt x="1509645" y="153999"/>
                  <a:pt x="1506428" y="145709"/>
                  <a:pt x="1506428" y="135223"/>
                </a:cubicBezTo>
                <a:cubicBezTo>
                  <a:pt x="1506428" y="113571"/>
                  <a:pt x="1519331" y="100975"/>
                  <a:pt x="1545136" y="97434"/>
                </a:cubicBezTo>
                <a:lnTo>
                  <a:pt x="1576184" y="93247"/>
                </a:lnTo>
                <a:cubicBezTo>
                  <a:pt x="1576184" y="80106"/>
                  <a:pt x="1569341" y="73535"/>
                  <a:pt x="1555656" y="73535"/>
                </a:cubicBezTo>
                <a:cubicBezTo>
                  <a:pt x="1542174" y="73535"/>
                  <a:pt x="1529476" y="77621"/>
                  <a:pt x="1517560" y="85791"/>
                </a:cubicBezTo>
                <a:lnTo>
                  <a:pt x="1517560" y="60360"/>
                </a:lnTo>
                <a:moveTo>
                  <a:pt x="1554839" y="115308"/>
                </a:moveTo>
                <a:cubicBezTo>
                  <a:pt x="1542923" y="116874"/>
                  <a:pt x="1536965" y="122253"/>
                  <a:pt x="1536965" y="131445"/>
                </a:cubicBezTo>
                <a:cubicBezTo>
                  <a:pt x="1536965" y="135666"/>
                  <a:pt x="1538412" y="139070"/>
                  <a:pt x="1541306" y="141658"/>
                </a:cubicBezTo>
                <a:cubicBezTo>
                  <a:pt x="1544200" y="144245"/>
                  <a:pt x="1548098" y="145539"/>
                  <a:pt x="1553000" y="145539"/>
                </a:cubicBezTo>
                <a:cubicBezTo>
                  <a:pt x="1559741" y="145539"/>
                  <a:pt x="1565290" y="143156"/>
                  <a:pt x="1569648" y="138390"/>
                </a:cubicBezTo>
                <a:cubicBezTo>
                  <a:pt x="1574005" y="133623"/>
                  <a:pt x="1576184" y="127700"/>
                  <a:pt x="1576184" y="120618"/>
                </a:cubicBezTo>
                <a:lnTo>
                  <a:pt x="1576184" y="112550"/>
                </a:lnTo>
                <a:lnTo>
                  <a:pt x="1554839" y="115308"/>
                </a:lnTo>
                <a:close/>
                <a:moveTo>
                  <a:pt x="1702189" y="165148"/>
                </a:moveTo>
                <a:cubicBezTo>
                  <a:pt x="1697218" y="167872"/>
                  <a:pt x="1689695" y="169234"/>
                  <a:pt x="1679618" y="169234"/>
                </a:cubicBezTo>
                <a:cubicBezTo>
                  <a:pt x="1655650" y="169234"/>
                  <a:pt x="1643667" y="156637"/>
                  <a:pt x="1643667" y="131445"/>
                </a:cubicBezTo>
                <a:lnTo>
                  <a:pt x="1643667" y="78131"/>
                </a:lnTo>
                <a:lnTo>
                  <a:pt x="1625079" y="78131"/>
                </a:lnTo>
                <a:lnTo>
                  <a:pt x="1625079" y="53517"/>
                </a:lnTo>
                <a:lnTo>
                  <a:pt x="1643667" y="53517"/>
                </a:lnTo>
                <a:lnTo>
                  <a:pt x="1643667" y="28699"/>
                </a:lnTo>
                <a:lnTo>
                  <a:pt x="1676451" y="19303"/>
                </a:lnTo>
                <a:lnTo>
                  <a:pt x="1676451" y="53517"/>
                </a:lnTo>
                <a:lnTo>
                  <a:pt x="1702189" y="53517"/>
                </a:lnTo>
                <a:lnTo>
                  <a:pt x="1702189" y="78131"/>
                </a:lnTo>
                <a:lnTo>
                  <a:pt x="1676451" y="78131"/>
                </a:lnTo>
                <a:lnTo>
                  <a:pt x="1676451" y="125725"/>
                </a:lnTo>
                <a:cubicBezTo>
                  <a:pt x="1676451" y="137777"/>
                  <a:pt x="1681218" y="143803"/>
                  <a:pt x="1690750" y="143803"/>
                </a:cubicBezTo>
                <a:cubicBezTo>
                  <a:pt x="1694427" y="143803"/>
                  <a:pt x="1698240" y="142713"/>
                  <a:pt x="1702189" y="140534"/>
                </a:cubicBezTo>
                <a:lnTo>
                  <a:pt x="1702189" y="165148"/>
                </a:lnTo>
                <a:close/>
                <a:moveTo>
                  <a:pt x="1719334" y="17056"/>
                </a:moveTo>
                <a:cubicBezTo>
                  <a:pt x="1719334" y="12018"/>
                  <a:pt x="1721122" y="7915"/>
                  <a:pt x="1724696" y="4749"/>
                </a:cubicBezTo>
                <a:cubicBezTo>
                  <a:pt x="1728271" y="1583"/>
                  <a:pt x="1732850" y="0"/>
                  <a:pt x="1738433" y="0"/>
                </a:cubicBezTo>
                <a:cubicBezTo>
                  <a:pt x="1744153" y="0"/>
                  <a:pt x="1748783" y="1617"/>
                  <a:pt x="1752323" y="4851"/>
                </a:cubicBezTo>
                <a:cubicBezTo>
                  <a:pt x="1755864" y="8085"/>
                  <a:pt x="1757634" y="12154"/>
                  <a:pt x="1757634" y="17056"/>
                </a:cubicBezTo>
                <a:cubicBezTo>
                  <a:pt x="1757634" y="22027"/>
                  <a:pt x="1755830" y="26163"/>
                  <a:pt x="1752221" y="29465"/>
                </a:cubicBezTo>
                <a:cubicBezTo>
                  <a:pt x="1748612" y="32768"/>
                  <a:pt x="1744016" y="34419"/>
                  <a:pt x="1738433" y="34419"/>
                </a:cubicBezTo>
                <a:cubicBezTo>
                  <a:pt x="1732918" y="34419"/>
                  <a:pt x="1728356" y="32750"/>
                  <a:pt x="1724747" y="29414"/>
                </a:cubicBezTo>
                <a:cubicBezTo>
                  <a:pt x="1721139" y="26078"/>
                  <a:pt x="1719334" y="21958"/>
                  <a:pt x="1719334" y="17056"/>
                </a:cubicBezTo>
                <a:moveTo>
                  <a:pt x="1721786" y="166476"/>
                </a:moveTo>
                <a:lnTo>
                  <a:pt x="1721786" y="53517"/>
                </a:lnTo>
                <a:lnTo>
                  <a:pt x="1754672" y="53517"/>
                </a:lnTo>
                <a:lnTo>
                  <a:pt x="1754672" y="166476"/>
                </a:lnTo>
                <a:lnTo>
                  <a:pt x="1721786" y="166476"/>
                </a:lnTo>
                <a:close/>
                <a:moveTo>
                  <a:pt x="1776424" y="110507"/>
                </a:moveTo>
                <a:cubicBezTo>
                  <a:pt x="1776424" y="91919"/>
                  <a:pt x="1781990" y="77314"/>
                  <a:pt x="1793123" y="66693"/>
                </a:cubicBezTo>
                <a:cubicBezTo>
                  <a:pt x="1804255" y="56071"/>
                  <a:pt x="1819218" y="50760"/>
                  <a:pt x="1838010" y="50760"/>
                </a:cubicBezTo>
                <a:cubicBezTo>
                  <a:pt x="1856189" y="50760"/>
                  <a:pt x="1870624" y="55986"/>
                  <a:pt x="1881314" y="66437"/>
                </a:cubicBezTo>
                <a:cubicBezTo>
                  <a:pt x="1892004" y="76889"/>
                  <a:pt x="1897349" y="90932"/>
                  <a:pt x="1897349" y="108567"/>
                </a:cubicBezTo>
                <a:cubicBezTo>
                  <a:pt x="1897349" y="127087"/>
                  <a:pt x="1891868" y="141828"/>
                  <a:pt x="1880906" y="152790"/>
                </a:cubicBezTo>
                <a:cubicBezTo>
                  <a:pt x="1869943" y="163752"/>
                  <a:pt x="1855100" y="169234"/>
                  <a:pt x="1836376" y="169234"/>
                </a:cubicBezTo>
                <a:cubicBezTo>
                  <a:pt x="1817992" y="169234"/>
                  <a:pt x="1803404" y="163974"/>
                  <a:pt x="1792612" y="153454"/>
                </a:cubicBezTo>
                <a:cubicBezTo>
                  <a:pt x="1781820" y="142934"/>
                  <a:pt x="1776424" y="128619"/>
                  <a:pt x="1776424" y="110507"/>
                </a:cubicBezTo>
                <a:moveTo>
                  <a:pt x="1809821" y="110099"/>
                </a:moveTo>
                <a:cubicBezTo>
                  <a:pt x="1809821" y="132636"/>
                  <a:pt x="1819013" y="143905"/>
                  <a:pt x="1837397" y="143905"/>
                </a:cubicBezTo>
                <a:cubicBezTo>
                  <a:pt x="1855032" y="143905"/>
                  <a:pt x="1863849" y="132330"/>
                  <a:pt x="1863849" y="109180"/>
                </a:cubicBezTo>
                <a:cubicBezTo>
                  <a:pt x="1863849" y="87119"/>
                  <a:pt x="1854964" y="76089"/>
                  <a:pt x="1837193" y="76089"/>
                </a:cubicBezTo>
                <a:cubicBezTo>
                  <a:pt x="1828546" y="76089"/>
                  <a:pt x="1821822" y="79051"/>
                  <a:pt x="1817022" y="84974"/>
                </a:cubicBezTo>
                <a:cubicBezTo>
                  <a:pt x="1812221" y="90898"/>
                  <a:pt x="1809821" y="99273"/>
                  <a:pt x="1809821" y="110099"/>
                </a:cubicBezTo>
                <a:close/>
                <a:moveTo>
                  <a:pt x="2027929" y="166476"/>
                </a:moveTo>
                <a:lnTo>
                  <a:pt x="1995144" y="166476"/>
                </a:lnTo>
                <a:lnTo>
                  <a:pt x="1995144" y="103460"/>
                </a:lnTo>
                <a:cubicBezTo>
                  <a:pt x="1995144" y="85213"/>
                  <a:pt x="1988574" y="76089"/>
                  <a:pt x="1975433" y="76089"/>
                </a:cubicBezTo>
                <a:cubicBezTo>
                  <a:pt x="1969169" y="76089"/>
                  <a:pt x="1963960" y="78523"/>
                  <a:pt x="1959807" y="83391"/>
                </a:cubicBezTo>
                <a:cubicBezTo>
                  <a:pt x="1955653" y="88259"/>
                  <a:pt x="1953576" y="94473"/>
                  <a:pt x="1953576" y="102030"/>
                </a:cubicBezTo>
                <a:lnTo>
                  <a:pt x="1953576" y="166476"/>
                </a:lnTo>
                <a:lnTo>
                  <a:pt x="1920588" y="166476"/>
                </a:lnTo>
                <a:lnTo>
                  <a:pt x="1920588" y="53517"/>
                </a:lnTo>
                <a:lnTo>
                  <a:pt x="1953576" y="53517"/>
                </a:lnTo>
                <a:lnTo>
                  <a:pt x="1953576" y="71493"/>
                </a:lnTo>
                <a:lnTo>
                  <a:pt x="1953985" y="71493"/>
                </a:lnTo>
                <a:cubicBezTo>
                  <a:pt x="1962224" y="57671"/>
                  <a:pt x="1974343" y="50760"/>
                  <a:pt x="1990344" y="50760"/>
                </a:cubicBezTo>
                <a:cubicBezTo>
                  <a:pt x="2015401" y="50760"/>
                  <a:pt x="2027929" y="66284"/>
                  <a:pt x="2027929" y="97332"/>
                </a:cubicBezTo>
                <a:lnTo>
                  <a:pt x="2027929" y="166476"/>
                </a:lnTo>
                <a:close/>
                <a:moveTo>
                  <a:pt x="2162320" y="202427"/>
                </a:moveTo>
                <a:cubicBezTo>
                  <a:pt x="2138762" y="176349"/>
                  <a:pt x="2126983" y="144177"/>
                  <a:pt x="2126983" y="105911"/>
                </a:cubicBezTo>
                <a:cubicBezTo>
                  <a:pt x="2126983" y="68939"/>
                  <a:pt x="2138762" y="36393"/>
                  <a:pt x="2162320" y="8273"/>
                </a:cubicBezTo>
                <a:lnTo>
                  <a:pt x="2189283" y="8273"/>
                </a:lnTo>
                <a:cubicBezTo>
                  <a:pt x="2166950" y="37551"/>
                  <a:pt x="2155784" y="70097"/>
                  <a:pt x="2155784" y="105911"/>
                </a:cubicBezTo>
                <a:cubicBezTo>
                  <a:pt x="2155784" y="141590"/>
                  <a:pt x="2167018" y="173761"/>
                  <a:pt x="2189488" y="202427"/>
                </a:cubicBezTo>
                <a:lnTo>
                  <a:pt x="2162320" y="202427"/>
                </a:lnTo>
                <a:close/>
                <a:moveTo>
                  <a:pt x="2273414" y="118780"/>
                </a:moveTo>
                <a:cubicBezTo>
                  <a:pt x="2279474" y="124295"/>
                  <a:pt x="2282504" y="130764"/>
                  <a:pt x="2282504" y="138185"/>
                </a:cubicBezTo>
                <a:cubicBezTo>
                  <a:pt x="2282504" y="148807"/>
                  <a:pt x="2278572" y="157386"/>
                  <a:pt x="2270708" y="163923"/>
                </a:cubicBezTo>
                <a:cubicBezTo>
                  <a:pt x="2262843" y="170459"/>
                  <a:pt x="2252443" y="173727"/>
                  <a:pt x="2239506" y="173727"/>
                </a:cubicBezTo>
                <a:cubicBezTo>
                  <a:pt x="2227795" y="173727"/>
                  <a:pt x="2217343" y="171276"/>
                  <a:pt x="2208151" y="166374"/>
                </a:cubicBezTo>
                <a:lnTo>
                  <a:pt x="2208151" y="140126"/>
                </a:lnTo>
                <a:cubicBezTo>
                  <a:pt x="2220952" y="147615"/>
                  <a:pt x="2232153" y="151360"/>
                  <a:pt x="2241753" y="151360"/>
                </a:cubicBezTo>
                <a:cubicBezTo>
                  <a:pt x="2251490" y="151360"/>
                  <a:pt x="2256358" y="147547"/>
                  <a:pt x="2256358" y="139921"/>
                </a:cubicBezTo>
                <a:cubicBezTo>
                  <a:pt x="2256358" y="134883"/>
                  <a:pt x="2250604" y="129674"/>
                  <a:pt x="2239098" y="124295"/>
                </a:cubicBezTo>
                <a:cubicBezTo>
                  <a:pt x="2217037" y="114082"/>
                  <a:pt x="2206007" y="101281"/>
                  <a:pt x="2206007" y="85893"/>
                </a:cubicBezTo>
                <a:cubicBezTo>
                  <a:pt x="2206007" y="75135"/>
                  <a:pt x="2210705" y="66488"/>
                  <a:pt x="2220101" y="59952"/>
                </a:cubicBezTo>
                <a:cubicBezTo>
                  <a:pt x="2213496" y="53551"/>
                  <a:pt x="2210194" y="45619"/>
                  <a:pt x="2210194" y="36155"/>
                </a:cubicBezTo>
                <a:cubicBezTo>
                  <a:pt x="2210194" y="25942"/>
                  <a:pt x="2213956" y="17703"/>
                  <a:pt x="2221480" y="11439"/>
                </a:cubicBezTo>
                <a:cubicBezTo>
                  <a:pt x="2229003" y="5175"/>
                  <a:pt x="2238961" y="2043"/>
                  <a:pt x="2251353" y="2043"/>
                </a:cubicBezTo>
                <a:cubicBezTo>
                  <a:pt x="2261567" y="2043"/>
                  <a:pt x="2270929" y="4017"/>
                  <a:pt x="2279440" y="7966"/>
                </a:cubicBezTo>
                <a:lnTo>
                  <a:pt x="2279440" y="34317"/>
                </a:lnTo>
                <a:cubicBezTo>
                  <a:pt x="2269499" y="27576"/>
                  <a:pt x="2260103" y="24205"/>
                  <a:pt x="2251251" y="24205"/>
                </a:cubicBezTo>
                <a:cubicBezTo>
                  <a:pt x="2241855" y="24205"/>
                  <a:pt x="2237157" y="27882"/>
                  <a:pt x="2237157" y="35236"/>
                </a:cubicBezTo>
                <a:cubicBezTo>
                  <a:pt x="2237157" y="38776"/>
                  <a:pt x="2238604" y="41772"/>
                  <a:pt x="2241498" y="44223"/>
                </a:cubicBezTo>
                <a:cubicBezTo>
                  <a:pt x="2244391" y="46675"/>
                  <a:pt x="2251285" y="50283"/>
                  <a:pt x="2262179" y="55049"/>
                </a:cubicBezTo>
                <a:cubicBezTo>
                  <a:pt x="2280631" y="63220"/>
                  <a:pt x="2289857" y="74523"/>
                  <a:pt x="2289857" y="88957"/>
                </a:cubicBezTo>
                <a:cubicBezTo>
                  <a:pt x="2289857" y="101145"/>
                  <a:pt x="2284376" y="111086"/>
                  <a:pt x="2273414" y="118780"/>
                </a:cubicBezTo>
                <a:moveTo>
                  <a:pt x="2238893" y="70676"/>
                </a:moveTo>
                <a:cubicBezTo>
                  <a:pt x="2233787" y="73535"/>
                  <a:pt x="2231233" y="77791"/>
                  <a:pt x="2231233" y="83442"/>
                </a:cubicBezTo>
                <a:cubicBezTo>
                  <a:pt x="2231233" y="88140"/>
                  <a:pt x="2233310" y="92175"/>
                  <a:pt x="2237463" y="95545"/>
                </a:cubicBezTo>
                <a:cubicBezTo>
                  <a:pt x="2241617" y="98915"/>
                  <a:pt x="2248051" y="102439"/>
                  <a:pt x="2256766" y="106116"/>
                </a:cubicBezTo>
                <a:cubicBezTo>
                  <a:pt x="2261805" y="102643"/>
                  <a:pt x="2264324" y="97911"/>
                  <a:pt x="2264324" y="91919"/>
                </a:cubicBezTo>
                <a:cubicBezTo>
                  <a:pt x="2264324" y="87425"/>
                  <a:pt x="2262401" y="83664"/>
                  <a:pt x="2258554" y="80634"/>
                </a:cubicBezTo>
                <a:cubicBezTo>
                  <a:pt x="2254707" y="77604"/>
                  <a:pt x="2248153" y="74284"/>
                  <a:pt x="2238893" y="70676"/>
                </a:cubicBezTo>
                <a:close/>
                <a:moveTo>
                  <a:pt x="2316258" y="132057"/>
                </a:moveTo>
                <a:cubicBezTo>
                  <a:pt x="2326811" y="139956"/>
                  <a:pt x="2339135" y="143905"/>
                  <a:pt x="2353230" y="143905"/>
                </a:cubicBezTo>
                <a:cubicBezTo>
                  <a:pt x="2362149" y="143905"/>
                  <a:pt x="2369230" y="141930"/>
                  <a:pt x="2374473" y="137981"/>
                </a:cubicBezTo>
                <a:cubicBezTo>
                  <a:pt x="2379716" y="134032"/>
                  <a:pt x="2382337" y="128415"/>
                  <a:pt x="2382337" y="121129"/>
                </a:cubicBezTo>
                <a:cubicBezTo>
                  <a:pt x="2382337" y="113639"/>
                  <a:pt x="2379222" y="107920"/>
                  <a:pt x="2372992" y="103971"/>
                </a:cubicBezTo>
                <a:cubicBezTo>
                  <a:pt x="2366762" y="100022"/>
                  <a:pt x="2358030" y="98047"/>
                  <a:pt x="2346795" y="98047"/>
                </a:cubicBezTo>
                <a:lnTo>
                  <a:pt x="2332701" y="98047"/>
                </a:lnTo>
                <a:lnTo>
                  <a:pt x="2332701" y="72616"/>
                </a:lnTo>
                <a:lnTo>
                  <a:pt x="2345672" y="72616"/>
                </a:lnTo>
                <a:cubicBezTo>
                  <a:pt x="2366915" y="72616"/>
                  <a:pt x="2377537" y="65467"/>
                  <a:pt x="2377537" y="51168"/>
                </a:cubicBezTo>
                <a:cubicBezTo>
                  <a:pt x="2377537" y="37687"/>
                  <a:pt x="2369400" y="30946"/>
                  <a:pt x="2353127" y="30946"/>
                </a:cubicBezTo>
                <a:cubicBezTo>
                  <a:pt x="2342506" y="30946"/>
                  <a:pt x="2332190" y="34419"/>
                  <a:pt x="2322181" y="41364"/>
                </a:cubicBezTo>
                <a:lnTo>
                  <a:pt x="2322181" y="14094"/>
                </a:lnTo>
                <a:cubicBezTo>
                  <a:pt x="2333075" y="8443"/>
                  <a:pt x="2345910" y="5617"/>
                  <a:pt x="2360685" y="5617"/>
                </a:cubicBezTo>
                <a:cubicBezTo>
                  <a:pt x="2375665" y="5617"/>
                  <a:pt x="2387818" y="9073"/>
                  <a:pt x="2397146" y="15984"/>
                </a:cubicBezTo>
                <a:cubicBezTo>
                  <a:pt x="2406475" y="22895"/>
                  <a:pt x="2411139" y="32478"/>
                  <a:pt x="2411139" y="44734"/>
                </a:cubicBezTo>
                <a:cubicBezTo>
                  <a:pt x="2411139" y="65433"/>
                  <a:pt x="2400653" y="78438"/>
                  <a:pt x="2379682" y="83749"/>
                </a:cubicBezTo>
                <a:lnTo>
                  <a:pt x="2379682" y="84259"/>
                </a:lnTo>
                <a:cubicBezTo>
                  <a:pt x="2390712" y="85485"/>
                  <a:pt x="2399530" y="89519"/>
                  <a:pt x="2406134" y="96362"/>
                </a:cubicBezTo>
                <a:cubicBezTo>
                  <a:pt x="2412739" y="103205"/>
                  <a:pt x="2416041" y="111529"/>
                  <a:pt x="2416041" y="121333"/>
                </a:cubicBezTo>
                <a:cubicBezTo>
                  <a:pt x="2416041" y="136381"/>
                  <a:pt x="2410543" y="148126"/>
                  <a:pt x="2399547" y="156569"/>
                </a:cubicBezTo>
                <a:cubicBezTo>
                  <a:pt x="2388550" y="165012"/>
                  <a:pt x="2373894" y="169234"/>
                  <a:pt x="2355579" y="169234"/>
                </a:cubicBezTo>
                <a:cubicBezTo>
                  <a:pt x="2339305" y="169234"/>
                  <a:pt x="2326198" y="166544"/>
                  <a:pt x="2316258" y="161165"/>
                </a:cubicBezTo>
                <a:lnTo>
                  <a:pt x="2316258" y="132057"/>
                </a:lnTo>
                <a:close/>
                <a:moveTo>
                  <a:pt x="2439298" y="151667"/>
                </a:moveTo>
                <a:cubicBezTo>
                  <a:pt x="2439298" y="146560"/>
                  <a:pt x="2441239" y="142373"/>
                  <a:pt x="2445120" y="139104"/>
                </a:cubicBezTo>
                <a:cubicBezTo>
                  <a:pt x="2449001" y="135836"/>
                  <a:pt x="2453631" y="134202"/>
                  <a:pt x="2459010" y="134202"/>
                </a:cubicBezTo>
                <a:cubicBezTo>
                  <a:pt x="2464457" y="134202"/>
                  <a:pt x="2469053" y="135870"/>
                  <a:pt x="2472798" y="139207"/>
                </a:cubicBezTo>
                <a:cubicBezTo>
                  <a:pt x="2476543" y="142543"/>
                  <a:pt x="2478415" y="146696"/>
                  <a:pt x="2478415" y="151667"/>
                </a:cubicBezTo>
                <a:cubicBezTo>
                  <a:pt x="2478415" y="156910"/>
                  <a:pt x="2476543" y="161148"/>
                  <a:pt x="2472798" y="164382"/>
                </a:cubicBezTo>
                <a:cubicBezTo>
                  <a:pt x="2469053" y="167616"/>
                  <a:pt x="2464321" y="169234"/>
                  <a:pt x="2458601" y="169234"/>
                </a:cubicBezTo>
                <a:cubicBezTo>
                  <a:pt x="2453290" y="169234"/>
                  <a:pt x="2448746" y="167565"/>
                  <a:pt x="2444967" y="164229"/>
                </a:cubicBezTo>
                <a:cubicBezTo>
                  <a:pt x="2441188" y="160893"/>
                  <a:pt x="2439298" y="156705"/>
                  <a:pt x="2439298" y="151667"/>
                </a:cubicBezTo>
                <a:close/>
                <a:moveTo>
                  <a:pt x="2504952" y="132057"/>
                </a:moveTo>
                <a:cubicBezTo>
                  <a:pt x="2515506" y="139956"/>
                  <a:pt x="2527830" y="143905"/>
                  <a:pt x="2541924" y="143905"/>
                </a:cubicBezTo>
                <a:cubicBezTo>
                  <a:pt x="2550844" y="143905"/>
                  <a:pt x="2557925" y="141930"/>
                  <a:pt x="2563168" y="137981"/>
                </a:cubicBezTo>
                <a:cubicBezTo>
                  <a:pt x="2568411" y="134032"/>
                  <a:pt x="2571032" y="128415"/>
                  <a:pt x="2571032" y="121129"/>
                </a:cubicBezTo>
                <a:cubicBezTo>
                  <a:pt x="2571032" y="113639"/>
                  <a:pt x="2567917" y="107920"/>
                  <a:pt x="2561687" y="103971"/>
                </a:cubicBezTo>
                <a:cubicBezTo>
                  <a:pt x="2555457" y="100022"/>
                  <a:pt x="2546724" y="98047"/>
                  <a:pt x="2535490" y="98047"/>
                </a:cubicBezTo>
                <a:lnTo>
                  <a:pt x="2521396" y="98047"/>
                </a:lnTo>
                <a:lnTo>
                  <a:pt x="2521396" y="72616"/>
                </a:lnTo>
                <a:lnTo>
                  <a:pt x="2534366" y="72616"/>
                </a:lnTo>
                <a:cubicBezTo>
                  <a:pt x="2555610" y="72616"/>
                  <a:pt x="2566232" y="65467"/>
                  <a:pt x="2566232" y="51168"/>
                </a:cubicBezTo>
                <a:cubicBezTo>
                  <a:pt x="2566232" y="37687"/>
                  <a:pt x="2558095" y="30946"/>
                  <a:pt x="2541822" y="30946"/>
                </a:cubicBezTo>
                <a:cubicBezTo>
                  <a:pt x="2531200" y="30946"/>
                  <a:pt x="2520885" y="34419"/>
                  <a:pt x="2510876" y="41364"/>
                </a:cubicBezTo>
                <a:lnTo>
                  <a:pt x="2510876" y="14094"/>
                </a:lnTo>
                <a:cubicBezTo>
                  <a:pt x="2521770" y="8443"/>
                  <a:pt x="2534605" y="5617"/>
                  <a:pt x="2549380" y="5617"/>
                </a:cubicBezTo>
                <a:cubicBezTo>
                  <a:pt x="2564359" y="5617"/>
                  <a:pt x="2576513" y="9073"/>
                  <a:pt x="2585841" y="15984"/>
                </a:cubicBezTo>
                <a:cubicBezTo>
                  <a:pt x="2595169" y="22895"/>
                  <a:pt x="2599833" y="32478"/>
                  <a:pt x="2599833" y="44734"/>
                </a:cubicBezTo>
                <a:cubicBezTo>
                  <a:pt x="2599833" y="65433"/>
                  <a:pt x="2589348" y="78438"/>
                  <a:pt x="2568377" y="83749"/>
                </a:cubicBezTo>
                <a:lnTo>
                  <a:pt x="2568377" y="84259"/>
                </a:lnTo>
                <a:cubicBezTo>
                  <a:pt x="2579407" y="85485"/>
                  <a:pt x="2588224" y="89519"/>
                  <a:pt x="2594829" y="96362"/>
                </a:cubicBezTo>
                <a:cubicBezTo>
                  <a:pt x="2601433" y="103205"/>
                  <a:pt x="2604736" y="111529"/>
                  <a:pt x="2604736" y="121333"/>
                </a:cubicBezTo>
                <a:cubicBezTo>
                  <a:pt x="2604736" y="136381"/>
                  <a:pt x="2599238" y="148126"/>
                  <a:pt x="2588241" y="156569"/>
                </a:cubicBezTo>
                <a:cubicBezTo>
                  <a:pt x="2577245" y="165012"/>
                  <a:pt x="2562589" y="169234"/>
                  <a:pt x="2544273" y="169234"/>
                </a:cubicBezTo>
                <a:cubicBezTo>
                  <a:pt x="2528000" y="169234"/>
                  <a:pt x="2514893" y="166544"/>
                  <a:pt x="2504952" y="161165"/>
                </a:cubicBezTo>
                <a:lnTo>
                  <a:pt x="2504952" y="132057"/>
                </a:lnTo>
                <a:close/>
                <a:moveTo>
                  <a:pt x="2619720" y="202427"/>
                </a:moveTo>
                <a:cubicBezTo>
                  <a:pt x="2642325" y="173761"/>
                  <a:pt x="2653628" y="141590"/>
                  <a:pt x="2653628" y="105911"/>
                </a:cubicBezTo>
                <a:cubicBezTo>
                  <a:pt x="2653628" y="70369"/>
                  <a:pt x="2642325" y="37823"/>
                  <a:pt x="2619720" y="8273"/>
                </a:cubicBezTo>
                <a:lnTo>
                  <a:pt x="2646785" y="8273"/>
                </a:lnTo>
                <a:cubicBezTo>
                  <a:pt x="2670548" y="36529"/>
                  <a:pt x="2682429" y="69076"/>
                  <a:pt x="2682429" y="105911"/>
                </a:cubicBezTo>
                <a:cubicBezTo>
                  <a:pt x="2682429" y="143837"/>
                  <a:pt x="2670480" y="176008"/>
                  <a:pt x="2646581" y="202427"/>
                </a:cubicBezTo>
                <a:lnTo>
                  <a:pt x="2619720" y="202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08C62-43AA-4D19-816E-B9C0639C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768" y="3408420"/>
            <a:ext cx="401428" cy="395138"/>
          </a:xfrm>
          <a:custGeom xmlns:a="http://schemas.openxmlformats.org/drawingml/2006/main">
            <a:pathLst>
              <a:path w="401428" h="395138">
                <a:moveTo>
                  <a:pt x="0" y="197503"/>
                </a:moveTo>
                <a:cubicBezTo>
                  <a:pt x="0" y="88333"/>
                  <a:pt x="89905" y="0"/>
                  <a:pt x="200780" y="0"/>
                </a:cubicBezTo>
                <a:cubicBezTo>
                  <a:pt x="311654" y="0"/>
                  <a:pt x="401428" y="88333"/>
                  <a:pt x="401428" y="197503"/>
                </a:cubicBezTo>
                <a:cubicBezTo>
                  <a:pt x="401428" y="306674"/>
                  <a:pt x="311654" y="395138"/>
                  <a:pt x="200780" y="395138"/>
                </a:cubicBezTo>
                <a:cubicBezTo>
                  <a:pt x="89905" y="395138"/>
                  <a:pt x="0" y="306674"/>
                  <a:pt x="0" y="1975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963BA-7812-4E22-8F4E-1EC877AB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768" y="3408420"/>
            <a:ext cx="401428" cy="395138"/>
          </a:xfrm>
          <a:custGeom xmlns:a="http://schemas.openxmlformats.org/drawingml/2006/main">
            <a:pathLst>
              <a:path w="401428" h="395138" fill="none">
                <a:moveTo>
                  <a:pt x="0" y="197503"/>
                </a:moveTo>
                <a:cubicBezTo>
                  <a:pt x="0" y="88333"/>
                  <a:pt x="89905" y="0"/>
                  <a:pt x="200780" y="0"/>
                </a:cubicBezTo>
                <a:cubicBezTo>
                  <a:pt x="311654" y="0"/>
                  <a:pt x="401428" y="88333"/>
                  <a:pt x="401428" y="197503"/>
                </a:cubicBezTo>
                <a:cubicBezTo>
                  <a:pt x="401428" y="306674"/>
                  <a:pt x="311654" y="395138"/>
                  <a:pt x="200780" y="395138"/>
                </a:cubicBezTo>
                <a:cubicBezTo>
                  <a:pt x="89905" y="395138"/>
                  <a:pt x="0" y="306674"/>
                  <a:pt x="0" y="1975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01FFE587-BDEF-44A3-AB21-05857D6C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112" y="3545113"/>
            <a:ext cx="88038" cy="134202"/>
          </a:xfrm>
          <a:custGeom xmlns:a="http://schemas.openxmlformats.org/drawingml/2006/main">
            <a:pathLst>
              <a:path w="88038" h="134202">
                <a:moveTo>
                  <a:pt x="88038" y="134202"/>
                </a:moveTo>
                <a:lnTo>
                  <a:pt x="4187" y="134202"/>
                </a:lnTo>
                <a:lnTo>
                  <a:pt x="4187" y="117657"/>
                </a:lnTo>
                <a:lnTo>
                  <a:pt x="38504" y="117657"/>
                </a:lnTo>
                <a:lnTo>
                  <a:pt x="38504" y="20120"/>
                </a:lnTo>
                <a:lnTo>
                  <a:pt x="6536" y="37585"/>
                </a:lnTo>
                <a:lnTo>
                  <a:pt x="0" y="22469"/>
                </a:lnTo>
                <a:lnTo>
                  <a:pt x="42487" y="0"/>
                </a:lnTo>
                <a:lnTo>
                  <a:pt x="58216" y="0"/>
                </a:lnTo>
                <a:lnTo>
                  <a:pt x="58216" y="117657"/>
                </a:lnTo>
                <a:lnTo>
                  <a:pt x="88038" y="117657"/>
                </a:lnTo>
                <a:lnTo>
                  <a:pt x="88038" y="1342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95C83-AA43-428F-A2AC-D5A87A60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018" y="3408420"/>
            <a:ext cx="401559" cy="395138"/>
          </a:xfrm>
          <a:custGeom xmlns:a="http://schemas.openxmlformats.org/drawingml/2006/main">
            <a:pathLst>
              <a:path w="401559" h="395138">
                <a:moveTo>
                  <a:pt x="0" y="197503"/>
                </a:moveTo>
                <a:cubicBezTo>
                  <a:pt x="0" y="88333"/>
                  <a:pt x="89905" y="0"/>
                  <a:pt x="200780" y="0"/>
                </a:cubicBezTo>
                <a:cubicBezTo>
                  <a:pt x="311654" y="0"/>
                  <a:pt x="401559" y="88333"/>
                  <a:pt x="401559" y="197503"/>
                </a:cubicBezTo>
                <a:cubicBezTo>
                  <a:pt x="401559" y="306674"/>
                  <a:pt x="311654" y="395138"/>
                  <a:pt x="200780" y="395138"/>
                </a:cubicBezTo>
                <a:cubicBezTo>
                  <a:pt x="89905" y="395138"/>
                  <a:pt x="0" y="306674"/>
                  <a:pt x="0" y="1975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9D246-DE8E-46D2-8A2D-6C3B5206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018" y="3408420"/>
            <a:ext cx="401559" cy="395138"/>
          </a:xfrm>
          <a:custGeom xmlns:a="http://schemas.openxmlformats.org/drawingml/2006/main">
            <a:pathLst>
              <a:path w="401559" h="395138" fill="none">
                <a:moveTo>
                  <a:pt x="0" y="197503"/>
                </a:moveTo>
                <a:cubicBezTo>
                  <a:pt x="0" y="88333"/>
                  <a:pt x="89905" y="0"/>
                  <a:pt x="200780" y="0"/>
                </a:cubicBezTo>
                <a:cubicBezTo>
                  <a:pt x="311654" y="0"/>
                  <a:pt x="401559" y="88333"/>
                  <a:pt x="401559" y="197503"/>
                </a:cubicBezTo>
                <a:cubicBezTo>
                  <a:pt x="401559" y="306674"/>
                  <a:pt x="311654" y="395138"/>
                  <a:pt x="200780" y="395138"/>
                </a:cubicBezTo>
                <a:cubicBezTo>
                  <a:pt x="89905" y="395138"/>
                  <a:pt x="0" y="306674"/>
                  <a:pt x="0" y="1975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9" name="Text 2">
            <a:extLst xmlns:a="http://schemas.openxmlformats.org/drawingml/2006/main">
              <a:ext uri="{FF2B5EF4-FFF2-40B4-BE49-F238E27FC236}">
                <a16:creationId xmlns:a16="http://schemas.microsoft.com/office/drawing/2014/main" id="{83E12080-DC98-404C-9FCA-E395745C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850" y="3543887"/>
            <a:ext cx="87936" cy="135428"/>
          </a:xfrm>
          <a:custGeom xmlns:a="http://schemas.openxmlformats.org/drawingml/2006/main">
            <a:pathLst>
              <a:path w="87936" h="135428">
                <a:moveTo>
                  <a:pt x="87936" y="135428"/>
                </a:moveTo>
                <a:lnTo>
                  <a:pt x="0" y="135428"/>
                </a:lnTo>
                <a:lnTo>
                  <a:pt x="0" y="119495"/>
                </a:lnTo>
                <a:lnTo>
                  <a:pt x="34521" y="85143"/>
                </a:lnTo>
                <a:cubicBezTo>
                  <a:pt x="40172" y="79554"/>
                  <a:pt x="44768" y="74715"/>
                  <a:pt x="48309" y="70628"/>
                </a:cubicBezTo>
                <a:cubicBezTo>
                  <a:pt x="51849" y="66538"/>
                  <a:pt x="54607" y="62807"/>
                  <a:pt x="56581" y="59435"/>
                </a:cubicBezTo>
                <a:cubicBezTo>
                  <a:pt x="58556" y="56060"/>
                  <a:pt x="59884" y="52874"/>
                  <a:pt x="60565" y="49876"/>
                </a:cubicBezTo>
                <a:cubicBezTo>
                  <a:pt x="61245" y="46878"/>
                  <a:pt x="61586" y="43641"/>
                  <a:pt x="61586" y="40167"/>
                </a:cubicBezTo>
                <a:cubicBezTo>
                  <a:pt x="61586" y="36894"/>
                  <a:pt x="61143" y="33776"/>
                  <a:pt x="60258" y="30812"/>
                </a:cubicBezTo>
                <a:cubicBezTo>
                  <a:pt x="59373" y="27846"/>
                  <a:pt x="58011" y="25238"/>
                  <a:pt x="56173" y="22989"/>
                </a:cubicBezTo>
                <a:cubicBezTo>
                  <a:pt x="54334" y="20738"/>
                  <a:pt x="51951" y="18966"/>
                  <a:pt x="49024" y="17672"/>
                </a:cubicBezTo>
                <a:cubicBezTo>
                  <a:pt x="46096" y="16376"/>
                  <a:pt x="42589" y="15728"/>
                  <a:pt x="38504" y="15728"/>
                </a:cubicBezTo>
                <a:cubicBezTo>
                  <a:pt x="32853" y="15728"/>
                  <a:pt x="27712" y="16998"/>
                  <a:pt x="23082" y="19536"/>
                </a:cubicBezTo>
                <a:cubicBezTo>
                  <a:pt x="18452" y="22074"/>
                  <a:pt x="14196" y="25367"/>
                  <a:pt x="10315" y="29414"/>
                </a:cubicBezTo>
                <a:lnTo>
                  <a:pt x="511" y="17627"/>
                </a:lnTo>
                <a:cubicBezTo>
                  <a:pt x="5549" y="12297"/>
                  <a:pt x="11354" y="8027"/>
                  <a:pt x="17924" y="4816"/>
                </a:cubicBezTo>
                <a:cubicBezTo>
                  <a:pt x="24495" y="1605"/>
                  <a:pt x="32138" y="0"/>
                  <a:pt x="40853" y="0"/>
                </a:cubicBezTo>
                <a:cubicBezTo>
                  <a:pt x="46777" y="0"/>
                  <a:pt x="52173" y="886"/>
                  <a:pt x="57041" y="2659"/>
                </a:cubicBezTo>
                <a:cubicBezTo>
                  <a:pt x="61909" y="4429"/>
                  <a:pt x="66114" y="6984"/>
                  <a:pt x="69654" y="10325"/>
                </a:cubicBezTo>
                <a:cubicBezTo>
                  <a:pt x="73195" y="13663"/>
                  <a:pt x="75935" y="17752"/>
                  <a:pt x="77876" y="22590"/>
                </a:cubicBezTo>
                <a:cubicBezTo>
                  <a:pt x="79817" y="27429"/>
                  <a:pt x="80787" y="32881"/>
                  <a:pt x="80787" y="38948"/>
                </a:cubicBezTo>
                <a:cubicBezTo>
                  <a:pt x="80787" y="44058"/>
                  <a:pt x="80106" y="48795"/>
                  <a:pt x="78744" y="53157"/>
                </a:cubicBezTo>
                <a:cubicBezTo>
                  <a:pt x="77382" y="57517"/>
                  <a:pt x="75323" y="61860"/>
                  <a:pt x="72565" y="66188"/>
                </a:cubicBezTo>
                <a:cubicBezTo>
                  <a:pt x="69808" y="70516"/>
                  <a:pt x="66335" y="74997"/>
                  <a:pt x="62148" y="79631"/>
                </a:cubicBezTo>
                <a:cubicBezTo>
                  <a:pt x="57960" y="84264"/>
                  <a:pt x="53007" y="89340"/>
                  <a:pt x="47287" y="94862"/>
                </a:cubicBezTo>
                <a:lnTo>
                  <a:pt x="23082" y="118474"/>
                </a:lnTo>
                <a:lnTo>
                  <a:pt x="87936" y="118474"/>
                </a:lnTo>
                <a:lnTo>
                  <a:pt x="87936" y="1354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B6A33-5526-4EBF-B878-9035A1AD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206" y="3276969"/>
            <a:ext cx="1408210" cy="196979"/>
          </a:xfrm>
          <a:custGeom xmlns:a="http://schemas.openxmlformats.org/drawingml/2006/main">
            <a:pathLst>
              <a:path w="1408210" h="196979">
                <a:moveTo>
                  <a:pt x="332885" y="34468"/>
                </a:moveTo>
                <a:lnTo>
                  <a:pt x="332361" y="34599"/>
                </a:lnTo>
                <a:lnTo>
                  <a:pt x="313489" y="38138"/>
                </a:lnTo>
                <a:lnTo>
                  <a:pt x="317290" y="57534"/>
                </a:lnTo>
                <a:lnTo>
                  <a:pt x="336031" y="53865"/>
                </a:lnTo>
                <a:lnTo>
                  <a:pt x="335900" y="53865"/>
                </a:lnTo>
                <a:lnTo>
                  <a:pt x="336424" y="53733"/>
                </a:lnTo>
                <a:lnTo>
                  <a:pt x="332885" y="34468"/>
                </a:lnTo>
                <a:close/>
                <a:moveTo>
                  <a:pt x="294092" y="42200"/>
                </a:moveTo>
                <a:lnTo>
                  <a:pt x="277317" y="45870"/>
                </a:lnTo>
                <a:lnTo>
                  <a:pt x="274696" y="46394"/>
                </a:lnTo>
                <a:lnTo>
                  <a:pt x="279283" y="65529"/>
                </a:lnTo>
                <a:lnTo>
                  <a:pt x="281773" y="65004"/>
                </a:lnTo>
                <a:lnTo>
                  <a:pt x="281511" y="65004"/>
                </a:lnTo>
                <a:lnTo>
                  <a:pt x="298286" y="61466"/>
                </a:lnTo>
                <a:lnTo>
                  <a:pt x="294092" y="42200"/>
                </a:lnTo>
                <a:close/>
                <a:moveTo>
                  <a:pt x="255562" y="50981"/>
                </a:moveTo>
                <a:lnTo>
                  <a:pt x="251106" y="52030"/>
                </a:lnTo>
                <a:lnTo>
                  <a:pt x="236299" y="55830"/>
                </a:lnTo>
                <a:lnTo>
                  <a:pt x="241145" y="74834"/>
                </a:lnTo>
                <a:lnTo>
                  <a:pt x="255824" y="71164"/>
                </a:lnTo>
                <a:lnTo>
                  <a:pt x="255693" y="71164"/>
                </a:lnTo>
                <a:lnTo>
                  <a:pt x="260149" y="70116"/>
                </a:lnTo>
                <a:lnTo>
                  <a:pt x="255562" y="50981"/>
                </a:lnTo>
                <a:close/>
                <a:moveTo>
                  <a:pt x="201566" y="65266"/>
                </a:moveTo>
                <a:lnTo>
                  <a:pt x="198027" y="66315"/>
                </a:lnTo>
                <a:lnTo>
                  <a:pt x="203663" y="85056"/>
                </a:lnTo>
                <a:lnTo>
                  <a:pt x="207070" y="84139"/>
                </a:lnTo>
                <a:lnTo>
                  <a:pt x="206939" y="84139"/>
                </a:lnTo>
                <a:lnTo>
                  <a:pt x="222407" y="79814"/>
                </a:lnTo>
                <a:lnTo>
                  <a:pt x="217162" y="60942"/>
                </a:lnTo>
                <a:lnTo>
                  <a:pt x="201566" y="65266"/>
                </a:lnTo>
                <a:close/>
                <a:moveTo>
                  <a:pt x="178369" y="72213"/>
                </a:moveTo>
                <a:lnTo>
                  <a:pt x="160283" y="78110"/>
                </a:lnTo>
                <a:lnTo>
                  <a:pt x="166443" y="96851"/>
                </a:lnTo>
                <a:lnTo>
                  <a:pt x="184398" y="90954"/>
                </a:lnTo>
                <a:lnTo>
                  <a:pt x="184135" y="90954"/>
                </a:lnTo>
                <a:lnTo>
                  <a:pt x="184791" y="90823"/>
                </a:lnTo>
                <a:lnTo>
                  <a:pt x="179155" y="71950"/>
                </a:lnTo>
                <a:lnTo>
                  <a:pt x="178369" y="72213"/>
                </a:lnTo>
                <a:close/>
                <a:moveTo>
                  <a:pt x="141542" y="84794"/>
                </a:moveTo>
                <a:lnTo>
                  <a:pt x="135382" y="86891"/>
                </a:lnTo>
                <a:lnTo>
                  <a:pt x="122801" y="91871"/>
                </a:lnTo>
                <a:lnTo>
                  <a:pt x="130009" y="110219"/>
                </a:lnTo>
                <a:lnTo>
                  <a:pt x="142459" y="105239"/>
                </a:lnTo>
                <a:lnTo>
                  <a:pt x="142197" y="105370"/>
                </a:lnTo>
                <a:lnTo>
                  <a:pt x="148095" y="103273"/>
                </a:lnTo>
                <a:lnTo>
                  <a:pt x="141542" y="84794"/>
                </a:lnTo>
                <a:close/>
                <a:moveTo>
                  <a:pt x="104455" y="99603"/>
                </a:moveTo>
                <a:lnTo>
                  <a:pt x="97507" y="102618"/>
                </a:lnTo>
                <a:lnTo>
                  <a:pt x="86236" y="107991"/>
                </a:lnTo>
                <a:lnTo>
                  <a:pt x="94754" y="125684"/>
                </a:lnTo>
                <a:lnTo>
                  <a:pt x="105894" y="120442"/>
                </a:lnTo>
                <a:lnTo>
                  <a:pt x="105501" y="120573"/>
                </a:lnTo>
                <a:lnTo>
                  <a:pt x="112185" y="117689"/>
                </a:lnTo>
                <a:lnTo>
                  <a:pt x="104455" y="99603"/>
                </a:lnTo>
                <a:close/>
                <a:moveTo>
                  <a:pt x="50457" y="127912"/>
                </a:moveTo>
                <a:lnTo>
                  <a:pt x="61714" y="144011"/>
                </a:lnTo>
                <a:lnTo>
                  <a:pt x="74965" y="135906"/>
                </a:lnTo>
                <a:lnTo>
                  <a:pt x="77586" y="134596"/>
                </a:lnTo>
                <a:lnTo>
                  <a:pt x="68412" y="117165"/>
                </a:lnTo>
                <a:lnTo>
                  <a:pt x="65004" y="119000"/>
                </a:lnTo>
                <a:lnTo>
                  <a:pt x="50981" y="127519"/>
                </a:lnTo>
                <a:lnTo>
                  <a:pt x="50457" y="127912"/>
                </a:lnTo>
                <a:close/>
                <a:moveTo>
                  <a:pt x="61714" y="144011"/>
                </a:moveTo>
                <a:lnTo>
                  <a:pt x="61466" y="144163"/>
                </a:lnTo>
                <a:lnTo>
                  <a:pt x="61728" y="144032"/>
                </a:lnTo>
                <a:lnTo>
                  <a:pt x="61714" y="144011"/>
                </a:lnTo>
                <a:close/>
                <a:moveTo>
                  <a:pt x="40366" y="160283"/>
                </a:moveTo>
                <a:lnTo>
                  <a:pt x="46525" y="155172"/>
                </a:lnTo>
                <a:lnTo>
                  <a:pt x="34075" y="139969"/>
                </a:lnTo>
                <a:lnTo>
                  <a:pt x="27522" y="145342"/>
                </a:lnTo>
                <a:lnTo>
                  <a:pt x="18872" y="153992"/>
                </a:lnTo>
                <a:lnTo>
                  <a:pt x="32764" y="167884"/>
                </a:lnTo>
                <a:lnTo>
                  <a:pt x="40366" y="160283"/>
                </a:lnTo>
                <a:close/>
                <a:moveTo>
                  <a:pt x="4849" y="174437"/>
                </a:moveTo>
                <a:lnTo>
                  <a:pt x="1180" y="184922"/>
                </a:lnTo>
                <a:lnTo>
                  <a:pt x="0" y="194751"/>
                </a:lnTo>
                <a:lnTo>
                  <a:pt x="19659" y="196979"/>
                </a:lnTo>
                <a:lnTo>
                  <a:pt x="20467" y="189241"/>
                </a:lnTo>
                <a:lnTo>
                  <a:pt x="22709" y="182803"/>
                </a:lnTo>
                <a:lnTo>
                  <a:pt x="23197" y="181907"/>
                </a:lnTo>
                <a:lnTo>
                  <a:pt x="23050" y="181823"/>
                </a:lnTo>
                <a:lnTo>
                  <a:pt x="23066" y="181776"/>
                </a:lnTo>
                <a:lnTo>
                  <a:pt x="23047" y="181822"/>
                </a:lnTo>
                <a:lnTo>
                  <a:pt x="6162" y="172209"/>
                </a:lnTo>
                <a:lnTo>
                  <a:pt x="4849" y="174437"/>
                </a:lnTo>
                <a:close/>
                <a:moveTo>
                  <a:pt x="706267" y="19659"/>
                </a:moveTo>
                <a:lnTo>
                  <a:pt x="708889" y="19659"/>
                </a:lnTo>
                <a:lnTo>
                  <a:pt x="725664" y="19921"/>
                </a:lnTo>
                <a:lnTo>
                  <a:pt x="725926" y="262"/>
                </a:lnTo>
                <a:lnTo>
                  <a:pt x="709020" y="0"/>
                </a:lnTo>
                <a:lnTo>
                  <a:pt x="706005" y="0"/>
                </a:lnTo>
                <a:lnTo>
                  <a:pt x="706267" y="19659"/>
                </a:lnTo>
                <a:close/>
                <a:moveTo>
                  <a:pt x="686609" y="20052"/>
                </a:moveTo>
                <a:lnTo>
                  <a:pt x="686347" y="393"/>
                </a:lnTo>
                <a:lnTo>
                  <a:pt x="666688" y="655"/>
                </a:lnTo>
                <a:lnTo>
                  <a:pt x="666950" y="20314"/>
                </a:lnTo>
                <a:lnTo>
                  <a:pt x="686609" y="20052"/>
                </a:lnTo>
                <a:close/>
                <a:moveTo>
                  <a:pt x="764981" y="20445"/>
                </a:moveTo>
                <a:lnTo>
                  <a:pt x="765243" y="786"/>
                </a:lnTo>
                <a:lnTo>
                  <a:pt x="745585" y="524"/>
                </a:lnTo>
                <a:lnTo>
                  <a:pt x="745322" y="20183"/>
                </a:lnTo>
                <a:lnTo>
                  <a:pt x="764981" y="20445"/>
                </a:lnTo>
                <a:close/>
                <a:moveTo>
                  <a:pt x="628026" y="21493"/>
                </a:moveTo>
                <a:lnTo>
                  <a:pt x="644146" y="20707"/>
                </a:lnTo>
                <a:lnTo>
                  <a:pt x="647292" y="20707"/>
                </a:lnTo>
                <a:lnTo>
                  <a:pt x="647029" y="1048"/>
                </a:lnTo>
                <a:lnTo>
                  <a:pt x="643360" y="1048"/>
                </a:lnTo>
                <a:lnTo>
                  <a:pt x="627109" y="1835"/>
                </a:lnTo>
                <a:lnTo>
                  <a:pt x="628026" y="21493"/>
                </a:lnTo>
                <a:close/>
                <a:moveTo>
                  <a:pt x="803905" y="22018"/>
                </a:moveTo>
                <a:lnTo>
                  <a:pt x="804822" y="2359"/>
                </a:lnTo>
                <a:lnTo>
                  <a:pt x="785164" y="1442"/>
                </a:lnTo>
                <a:lnTo>
                  <a:pt x="784377" y="21100"/>
                </a:lnTo>
                <a:lnTo>
                  <a:pt x="803905" y="22018"/>
                </a:lnTo>
                <a:close/>
                <a:moveTo>
                  <a:pt x="608368" y="22411"/>
                </a:moveTo>
                <a:lnTo>
                  <a:pt x="607450" y="2752"/>
                </a:lnTo>
                <a:lnTo>
                  <a:pt x="587792" y="3801"/>
                </a:lnTo>
                <a:lnTo>
                  <a:pt x="588709" y="23328"/>
                </a:lnTo>
                <a:lnTo>
                  <a:pt x="608368" y="22411"/>
                </a:lnTo>
                <a:close/>
                <a:moveTo>
                  <a:pt x="844402" y="4194"/>
                </a:moveTo>
                <a:lnTo>
                  <a:pt x="840077" y="3932"/>
                </a:lnTo>
                <a:lnTo>
                  <a:pt x="824481" y="3145"/>
                </a:lnTo>
                <a:lnTo>
                  <a:pt x="823564" y="22804"/>
                </a:lnTo>
                <a:lnTo>
                  <a:pt x="839028" y="23590"/>
                </a:lnTo>
                <a:lnTo>
                  <a:pt x="838766" y="23590"/>
                </a:lnTo>
                <a:lnTo>
                  <a:pt x="842960" y="23852"/>
                </a:lnTo>
                <a:lnTo>
                  <a:pt x="844402" y="4194"/>
                </a:lnTo>
                <a:close/>
                <a:moveTo>
                  <a:pt x="549785" y="26080"/>
                </a:moveTo>
                <a:lnTo>
                  <a:pt x="569444" y="24639"/>
                </a:lnTo>
                <a:lnTo>
                  <a:pt x="567871" y="4980"/>
                </a:lnTo>
                <a:lnTo>
                  <a:pt x="548343" y="6553"/>
                </a:lnTo>
                <a:lnTo>
                  <a:pt x="549785" y="26080"/>
                </a:lnTo>
                <a:close/>
                <a:moveTo>
                  <a:pt x="862619" y="25294"/>
                </a:moveTo>
                <a:lnTo>
                  <a:pt x="882146" y="26605"/>
                </a:lnTo>
                <a:lnTo>
                  <a:pt x="883588" y="7077"/>
                </a:lnTo>
                <a:lnTo>
                  <a:pt x="863929" y="5635"/>
                </a:lnTo>
                <a:lnTo>
                  <a:pt x="862619" y="25294"/>
                </a:lnTo>
                <a:close/>
                <a:moveTo>
                  <a:pt x="513744" y="9305"/>
                </a:moveTo>
                <a:lnTo>
                  <a:pt x="508764" y="9829"/>
                </a:lnTo>
                <a:lnTo>
                  <a:pt x="510992" y="29357"/>
                </a:lnTo>
                <a:lnTo>
                  <a:pt x="515710" y="28833"/>
                </a:lnTo>
                <a:lnTo>
                  <a:pt x="515448" y="28833"/>
                </a:lnTo>
                <a:lnTo>
                  <a:pt x="530258" y="27653"/>
                </a:lnTo>
                <a:lnTo>
                  <a:pt x="528685" y="8126"/>
                </a:lnTo>
                <a:lnTo>
                  <a:pt x="513744" y="9305"/>
                </a:lnTo>
                <a:close/>
                <a:moveTo>
                  <a:pt x="904295" y="8519"/>
                </a:moveTo>
                <a:lnTo>
                  <a:pt x="903246" y="8519"/>
                </a:lnTo>
                <a:lnTo>
                  <a:pt x="901805" y="28046"/>
                </a:lnTo>
                <a:lnTo>
                  <a:pt x="902722" y="28177"/>
                </a:lnTo>
                <a:lnTo>
                  <a:pt x="902460" y="28177"/>
                </a:lnTo>
                <a:lnTo>
                  <a:pt x="921070" y="30012"/>
                </a:lnTo>
                <a:lnTo>
                  <a:pt x="923036" y="10485"/>
                </a:lnTo>
                <a:lnTo>
                  <a:pt x="904295" y="8519"/>
                </a:lnTo>
                <a:close/>
                <a:moveTo>
                  <a:pt x="471806" y="33551"/>
                </a:moveTo>
                <a:lnTo>
                  <a:pt x="491334" y="31454"/>
                </a:lnTo>
                <a:lnTo>
                  <a:pt x="489237" y="11926"/>
                </a:lnTo>
                <a:lnTo>
                  <a:pt x="469709" y="14023"/>
                </a:lnTo>
                <a:lnTo>
                  <a:pt x="471806" y="33551"/>
                </a:lnTo>
                <a:close/>
                <a:moveTo>
                  <a:pt x="452543" y="35648"/>
                </a:moveTo>
                <a:lnTo>
                  <a:pt x="449919" y="16251"/>
                </a:lnTo>
                <a:lnTo>
                  <a:pt x="430523" y="18741"/>
                </a:lnTo>
                <a:lnTo>
                  <a:pt x="433013" y="38269"/>
                </a:lnTo>
                <a:lnTo>
                  <a:pt x="452543" y="35648"/>
                </a:lnTo>
                <a:close/>
                <a:moveTo>
                  <a:pt x="413748" y="41021"/>
                </a:moveTo>
                <a:lnTo>
                  <a:pt x="410864" y="21493"/>
                </a:lnTo>
                <a:lnTo>
                  <a:pt x="391337" y="24377"/>
                </a:lnTo>
                <a:lnTo>
                  <a:pt x="394220" y="43904"/>
                </a:lnTo>
                <a:lnTo>
                  <a:pt x="413748" y="41021"/>
                </a:lnTo>
                <a:close/>
                <a:moveTo>
                  <a:pt x="371809" y="27522"/>
                </a:moveTo>
                <a:lnTo>
                  <a:pt x="361063" y="29357"/>
                </a:lnTo>
                <a:lnTo>
                  <a:pt x="352282" y="30930"/>
                </a:lnTo>
                <a:lnTo>
                  <a:pt x="355820" y="50195"/>
                </a:lnTo>
                <a:lnTo>
                  <a:pt x="364470" y="48622"/>
                </a:lnTo>
                <a:lnTo>
                  <a:pt x="364208" y="48753"/>
                </a:lnTo>
                <a:lnTo>
                  <a:pt x="374955" y="46918"/>
                </a:lnTo>
                <a:lnTo>
                  <a:pt x="371809" y="27522"/>
                </a:lnTo>
                <a:close/>
                <a:moveTo>
                  <a:pt x="960125" y="33944"/>
                </a:moveTo>
                <a:lnTo>
                  <a:pt x="962222" y="14416"/>
                </a:lnTo>
                <a:lnTo>
                  <a:pt x="942564" y="12450"/>
                </a:lnTo>
                <a:lnTo>
                  <a:pt x="940598" y="31978"/>
                </a:lnTo>
                <a:lnTo>
                  <a:pt x="960125" y="33944"/>
                </a:lnTo>
                <a:close/>
                <a:moveTo>
                  <a:pt x="997477" y="18610"/>
                </a:moveTo>
                <a:lnTo>
                  <a:pt x="981881" y="16775"/>
                </a:lnTo>
                <a:lnTo>
                  <a:pt x="979522" y="36172"/>
                </a:lnTo>
                <a:lnTo>
                  <a:pt x="994986" y="38138"/>
                </a:lnTo>
                <a:lnTo>
                  <a:pt x="994855" y="38138"/>
                </a:lnTo>
                <a:lnTo>
                  <a:pt x="998918" y="38662"/>
                </a:lnTo>
                <a:lnTo>
                  <a:pt x="1001539" y="19134"/>
                </a:lnTo>
                <a:lnTo>
                  <a:pt x="997477" y="18610"/>
                </a:lnTo>
                <a:close/>
                <a:moveTo>
                  <a:pt x="1040594" y="24770"/>
                </a:moveTo>
                <a:lnTo>
                  <a:pt x="1027489" y="22804"/>
                </a:lnTo>
                <a:lnTo>
                  <a:pt x="1021067" y="21887"/>
                </a:lnTo>
                <a:lnTo>
                  <a:pt x="1018315" y="41414"/>
                </a:lnTo>
                <a:lnTo>
                  <a:pt x="1024736" y="42200"/>
                </a:lnTo>
                <a:lnTo>
                  <a:pt x="1024605" y="42200"/>
                </a:lnTo>
                <a:lnTo>
                  <a:pt x="1037711" y="44166"/>
                </a:lnTo>
                <a:lnTo>
                  <a:pt x="1040594" y="24770"/>
                </a:lnTo>
                <a:close/>
                <a:moveTo>
                  <a:pt x="1056976" y="47181"/>
                </a:moveTo>
                <a:lnTo>
                  <a:pt x="1076242" y="50457"/>
                </a:lnTo>
                <a:lnTo>
                  <a:pt x="1079518" y="31061"/>
                </a:lnTo>
                <a:lnTo>
                  <a:pt x="1060253" y="27784"/>
                </a:lnTo>
                <a:lnTo>
                  <a:pt x="1056976" y="47181"/>
                </a:lnTo>
                <a:close/>
                <a:moveTo>
                  <a:pt x="1118573" y="38269"/>
                </a:moveTo>
                <a:lnTo>
                  <a:pt x="1113596" y="37220"/>
                </a:lnTo>
                <a:lnTo>
                  <a:pt x="1099046" y="34599"/>
                </a:lnTo>
                <a:lnTo>
                  <a:pt x="1095507" y="53865"/>
                </a:lnTo>
                <a:lnTo>
                  <a:pt x="1109924" y="56486"/>
                </a:lnTo>
                <a:lnTo>
                  <a:pt x="1109793" y="56486"/>
                </a:lnTo>
                <a:lnTo>
                  <a:pt x="1114642" y="57534"/>
                </a:lnTo>
                <a:lnTo>
                  <a:pt x="1118573" y="38269"/>
                </a:lnTo>
                <a:close/>
                <a:moveTo>
                  <a:pt x="1140594" y="42594"/>
                </a:moveTo>
                <a:lnTo>
                  <a:pt x="1137839" y="42069"/>
                </a:lnTo>
                <a:lnTo>
                  <a:pt x="1133907" y="61335"/>
                </a:lnTo>
                <a:lnTo>
                  <a:pt x="1136659" y="61859"/>
                </a:lnTo>
                <a:lnTo>
                  <a:pt x="1136528" y="61859"/>
                </a:lnTo>
                <a:lnTo>
                  <a:pt x="1153041" y="65398"/>
                </a:lnTo>
                <a:lnTo>
                  <a:pt x="1157235" y="46132"/>
                </a:lnTo>
                <a:lnTo>
                  <a:pt x="1140594" y="42594"/>
                </a:lnTo>
                <a:close/>
                <a:moveTo>
                  <a:pt x="1192096" y="54258"/>
                </a:moveTo>
                <a:lnTo>
                  <a:pt x="1176501" y="50588"/>
                </a:lnTo>
                <a:lnTo>
                  <a:pt x="1172045" y="69722"/>
                </a:lnTo>
                <a:lnTo>
                  <a:pt x="1187509" y="73392"/>
                </a:lnTo>
                <a:lnTo>
                  <a:pt x="1187247" y="73392"/>
                </a:lnTo>
                <a:lnTo>
                  <a:pt x="1190917" y="74309"/>
                </a:lnTo>
                <a:lnTo>
                  <a:pt x="1195766" y="55306"/>
                </a:lnTo>
                <a:lnTo>
                  <a:pt x="1192096" y="54258"/>
                </a:lnTo>
                <a:close/>
                <a:moveTo>
                  <a:pt x="1234035" y="65529"/>
                </a:moveTo>
                <a:lnTo>
                  <a:pt x="1216342" y="60548"/>
                </a:lnTo>
                <a:lnTo>
                  <a:pt x="1214900" y="60155"/>
                </a:lnTo>
                <a:lnTo>
                  <a:pt x="1209920" y="79159"/>
                </a:lnTo>
                <a:lnTo>
                  <a:pt x="1211362" y="79552"/>
                </a:lnTo>
                <a:lnTo>
                  <a:pt x="1211100" y="79552"/>
                </a:lnTo>
                <a:lnTo>
                  <a:pt x="1228661" y="84532"/>
                </a:lnTo>
                <a:lnTo>
                  <a:pt x="1234035" y="65529"/>
                </a:lnTo>
                <a:close/>
                <a:moveTo>
                  <a:pt x="1261557" y="73785"/>
                </a:moveTo>
                <a:lnTo>
                  <a:pt x="1253038" y="71164"/>
                </a:lnTo>
                <a:lnTo>
                  <a:pt x="1247403" y="90036"/>
                </a:lnTo>
                <a:lnTo>
                  <a:pt x="1255659" y="92526"/>
                </a:lnTo>
                <a:lnTo>
                  <a:pt x="1255397" y="92395"/>
                </a:lnTo>
                <a:lnTo>
                  <a:pt x="1265751" y="95934"/>
                </a:lnTo>
                <a:lnTo>
                  <a:pt x="1272041" y="77324"/>
                </a:lnTo>
                <a:lnTo>
                  <a:pt x="1261557" y="73785"/>
                </a:lnTo>
                <a:close/>
                <a:moveTo>
                  <a:pt x="1302053" y="87939"/>
                </a:moveTo>
                <a:lnTo>
                  <a:pt x="1290914" y="83746"/>
                </a:lnTo>
                <a:lnTo>
                  <a:pt x="1284099" y="102225"/>
                </a:lnTo>
                <a:lnTo>
                  <a:pt x="1295107" y="106287"/>
                </a:lnTo>
                <a:lnTo>
                  <a:pt x="1294845" y="106156"/>
                </a:lnTo>
                <a:lnTo>
                  <a:pt x="1302185" y="109171"/>
                </a:lnTo>
                <a:lnTo>
                  <a:pt x="1309524" y="90954"/>
                </a:lnTo>
                <a:lnTo>
                  <a:pt x="1302053" y="87939"/>
                </a:lnTo>
                <a:close/>
                <a:moveTo>
                  <a:pt x="1346089" y="107205"/>
                </a:moveTo>
                <a:lnTo>
                  <a:pt x="1337179" y="102880"/>
                </a:lnTo>
                <a:lnTo>
                  <a:pt x="1328003" y="98686"/>
                </a:lnTo>
                <a:lnTo>
                  <a:pt x="1320008" y="116641"/>
                </a:lnTo>
                <a:lnTo>
                  <a:pt x="1329051" y="120704"/>
                </a:lnTo>
                <a:lnTo>
                  <a:pt x="1328658" y="120573"/>
                </a:lnTo>
                <a:lnTo>
                  <a:pt x="1337439" y="124898"/>
                </a:lnTo>
                <a:lnTo>
                  <a:pt x="1346089" y="107205"/>
                </a:lnTo>
                <a:close/>
                <a:moveTo>
                  <a:pt x="1385668" y="97769"/>
                </a:moveTo>
                <a:lnTo>
                  <a:pt x="1326692" y="149798"/>
                </a:lnTo>
                <a:lnTo>
                  <a:pt x="1408210" y="182694"/>
                </a:lnTo>
                <a:lnTo>
                  <a:pt x="1385668" y="977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ABF9A-94DF-49AD-9CF0-D5A5A893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206" y="3738291"/>
            <a:ext cx="1408210" cy="262128"/>
          </a:xfrm>
          <a:custGeom xmlns:a="http://schemas.openxmlformats.org/drawingml/2006/main">
            <a:pathLst>
              <a:path w="1408210" h="262128">
                <a:moveTo>
                  <a:pt x="19659" y="0"/>
                </a:moveTo>
                <a:lnTo>
                  <a:pt x="0" y="1573"/>
                </a:lnTo>
                <a:lnTo>
                  <a:pt x="1048" y="14285"/>
                </a:lnTo>
                <a:lnTo>
                  <a:pt x="3276" y="22673"/>
                </a:lnTo>
                <a:lnTo>
                  <a:pt x="22280" y="17693"/>
                </a:lnTo>
                <a:lnTo>
                  <a:pt x="20499" y="10808"/>
                </a:lnTo>
                <a:lnTo>
                  <a:pt x="19659" y="0"/>
                </a:lnTo>
                <a:close/>
                <a:moveTo>
                  <a:pt x="11664" y="43380"/>
                </a:moveTo>
                <a:lnTo>
                  <a:pt x="17300" y="53078"/>
                </a:lnTo>
                <a:lnTo>
                  <a:pt x="22935" y="60679"/>
                </a:lnTo>
                <a:lnTo>
                  <a:pt x="38662" y="49015"/>
                </a:lnTo>
                <a:lnTo>
                  <a:pt x="34023" y="42637"/>
                </a:lnTo>
                <a:lnTo>
                  <a:pt x="28570" y="33420"/>
                </a:lnTo>
                <a:lnTo>
                  <a:pt x="11664" y="43380"/>
                </a:lnTo>
                <a:close/>
                <a:moveTo>
                  <a:pt x="51243" y="63563"/>
                </a:moveTo>
                <a:lnTo>
                  <a:pt x="50850" y="63170"/>
                </a:lnTo>
                <a:lnTo>
                  <a:pt x="36303" y="76275"/>
                </a:lnTo>
                <a:lnTo>
                  <a:pt x="37351" y="77586"/>
                </a:lnTo>
                <a:lnTo>
                  <a:pt x="49802" y="89381"/>
                </a:lnTo>
                <a:lnTo>
                  <a:pt x="51637" y="90823"/>
                </a:lnTo>
                <a:lnTo>
                  <a:pt x="64087" y="75620"/>
                </a:lnTo>
                <a:lnTo>
                  <a:pt x="63039" y="74834"/>
                </a:lnTo>
                <a:lnTo>
                  <a:pt x="51243" y="63563"/>
                </a:lnTo>
                <a:close/>
                <a:moveTo>
                  <a:pt x="79030" y="87546"/>
                </a:moveTo>
                <a:lnTo>
                  <a:pt x="67363" y="103404"/>
                </a:lnTo>
                <a:lnTo>
                  <a:pt x="79421" y="112185"/>
                </a:lnTo>
                <a:lnTo>
                  <a:pt x="83877" y="115068"/>
                </a:lnTo>
                <a:lnTo>
                  <a:pt x="94623" y="98555"/>
                </a:lnTo>
                <a:lnTo>
                  <a:pt x="90298" y="95803"/>
                </a:lnTo>
                <a:lnTo>
                  <a:pt x="90823" y="96196"/>
                </a:lnTo>
                <a:lnTo>
                  <a:pt x="79030" y="87546"/>
                </a:lnTo>
                <a:close/>
                <a:moveTo>
                  <a:pt x="124504" y="116903"/>
                </a:moveTo>
                <a:lnTo>
                  <a:pt x="110874" y="108909"/>
                </a:lnTo>
                <a:lnTo>
                  <a:pt x="100914" y="125815"/>
                </a:lnTo>
                <a:lnTo>
                  <a:pt x="114675" y="133940"/>
                </a:lnTo>
                <a:lnTo>
                  <a:pt x="118214" y="135775"/>
                </a:lnTo>
                <a:lnTo>
                  <a:pt x="127519" y="118476"/>
                </a:lnTo>
                <a:lnTo>
                  <a:pt x="124114" y="116641"/>
                </a:lnTo>
                <a:lnTo>
                  <a:pt x="124504" y="116903"/>
                </a:lnTo>
                <a:close/>
                <a:moveTo>
                  <a:pt x="162249" y="136037"/>
                </a:moveTo>
                <a:lnTo>
                  <a:pt x="144559" y="127519"/>
                </a:lnTo>
                <a:lnTo>
                  <a:pt x="136037" y="145211"/>
                </a:lnTo>
                <a:lnTo>
                  <a:pt x="153730" y="153730"/>
                </a:lnTo>
                <a:lnTo>
                  <a:pt x="162249" y="136037"/>
                </a:lnTo>
                <a:close/>
                <a:moveTo>
                  <a:pt x="179942" y="143901"/>
                </a:moveTo>
                <a:lnTo>
                  <a:pt x="171947" y="161856"/>
                </a:lnTo>
                <a:lnTo>
                  <a:pt x="177451" y="164346"/>
                </a:lnTo>
                <a:lnTo>
                  <a:pt x="190295" y="169588"/>
                </a:lnTo>
                <a:lnTo>
                  <a:pt x="197765" y="151371"/>
                </a:lnTo>
                <a:lnTo>
                  <a:pt x="185053" y="146260"/>
                </a:lnTo>
                <a:lnTo>
                  <a:pt x="185315" y="146391"/>
                </a:lnTo>
                <a:lnTo>
                  <a:pt x="179942" y="143901"/>
                </a:lnTo>
                <a:close/>
                <a:moveTo>
                  <a:pt x="231840" y="164477"/>
                </a:moveTo>
                <a:lnTo>
                  <a:pt x="215854" y="158448"/>
                </a:lnTo>
                <a:lnTo>
                  <a:pt x="208905" y="176927"/>
                </a:lnTo>
                <a:lnTo>
                  <a:pt x="225025" y="182956"/>
                </a:lnTo>
                <a:lnTo>
                  <a:pt x="227515" y="183873"/>
                </a:lnTo>
                <a:lnTo>
                  <a:pt x="233937" y="165263"/>
                </a:lnTo>
                <a:lnTo>
                  <a:pt x="231578" y="164477"/>
                </a:lnTo>
                <a:lnTo>
                  <a:pt x="231840" y="164477"/>
                </a:lnTo>
                <a:close/>
                <a:moveTo>
                  <a:pt x="252547" y="171685"/>
                </a:moveTo>
                <a:lnTo>
                  <a:pt x="246125" y="190295"/>
                </a:lnTo>
                <a:lnTo>
                  <a:pt x="250319" y="191737"/>
                </a:lnTo>
                <a:lnTo>
                  <a:pt x="265129" y="196324"/>
                </a:lnTo>
                <a:lnTo>
                  <a:pt x="271026" y="177583"/>
                </a:lnTo>
                <a:lnTo>
                  <a:pt x="256348" y="172996"/>
                </a:lnTo>
                <a:lnTo>
                  <a:pt x="256610" y="173127"/>
                </a:lnTo>
                <a:lnTo>
                  <a:pt x="252547" y="171685"/>
                </a:lnTo>
                <a:close/>
                <a:moveTo>
                  <a:pt x="308509" y="188853"/>
                </a:moveTo>
                <a:lnTo>
                  <a:pt x="289636" y="183349"/>
                </a:lnTo>
                <a:lnTo>
                  <a:pt x="284132" y="202221"/>
                </a:lnTo>
                <a:lnTo>
                  <a:pt x="303004" y="207726"/>
                </a:lnTo>
                <a:lnTo>
                  <a:pt x="308509" y="188853"/>
                </a:lnTo>
                <a:close/>
                <a:moveTo>
                  <a:pt x="336686" y="196324"/>
                </a:moveTo>
                <a:lnTo>
                  <a:pt x="327252" y="193834"/>
                </a:lnTo>
                <a:lnTo>
                  <a:pt x="322139" y="212837"/>
                </a:lnTo>
                <a:lnTo>
                  <a:pt x="331706" y="215327"/>
                </a:lnTo>
                <a:lnTo>
                  <a:pt x="341404" y="217686"/>
                </a:lnTo>
                <a:lnTo>
                  <a:pt x="346122" y="198683"/>
                </a:lnTo>
                <a:lnTo>
                  <a:pt x="336555" y="196324"/>
                </a:lnTo>
                <a:lnTo>
                  <a:pt x="336686" y="196324"/>
                </a:lnTo>
                <a:close/>
                <a:moveTo>
                  <a:pt x="384129" y="207464"/>
                </a:moveTo>
                <a:lnTo>
                  <a:pt x="364994" y="203270"/>
                </a:lnTo>
                <a:lnTo>
                  <a:pt x="360803" y="222404"/>
                </a:lnTo>
                <a:lnTo>
                  <a:pt x="379935" y="226729"/>
                </a:lnTo>
                <a:lnTo>
                  <a:pt x="384129" y="207464"/>
                </a:lnTo>
                <a:close/>
                <a:moveTo>
                  <a:pt x="422528" y="215458"/>
                </a:moveTo>
                <a:lnTo>
                  <a:pt x="403263" y="211526"/>
                </a:lnTo>
                <a:lnTo>
                  <a:pt x="399334" y="230792"/>
                </a:lnTo>
                <a:lnTo>
                  <a:pt x="418597" y="234723"/>
                </a:lnTo>
                <a:lnTo>
                  <a:pt x="422528" y="215458"/>
                </a:lnTo>
                <a:close/>
                <a:moveTo>
                  <a:pt x="454113" y="221094"/>
                </a:moveTo>
                <a:lnTo>
                  <a:pt x="441663" y="218866"/>
                </a:lnTo>
                <a:lnTo>
                  <a:pt x="438255" y="238196"/>
                </a:lnTo>
                <a:lnTo>
                  <a:pt x="450706" y="240424"/>
                </a:lnTo>
                <a:lnTo>
                  <a:pt x="457783" y="241538"/>
                </a:lnTo>
                <a:lnTo>
                  <a:pt x="460797" y="222142"/>
                </a:lnTo>
                <a:lnTo>
                  <a:pt x="453851" y="220962"/>
                </a:lnTo>
                <a:lnTo>
                  <a:pt x="454113" y="221094"/>
                </a:lnTo>
                <a:close/>
                <a:moveTo>
                  <a:pt x="947413" y="224501"/>
                </a:moveTo>
                <a:lnTo>
                  <a:pt x="950034" y="244015"/>
                </a:lnTo>
                <a:lnTo>
                  <a:pt x="967333" y="241617"/>
                </a:lnTo>
                <a:lnTo>
                  <a:pt x="969823" y="241185"/>
                </a:lnTo>
                <a:lnTo>
                  <a:pt x="966547" y="221749"/>
                </a:lnTo>
                <a:lnTo>
                  <a:pt x="964188" y="222273"/>
                </a:lnTo>
                <a:lnTo>
                  <a:pt x="964450" y="222142"/>
                </a:lnTo>
                <a:lnTo>
                  <a:pt x="947413" y="224501"/>
                </a:lnTo>
                <a:close/>
                <a:moveTo>
                  <a:pt x="480194" y="225156"/>
                </a:moveTo>
                <a:lnTo>
                  <a:pt x="477179" y="244618"/>
                </a:lnTo>
                <a:lnTo>
                  <a:pt x="481897" y="245365"/>
                </a:lnTo>
                <a:lnTo>
                  <a:pt x="496838" y="247384"/>
                </a:lnTo>
                <a:lnTo>
                  <a:pt x="499459" y="227909"/>
                </a:lnTo>
                <a:lnTo>
                  <a:pt x="484650" y="225943"/>
                </a:lnTo>
                <a:lnTo>
                  <a:pt x="484912" y="225943"/>
                </a:lnTo>
                <a:lnTo>
                  <a:pt x="480194" y="225156"/>
                </a:lnTo>
                <a:close/>
                <a:moveTo>
                  <a:pt x="930637" y="246702"/>
                </a:moveTo>
                <a:lnTo>
                  <a:pt x="927885" y="227253"/>
                </a:lnTo>
                <a:lnTo>
                  <a:pt x="908489" y="229874"/>
                </a:lnTo>
                <a:lnTo>
                  <a:pt x="911110" y="249402"/>
                </a:lnTo>
                <a:lnTo>
                  <a:pt x="930637" y="246702"/>
                </a:lnTo>
                <a:close/>
                <a:moveTo>
                  <a:pt x="538383" y="232758"/>
                </a:moveTo>
                <a:lnTo>
                  <a:pt x="518856" y="230399"/>
                </a:lnTo>
                <a:lnTo>
                  <a:pt x="516497" y="249979"/>
                </a:lnTo>
                <a:lnTo>
                  <a:pt x="536024" y="252272"/>
                </a:lnTo>
                <a:lnTo>
                  <a:pt x="538383" y="232758"/>
                </a:lnTo>
                <a:close/>
                <a:moveTo>
                  <a:pt x="869827" y="234330"/>
                </a:moveTo>
                <a:lnTo>
                  <a:pt x="871662" y="253963"/>
                </a:lnTo>
                <a:lnTo>
                  <a:pt x="872579" y="253871"/>
                </a:lnTo>
                <a:lnTo>
                  <a:pt x="891320" y="251787"/>
                </a:lnTo>
                <a:lnTo>
                  <a:pt x="889223" y="232233"/>
                </a:lnTo>
                <a:lnTo>
                  <a:pt x="870482" y="234330"/>
                </a:lnTo>
                <a:lnTo>
                  <a:pt x="869827" y="234330"/>
                </a:lnTo>
                <a:close/>
                <a:moveTo>
                  <a:pt x="577176" y="236689"/>
                </a:moveTo>
                <a:lnTo>
                  <a:pt x="557648" y="234723"/>
                </a:lnTo>
                <a:lnTo>
                  <a:pt x="555814" y="254356"/>
                </a:lnTo>
                <a:lnTo>
                  <a:pt x="575341" y="256217"/>
                </a:lnTo>
                <a:lnTo>
                  <a:pt x="577176" y="236689"/>
                </a:lnTo>
                <a:close/>
                <a:moveTo>
                  <a:pt x="830903" y="237790"/>
                </a:moveTo>
                <a:lnTo>
                  <a:pt x="832213" y="257396"/>
                </a:lnTo>
                <a:lnTo>
                  <a:pt x="840339" y="256846"/>
                </a:lnTo>
                <a:lnTo>
                  <a:pt x="852003" y="255758"/>
                </a:lnTo>
                <a:lnTo>
                  <a:pt x="850299" y="236165"/>
                </a:lnTo>
                <a:lnTo>
                  <a:pt x="838635" y="237214"/>
                </a:lnTo>
                <a:lnTo>
                  <a:pt x="838897" y="237214"/>
                </a:lnTo>
                <a:lnTo>
                  <a:pt x="830903" y="237790"/>
                </a:lnTo>
                <a:close/>
                <a:moveTo>
                  <a:pt x="611775" y="239310"/>
                </a:moveTo>
                <a:lnTo>
                  <a:pt x="596706" y="238157"/>
                </a:lnTo>
                <a:lnTo>
                  <a:pt x="595131" y="257763"/>
                </a:lnTo>
                <a:lnTo>
                  <a:pt x="610333" y="258917"/>
                </a:lnTo>
                <a:lnTo>
                  <a:pt x="614920" y="259166"/>
                </a:lnTo>
                <a:lnTo>
                  <a:pt x="616100" y="239533"/>
                </a:lnTo>
                <a:lnTo>
                  <a:pt x="611513" y="239297"/>
                </a:lnTo>
                <a:lnTo>
                  <a:pt x="611775" y="239310"/>
                </a:lnTo>
                <a:close/>
                <a:moveTo>
                  <a:pt x="791848" y="240241"/>
                </a:moveTo>
                <a:lnTo>
                  <a:pt x="792896" y="259873"/>
                </a:lnTo>
                <a:lnTo>
                  <a:pt x="807706" y="259113"/>
                </a:lnTo>
                <a:lnTo>
                  <a:pt x="812686" y="258772"/>
                </a:lnTo>
                <a:lnTo>
                  <a:pt x="811244" y="239153"/>
                </a:lnTo>
                <a:lnTo>
                  <a:pt x="806398" y="239494"/>
                </a:lnTo>
                <a:lnTo>
                  <a:pt x="806526" y="239481"/>
                </a:lnTo>
                <a:lnTo>
                  <a:pt x="791848" y="240241"/>
                </a:lnTo>
                <a:close/>
                <a:moveTo>
                  <a:pt x="634579" y="260227"/>
                </a:moveTo>
                <a:lnTo>
                  <a:pt x="643229" y="260699"/>
                </a:lnTo>
                <a:lnTo>
                  <a:pt x="654500" y="261066"/>
                </a:lnTo>
                <a:lnTo>
                  <a:pt x="655155" y="241421"/>
                </a:lnTo>
                <a:lnTo>
                  <a:pt x="643946" y="241056"/>
                </a:lnTo>
                <a:lnTo>
                  <a:pt x="635628" y="240595"/>
                </a:lnTo>
                <a:lnTo>
                  <a:pt x="634579" y="260227"/>
                </a:lnTo>
                <a:close/>
                <a:moveTo>
                  <a:pt x="772975" y="260856"/>
                </a:moveTo>
                <a:lnTo>
                  <a:pt x="772451" y="241211"/>
                </a:lnTo>
                <a:lnTo>
                  <a:pt x="752793" y="241801"/>
                </a:lnTo>
                <a:lnTo>
                  <a:pt x="753317" y="261446"/>
                </a:lnTo>
                <a:lnTo>
                  <a:pt x="772975" y="260856"/>
                </a:lnTo>
                <a:close/>
                <a:moveTo>
                  <a:pt x="674814" y="242076"/>
                </a:moveTo>
                <a:lnTo>
                  <a:pt x="674158" y="261721"/>
                </a:lnTo>
                <a:lnTo>
                  <a:pt x="675993" y="261787"/>
                </a:lnTo>
                <a:lnTo>
                  <a:pt x="693948" y="261996"/>
                </a:lnTo>
                <a:lnTo>
                  <a:pt x="694213" y="242338"/>
                </a:lnTo>
                <a:lnTo>
                  <a:pt x="676386" y="242128"/>
                </a:lnTo>
                <a:lnTo>
                  <a:pt x="676517" y="242128"/>
                </a:lnTo>
                <a:lnTo>
                  <a:pt x="674814" y="242076"/>
                </a:lnTo>
                <a:close/>
                <a:moveTo>
                  <a:pt x="733265" y="242233"/>
                </a:moveTo>
                <a:lnTo>
                  <a:pt x="713607" y="242469"/>
                </a:lnTo>
                <a:lnTo>
                  <a:pt x="713871" y="262128"/>
                </a:lnTo>
                <a:lnTo>
                  <a:pt x="733530" y="261892"/>
                </a:lnTo>
                <a:lnTo>
                  <a:pt x="733265" y="242233"/>
                </a:lnTo>
                <a:close/>
                <a:moveTo>
                  <a:pt x="1354538" y="84175"/>
                </a:moveTo>
                <a:lnTo>
                  <a:pt x="1348579" y="88726"/>
                </a:lnTo>
                <a:lnTo>
                  <a:pt x="1360636" y="104322"/>
                </a:lnTo>
                <a:lnTo>
                  <a:pt x="1368762" y="97900"/>
                </a:lnTo>
                <a:lnTo>
                  <a:pt x="1375970" y="88595"/>
                </a:lnTo>
                <a:lnTo>
                  <a:pt x="1364875" y="79945"/>
                </a:lnTo>
                <a:lnTo>
                  <a:pt x="1405064" y="101831"/>
                </a:lnTo>
                <a:lnTo>
                  <a:pt x="1408210" y="14023"/>
                </a:lnTo>
                <a:lnTo>
                  <a:pt x="1335997" y="64218"/>
                </a:lnTo>
                <a:lnTo>
                  <a:pt x="1359942" y="77258"/>
                </a:lnTo>
                <a:lnTo>
                  <a:pt x="1354538" y="84175"/>
                </a:lnTo>
                <a:close/>
                <a:moveTo>
                  <a:pt x="1327216" y="126994"/>
                </a:moveTo>
                <a:lnTo>
                  <a:pt x="1338356" y="120179"/>
                </a:lnTo>
                <a:lnTo>
                  <a:pt x="1344254" y="116117"/>
                </a:lnTo>
                <a:lnTo>
                  <a:pt x="1333114" y="99866"/>
                </a:lnTo>
                <a:lnTo>
                  <a:pt x="1327725" y="103625"/>
                </a:lnTo>
                <a:lnTo>
                  <a:pt x="1316994" y="110219"/>
                </a:lnTo>
                <a:lnTo>
                  <a:pt x="1327216" y="126994"/>
                </a:lnTo>
                <a:close/>
                <a:moveTo>
                  <a:pt x="1294190" y="123194"/>
                </a:moveTo>
                <a:lnTo>
                  <a:pt x="1283312" y="128698"/>
                </a:lnTo>
                <a:lnTo>
                  <a:pt x="1292093" y="146260"/>
                </a:lnTo>
                <a:lnTo>
                  <a:pt x="1303102" y="140755"/>
                </a:lnTo>
                <a:lnTo>
                  <a:pt x="1309917" y="136955"/>
                </a:lnTo>
                <a:lnTo>
                  <a:pt x="1300219" y="119786"/>
                </a:lnTo>
                <a:lnTo>
                  <a:pt x="1293797" y="123456"/>
                </a:lnTo>
                <a:lnTo>
                  <a:pt x="1294190" y="123194"/>
                </a:lnTo>
                <a:close/>
                <a:moveTo>
                  <a:pt x="1248189" y="144949"/>
                </a:moveTo>
                <a:lnTo>
                  <a:pt x="1255790" y="163035"/>
                </a:lnTo>
                <a:lnTo>
                  <a:pt x="1262474" y="160152"/>
                </a:lnTo>
                <a:lnTo>
                  <a:pt x="1274007" y="154910"/>
                </a:lnTo>
                <a:lnTo>
                  <a:pt x="1265882" y="137086"/>
                </a:lnTo>
                <a:lnTo>
                  <a:pt x="1254480" y="142328"/>
                </a:lnTo>
                <a:lnTo>
                  <a:pt x="1254742" y="142197"/>
                </a:lnTo>
                <a:lnTo>
                  <a:pt x="1248189" y="144949"/>
                </a:lnTo>
                <a:close/>
                <a:moveTo>
                  <a:pt x="1230365" y="152420"/>
                </a:moveTo>
                <a:lnTo>
                  <a:pt x="1212017" y="159497"/>
                </a:lnTo>
                <a:lnTo>
                  <a:pt x="1219094" y="177845"/>
                </a:lnTo>
                <a:lnTo>
                  <a:pt x="1237442" y="170768"/>
                </a:lnTo>
                <a:lnTo>
                  <a:pt x="1230365" y="152420"/>
                </a:lnTo>
                <a:close/>
                <a:moveTo>
                  <a:pt x="1186723" y="168540"/>
                </a:moveTo>
                <a:lnTo>
                  <a:pt x="1175321" y="172209"/>
                </a:lnTo>
                <a:lnTo>
                  <a:pt x="1181350" y="190950"/>
                </a:lnTo>
                <a:lnTo>
                  <a:pt x="1192883" y="187150"/>
                </a:lnTo>
                <a:lnTo>
                  <a:pt x="1200353" y="184529"/>
                </a:lnTo>
                <a:lnTo>
                  <a:pt x="1193669" y="166049"/>
                </a:lnTo>
                <a:lnTo>
                  <a:pt x="1186464" y="168540"/>
                </a:lnTo>
                <a:lnTo>
                  <a:pt x="1186723" y="168540"/>
                </a:lnTo>
                <a:close/>
                <a:moveTo>
                  <a:pt x="1156842" y="178107"/>
                </a:moveTo>
                <a:lnTo>
                  <a:pt x="1137970" y="183742"/>
                </a:lnTo>
                <a:lnTo>
                  <a:pt x="1143605" y="202614"/>
                </a:lnTo>
                <a:lnTo>
                  <a:pt x="1162478" y="196979"/>
                </a:lnTo>
                <a:lnTo>
                  <a:pt x="1156842" y="178107"/>
                </a:lnTo>
                <a:close/>
                <a:moveTo>
                  <a:pt x="1100490" y="193965"/>
                </a:moveTo>
                <a:lnTo>
                  <a:pt x="1105337" y="213099"/>
                </a:lnTo>
                <a:lnTo>
                  <a:pt x="1114248" y="210871"/>
                </a:lnTo>
                <a:lnTo>
                  <a:pt x="1124471" y="207988"/>
                </a:lnTo>
                <a:lnTo>
                  <a:pt x="1119229" y="188985"/>
                </a:lnTo>
                <a:lnTo>
                  <a:pt x="1109006" y="191868"/>
                </a:lnTo>
                <a:lnTo>
                  <a:pt x="1109268" y="191737"/>
                </a:lnTo>
                <a:lnTo>
                  <a:pt x="1100490" y="193965"/>
                </a:lnTo>
                <a:close/>
                <a:moveTo>
                  <a:pt x="1086071" y="217948"/>
                </a:moveTo>
                <a:lnTo>
                  <a:pt x="1081618" y="198814"/>
                </a:lnTo>
                <a:lnTo>
                  <a:pt x="1062481" y="203139"/>
                </a:lnTo>
                <a:lnTo>
                  <a:pt x="1066937" y="222273"/>
                </a:lnTo>
                <a:lnTo>
                  <a:pt x="1086071" y="217948"/>
                </a:lnTo>
                <a:close/>
                <a:moveTo>
                  <a:pt x="1043478" y="207333"/>
                </a:moveTo>
                <a:lnTo>
                  <a:pt x="1024212" y="211395"/>
                </a:lnTo>
                <a:lnTo>
                  <a:pt x="1028275" y="230661"/>
                </a:lnTo>
                <a:lnTo>
                  <a:pt x="1047540" y="226598"/>
                </a:lnTo>
                <a:lnTo>
                  <a:pt x="1043478" y="207333"/>
                </a:lnTo>
                <a:close/>
                <a:moveTo>
                  <a:pt x="985943" y="218472"/>
                </a:moveTo>
                <a:lnTo>
                  <a:pt x="989220" y="237856"/>
                </a:lnTo>
                <a:lnTo>
                  <a:pt x="997870" y="236427"/>
                </a:lnTo>
                <a:lnTo>
                  <a:pt x="1008750" y="234330"/>
                </a:lnTo>
                <a:lnTo>
                  <a:pt x="1005078" y="215065"/>
                </a:lnTo>
                <a:lnTo>
                  <a:pt x="994331" y="217031"/>
                </a:lnTo>
                <a:lnTo>
                  <a:pt x="994593" y="217031"/>
                </a:lnTo>
                <a:lnTo>
                  <a:pt x="985943" y="2184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8566F-9097-4AB5-A288-98AE88D3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569" y="3566737"/>
            <a:ext cx="1275449" cy="78634"/>
          </a:xfrm>
          <a:custGeom xmlns:a="http://schemas.openxmlformats.org/drawingml/2006/main">
            <a:pathLst>
              <a:path w="1275449" h="78634">
                <a:moveTo>
                  <a:pt x="391861" y="26736"/>
                </a:moveTo>
                <a:lnTo>
                  <a:pt x="367353" y="26736"/>
                </a:lnTo>
                <a:lnTo>
                  <a:pt x="341928" y="26736"/>
                </a:lnTo>
                <a:lnTo>
                  <a:pt x="315979" y="26605"/>
                </a:lnTo>
                <a:lnTo>
                  <a:pt x="289243" y="26605"/>
                </a:lnTo>
                <a:lnTo>
                  <a:pt x="234199" y="26474"/>
                </a:lnTo>
                <a:lnTo>
                  <a:pt x="177320" y="26474"/>
                </a:lnTo>
                <a:lnTo>
                  <a:pt x="119000" y="26343"/>
                </a:lnTo>
                <a:lnTo>
                  <a:pt x="59762" y="26343"/>
                </a:lnTo>
                <a:lnTo>
                  <a:pt x="0" y="26343"/>
                </a:lnTo>
                <a:lnTo>
                  <a:pt x="0" y="46001"/>
                </a:lnTo>
                <a:lnTo>
                  <a:pt x="59762" y="46001"/>
                </a:lnTo>
                <a:lnTo>
                  <a:pt x="119000" y="46001"/>
                </a:lnTo>
                <a:lnTo>
                  <a:pt x="177320" y="46132"/>
                </a:lnTo>
                <a:lnTo>
                  <a:pt x="234199" y="46132"/>
                </a:lnTo>
                <a:lnTo>
                  <a:pt x="289243" y="46263"/>
                </a:lnTo>
                <a:lnTo>
                  <a:pt x="315979" y="46263"/>
                </a:lnTo>
                <a:lnTo>
                  <a:pt x="341928" y="46394"/>
                </a:lnTo>
                <a:lnTo>
                  <a:pt x="367222" y="46394"/>
                </a:lnTo>
                <a:lnTo>
                  <a:pt x="391861" y="46394"/>
                </a:lnTo>
                <a:lnTo>
                  <a:pt x="415582" y="46394"/>
                </a:lnTo>
                <a:lnTo>
                  <a:pt x="438517" y="46525"/>
                </a:lnTo>
                <a:lnTo>
                  <a:pt x="460404" y="46525"/>
                </a:lnTo>
                <a:lnTo>
                  <a:pt x="481373" y="46656"/>
                </a:lnTo>
                <a:lnTo>
                  <a:pt x="501294" y="46787"/>
                </a:lnTo>
                <a:lnTo>
                  <a:pt x="520035" y="46787"/>
                </a:lnTo>
                <a:lnTo>
                  <a:pt x="520166" y="46787"/>
                </a:lnTo>
                <a:lnTo>
                  <a:pt x="537728" y="46787"/>
                </a:lnTo>
                <a:lnTo>
                  <a:pt x="554110" y="46787"/>
                </a:lnTo>
                <a:lnTo>
                  <a:pt x="569182" y="46918"/>
                </a:lnTo>
                <a:lnTo>
                  <a:pt x="582943" y="47050"/>
                </a:lnTo>
                <a:lnTo>
                  <a:pt x="595262" y="47050"/>
                </a:lnTo>
                <a:lnTo>
                  <a:pt x="606140" y="47181"/>
                </a:lnTo>
                <a:lnTo>
                  <a:pt x="615576" y="47181"/>
                </a:lnTo>
                <a:lnTo>
                  <a:pt x="623308" y="47181"/>
                </a:lnTo>
                <a:lnTo>
                  <a:pt x="629468" y="47312"/>
                </a:lnTo>
                <a:lnTo>
                  <a:pt x="634055" y="47443"/>
                </a:lnTo>
                <a:lnTo>
                  <a:pt x="635759" y="47443"/>
                </a:lnTo>
                <a:lnTo>
                  <a:pt x="636676" y="47443"/>
                </a:lnTo>
                <a:lnTo>
                  <a:pt x="638118" y="47574"/>
                </a:lnTo>
                <a:lnTo>
                  <a:pt x="641263" y="47574"/>
                </a:lnTo>
                <a:lnTo>
                  <a:pt x="645719" y="47705"/>
                </a:lnTo>
                <a:lnTo>
                  <a:pt x="652010" y="47836"/>
                </a:lnTo>
                <a:lnTo>
                  <a:pt x="659873" y="47967"/>
                </a:lnTo>
                <a:lnTo>
                  <a:pt x="669309" y="47967"/>
                </a:lnTo>
                <a:lnTo>
                  <a:pt x="680187" y="47967"/>
                </a:lnTo>
                <a:lnTo>
                  <a:pt x="692506" y="48098"/>
                </a:lnTo>
                <a:lnTo>
                  <a:pt x="706398" y="48229"/>
                </a:lnTo>
                <a:lnTo>
                  <a:pt x="721339" y="48229"/>
                </a:lnTo>
                <a:lnTo>
                  <a:pt x="737852" y="48360"/>
                </a:lnTo>
                <a:lnTo>
                  <a:pt x="755414" y="48360"/>
                </a:lnTo>
                <a:lnTo>
                  <a:pt x="774286" y="48360"/>
                </a:lnTo>
                <a:lnTo>
                  <a:pt x="794207" y="48491"/>
                </a:lnTo>
                <a:lnTo>
                  <a:pt x="815045" y="48491"/>
                </a:lnTo>
                <a:lnTo>
                  <a:pt x="837062" y="48622"/>
                </a:lnTo>
                <a:lnTo>
                  <a:pt x="859866" y="48753"/>
                </a:lnTo>
                <a:lnTo>
                  <a:pt x="883719" y="48753"/>
                </a:lnTo>
                <a:lnTo>
                  <a:pt x="908227" y="48753"/>
                </a:lnTo>
                <a:lnTo>
                  <a:pt x="933652" y="48753"/>
                </a:lnTo>
                <a:lnTo>
                  <a:pt x="959601" y="48753"/>
                </a:lnTo>
                <a:lnTo>
                  <a:pt x="986337" y="48884"/>
                </a:lnTo>
                <a:lnTo>
                  <a:pt x="1041381" y="49015"/>
                </a:lnTo>
                <a:lnTo>
                  <a:pt x="1098260" y="49015"/>
                </a:lnTo>
                <a:lnTo>
                  <a:pt x="1156580" y="49146"/>
                </a:lnTo>
                <a:lnTo>
                  <a:pt x="1196815" y="49146"/>
                </a:lnTo>
                <a:lnTo>
                  <a:pt x="1196815" y="78634"/>
                </a:lnTo>
                <a:lnTo>
                  <a:pt x="1275449" y="39317"/>
                </a:lnTo>
                <a:lnTo>
                  <a:pt x="1196815" y="0"/>
                </a:lnTo>
                <a:lnTo>
                  <a:pt x="1196815" y="29488"/>
                </a:lnTo>
                <a:lnTo>
                  <a:pt x="1156580" y="29488"/>
                </a:lnTo>
                <a:lnTo>
                  <a:pt x="1098260" y="29357"/>
                </a:lnTo>
                <a:lnTo>
                  <a:pt x="1041381" y="29357"/>
                </a:lnTo>
                <a:lnTo>
                  <a:pt x="986337" y="29226"/>
                </a:lnTo>
                <a:lnTo>
                  <a:pt x="959601" y="29095"/>
                </a:lnTo>
                <a:lnTo>
                  <a:pt x="933652" y="29095"/>
                </a:lnTo>
                <a:lnTo>
                  <a:pt x="908358" y="29095"/>
                </a:lnTo>
                <a:lnTo>
                  <a:pt x="908227" y="29095"/>
                </a:lnTo>
                <a:lnTo>
                  <a:pt x="883719" y="29095"/>
                </a:lnTo>
                <a:lnTo>
                  <a:pt x="859997" y="29095"/>
                </a:lnTo>
                <a:lnTo>
                  <a:pt x="837194" y="28964"/>
                </a:lnTo>
                <a:lnTo>
                  <a:pt x="815176" y="28833"/>
                </a:lnTo>
                <a:lnTo>
                  <a:pt x="794207" y="28833"/>
                </a:lnTo>
                <a:lnTo>
                  <a:pt x="774286" y="28702"/>
                </a:lnTo>
                <a:lnTo>
                  <a:pt x="755414" y="28702"/>
                </a:lnTo>
                <a:lnTo>
                  <a:pt x="755545" y="28833"/>
                </a:lnTo>
                <a:lnTo>
                  <a:pt x="737852" y="28702"/>
                </a:lnTo>
                <a:lnTo>
                  <a:pt x="721470" y="28570"/>
                </a:lnTo>
                <a:lnTo>
                  <a:pt x="706529" y="28570"/>
                </a:lnTo>
                <a:lnTo>
                  <a:pt x="692768" y="28439"/>
                </a:lnTo>
                <a:lnTo>
                  <a:pt x="680318" y="28439"/>
                </a:lnTo>
                <a:lnTo>
                  <a:pt x="669440" y="28308"/>
                </a:lnTo>
                <a:lnTo>
                  <a:pt x="660004" y="28308"/>
                </a:lnTo>
                <a:lnTo>
                  <a:pt x="652272" y="28177"/>
                </a:lnTo>
                <a:lnTo>
                  <a:pt x="646112" y="28046"/>
                </a:lnTo>
                <a:lnTo>
                  <a:pt x="641525" y="27915"/>
                </a:lnTo>
                <a:lnTo>
                  <a:pt x="638904" y="27915"/>
                </a:lnTo>
                <a:lnTo>
                  <a:pt x="637462" y="27784"/>
                </a:lnTo>
                <a:lnTo>
                  <a:pt x="634317" y="27784"/>
                </a:lnTo>
                <a:lnTo>
                  <a:pt x="629861" y="27653"/>
                </a:lnTo>
                <a:lnTo>
                  <a:pt x="623570" y="27522"/>
                </a:lnTo>
                <a:lnTo>
                  <a:pt x="615707" y="27522"/>
                </a:lnTo>
                <a:lnTo>
                  <a:pt x="615838" y="27653"/>
                </a:lnTo>
                <a:lnTo>
                  <a:pt x="606271" y="27522"/>
                </a:lnTo>
                <a:lnTo>
                  <a:pt x="595393" y="27391"/>
                </a:lnTo>
                <a:lnTo>
                  <a:pt x="583074" y="27391"/>
                </a:lnTo>
                <a:lnTo>
                  <a:pt x="569182" y="27260"/>
                </a:lnTo>
                <a:lnTo>
                  <a:pt x="554110" y="27129"/>
                </a:lnTo>
                <a:lnTo>
                  <a:pt x="537728" y="27129"/>
                </a:lnTo>
                <a:lnTo>
                  <a:pt x="537728" y="27260"/>
                </a:lnTo>
                <a:lnTo>
                  <a:pt x="520166" y="27129"/>
                </a:lnTo>
                <a:lnTo>
                  <a:pt x="501294" y="27129"/>
                </a:lnTo>
                <a:lnTo>
                  <a:pt x="481504" y="26998"/>
                </a:lnTo>
                <a:lnTo>
                  <a:pt x="460535" y="26867"/>
                </a:lnTo>
                <a:lnTo>
                  <a:pt x="438649" y="26867"/>
                </a:lnTo>
                <a:lnTo>
                  <a:pt x="415714" y="26736"/>
                </a:lnTo>
                <a:lnTo>
                  <a:pt x="391861" y="267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Edge">
            <a:extLst xmlns:a="http://schemas.openxmlformats.org/drawingml/2006/main">
              <a:ext uri="{FF2B5EF4-FFF2-40B4-BE49-F238E27FC236}">
                <a16:creationId xmlns:a16="http://schemas.microsoft.com/office/drawing/2014/main" id="{66860B83-D383-4FF3-AA7F-2BFAC3D6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854" y="3477586"/>
            <a:ext cx="415433" cy="193887"/>
          </a:xfrm>
          <a:custGeom xmlns:a="http://schemas.openxmlformats.org/drawingml/2006/main">
            <a:pathLst>
              <a:path w="415433" h="193887">
                <a:moveTo>
                  <a:pt x="74842" y="147078"/>
                </a:moveTo>
                <a:lnTo>
                  <a:pt x="0" y="147078"/>
                </a:lnTo>
                <a:lnTo>
                  <a:pt x="0" y="7906"/>
                </a:lnTo>
                <a:lnTo>
                  <a:pt x="71697" y="7906"/>
                </a:lnTo>
                <a:lnTo>
                  <a:pt x="71697" y="23899"/>
                </a:lnTo>
                <a:lnTo>
                  <a:pt x="17969" y="23899"/>
                </a:lnTo>
                <a:lnTo>
                  <a:pt x="17969" y="68463"/>
                </a:lnTo>
                <a:lnTo>
                  <a:pt x="67744" y="68463"/>
                </a:lnTo>
                <a:lnTo>
                  <a:pt x="67744" y="84365"/>
                </a:lnTo>
                <a:lnTo>
                  <a:pt x="17969" y="84365"/>
                </a:lnTo>
                <a:lnTo>
                  <a:pt x="17969" y="131175"/>
                </a:lnTo>
                <a:lnTo>
                  <a:pt x="74842" y="131175"/>
                </a:lnTo>
                <a:lnTo>
                  <a:pt x="74842" y="147078"/>
                </a:lnTo>
                <a:close/>
                <a:moveTo>
                  <a:pt x="185209" y="147078"/>
                </a:moveTo>
                <a:lnTo>
                  <a:pt x="167599" y="147078"/>
                </a:lnTo>
                <a:lnTo>
                  <a:pt x="167599" y="130546"/>
                </a:lnTo>
                <a:lnTo>
                  <a:pt x="167240" y="130546"/>
                </a:lnTo>
                <a:cubicBezTo>
                  <a:pt x="159992" y="143124"/>
                  <a:pt x="148731" y="149414"/>
                  <a:pt x="133458" y="149414"/>
                </a:cubicBezTo>
                <a:cubicBezTo>
                  <a:pt x="120879" y="149414"/>
                  <a:pt x="110876" y="144936"/>
                  <a:pt x="103449" y="135982"/>
                </a:cubicBezTo>
                <a:cubicBezTo>
                  <a:pt x="96022" y="127027"/>
                  <a:pt x="92308" y="114943"/>
                  <a:pt x="92308" y="99729"/>
                </a:cubicBezTo>
                <a:cubicBezTo>
                  <a:pt x="92308" y="83317"/>
                  <a:pt x="96501" y="70155"/>
                  <a:pt x="104887" y="60242"/>
                </a:cubicBezTo>
                <a:cubicBezTo>
                  <a:pt x="113272" y="50329"/>
                  <a:pt x="124233" y="45372"/>
                  <a:pt x="137770" y="45372"/>
                </a:cubicBezTo>
                <a:cubicBezTo>
                  <a:pt x="151307" y="45372"/>
                  <a:pt x="161130" y="50643"/>
                  <a:pt x="167240" y="61185"/>
                </a:cubicBezTo>
                <a:lnTo>
                  <a:pt x="167599" y="61185"/>
                </a:lnTo>
                <a:lnTo>
                  <a:pt x="167599" y="0"/>
                </a:lnTo>
                <a:lnTo>
                  <a:pt x="185209" y="0"/>
                </a:lnTo>
                <a:lnTo>
                  <a:pt x="185209" y="147078"/>
                </a:lnTo>
                <a:moveTo>
                  <a:pt x="167689" y="87959"/>
                </a:moveTo>
                <a:cubicBezTo>
                  <a:pt x="167689" y="79993"/>
                  <a:pt x="165068" y="73329"/>
                  <a:pt x="159827" y="67968"/>
                </a:cubicBezTo>
                <a:cubicBezTo>
                  <a:pt x="154586" y="62608"/>
                  <a:pt x="148132" y="59927"/>
                  <a:pt x="140466" y="59927"/>
                </a:cubicBezTo>
                <a:cubicBezTo>
                  <a:pt x="131122" y="59927"/>
                  <a:pt x="123754" y="63416"/>
                  <a:pt x="118363" y="70394"/>
                </a:cubicBezTo>
                <a:cubicBezTo>
                  <a:pt x="112973" y="77372"/>
                  <a:pt x="110277" y="86881"/>
                  <a:pt x="110277" y="98920"/>
                </a:cubicBezTo>
                <a:cubicBezTo>
                  <a:pt x="110277" y="110001"/>
                  <a:pt x="112868" y="118761"/>
                  <a:pt x="118049" y="125200"/>
                </a:cubicBezTo>
                <a:cubicBezTo>
                  <a:pt x="123230" y="131639"/>
                  <a:pt x="130133" y="134859"/>
                  <a:pt x="138759" y="134859"/>
                </a:cubicBezTo>
                <a:cubicBezTo>
                  <a:pt x="147264" y="134859"/>
                  <a:pt x="154212" y="131699"/>
                  <a:pt x="159603" y="125380"/>
                </a:cubicBezTo>
                <a:cubicBezTo>
                  <a:pt x="164994" y="119061"/>
                  <a:pt x="167689" y="111199"/>
                  <a:pt x="167689" y="101795"/>
                </a:cubicBezTo>
                <a:lnTo>
                  <a:pt x="167689" y="87959"/>
                </a:lnTo>
                <a:close/>
                <a:moveTo>
                  <a:pt x="302971" y="138722"/>
                </a:moveTo>
                <a:cubicBezTo>
                  <a:pt x="302971" y="175499"/>
                  <a:pt x="285121" y="193887"/>
                  <a:pt x="249423" y="193887"/>
                </a:cubicBezTo>
                <a:cubicBezTo>
                  <a:pt x="237084" y="193887"/>
                  <a:pt x="226362" y="191581"/>
                  <a:pt x="217258" y="186969"/>
                </a:cubicBezTo>
                <a:lnTo>
                  <a:pt x="217258" y="169988"/>
                </a:lnTo>
                <a:cubicBezTo>
                  <a:pt x="228339" y="176158"/>
                  <a:pt x="238970" y="179243"/>
                  <a:pt x="249153" y="179243"/>
                </a:cubicBezTo>
                <a:cubicBezTo>
                  <a:pt x="273292" y="179243"/>
                  <a:pt x="285361" y="166544"/>
                  <a:pt x="285361" y="141148"/>
                </a:cubicBezTo>
                <a:lnTo>
                  <a:pt x="285361" y="130636"/>
                </a:lnTo>
                <a:lnTo>
                  <a:pt x="285002" y="130636"/>
                </a:lnTo>
                <a:cubicBezTo>
                  <a:pt x="277454" y="143154"/>
                  <a:pt x="266194" y="149414"/>
                  <a:pt x="251219" y="149414"/>
                </a:cubicBezTo>
                <a:cubicBezTo>
                  <a:pt x="238761" y="149414"/>
                  <a:pt x="228788" y="144951"/>
                  <a:pt x="221301" y="136027"/>
                </a:cubicBezTo>
                <a:cubicBezTo>
                  <a:pt x="213814" y="127102"/>
                  <a:pt x="210070" y="115272"/>
                  <a:pt x="210070" y="100538"/>
                </a:cubicBezTo>
                <a:cubicBezTo>
                  <a:pt x="210070" y="83587"/>
                  <a:pt x="214203" y="70155"/>
                  <a:pt x="222469" y="60242"/>
                </a:cubicBezTo>
                <a:cubicBezTo>
                  <a:pt x="230735" y="50329"/>
                  <a:pt x="241756" y="45372"/>
                  <a:pt x="255532" y="45372"/>
                </a:cubicBezTo>
                <a:cubicBezTo>
                  <a:pt x="268769" y="45372"/>
                  <a:pt x="278593" y="50643"/>
                  <a:pt x="285002" y="61185"/>
                </a:cubicBezTo>
                <a:lnTo>
                  <a:pt x="285361" y="61185"/>
                </a:lnTo>
                <a:lnTo>
                  <a:pt x="285361" y="47708"/>
                </a:lnTo>
                <a:lnTo>
                  <a:pt x="302971" y="47708"/>
                </a:lnTo>
                <a:lnTo>
                  <a:pt x="302971" y="138722"/>
                </a:lnTo>
                <a:moveTo>
                  <a:pt x="285361" y="87959"/>
                </a:moveTo>
                <a:cubicBezTo>
                  <a:pt x="285421" y="80292"/>
                  <a:pt x="282845" y="73704"/>
                  <a:pt x="277634" y="68193"/>
                </a:cubicBezTo>
                <a:cubicBezTo>
                  <a:pt x="272423" y="62682"/>
                  <a:pt x="266014" y="59927"/>
                  <a:pt x="258407" y="59927"/>
                </a:cubicBezTo>
                <a:cubicBezTo>
                  <a:pt x="248824" y="59927"/>
                  <a:pt x="241366" y="63446"/>
                  <a:pt x="236036" y="70484"/>
                </a:cubicBezTo>
                <a:cubicBezTo>
                  <a:pt x="230705" y="77522"/>
                  <a:pt x="228039" y="87180"/>
                  <a:pt x="228039" y="99459"/>
                </a:cubicBezTo>
                <a:cubicBezTo>
                  <a:pt x="228039" y="110001"/>
                  <a:pt x="230615" y="118537"/>
                  <a:pt x="235766" y="125065"/>
                </a:cubicBezTo>
                <a:cubicBezTo>
                  <a:pt x="240917" y="131594"/>
                  <a:pt x="247745" y="134859"/>
                  <a:pt x="256251" y="134859"/>
                </a:cubicBezTo>
                <a:cubicBezTo>
                  <a:pt x="264816" y="134859"/>
                  <a:pt x="271824" y="131744"/>
                  <a:pt x="277275" y="125515"/>
                </a:cubicBezTo>
                <a:cubicBezTo>
                  <a:pt x="282725" y="119285"/>
                  <a:pt x="285421" y="111379"/>
                  <a:pt x="285361" y="101795"/>
                </a:cubicBezTo>
                <a:lnTo>
                  <a:pt x="285361" y="87959"/>
                </a:lnTo>
                <a:close/>
                <a:moveTo>
                  <a:pt x="415433" y="101885"/>
                </a:moveTo>
                <a:lnTo>
                  <a:pt x="345892" y="101885"/>
                </a:lnTo>
                <a:cubicBezTo>
                  <a:pt x="346192" y="112487"/>
                  <a:pt x="349097" y="120678"/>
                  <a:pt x="354607" y="126458"/>
                </a:cubicBezTo>
                <a:cubicBezTo>
                  <a:pt x="360118" y="132238"/>
                  <a:pt x="367814" y="135128"/>
                  <a:pt x="377698" y="135128"/>
                </a:cubicBezTo>
                <a:cubicBezTo>
                  <a:pt x="388838" y="135128"/>
                  <a:pt x="399051" y="131564"/>
                  <a:pt x="408335" y="124437"/>
                </a:cubicBezTo>
                <a:lnTo>
                  <a:pt x="408335" y="140160"/>
                </a:lnTo>
                <a:cubicBezTo>
                  <a:pt x="399590" y="146329"/>
                  <a:pt x="388000" y="149414"/>
                  <a:pt x="373565" y="149414"/>
                </a:cubicBezTo>
                <a:cubicBezTo>
                  <a:pt x="359189" y="149414"/>
                  <a:pt x="347974" y="144861"/>
                  <a:pt x="339917" y="135757"/>
                </a:cubicBezTo>
                <a:cubicBezTo>
                  <a:pt x="331861" y="126653"/>
                  <a:pt x="327833" y="114014"/>
                  <a:pt x="327833" y="97842"/>
                </a:cubicBezTo>
                <a:cubicBezTo>
                  <a:pt x="327833" y="82628"/>
                  <a:pt x="332250" y="70080"/>
                  <a:pt x="341085" y="60197"/>
                </a:cubicBezTo>
                <a:cubicBezTo>
                  <a:pt x="349920" y="50314"/>
                  <a:pt x="360896" y="45372"/>
                  <a:pt x="374014" y="45372"/>
                </a:cubicBezTo>
                <a:cubicBezTo>
                  <a:pt x="387012" y="45372"/>
                  <a:pt x="397164" y="49550"/>
                  <a:pt x="404472" y="57906"/>
                </a:cubicBezTo>
                <a:cubicBezTo>
                  <a:pt x="411779" y="66261"/>
                  <a:pt x="415433" y="77956"/>
                  <a:pt x="415433" y="92990"/>
                </a:cubicBezTo>
                <a:lnTo>
                  <a:pt x="415433" y="101885"/>
                </a:lnTo>
                <a:moveTo>
                  <a:pt x="397823" y="87779"/>
                </a:moveTo>
                <a:cubicBezTo>
                  <a:pt x="397763" y="78795"/>
                  <a:pt x="395637" y="71847"/>
                  <a:pt x="391444" y="66935"/>
                </a:cubicBezTo>
                <a:cubicBezTo>
                  <a:pt x="387251" y="62024"/>
                  <a:pt x="381351" y="59568"/>
                  <a:pt x="373744" y="59568"/>
                </a:cubicBezTo>
                <a:cubicBezTo>
                  <a:pt x="366736" y="59568"/>
                  <a:pt x="360672" y="62173"/>
                  <a:pt x="355551" y="67384"/>
                </a:cubicBezTo>
                <a:cubicBezTo>
                  <a:pt x="350429" y="72595"/>
                  <a:pt x="347210" y="79394"/>
                  <a:pt x="345892" y="87779"/>
                </a:cubicBezTo>
                <a:lnTo>
                  <a:pt x="397823" y="87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Aggregation">
            <a:extLst xmlns:a="http://schemas.openxmlformats.org/drawingml/2006/main">
              <a:ext uri="{FF2B5EF4-FFF2-40B4-BE49-F238E27FC236}">
                <a16:creationId xmlns:a16="http://schemas.microsoft.com/office/drawing/2014/main" id="{C78AADE1-9ED4-470F-8F28-81B7A0BC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952" y="3699380"/>
            <a:ext cx="1088341" cy="192270"/>
          </a:xfrm>
          <a:custGeom xmlns:a="http://schemas.openxmlformats.org/drawingml/2006/main">
            <a:pathLst>
              <a:path w="1088341" h="192270">
                <a:moveTo>
                  <a:pt x="125245" y="145460"/>
                </a:moveTo>
                <a:lnTo>
                  <a:pt x="105389" y="145460"/>
                </a:lnTo>
                <a:lnTo>
                  <a:pt x="91194" y="107366"/>
                </a:lnTo>
                <a:lnTo>
                  <a:pt x="33243" y="107366"/>
                </a:lnTo>
                <a:lnTo>
                  <a:pt x="19856" y="145460"/>
                </a:lnTo>
                <a:lnTo>
                  <a:pt x="0" y="145460"/>
                </a:lnTo>
                <a:lnTo>
                  <a:pt x="53009" y="6289"/>
                </a:lnTo>
                <a:lnTo>
                  <a:pt x="72236" y="6289"/>
                </a:lnTo>
                <a:lnTo>
                  <a:pt x="125245" y="145460"/>
                </a:lnTo>
                <a:moveTo>
                  <a:pt x="85623" y="91643"/>
                </a:moveTo>
                <a:lnTo>
                  <a:pt x="64599" y="33782"/>
                </a:lnTo>
                <a:cubicBezTo>
                  <a:pt x="63940" y="31925"/>
                  <a:pt x="63222" y="28691"/>
                  <a:pt x="62443" y="24079"/>
                </a:cubicBezTo>
                <a:lnTo>
                  <a:pt x="61994" y="24079"/>
                </a:lnTo>
                <a:cubicBezTo>
                  <a:pt x="61335" y="28271"/>
                  <a:pt x="60586" y="31506"/>
                  <a:pt x="59748" y="33782"/>
                </a:cubicBezTo>
                <a:lnTo>
                  <a:pt x="38903" y="91643"/>
                </a:lnTo>
                <a:lnTo>
                  <a:pt x="85623" y="91643"/>
                </a:lnTo>
                <a:close/>
                <a:moveTo>
                  <a:pt x="228895" y="137105"/>
                </a:moveTo>
                <a:cubicBezTo>
                  <a:pt x="228895" y="173882"/>
                  <a:pt x="211046" y="192270"/>
                  <a:pt x="175347" y="192270"/>
                </a:cubicBezTo>
                <a:cubicBezTo>
                  <a:pt x="163008" y="192270"/>
                  <a:pt x="152287" y="189964"/>
                  <a:pt x="143182" y="185352"/>
                </a:cubicBezTo>
                <a:lnTo>
                  <a:pt x="143182" y="168371"/>
                </a:lnTo>
                <a:cubicBezTo>
                  <a:pt x="154263" y="174541"/>
                  <a:pt x="164895" y="177625"/>
                  <a:pt x="175078" y="177625"/>
                </a:cubicBezTo>
                <a:cubicBezTo>
                  <a:pt x="199216" y="177625"/>
                  <a:pt x="211286" y="164927"/>
                  <a:pt x="211286" y="139531"/>
                </a:cubicBezTo>
                <a:lnTo>
                  <a:pt x="211286" y="129019"/>
                </a:lnTo>
                <a:lnTo>
                  <a:pt x="210926" y="129019"/>
                </a:lnTo>
                <a:cubicBezTo>
                  <a:pt x="203379" y="141537"/>
                  <a:pt x="192118" y="147796"/>
                  <a:pt x="177144" y="147796"/>
                </a:cubicBezTo>
                <a:cubicBezTo>
                  <a:pt x="164685" y="147796"/>
                  <a:pt x="154713" y="143334"/>
                  <a:pt x="147225" y="134409"/>
                </a:cubicBezTo>
                <a:cubicBezTo>
                  <a:pt x="139738" y="125485"/>
                  <a:pt x="135995" y="113655"/>
                  <a:pt x="135995" y="98920"/>
                </a:cubicBezTo>
                <a:cubicBezTo>
                  <a:pt x="135995" y="81969"/>
                  <a:pt x="140128" y="68537"/>
                  <a:pt x="148393" y="58624"/>
                </a:cubicBezTo>
                <a:cubicBezTo>
                  <a:pt x="156659" y="48711"/>
                  <a:pt x="167680" y="43755"/>
                  <a:pt x="181457" y="43755"/>
                </a:cubicBezTo>
                <a:cubicBezTo>
                  <a:pt x="194694" y="43755"/>
                  <a:pt x="204517" y="49026"/>
                  <a:pt x="210926" y="59568"/>
                </a:cubicBezTo>
                <a:lnTo>
                  <a:pt x="211286" y="59568"/>
                </a:lnTo>
                <a:lnTo>
                  <a:pt x="211286" y="46091"/>
                </a:lnTo>
                <a:lnTo>
                  <a:pt x="228895" y="46091"/>
                </a:lnTo>
                <a:lnTo>
                  <a:pt x="228895" y="137105"/>
                </a:lnTo>
                <a:moveTo>
                  <a:pt x="211286" y="86342"/>
                </a:moveTo>
                <a:cubicBezTo>
                  <a:pt x="211345" y="78675"/>
                  <a:pt x="208770" y="72086"/>
                  <a:pt x="203559" y="66576"/>
                </a:cubicBezTo>
                <a:cubicBezTo>
                  <a:pt x="198348" y="61065"/>
                  <a:pt x="191939" y="58310"/>
                  <a:pt x="184332" y="58310"/>
                </a:cubicBezTo>
                <a:cubicBezTo>
                  <a:pt x="174748" y="58310"/>
                  <a:pt x="167291" y="61829"/>
                  <a:pt x="161960" y="68867"/>
                </a:cubicBezTo>
                <a:cubicBezTo>
                  <a:pt x="156629" y="75905"/>
                  <a:pt x="153964" y="85563"/>
                  <a:pt x="153964" y="97842"/>
                </a:cubicBezTo>
                <a:cubicBezTo>
                  <a:pt x="153964" y="108384"/>
                  <a:pt x="156539" y="116919"/>
                  <a:pt x="161691" y="123448"/>
                </a:cubicBezTo>
                <a:cubicBezTo>
                  <a:pt x="166842" y="129977"/>
                  <a:pt x="173670" y="133241"/>
                  <a:pt x="182175" y="133241"/>
                </a:cubicBezTo>
                <a:cubicBezTo>
                  <a:pt x="190741" y="133241"/>
                  <a:pt x="197749" y="130127"/>
                  <a:pt x="203199" y="123897"/>
                </a:cubicBezTo>
                <a:cubicBezTo>
                  <a:pt x="208650" y="117668"/>
                  <a:pt x="211345" y="109762"/>
                  <a:pt x="211286" y="100178"/>
                </a:cubicBezTo>
                <a:lnTo>
                  <a:pt x="211286" y="86342"/>
                </a:lnTo>
                <a:close/>
                <a:moveTo>
                  <a:pt x="346658" y="137105"/>
                </a:moveTo>
                <a:cubicBezTo>
                  <a:pt x="346658" y="173882"/>
                  <a:pt x="328809" y="192270"/>
                  <a:pt x="293110" y="192270"/>
                </a:cubicBezTo>
                <a:cubicBezTo>
                  <a:pt x="280771" y="192270"/>
                  <a:pt x="270050" y="189964"/>
                  <a:pt x="260945" y="185352"/>
                </a:cubicBezTo>
                <a:lnTo>
                  <a:pt x="260945" y="168371"/>
                </a:lnTo>
                <a:cubicBezTo>
                  <a:pt x="272026" y="174541"/>
                  <a:pt x="282658" y="177625"/>
                  <a:pt x="292841" y="177625"/>
                </a:cubicBezTo>
                <a:cubicBezTo>
                  <a:pt x="316979" y="177625"/>
                  <a:pt x="329049" y="164927"/>
                  <a:pt x="329049" y="139531"/>
                </a:cubicBezTo>
                <a:lnTo>
                  <a:pt x="329049" y="129019"/>
                </a:lnTo>
                <a:lnTo>
                  <a:pt x="328689" y="129019"/>
                </a:lnTo>
                <a:cubicBezTo>
                  <a:pt x="321142" y="141537"/>
                  <a:pt x="309881" y="147796"/>
                  <a:pt x="294907" y="147796"/>
                </a:cubicBezTo>
                <a:cubicBezTo>
                  <a:pt x="282448" y="147796"/>
                  <a:pt x="272476" y="143334"/>
                  <a:pt x="264988" y="134409"/>
                </a:cubicBezTo>
                <a:cubicBezTo>
                  <a:pt x="257501" y="125485"/>
                  <a:pt x="253758" y="113655"/>
                  <a:pt x="253758" y="98920"/>
                </a:cubicBezTo>
                <a:cubicBezTo>
                  <a:pt x="253758" y="81969"/>
                  <a:pt x="257891" y="68537"/>
                  <a:pt x="266156" y="58624"/>
                </a:cubicBezTo>
                <a:cubicBezTo>
                  <a:pt x="274422" y="48711"/>
                  <a:pt x="285443" y="43755"/>
                  <a:pt x="299220" y="43755"/>
                </a:cubicBezTo>
                <a:cubicBezTo>
                  <a:pt x="312457" y="43755"/>
                  <a:pt x="322280" y="49026"/>
                  <a:pt x="328689" y="59568"/>
                </a:cubicBezTo>
                <a:lnTo>
                  <a:pt x="329049" y="59568"/>
                </a:lnTo>
                <a:lnTo>
                  <a:pt x="329049" y="46091"/>
                </a:lnTo>
                <a:lnTo>
                  <a:pt x="346658" y="46091"/>
                </a:lnTo>
                <a:lnTo>
                  <a:pt x="346658" y="137105"/>
                </a:lnTo>
                <a:moveTo>
                  <a:pt x="329049" y="86342"/>
                </a:moveTo>
                <a:cubicBezTo>
                  <a:pt x="329108" y="78675"/>
                  <a:pt x="326533" y="72086"/>
                  <a:pt x="321322" y="66576"/>
                </a:cubicBezTo>
                <a:cubicBezTo>
                  <a:pt x="316111" y="61065"/>
                  <a:pt x="309702" y="58310"/>
                  <a:pt x="302095" y="58310"/>
                </a:cubicBezTo>
                <a:cubicBezTo>
                  <a:pt x="292511" y="58310"/>
                  <a:pt x="285054" y="61829"/>
                  <a:pt x="279723" y="68867"/>
                </a:cubicBezTo>
                <a:cubicBezTo>
                  <a:pt x="274392" y="75905"/>
                  <a:pt x="271727" y="85563"/>
                  <a:pt x="271727" y="97842"/>
                </a:cubicBezTo>
                <a:cubicBezTo>
                  <a:pt x="271727" y="108384"/>
                  <a:pt x="274302" y="116919"/>
                  <a:pt x="279454" y="123448"/>
                </a:cubicBezTo>
                <a:cubicBezTo>
                  <a:pt x="284605" y="129977"/>
                  <a:pt x="291433" y="133241"/>
                  <a:pt x="299938" y="133241"/>
                </a:cubicBezTo>
                <a:cubicBezTo>
                  <a:pt x="308504" y="133241"/>
                  <a:pt x="315512" y="130127"/>
                  <a:pt x="320962" y="123897"/>
                </a:cubicBezTo>
                <a:cubicBezTo>
                  <a:pt x="326413" y="117668"/>
                  <a:pt x="329108" y="109762"/>
                  <a:pt x="329049" y="100178"/>
                </a:cubicBezTo>
                <a:lnTo>
                  <a:pt x="329049" y="86342"/>
                </a:lnTo>
                <a:close/>
                <a:moveTo>
                  <a:pt x="431448" y="63521"/>
                </a:moveTo>
                <a:cubicBezTo>
                  <a:pt x="428513" y="61425"/>
                  <a:pt x="424470" y="60376"/>
                  <a:pt x="419319" y="60376"/>
                </a:cubicBezTo>
                <a:cubicBezTo>
                  <a:pt x="412490" y="60376"/>
                  <a:pt x="406860" y="63566"/>
                  <a:pt x="402428" y="69945"/>
                </a:cubicBezTo>
                <a:cubicBezTo>
                  <a:pt x="397995" y="76324"/>
                  <a:pt x="395779" y="84725"/>
                  <a:pt x="395779" y="95147"/>
                </a:cubicBezTo>
                <a:lnTo>
                  <a:pt x="395779" y="145460"/>
                </a:lnTo>
                <a:lnTo>
                  <a:pt x="378169" y="145460"/>
                </a:lnTo>
                <a:lnTo>
                  <a:pt x="378169" y="46091"/>
                </a:lnTo>
                <a:lnTo>
                  <a:pt x="395779" y="46091"/>
                </a:lnTo>
                <a:lnTo>
                  <a:pt x="395779" y="66306"/>
                </a:lnTo>
                <a:lnTo>
                  <a:pt x="396138" y="66306"/>
                </a:lnTo>
                <a:cubicBezTo>
                  <a:pt x="401170" y="51691"/>
                  <a:pt x="409855" y="44384"/>
                  <a:pt x="422194" y="44384"/>
                </a:cubicBezTo>
                <a:cubicBezTo>
                  <a:pt x="426207" y="44384"/>
                  <a:pt x="429292" y="44833"/>
                  <a:pt x="431448" y="45732"/>
                </a:cubicBezTo>
                <a:lnTo>
                  <a:pt x="431448" y="63521"/>
                </a:lnTo>
                <a:close/>
                <a:moveTo>
                  <a:pt x="527201" y="100268"/>
                </a:moveTo>
                <a:lnTo>
                  <a:pt x="457661" y="100268"/>
                </a:lnTo>
                <a:cubicBezTo>
                  <a:pt x="457960" y="110870"/>
                  <a:pt x="460865" y="119061"/>
                  <a:pt x="466376" y="124841"/>
                </a:cubicBezTo>
                <a:cubicBezTo>
                  <a:pt x="471886" y="130621"/>
                  <a:pt x="479583" y="133511"/>
                  <a:pt x="489466" y="133511"/>
                </a:cubicBezTo>
                <a:cubicBezTo>
                  <a:pt x="500607" y="133511"/>
                  <a:pt x="510820" y="129947"/>
                  <a:pt x="520104" y="122819"/>
                </a:cubicBezTo>
                <a:lnTo>
                  <a:pt x="520104" y="138542"/>
                </a:lnTo>
                <a:cubicBezTo>
                  <a:pt x="511359" y="144712"/>
                  <a:pt x="499769" y="147796"/>
                  <a:pt x="485333" y="147796"/>
                </a:cubicBezTo>
                <a:cubicBezTo>
                  <a:pt x="470958" y="147796"/>
                  <a:pt x="459742" y="143244"/>
                  <a:pt x="451686" y="134140"/>
                </a:cubicBezTo>
                <a:cubicBezTo>
                  <a:pt x="443630" y="125036"/>
                  <a:pt x="439602" y="112397"/>
                  <a:pt x="439602" y="96225"/>
                </a:cubicBezTo>
                <a:cubicBezTo>
                  <a:pt x="439602" y="81011"/>
                  <a:pt x="444019" y="68463"/>
                  <a:pt x="452854" y="58580"/>
                </a:cubicBezTo>
                <a:cubicBezTo>
                  <a:pt x="461689" y="48696"/>
                  <a:pt x="472665" y="43755"/>
                  <a:pt x="485783" y="43755"/>
                </a:cubicBezTo>
                <a:cubicBezTo>
                  <a:pt x="498780" y="43755"/>
                  <a:pt x="508933" y="47933"/>
                  <a:pt x="516240" y="56288"/>
                </a:cubicBezTo>
                <a:cubicBezTo>
                  <a:pt x="523548" y="64644"/>
                  <a:pt x="527201" y="76339"/>
                  <a:pt x="527201" y="91373"/>
                </a:cubicBezTo>
                <a:lnTo>
                  <a:pt x="527201" y="100268"/>
                </a:lnTo>
                <a:moveTo>
                  <a:pt x="509592" y="86162"/>
                </a:moveTo>
                <a:cubicBezTo>
                  <a:pt x="509532" y="77178"/>
                  <a:pt x="507405" y="70230"/>
                  <a:pt x="503213" y="65318"/>
                </a:cubicBezTo>
                <a:cubicBezTo>
                  <a:pt x="499020" y="60406"/>
                  <a:pt x="493120" y="57951"/>
                  <a:pt x="485513" y="57951"/>
                </a:cubicBezTo>
                <a:cubicBezTo>
                  <a:pt x="478505" y="57951"/>
                  <a:pt x="472440" y="60556"/>
                  <a:pt x="467319" y="65767"/>
                </a:cubicBezTo>
                <a:cubicBezTo>
                  <a:pt x="462198" y="70978"/>
                  <a:pt x="458979" y="77777"/>
                  <a:pt x="457661" y="86162"/>
                </a:cubicBezTo>
                <a:lnTo>
                  <a:pt x="509592" y="86162"/>
                </a:lnTo>
                <a:close/>
                <a:moveTo>
                  <a:pt x="636833" y="137105"/>
                </a:moveTo>
                <a:cubicBezTo>
                  <a:pt x="636833" y="173882"/>
                  <a:pt x="618984" y="192270"/>
                  <a:pt x="583285" y="192270"/>
                </a:cubicBezTo>
                <a:cubicBezTo>
                  <a:pt x="570946" y="192270"/>
                  <a:pt x="560225" y="189964"/>
                  <a:pt x="551120" y="185352"/>
                </a:cubicBezTo>
                <a:lnTo>
                  <a:pt x="551120" y="168371"/>
                </a:lnTo>
                <a:cubicBezTo>
                  <a:pt x="562201" y="174541"/>
                  <a:pt x="572833" y="177625"/>
                  <a:pt x="583015" y="177625"/>
                </a:cubicBezTo>
                <a:cubicBezTo>
                  <a:pt x="607154" y="177625"/>
                  <a:pt x="619223" y="164927"/>
                  <a:pt x="619223" y="139531"/>
                </a:cubicBezTo>
                <a:lnTo>
                  <a:pt x="619223" y="129019"/>
                </a:lnTo>
                <a:lnTo>
                  <a:pt x="618864" y="129019"/>
                </a:lnTo>
                <a:cubicBezTo>
                  <a:pt x="611317" y="141537"/>
                  <a:pt x="600056" y="147796"/>
                  <a:pt x="585082" y="147796"/>
                </a:cubicBezTo>
                <a:cubicBezTo>
                  <a:pt x="572623" y="147796"/>
                  <a:pt x="562650" y="143334"/>
                  <a:pt x="555163" y="134409"/>
                </a:cubicBezTo>
                <a:cubicBezTo>
                  <a:pt x="547676" y="125485"/>
                  <a:pt x="543933" y="113655"/>
                  <a:pt x="543933" y="98920"/>
                </a:cubicBezTo>
                <a:cubicBezTo>
                  <a:pt x="543933" y="81969"/>
                  <a:pt x="548065" y="68537"/>
                  <a:pt x="556331" y="58624"/>
                </a:cubicBezTo>
                <a:cubicBezTo>
                  <a:pt x="564597" y="48711"/>
                  <a:pt x="575618" y="43755"/>
                  <a:pt x="589395" y="43755"/>
                </a:cubicBezTo>
                <a:cubicBezTo>
                  <a:pt x="602632" y="43755"/>
                  <a:pt x="612455" y="49026"/>
                  <a:pt x="618864" y="59568"/>
                </a:cubicBezTo>
                <a:lnTo>
                  <a:pt x="619223" y="59568"/>
                </a:lnTo>
                <a:lnTo>
                  <a:pt x="619223" y="46091"/>
                </a:lnTo>
                <a:lnTo>
                  <a:pt x="636833" y="46091"/>
                </a:lnTo>
                <a:lnTo>
                  <a:pt x="636833" y="137105"/>
                </a:lnTo>
                <a:moveTo>
                  <a:pt x="619223" y="86342"/>
                </a:moveTo>
                <a:cubicBezTo>
                  <a:pt x="619283" y="78675"/>
                  <a:pt x="616708" y="72086"/>
                  <a:pt x="611497" y="66576"/>
                </a:cubicBezTo>
                <a:cubicBezTo>
                  <a:pt x="606286" y="61065"/>
                  <a:pt x="599877" y="58310"/>
                  <a:pt x="592270" y="58310"/>
                </a:cubicBezTo>
                <a:cubicBezTo>
                  <a:pt x="582686" y="58310"/>
                  <a:pt x="575229" y="61829"/>
                  <a:pt x="569898" y="68867"/>
                </a:cubicBezTo>
                <a:cubicBezTo>
                  <a:pt x="564567" y="75905"/>
                  <a:pt x="561902" y="85563"/>
                  <a:pt x="561902" y="97842"/>
                </a:cubicBezTo>
                <a:cubicBezTo>
                  <a:pt x="561902" y="108384"/>
                  <a:pt x="564477" y="116919"/>
                  <a:pt x="569628" y="123448"/>
                </a:cubicBezTo>
                <a:cubicBezTo>
                  <a:pt x="574780" y="129977"/>
                  <a:pt x="581608" y="133241"/>
                  <a:pt x="590113" y="133241"/>
                </a:cubicBezTo>
                <a:cubicBezTo>
                  <a:pt x="598679" y="133241"/>
                  <a:pt x="605687" y="130127"/>
                  <a:pt x="611137" y="123897"/>
                </a:cubicBezTo>
                <a:cubicBezTo>
                  <a:pt x="616588" y="117668"/>
                  <a:pt x="619283" y="109762"/>
                  <a:pt x="619223" y="100178"/>
                </a:cubicBezTo>
                <a:lnTo>
                  <a:pt x="619223" y="86342"/>
                </a:lnTo>
                <a:close/>
                <a:moveTo>
                  <a:pt x="670680" y="53009"/>
                </a:moveTo>
                <a:cubicBezTo>
                  <a:pt x="680563" y="46840"/>
                  <a:pt x="691973" y="43755"/>
                  <a:pt x="704911" y="43755"/>
                </a:cubicBezTo>
                <a:cubicBezTo>
                  <a:pt x="728870" y="43755"/>
                  <a:pt x="740849" y="56333"/>
                  <a:pt x="740849" y="81490"/>
                </a:cubicBezTo>
                <a:lnTo>
                  <a:pt x="740849" y="145460"/>
                </a:lnTo>
                <a:lnTo>
                  <a:pt x="723419" y="145460"/>
                </a:lnTo>
                <a:lnTo>
                  <a:pt x="723419" y="130097"/>
                </a:lnTo>
                <a:lnTo>
                  <a:pt x="722970" y="130097"/>
                </a:lnTo>
                <a:cubicBezTo>
                  <a:pt x="716082" y="141897"/>
                  <a:pt x="705929" y="147796"/>
                  <a:pt x="692512" y="147796"/>
                </a:cubicBezTo>
                <a:cubicBezTo>
                  <a:pt x="682869" y="147796"/>
                  <a:pt x="675202" y="145191"/>
                  <a:pt x="669512" y="139980"/>
                </a:cubicBezTo>
                <a:cubicBezTo>
                  <a:pt x="663822" y="134769"/>
                  <a:pt x="660976" y="127731"/>
                  <a:pt x="660976" y="118866"/>
                </a:cubicBezTo>
                <a:cubicBezTo>
                  <a:pt x="660976" y="100298"/>
                  <a:pt x="671968" y="89486"/>
                  <a:pt x="693950" y="86432"/>
                </a:cubicBezTo>
                <a:lnTo>
                  <a:pt x="723419" y="82299"/>
                </a:lnTo>
                <a:cubicBezTo>
                  <a:pt x="723419" y="66067"/>
                  <a:pt x="716711" y="57951"/>
                  <a:pt x="703294" y="57951"/>
                </a:cubicBezTo>
                <a:cubicBezTo>
                  <a:pt x="691374" y="57951"/>
                  <a:pt x="680503" y="61964"/>
                  <a:pt x="670680" y="69990"/>
                </a:cubicBezTo>
                <a:lnTo>
                  <a:pt x="670680" y="53009"/>
                </a:lnTo>
                <a:moveTo>
                  <a:pt x="700149" y="98741"/>
                </a:moveTo>
                <a:cubicBezTo>
                  <a:pt x="692003" y="99819"/>
                  <a:pt x="686388" y="101855"/>
                  <a:pt x="683303" y="104850"/>
                </a:cubicBezTo>
                <a:cubicBezTo>
                  <a:pt x="680218" y="107845"/>
                  <a:pt x="678676" y="112038"/>
                  <a:pt x="678676" y="117429"/>
                </a:cubicBezTo>
                <a:cubicBezTo>
                  <a:pt x="678676" y="122160"/>
                  <a:pt x="680353" y="126024"/>
                  <a:pt x="683707" y="129019"/>
                </a:cubicBezTo>
                <a:cubicBezTo>
                  <a:pt x="687062" y="132014"/>
                  <a:pt x="691494" y="133511"/>
                  <a:pt x="697005" y="133511"/>
                </a:cubicBezTo>
                <a:cubicBezTo>
                  <a:pt x="704672" y="133511"/>
                  <a:pt x="710991" y="130816"/>
                  <a:pt x="715962" y="125425"/>
                </a:cubicBezTo>
                <a:cubicBezTo>
                  <a:pt x="720934" y="120034"/>
                  <a:pt x="723419" y="113266"/>
                  <a:pt x="723419" y="105120"/>
                </a:cubicBezTo>
                <a:lnTo>
                  <a:pt x="723419" y="95596"/>
                </a:lnTo>
                <a:lnTo>
                  <a:pt x="700149" y="98741"/>
                </a:lnTo>
                <a:close/>
                <a:moveTo>
                  <a:pt x="817807" y="144472"/>
                </a:moveTo>
                <a:cubicBezTo>
                  <a:pt x="813974" y="146569"/>
                  <a:pt x="808792" y="147617"/>
                  <a:pt x="802264" y="147617"/>
                </a:cubicBezTo>
                <a:cubicBezTo>
                  <a:pt x="784474" y="147617"/>
                  <a:pt x="775579" y="137764"/>
                  <a:pt x="775579" y="118057"/>
                </a:cubicBezTo>
                <a:lnTo>
                  <a:pt x="775579" y="60646"/>
                </a:lnTo>
                <a:lnTo>
                  <a:pt x="758509" y="60646"/>
                </a:lnTo>
                <a:lnTo>
                  <a:pt x="758509" y="46091"/>
                </a:lnTo>
                <a:lnTo>
                  <a:pt x="775579" y="46091"/>
                </a:lnTo>
                <a:lnTo>
                  <a:pt x="775579" y="22192"/>
                </a:lnTo>
                <a:lnTo>
                  <a:pt x="793099" y="16621"/>
                </a:lnTo>
                <a:lnTo>
                  <a:pt x="793099" y="46091"/>
                </a:lnTo>
                <a:lnTo>
                  <a:pt x="817807" y="46091"/>
                </a:lnTo>
                <a:lnTo>
                  <a:pt x="817807" y="60646"/>
                </a:lnTo>
                <a:lnTo>
                  <a:pt x="793099" y="60646"/>
                </a:lnTo>
                <a:lnTo>
                  <a:pt x="793099" y="114913"/>
                </a:lnTo>
                <a:cubicBezTo>
                  <a:pt x="793099" y="121442"/>
                  <a:pt x="794207" y="126114"/>
                  <a:pt x="796424" y="128929"/>
                </a:cubicBezTo>
                <a:cubicBezTo>
                  <a:pt x="798640" y="131744"/>
                  <a:pt x="802324" y="133152"/>
                  <a:pt x="807475" y="133152"/>
                </a:cubicBezTo>
                <a:cubicBezTo>
                  <a:pt x="811428" y="133152"/>
                  <a:pt x="814872" y="132043"/>
                  <a:pt x="817807" y="129827"/>
                </a:cubicBezTo>
                <a:lnTo>
                  <a:pt x="817807" y="144472"/>
                </a:lnTo>
                <a:close/>
                <a:moveTo>
                  <a:pt x="837127" y="11051"/>
                </a:moveTo>
                <a:cubicBezTo>
                  <a:pt x="837127" y="7936"/>
                  <a:pt x="838191" y="5316"/>
                  <a:pt x="840317" y="3190"/>
                </a:cubicBezTo>
                <a:cubicBezTo>
                  <a:pt x="842443" y="1063"/>
                  <a:pt x="845064" y="0"/>
                  <a:pt x="848179" y="0"/>
                </a:cubicBezTo>
                <a:cubicBezTo>
                  <a:pt x="851353" y="0"/>
                  <a:pt x="854033" y="1048"/>
                  <a:pt x="856220" y="3145"/>
                </a:cubicBezTo>
                <a:cubicBezTo>
                  <a:pt x="858406" y="5241"/>
                  <a:pt x="859499" y="7876"/>
                  <a:pt x="859499" y="11051"/>
                </a:cubicBezTo>
                <a:cubicBezTo>
                  <a:pt x="859499" y="14166"/>
                  <a:pt x="858406" y="16756"/>
                  <a:pt x="856220" y="18823"/>
                </a:cubicBezTo>
                <a:cubicBezTo>
                  <a:pt x="854033" y="20889"/>
                  <a:pt x="851353" y="21922"/>
                  <a:pt x="848179" y="21922"/>
                </a:cubicBezTo>
                <a:cubicBezTo>
                  <a:pt x="845004" y="21922"/>
                  <a:pt x="842368" y="20889"/>
                  <a:pt x="840272" y="18823"/>
                </a:cubicBezTo>
                <a:cubicBezTo>
                  <a:pt x="838176" y="16756"/>
                  <a:pt x="837127" y="14166"/>
                  <a:pt x="837127" y="11051"/>
                </a:cubicBezTo>
                <a:moveTo>
                  <a:pt x="839194" y="145460"/>
                </a:moveTo>
                <a:lnTo>
                  <a:pt x="839194" y="46091"/>
                </a:lnTo>
                <a:lnTo>
                  <a:pt x="856804" y="46091"/>
                </a:lnTo>
                <a:lnTo>
                  <a:pt x="856804" y="145460"/>
                </a:lnTo>
                <a:lnTo>
                  <a:pt x="839194" y="145460"/>
                </a:lnTo>
                <a:close/>
                <a:moveTo>
                  <a:pt x="881580" y="96854"/>
                </a:moveTo>
                <a:cubicBezTo>
                  <a:pt x="881580" y="80442"/>
                  <a:pt x="886162" y="67489"/>
                  <a:pt x="895327" y="57996"/>
                </a:cubicBezTo>
                <a:cubicBezTo>
                  <a:pt x="904491" y="48502"/>
                  <a:pt x="916920" y="43755"/>
                  <a:pt x="932613" y="43755"/>
                </a:cubicBezTo>
                <a:cubicBezTo>
                  <a:pt x="947527" y="43755"/>
                  <a:pt x="959222" y="48322"/>
                  <a:pt x="967697" y="57456"/>
                </a:cubicBezTo>
                <a:cubicBezTo>
                  <a:pt x="976173" y="66591"/>
                  <a:pt x="980411" y="79214"/>
                  <a:pt x="980411" y="95326"/>
                </a:cubicBezTo>
                <a:cubicBezTo>
                  <a:pt x="980411" y="111020"/>
                  <a:pt x="975888" y="123688"/>
                  <a:pt x="966844" y="133331"/>
                </a:cubicBezTo>
                <a:cubicBezTo>
                  <a:pt x="957799" y="142975"/>
                  <a:pt x="945670" y="147796"/>
                  <a:pt x="930456" y="147796"/>
                </a:cubicBezTo>
                <a:cubicBezTo>
                  <a:pt x="915602" y="147796"/>
                  <a:pt x="903742" y="143124"/>
                  <a:pt x="894877" y="133781"/>
                </a:cubicBezTo>
                <a:cubicBezTo>
                  <a:pt x="886013" y="124437"/>
                  <a:pt x="881580" y="112128"/>
                  <a:pt x="881580" y="96854"/>
                </a:cubicBezTo>
                <a:moveTo>
                  <a:pt x="899549" y="96315"/>
                </a:moveTo>
                <a:cubicBezTo>
                  <a:pt x="899549" y="107755"/>
                  <a:pt x="902439" y="116770"/>
                  <a:pt x="908219" y="123358"/>
                </a:cubicBezTo>
                <a:cubicBezTo>
                  <a:pt x="914000" y="129947"/>
                  <a:pt x="921771" y="133241"/>
                  <a:pt x="931534" y="133241"/>
                </a:cubicBezTo>
                <a:cubicBezTo>
                  <a:pt x="941597" y="133241"/>
                  <a:pt x="949264" y="130022"/>
                  <a:pt x="954535" y="123583"/>
                </a:cubicBezTo>
                <a:cubicBezTo>
                  <a:pt x="959806" y="117144"/>
                  <a:pt x="962441" y="107905"/>
                  <a:pt x="962441" y="95866"/>
                </a:cubicBezTo>
                <a:cubicBezTo>
                  <a:pt x="962441" y="83766"/>
                  <a:pt x="959806" y="74482"/>
                  <a:pt x="954535" y="68013"/>
                </a:cubicBezTo>
                <a:cubicBezTo>
                  <a:pt x="949264" y="61544"/>
                  <a:pt x="941597" y="58310"/>
                  <a:pt x="931534" y="58310"/>
                </a:cubicBezTo>
                <a:cubicBezTo>
                  <a:pt x="921651" y="58310"/>
                  <a:pt x="913850" y="61694"/>
                  <a:pt x="908130" y="68463"/>
                </a:cubicBezTo>
                <a:cubicBezTo>
                  <a:pt x="902409" y="75231"/>
                  <a:pt x="899549" y="84515"/>
                  <a:pt x="899549" y="96315"/>
                </a:cubicBezTo>
                <a:close/>
                <a:moveTo>
                  <a:pt x="1088341" y="145460"/>
                </a:moveTo>
                <a:lnTo>
                  <a:pt x="1070821" y="145460"/>
                </a:lnTo>
                <a:lnTo>
                  <a:pt x="1070821" y="88947"/>
                </a:lnTo>
                <a:cubicBezTo>
                  <a:pt x="1070821" y="68522"/>
                  <a:pt x="1063364" y="58310"/>
                  <a:pt x="1048450" y="58310"/>
                </a:cubicBezTo>
                <a:cubicBezTo>
                  <a:pt x="1040723" y="58310"/>
                  <a:pt x="1034374" y="61185"/>
                  <a:pt x="1029403" y="66935"/>
                </a:cubicBezTo>
                <a:cubicBezTo>
                  <a:pt x="1024431" y="72685"/>
                  <a:pt x="1021945" y="79963"/>
                  <a:pt x="1021945" y="88768"/>
                </a:cubicBezTo>
                <a:lnTo>
                  <a:pt x="1021945" y="145460"/>
                </a:lnTo>
                <a:lnTo>
                  <a:pt x="1004336" y="145460"/>
                </a:lnTo>
                <a:lnTo>
                  <a:pt x="1004336" y="46091"/>
                </a:lnTo>
                <a:lnTo>
                  <a:pt x="1021945" y="46091"/>
                </a:lnTo>
                <a:lnTo>
                  <a:pt x="1021945" y="62533"/>
                </a:lnTo>
                <a:lnTo>
                  <a:pt x="1022305" y="62533"/>
                </a:lnTo>
                <a:cubicBezTo>
                  <a:pt x="1029792" y="50014"/>
                  <a:pt x="1040663" y="43755"/>
                  <a:pt x="1054919" y="43755"/>
                </a:cubicBezTo>
                <a:cubicBezTo>
                  <a:pt x="1065820" y="43755"/>
                  <a:pt x="1074116" y="47244"/>
                  <a:pt x="1079806" y="54222"/>
                </a:cubicBezTo>
                <a:cubicBezTo>
                  <a:pt x="1085496" y="61200"/>
                  <a:pt x="1088341" y="71368"/>
                  <a:pt x="1088341" y="84725"/>
                </a:cubicBezTo>
                <a:lnTo>
                  <a:pt x="1088341" y="145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09B83-5AE6-4DE9-85D4-5A8F6C9E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056" y="4391820"/>
            <a:ext cx="401428" cy="395151"/>
          </a:xfrm>
          <a:custGeom xmlns:a="http://schemas.openxmlformats.org/drawingml/2006/main">
            <a:pathLst>
              <a:path w="401428" h="395151">
                <a:moveTo>
                  <a:pt x="0" y="197569"/>
                </a:moveTo>
                <a:cubicBezTo>
                  <a:pt x="0" y="88464"/>
                  <a:pt x="89774" y="0"/>
                  <a:pt x="200649" y="0"/>
                </a:cubicBezTo>
                <a:cubicBezTo>
                  <a:pt x="311523" y="0"/>
                  <a:pt x="401428" y="88464"/>
                  <a:pt x="401428" y="197569"/>
                </a:cubicBezTo>
                <a:cubicBezTo>
                  <a:pt x="401428" y="306687"/>
                  <a:pt x="311523" y="395151"/>
                  <a:pt x="200649" y="395151"/>
                </a:cubicBezTo>
                <a:cubicBezTo>
                  <a:pt x="89774" y="395151"/>
                  <a:pt x="0" y="306687"/>
                  <a:pt x="0" y="19756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43E5C-7098-4A73-8F8B-7FCB18F5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056" y="4391820"/>
            <a:ext cx="401428" cy="395151"/>
          </a:xfrm>
          <a:custGeom xmlns:a="http://schemas.openxmlformats.org/drawingml/2006/main">
            <a:pathLst>
              <a:path w="401428" h="395151" fill="none">
                <a:moveTo>
                  <a:pt x="0" y="197569"/>
                </a:moveTo>
                <a:cubicBezTo>
                  <a:pt x="0" y="88464"/>
                  <a:pt x="89774" y="0"/>
                  <a:pt x="200649" y="0"/>
                </a:cubicBezTo>
                <a:cubicBezTo>
                  <a:pt x="311523" y="0"/>
                  <a:pt x="401428" y="88464"/>
                  <a:pt x="401428" y="197569"/>
                </a:cubicBezTo>
                <a:cubicBezTo>
                  <a:pt x="401428" y="306687"/>
                  <a:pt x="311523" y="395151"/>
                  <a:pt x="200649" y="395151"/>
                </a:cubicBezTo>
                <a:cubicBezTo>
                  <a:pt x="89774" y="395151"/>
                  <a:pt x="0" y="306687"/>
                  <a:pt x="0" y="1975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7" name="Text 1">
            <a:extLst xmlns:a="http://schemas.openxmlformats.org/drawingml/2006/main">
              <a:ext uri="{FF2B5EF4-FFF2-40B4-BE49-F238E27FC236}">
                <a16:creationId xmlns:a16="http://schemas.microsoft.com/office/drawing/2014/main" id="{D15BB882-8669-4AFA-949A-19104376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137" y="4529038"/>
            <a:ext cx="88038" cy="134202"/>
          </a:xfrm>
          <a:custGeom xmlns:a="http://schemas.openxmlformats.org/drawingml/2006/main">
            <a:pathLst>
              <a:path w="88038" h="134202">
                <a:moveTo>
                  <a:pt x="88038" y="134202"/>
                </a:moveTo>
                <a:lnTo>
                  <a:pt x="4187" y="134202"/>
                </a:lnTo>
                <a:lnTo>
                  <a:pt x="4187" y="117657"/>
                </a:lnTo>
                <a:lnTo>
                  <a:pt x="38504" y="117657"/>
                </a:lnTo>
                <a:lnTo>
                  <a:pt x="38504" y="20120"/>
                </a:lnTo>
                <a:lnTo>
                  <a:pt x="6536" y="37585"/>
                </a:lnTo>
                <a:lnTo>
                  <a:pt x="0" y="22469"/>
                </a:lnTo>
                <a:lnTo>
                  <a:pt x="42487" y="0"/>
                </a:lnTo>
                <a:lnTo>
                  <a:pt x="58216" y="0"/>
                </a:lnTo>
                <a:lnTo>
                  <a:pt x="58216" y="117657"/>
                </a:lnTo>
                <a:lnTo>
                  <a:pt x="88038" y="117657"/>
                </a:lnTo>
                <a:lnTo>
                  <a:pt x="88038" y="1342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0415D-EF8E-49A3-881C-9E770059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964" y="4394664"/>
            <a:ext cx="401559" cy="395151"/>
          </a:xfrm>
          <a:custGeom xmlns:a="http://schemas.openxmlformats.org/drawingml/2006/main">
            <a:pathLst>
              <a:path w="401559" h="395151">
                <a:moveTo>
                  <a:pt x="0" y="197569"/>
                </a:moveTo>
                <a:cubicBezTo>
                  <a:pt x="0" y="88451"/>
                  <a:pt x="89905" y="0"/>
                  <a:pt x="200780" y="0"/>
                </a:cubicBezTo>
                <a:cubicBezTo>
                  <a:pt x="311654" y="0"/>
                  <a:pt x="401559" y="88451"/>
                  <a:pt x="401559" y="197569"/>
                </a:cubicBezTo>
                <a:cubicBezTo>
                  <a:pt x="401559" y="306687"/>
                  <a:pt x="311654" y="395151"/>
                  <a:pt x="200780" y="395151"/>
                </a:cubicBezTo>
                <a:cubicBezTo>
                  <a:pt x="89905" y="395151"/>
                  <a:pt x="0" y="306687"/>
                  <a:pt x="0" y="19756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31FD6-38C3-4B8C-926C-2089D7CE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964" y="4394664"/>
            <a:ext cx="401559" cy="395151"/>
          </a:xfrm>
          <a:custGeom xmlns:a="http://schemas.openxmlformats.org/drawingml/2006/main">
            <a:pathLst>
              <a:path w="401559" h="395151" fill="none">
                <a:moveTo>
                  <a:pt x="0" y="197569"/>
                </a:moveTo>
                <a:cubicBezTo>
                  <a:pt x="0" y="88451"/>
                  <a:pt x="89905" y="0"/>
                  <a:pt x="200780" y="0"/>
                </a:cubicBezTo>
                <a:cubicBezTo>
                  <a:pt x="311654" y="0"/>
                  <a:pt x="401559" y="88451"/>
                  <a:pt x="401559" y="197569"/>
                </a:cubicBezTo>
                <a:cubicBezTo>
                  <a:pt x="401559" y="306687"/>
                  <a:pt x="311654" y="395151"/>
                  <a:pt x="200780" y="395151"/>
                </a:cubicBezTo>
                <a:cubicBezTo>
                  <a:pt x="89905" y="395151"/>
                  <a:pt x="0" y="306687"/>
                  <a:pt x="0" y="1975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20" name="Text 3">
            <a:extLst xmlns:a="http://schemas.openxmlformats.org/drawingml/2006/main">
              <a:ext uri="{FF2B5EF4-FFF2-40B4-BE49-F238E27FC236}">
                <a16:creationId xmlns:a16="http://schemas.microsoft.com/office/drawing/2014/main" id="{A0DDADEE-6531-4ED6-9EC0-1CF495DF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532" y="4530643"/>
            <a:ext cx="83647" cy="137266"/>
          </a:xfrm>
          <a:custGeom xmlns:a="http://schemas.openxmlformats.org/drawingml/2006/main">
            <a:pathLst>
              <a:path w="83647" h="137266">
                <a:moveTo>
                  <a:pt x="83647" y="94881"/>
                </a:moveTo>
                <a:cubicBezTo>
                  <a:pt x="83647" y="100737"/>
                  <a:pt x="82455" y="106235"/>
                  <a:pt x="80072" y="111375"/>
                </a:cubicBezTo>
                <a:cubicBezTo>
                  <a:pt x="77689" y="116516"/>
                  <a:pt x="74114" y="121010"/>
                  <a:pt x="69348" y="124857"/>
                </a:cubicBezTo>
                <a:cubicBezTo>
                  <a:pt x="64582" y="128704"/>
                  <a:pt x="58590" y="131734"/>
                  <a:pt x="51373" y="133947"/>
                </a:cubicBezTo>
                <a:cubicBezTo>
                  <a:pt x="44155" y="136160"/>
                  <a:pt x="35746" y="137266"/>
                  <a:pt x="26146" y="137266"/>
                </a:cubicBezTo>
                <a:cubicBezTo>
                  <a:pt x="20835" y="137266"/>
                  <a:pt x="16069" y="137086"/>
                  <a:pt x="11847" y="136727"/>
                </a:cubicBezTo>
                <a:cubicBezTo>
                  <a:pt x="7626" y="136367"/>
                  <a:pt x="3677" y="135900"/>
                  <a:pt x="0" y="135326"/>
                </a:cubicBezTo>
                <a:lnTo>
                  <a:pt x="0" y="119393"/>
                </a:lnTo>
                <a:cubicBezTo>
                  <a:pt x="4221" y="120174"/>
                  <a:pt x="8681" y="120778"/>
                  <a:pt x="13379" y="121206"/>
                </a:cubicBezTo>
                <a:cubicBezTo>
                  <a:pt x="18077" y="121631"/>
                  <a:pt x="22878" y="121844"/>
                  <a:pt x="27780" y="121844"/>
                </a:cubicBezTo>
                <a:cubicBezTo>
                  <a:pt x="34453" y="121844"/>
                  <a:pt x="40155" y="121248"/>
                  <a:pt x="44887" y="120057"/>
                </a:cubicBezTo>
                <a:cubicBezTo>
                  <a:pt x="49619" y="118865"/>
                  <a:pt x="53483" y="117146"/>
                  <a:pt x="56479" y="114899"/>
                </a:cubicBezTo>
                <a:cubicBezTo>
                  <a:pt x="59475" y="112652"/>
                  <a:pt x="61654" y="109929"/>
                  <a:pt x="63016" y="106728"/>
                </a:cubicBezTo>
                <a:cubicBezTo>
                  <a:pt x="64378" y="103528"/>
                  <a:pt x="65058" y="99920"/>
                  <a:pt x="65058" y="95902"/>
                </a:cubicBezTo>
                <a:cubicBezTo>
                  <a:pt x="65058" y="92226"/>
                  <a:pt x="64241" y="89025"/>
                  <a:pt x="62607" y="86302"/>
                </a:cubicBezTo>
                <a:cubicBezTo>
                  <a:pt x="60973" y="83578"/>
                  <a:pt x="58675" y="81297"/>
                  <a:pt x="55713" y="79459"/>
                </a:cubicBezTo>
                <a:cubicBezTo>
                  <a:pt x="52751" y="77621"/>
                  <a:pt x="49211" y="76242"/>
                  <a:pt x="45091" y="75323"/>
                </a:cubicBezTo>
                <a:cubicBezTo>
                  <a:pt x="40972" y="74404"/>
                  <a:pt x="36461" y="73944"/>
                  <a:pt x="31559" y="73944"/>
                </a:cubicBezTo>
                <a:lnTo>
                  <a:pt x="16341" y="73944"/>
                </a:lnTo>
                <a:lnTo>
                  <a:pt x="16341" y="59339"/>
                </a:lnTo>
                <a:lnTo>
                  <a:pt x="31763" y="59339"/>
                </a:lnTo>
                <a:cubicBezTo>
                  <a:pt x="35780" y="59339"/>
                  <a:pt x="39440" y="58810"/>
                  <a:pt x="42742" y="57753"/>
                </a:cubicBezTo>
                <a:cubicBezTo>
                  <a:pt x="46045" y="56695"/>
                  <a:pt x="48870" y="55177"/>
                  <a:pt x="51219" y="53198"/>
                </a:cubicBezTo>
                <a:cubicBezTo>
                  <a:pt x="53568" y="51217"/>
                  <a:pt x="55373" y="48777"/>
                  <a:pt x="56632" y="45877"/>
                </a:cubicBezTo>
                <a:cubicBezTo>
                  <a:pt x="57892" y="42976"/>
                  <a:pt x="58522" y="39684"/>
                  <a:pt x="58522" y="35999"/>
                </a:cubicBezTo>
                <a:cubicBezTo>
                  <a:pt x="58522" y="28832"/>
                  <a:pt x="56343" y="23612"/>
                  <a:pt x="51985" y="20337"/>
                </a:cubicBezTo>
                <a:cubicBezTo>
                  <a:pt x="47628" y="17060"/>
                  <a:pt x="41227" y="15422"/>
                  <a:pt x="32785" y="15422"/>
                </a:cubicBezTo>
                <a:cubicBezTo>
                  <a:pt x="28291" y="15422"/>
                  <a:pt x="23661" y="15865"/>
                  <a:pt x="18895" y="16750"/>
                </a:cubicBezTo>
                <a:cubicBezTo>
                  <a:pt x="14128" y="17635"/>
                  <a:pt x="9022" y="18963"/>
                  <a:pt x="3575" y="20733"/>
                </a:cubicBezTo>
                <a:lnTo>
                  <a:pt x="3575" y="5209"/>
                </a:lnTo>
                <a:cubicBezTo>
                  <a:pt x="5890" y="4392"/>
                  <a:pt x="8358" y="3660"/>
                  <a:pt x="10979" y="3013"/>
                </a:cubicBezTo>
                <a:cubicBezTo>
                  <a:pt x="13601" y="2366"/>
                  <a:pt x="16222" y="1821"/>
                  <a:pt x="18843" y="1379"/>
                </a:cubicBezTo>
                <a:cubicBezTo>
                  <a:pt x="21465" y="936"/>
                  <a:pt x="24069" y="596"/>
                  <a:pt x="26657" y="357"/>
                </a:cubicBezTo>
                <a:cubicBezTo>
                  <a:pt x="29244" y="119"/>
                  <a:pt x="31729" y="0"/>
                  <a:pt x="34112" y="0"/>
                </a:cubicBezTo>
                <a:cubicBezTo>
                  <a:pt x="41193" y="0"/>
                  <a:pt x="47424" y="767"/>
                  <a:pt x="52802" y="2301"/>
                </a:cubicBezTo>
                <a:cubicBezTo>
                  <a:pt x="58181" y="3835"/>
                  <a:pt x="62675" y="6035"/>
                  <a:pt x="66284" y="8901"/>
                </a:cubicBezTo>
                <a:cubicBezTo>
                  <a:pt x="69893" y="11765"/>
                  <a:pt x="72616" y="15243"/>
                  <a:pt x="74455" y="19335"/>
                </a:cubicBezTo>
                <a:cubicBezTo>
                  <a:pt x="76293" y="23427"/>
                  <a:pt x="77212" y="28029"/>
                  <a:pt x="77212" y="33142"/>
                </a:cubicBezTo>
                <a:cubicBezTo>
                  <a:pt x="77212" y="40781"/>
                  <a:pt x="75255" y="47192"/>
                  <a:pt x="71340" y="52375"/>
                </a:cubicBezTo>
                <a:cubicBezTo>
                  <a:pt x="67424" y="57558"/>
                  <a:pt x="62063" y="61684"/>
                  <a:pt x="55254" y="64752"/>
                </a:cubicBezTo>
                <a:cubicBezTo>
                  <a:pt x="58726" y="65297"/>
                  <a:pt x="62148" y="66386"/>
                  <a:pt x="65518" y="68020"/>
                </a:cubicBezTo>
                <a:cubicBezTo>
                  <a:pt x="68888" y="69654"/>
                  <a:pt x="71918" y="71748"/>
                  <a:pt x="74608" y="74301"/>
                </a:cubicBezTo>
                <a:cubicBezTo>
                  <a:pt x="77297" y="76855"/>
                  <a:pt x="79476" y="79868"/>
                  <a:pt x="81144" y="83340"/>
                </a:cubicBezTo>
                <a:cubicBezTo>
                  <a:pt x="82812" y="86813"/>
                  <a:pt x="83647" y="90660"/>
                  <a:pt x="83647" y="94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EC470-1121-4604-B095-5B96ED86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485" y="4548735"/>
            <a:ext cx="438780" cy="78634"/>
          </a:xfrm>
          <a:custGeom xmlns:a="http://schemas.openxmlformats.org/drawingml/2006/main">
            <a:pathLst>
              <a:path w="438780" h="78634">
                <a:moveTo>
                  <a:pt x="214541" y="49854"/>
                </a:moveTo>
                <a:lnTo>
                  <a:pt x="216244" y="49854"/>
                </a:lnTo>
                <a:lnTo>
                  <a:pt x="216244" y="30196"/>
                </a:lnTo>
                <a:lnTo>
                  <a:pt x="214410" y="30196"/>
                </a:lnTo>
                <a:lnTo>
                  <a:pt x="208381" y="30287"/>
                </a:lnTo>
                <a:lnTo>
                  <a:pt x="200386" y="30392"/>
                </a:lnTo>
                <a:lnTo>
                  <a:pt x="196455" y="30431"/>
                </a:lnTo>
                <a:lnTo>
                  <a:pt x="196586" y="50090"/>
                </a:lnTo>
                <a:lnTo>
                  <a:pt x="200518" y="50051"/>
                </a:lnTo>
                <a:lnTo>
                  <a:pt x="208643" y="49946"/>
                </a:lnTo>
                <a:lnTo>
                  <a:pt x="214541" y="49854"/>
                </a:lnTo>
                <a:close/>
                <a:moveTo>
                  <a:pt x="165525" y="30589"/>
                </a:moveTo>
                <a:lnTo>
                  <a:pt x="157138" y="30641"/>
                </a:lnTo>
                <a:lnTo>
                  <a:pt x="157269" y="50300"/>
                </a:lnTo>
                <a:lnTo>
                  <a:pt x="165656" y="50247"/>
                </a:lnTo>
                <a:lnTo>
                  <a:pt x="176927" y="50156"/>
                </a:lnTo>
                <a:lnTo>
                  <a:pt x="176796" y="30497"/>
                </a:lnTo>
                <a:lnTo>
                  <a:pt x="165525" y="30589"/>
                </a:lnTo>
                <a:close/>
                <a:moveTo>
                  <a:pt x="134727" y="30680"/>
                </a:moveTo>
                <a:lnTo>
                  <a:pt x="117820" y="30785"/>
                </a:lnTo>
                <a:lnTo>
                  <a:pt x="117951" y="50431"/>
                </a:lnTo>
                <a:lnTo>
                  <a:pt x="134727" y="50339"/>
                </a:lnTo>
                <a:lnTo>
                  <a:pt x="137610" y="50339"/>
                </a:lnTo>
                <a:lnTo>
                  <a:pt x="137610" y="30680"/>
                </a:lnTo>
                <a:lnTo>
                  <a:pt x="134727" y="30680"/>
                </a:lnTo>
                <a:close/>
                <a:moveTo>
                  <a:pt x="98293" y="30785"/>
                </a:moveTo>
                <a:lnTo>
                  <a:pt x="80600" y="30785"/>
                </a:lnTo>
                <a:lnTo>
                  <a:pt x="78503" y="30785"/>
                </a:lnTo>
                <a:lnTo>
                  <a:pt x="78634" y="50444"/>
                </a:lnTo>
                <a:lnTo>
                  <a:pt x="80600" y="50444"/>
                </a:lnTo>
                <a:lnTo>
                  <a:pt x="98293" y="50444"/>
                </a:lnTo>
                <a:lnTo>
                  <a:pt x="98293" y="30785"/>
                </a:lnTo>
                <a:close/>
                <a:moveTo>
                  <a:pt x="0" y="50536"/>
                </a:moveTo>
                <a:lnTo>
                  <a:pt x="19659" y="50536"/>
                </a:lnTo>
                <a:lnTo>
                  <a:pt x="19659" y="30877"/>
                </a:lnTo>
                <a:lnTo>
                  <a:pt x="0" y="30877"/>
                </a:lnTo>
                <a:lnTo>
                  <a:pt x="0" y="50536"/>
                </a:lnTo>
                <a:close/>
                <a:moveTo>
                  <a:pt x="40890" y="30877"/>
                </a:moveTo>
                <a:lnTo>
                  <a:pt x="39317" y="30877"/>
                </a:lnTo>
                <a:lnTo>
                  <a:pt x="39317" y="50536"/>
                </a:lnTo>
                <a:lnTo>
                  <a:pt x="40890" y="50536"/>
                </a:lnTo>
                <a:lnTo>
                  <a:pt x="58976" y="50536"/>
                </a:lnTo>
                <a:lnTo>
                  <a:pt x="58976" y="30877"/>
                </a:lnTo>
                <a:lnTo>
                  <a:pt x="40890" y="30877"/>
                </a:lnTo>
                <a:close/>
                <a:moveTo>
                  <a:pt x="360014" y="0"/>
                </a:moveTo>
                <a:lnTo>
                  <a:pt x="360063" y="29498"/>
                </a:lnTo>
                <a:lnTo>
                  <a:pt x="358179" y="29501"/>
                </a:lnTo>
                <a:lnTo>
                  <a:pt x="353854" y="29501"/>
                </a:lnTo>
                <a:lnTo>
                  <a:pt x="353854" y="49160"/>
                </a:lnTo>
                <a:lnTo>
                  <a:pt x="358179" y="49160"/>
                </a:lnTo>
                <a:lnTo>
                  <a:pt x="360096" y="49156"/>
                </a:lnTo>
                <a:lnTo>
                  <a:pt x="360145" y="78634"/>
                </a:lnTo>
                <a:lnTo>
                  <a:pt x="438780" y="39239"/>
                </a:lnTo>
                <a:lnTo>
                  <a:pt x="360014" y="0"/>
                </a:lnTo>
                <a:close/>
                <a:moveTo>
                  <a:pt x="334196" y="29501"/>
                </a:moveTo>
                <a:lnTo>
                  <a:pt x="321090" y="29501"/>
                </a:lnTo>
                <a:lnTo>
                  <a:pt x="314406" y="29540"/>
                </a:lnTo>
                <a:lnTo>
                  <a:pt x="314537" y="49199"/>
                </a:lnTo>
                <a:lnTo>
                  <a:pt x="321090" y="49160"/>
                </a:lnTo>
                <a:lnTo>
                  <a:pt x="334196" y="49160"/>
                </a:lnTo>
                <a:lnTo>
                  <a:pt x="334196" y="29501"/>
                </a:lnTo>
                <a:close/>
                <a:moveTo>
                  <a:pt x="287802" y="29606"/>
                </a:moveTo>
                <a:lnTo>
                  <a:pt x="275089" y="29684"/>
                </a:lnTo>
                <a:lnTo>
                  <a:pt x="275220" y="49343"/>
                </a:lnTo>
                <a:lnTo>
                  <a:pt x="287933" y="49264"/>
                </a:lnTo>
                <a:lnTo>
                  <a:pt x="294879" y="49264"/>
                </a:lnTo>
                <a:lnTo>
                  <a:pt x="294879" y="29606"/>
                </a:lnTo>
                <a:lnTo>
                  <a:pt x="287802" y="29606"/>
                </a:lnTo>
                <a:close/>
                <a:moveTo>
                  <a:pt x="255431" y="29737"/>
                </a:moveTo>
                <a:lnTo>
                  <a:pt x="248091" y="29802"/>
                </a:lnTo>
                <a:lnTo>
                  <a:pt x="238131" y="29894"/>
                </a:lnTo>
                <a:lnTo>
                  <a:pt x="235903" y="29894"/>
                </a:lnTo>
                <a:lnTo>
                  <a:pt x="235903" y="49553"/>
                </a:lnTo>
                <a:lnTo>
                  <a:pt x="238262" y="49553"/>
                </a:lnTo>
                <a:lnTo>
                  <a:pt x="248222" y="49461"/>
                </a:lnTo>
                <a:lnTo>
                  <a:pt x="255562" y="49395"/>
                </a:lnTo>
                <a:lnTo>
                  <a:pt x="255431" y="297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4AC8A-AF0F-4137-A46A-3830FEFB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693" y="4552759"/>
            <a:ext cx="414403" cy="78634"/>
          </a:xfrm>
          <a:custGeom xmlns:a="http://schemas.openxmlformats.org/drawingml/2006/main">
            <a:pathLst>
              <a:path w="414403" h="78634">
                <a:moveTo>
                  <a:pt x="19659" y="25373"/>
                </a:moveTo>
                <a:lnTo>
                  <a:pt x="0" y="25373"/>
                </a:lnTo>
                <a:lnTo>
                  <a:pt x="0" y="45031"/>
                </a:lnTo>
                <a:lnTo>
                  <a:pt x="19659" y="45031"/>
                </a:lnTo>
                <a:lnTo>
                  <a:pt x="19659" y="25373"/>
                </a:lnTo>
                <a:close/>
                <a:moveTo>
                  <a:pt x="58976" y="25478"/>
                </a:moveTo>
                <a:lnTo>
                  <a:pt x="57665" y="25478"/>
                </a:lnTo>
                <a:lnTo>
                  <a:pt x="39317" y="25386"/>
                </a:lnTo>
                <a:lnTo>
                  <a:pt x="39186" y="45044"/>
                </a:lnTo>
                <a:lnTo>
                  <a:pt x="57534" y="45136"/>
                </a:lnTo>
                <a:lnTo>
                  <a:pt x="58845" y="45136"/>
                </a:lnTo>
                <a:lnTo>
                  <a:pt x="58976" y="25478"/>
                </a:lnTo>
                <a:close/>
                <a:moveTo>
                  <a:pt x="98293" y="25700"/>
                </a:moveTo>
                <a:lnTo>
                  <a:pt x="93968" y="25674"/>
                </a:lnTo>
                <a:lnTo>
                  <a:pt x="78634" y="25595"/>
                </a:lnTo>
                <a:lnTo>
                  <a:pt x="78503" y="45241"/>
                </a:lnTo>
                <a:lnTo>
                  <a:pt x="93837" y="45333"/>
                </a:lnTo>
                <a:lnTo>
                  <a:pt x="98162" y="45359"/>
                </a:lnTo>
                <a:lnTo>
                  <a:pt x="98293" y="25700"/>
                </a:lnTo>
                <a:close/>
                <a:moveTo>
                  <a:pt x="137479" y="45660"/>
                </a:moveTo>
                <a:lnTo>
                  <a:pt x="137741" y="26002"/>
                </a:lnTo>
                <a:lnTo>
                  <a:pt x="127388" y="25871"/>
                </a:lnTo>
                <a:lnTo>
                  <a:pt x="117951" y="25818"/>
                </a:lnTo>
                <a:lnTo>
                  <a:pt x="117820" y="45477"/>
                </a:lnTo>
                <a:lnTo>
                  <a:pt x="127257" y="45529"/>
                </a:lnTo>
                <a:lnTo>
                  <a:pt x="127126" y="45529"/>
                </a:lnTo>
                <a:lnTo>
                  <a:pt x="137479" y="45660"/>
                </a:lnTo>
                <a:close/>
                <a:moveTo>
                  <a:pt x="177058" y="26500"/>
                </a:moveTo>
                <a:lnTo>
                  <a:pt x="169064" y="26369"/>
                </a:lnTo>
                <a:lnTo>
                  <a:pt x="157400" y="26185"/>
                </a:lnTo>
                <a:lnTo>
                  <a:pt x="157138" y="45831"/>
                </a:lnTo>
                <a:lnTo>
                  <a:pt x="168802" y="46014"/>
                </a:lnTo>
                <a:lnTo>
                  <a:pt x="176665" y="46158"/>
                </a:lnTo>
                <a:lnTo>
                  <a:pt x="177058" y="26500"/>
                </a:lnTo>
                <a:close/>
                <a:moveTo>
                  <a:pt x="197241" y="26958"/>
                </a:moveTo>
                <a:lnTo>
                  <a:pt x="196848" y="26945"/>
                </a:lnTo>
                <a:lnTo>
                  <a:pt x="196324" y="46591"/>
                </a:lnTo>
                <a:lnTo>
                  <a:pt x="196717" y="46604"/>
                </a:lnTo>
                <a:lnTo>
                  <a:pt x="196586" y="46604"/>
                </a:lnTo>
                <a:lnTo>
                  <a:pt x="202133" y="46797"/>
                </a:lnTo>
                <a:lnTo>
                  <a:pt x="204837" y="46953"/>
                </a:lnTo>
                <a:lnTo>
                  <a:pt x="205367" y="47128"/>
                </a:lnTo>
                <a:lnTo>
                  <a:pt x="207464" y="47364"/>
                </a:lnTo>
                <a:lnTo>
                  <a:pt x="211395" y="47587"/>
                </a:lnTo>
                <a:lnTo>
                  <a:pt x="215851" y="47744"/>
                </a:lnTo>
                <a:lnTo>
                  <a:pt x="216507" y="28099"/>
                </a:lnTo>
                <a:lnTo>
                  <a:pt x="212182" y="27941"/>
                </a:lnTo>
                <a:lnTo>
                  <a:pt x="212313" y="27955"/>
                </a:lnTo>
                <a:lnTo>
                  <a:pt x="209527" y="27794"/>
                </a:lnTo>
                <a:lnTo>
                  <a:pt x="209036" y="27614"/>
                </a:lnTo>
                <a:lnTo>
                  <a:pt x="206808" y="27378"/>
                </a:lnTo>
                <a:lnTo>
                  <a:pt x="203008" y="27155"/>
                </a:lnTo>
                <a:lnTo>
                  <a:pt x="197241" y="26958"/>
                </a:lnTo>
                <a:close/>
                <a:moveTo>
                  <a:pt x="255562" y="28793"/>
                </a:moveTo>
                <a:lnTo>
                  <a:pt x="245470" y="28715"/>
                </a:lnTo>
                <a:lnTo>
                  <a:pt x="245601" y="28728"/>
                </a:lnTo>
                <a:lnTo>
                  <a:pt x="235903" y="28544"/>
                </a:lnTo>
                <a:lnTo>
                  <a:pt x="235641" y="48203"/>
                </a:lnTo>
                <a:lnTo>
                  <a:pt x="245339" y="48373"/>
                </a:lnTo>
                <a:lnTo>
                  <a:pt x="255431" y="48452"/>
                </a:lnTo>
                <a:lnTo>
                  <a:pt x="255562" y="28793"/>
                </a:lnTo>
                <a:close/>
                <a:moveTo>
                  <a:pt x="294879" y="29265"/>
                </a:moveTo>
                <a:lnTo>
                  <a:pt x="287146" y="29213"/>
                </a:lnTo>
                <a:lnTo>
                  <a:pt x="275220" y="29055"/>
                </a:lnTo>
                <a:lnTo>
                  <a:pt x="274958" y="48714"/>
                </a:lnTo>
                <a:lnTo>
                  <a:pt x="287015" y="48871"/>
                </a:lnTo>
                <a:lnTo>
                  <a:pt x="294748" y="48911"/>
                </a:lnTo>
                <a:lnTo>
                  <a:pt x="294879" y="29265"/>
                </a:lnTo>
                <a:close/>
                <a:moveTo>
                  <a:pt x="334065" y="29462"/>
                </a:moveTo>
                <a:lnTo>
                  <a:pt x="320435" y="29409"/>
                </a:lnTo>
                <a:lnTo>
                  <a:pt x="314537" y="29370"/>
                </a:lnTo>
                <a:lnTo>
                  <a:pt x="314406" y="49029"/>
                </a:lnTo>
                <a:lnTo>
                  <a:pt x="320304" y="49068"/>
                </a:lnTo>
                <a:lnTo>
                  <a:pt x="334065" y="49120"/>
                </a:lnTo>
                <a:lnTo>
                  <a:pt x="334065" y="29462"/>
                </a:lnTo>
                <a:close/>
                <a:moveTo>
                  <a:pt x="335638" y="78634"/>
                </a:moveTo>
                <a:lnTo>
                  <a:pt x="414403" y="39527"/>
                </a:lnTo>
                <a:lnTo>
                  <a:pt x="335900" y="0"/>
                </a:lnTo>
                <a:lnTo>
                  <a:pt x="335638" y="786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Edge">
            <a:extLst xmlns:a="http://schemas.openxmlformats.org/drawingml/2006/main">
              <a:ext uri="{FF2B5EF4-FFF2-40B4-BE49-F238E27FC236}">
                <a16:creationId xmlns:a16="http://schemas.microsoft.com/office/drawing/2014/main" id="{EA9BCCC0-B524-4027-BFBD-C19DDFC2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556" y="4335932"/>
            <a:ext cx="415432" cy="193887"/>
          </a:xfrm>
          <a:custGeom xmlns:a="http://schemas.openxmlformats.org/drawingml/2006/main">
            <a:pathLst>
              <a:path w="415432" h="193887">
                <a:moveTo>
                  <a:pt x="74842" y="147078"/>
                </a:moveTo>
                <a:lnTo>
                  <a:pt x="0" y="147078"/>
                </a:lnTo>
                <a:lnTo>
                  <a:pt x="0" y="7906"/>
                </a:lnTo>
                <a:lnTo>
                  <a:pt x="71697" y="7906"/>
                </a:lnTo>
                <a:lnTo>
                  <a:pt x="71697" y="23899"/>
                </a:lnTo>
                <a:lnTo>
                  <a:pt x="17969" y="23899"/>
                </a:lnTo>
                <a:lnTo>
                  <a:pt x="17969" y="68463"/>
                </a:lnTo>
                <a:lnTo>
                  <a:pt x="67744" y="68463"/>
                </a:lnTo>
                <a:lnTo>
                  <a:pt x="67744" y="84365"/>
                </a:lnTo>
                <a:lnTo>
                  <a:pt x="17969" y="84365"/>
                </a:lnTo>
                <a:lnTo>
                  <a:pt x="17969" y="131175"/>
                </a:lnTo>
                <a:lnTo>
                  <a:pt x="74842" y="131175"/>
                </a:lnTo>
                <a:lnTo>
                  <a:pt x="74842" y="147078"/>
                </a:lnTo>
                <a:close/>
                <a:moveTo>
                  <a:pt x="185209" y="147078"/>
                </a:moveTo>
                <a:lnTo>
                  <a:pt x="167599" y="147078"/>
                </a:lnTo>
                <a:lnTo>
                  <a:pt x="167599" y="130546"/>
                </a:lnTo>
                <a:lnTo>
                  <a:pt x="167239" y="130546"/>
                </a:lnTo>
                <a:cubicBezTo>
                  <a:pt x="159992" y="143124"/>
                  <a:pt x="148731" y="149414"/>
                  <a:pt x="133457" y="149414"/>
                </a:cubicBezTo>
                <a:cubicBezTo>
                  <a:pt x="120879" y="149414"/>
                  <a:pt x="110876" y="144936"/>
                  <a:pt x="103449" y="135982"/>
                </a:cubicBezTo>
                <a:cubicBezTo>
                  <a:pt x="96022" y="127027"/>
                  <a:pt x="92308" y="114943"/>
                  <a:pt x="92308" y="99729"/>
                </a:cubicBezTo>
                <a:cubicBezTo>
                  <a:pt x="92308" y="83317"/>
                  <a:pt x="96501" y="70155"/>
                  <a:pt x="104886" y="60242"/>
                </a:cubicBezTo>
                <a:cubicBezTo>
                  <a:pt x="113272" y="50329"/>
                  <a:pt x="124233" y="45372"/>
                  <a:pt x="137770" y="45372"/>
                </a:cubicBezTo>
                <a:cubicBezTo>
                  <a:pt x="151307" y="45372"/>
                  <a:pt x="161130" y="50643"/>
                  <a:pt x="167239" y="61185"/>
                </a:cubicBezTo>
                <a:lnTo>
                  <a:pt x="167599" y="61185"/>
                </a:lnTo>
                <a:lnTo>
                  <a:pt x="167599" y="0"/>
                </a:lnTo>
                <a:lnTo>
                  <a:pt x="185209" y="0"/>
                </a:lnTo>
                <a:lnTo>
                  <a:pt x="185209" y="147078"/>
                </a:lnTo>
                <a:moveTo>
                  <a:pt x="167689" y="87959"/>
                </a:moveTo>
                <a:cubicBezTo>
                  <a:pt x="167689" y="79993"/>
                  <a:pt x="165068" y="73329"/>
                  <a:pt x="159827" y="67968"/>
                </a:cubicBezTo>
                <a:cubicBezTo>
                  <a:pt x="154586" y="62608"/>
                  <a:pt x="148132" y="59927"/>
                  <a:pt x="140465" y="59927"/>
                </a:cubicBezTo>
                <a:cubicBezTo>
                  <a:pt x="131121" y="59927"/>
                  <a:pt x="123754" y="63416"/>
                  <a:pt x="118363" y="70394"/>
                </a:cubicBezTo>
                <a:cubicBezTo>
                  <a:pt x="112972" y="77372"/>
                  <a:pt x="110277" y="86881"/>
                  <a:pt x="110277" y="98920"/>
                </a:cubicBezTo>
                <a:cubicBezTo>
                  <a:pt x="110277" y="110001"/>
                  <a:pt x="112868" y="118761"/>
                  <a:pt x="118049" y="125200"/>
                </a:cubicBezTo>
                <a:cubicBezTo>
                  <a:pt x="123230" y="131639"/>
                  <a:pt x="130133" y="134859"/>
                  <a:pt x="138758" y="134859"/>
                </a:cubicBezTo>
                <a:cubicBezTo>
                  <a:pt x="147264" y="134859"/>
                  <a:pt x="154212" y="131699"/>
                  <a:pt x="159602" y="125380"/>
                </a:cubicBezTo>
                <a:cubicBezTo>
                  <a:pt x="164993" y="119061"/>
                  <a:pt x="167689" y="111199"/>
                  <a:pt x="167689" y="101795"/>
                </a:cubicBezTo>
                <a:lnTo>
                  <a:pt x="167689" y="87959"/>
                </a:lnTo>
                <a:close/>
                <a:moveTo>
                  <a:pt x="302972" y="138722"/>
                </a:moveTo>
                <a:cubicBezTo>
                  <a:pt x="302972" y="175499"/>
                  <a:pt x="285122" y="193887"/>
                  <a:pt x="249423" y="193887"/>
                </a:cubicBezTo>
                <a:cubicBezTo>
                  <a:pt x="237085" y="193887"/>
                  <a:pt x="226363" y="191581"/>
                  <a:pt x="217259" y="186969"/>
                </a:cubicBezTo>
                <a:lnTo>
                  <a:pt x="217259" y="169988"/>
                </a:lnTo>
                <a:cubicBezTo>
                  <a:pt x="228340" y="176158"/>
                  <a:pt x="238971" y="179243"/>
                  <a:pt x="249154" y="179243"/>
                </a:cubicBezTo>
                <a:cubicBezTo>
                  <a:pt x="273292" y="179243"/>
                  <a:pt x="285362" y="166544"/>
                  <a:pt x="285362" y="141148"/>
                </a:cubicBezTo>
                <a:lnTo>
                  <a:pt x="285362" y="130636"/>
                </a:lnTo>
                <a:lnTo>
                  <a:pt x="285002" y="130636"/>
                </a:lnTo>
                <a:cubicBezTo>
                  <a:pt x="277455" y="143154"/>
                  <a:pt x="266195" y="149414"/>
                  <a:pt x="251220" y="149414"/>
                </a:cubicBezTo>
                <a:cubicBezTo>
                  <a:pt x="238762" y="149414"/>
                  <a:pt x="228789" y="144951"/>
                  <a:pt x="221302" y="136027"/>
                </a:cubicBezTo>
                <a:cubicBezTo>
                  <a:pt x="213814" y="127102"/>
                  <a:pt x="210071" y="115272"/>
                  <a:pt x="210071" y="100538"/>
                </a:cubicBezTo>
                <a:cubicBezTo>
                  <a:pt x="210071" y="83587"/>
                  <a:pt x="214204" y="70155"/>
                  <a:pt x="222470" y="60242"/>
                </a:cubicBezTo>
                <a:cubicBezTo>
                  <a:pt x="230735" y="50329"/>
                  <a:pt x="241757" y="45372"/>
                  <a:pt x="255533" y="45372"/>
                </a:cubicBezTo>
                <a:cubicBezTo>
                  <a:pt x="268770" y="45372"/>
                  <a:pt x="278593" y="50643"/>
                  <a:pt x="285002" y="61185"/>
                </a:cubicBezTo>
                <a:lnTo>
                  <a:pt x="285362" y="61185"/>
                </a:lnTo>
                <a:lnTo>
                  <a:pt x="285362" y="47708"/>
                </a:lnTo>
                <a:lnTo>
                  <a:pt x="302972" y="47708"/>
                </a:lnTo>
                <a:lnTo>
                  <a:pt x="302972" y="138722"/>
                </a:lnTo>
                <a:moveTo>
                  <a:pt x="285362" y="87959"/>
                </a:moveTo>
                <a:cubicBezTo>
                  <a:pt x="285422" y="80292"/>
                  <a:pt x="282846" y="73704"/>
                  <a:pt x="277635" y="68193"/>
                </a:cubicBezTo>
                <a:cubicBezTo>
                  <a:pt x="272424" y="62682"/>
                  <a:pt x="266015" y="59927"/>
                  <a:pt x="258408" y="59927"/>
                </a:cubicBezTo>
                <a:cubicBezTo>
                  <a:pt x="248824" y="59927"/>
                  <a:pt x="241367" y="63446"/>
                  <a:pt x="236036" y="70484"/>
                </a:cubicBezTo>
                <a:cubicBezTo>
                  <a:pt x="230706" y="77522"/>
                  <a:pt x="228040" y="87180"/>
                  <a:pt x="228040" y="99459"/>
                </a:cubicBezTo>
                <a:cubicBezTo>
                  <a:pt x="228040" y="110001"/>
                  <a:pt x="230616" y="118537"/>
                  <a:pt x="235767" y="125065"/>
                </a:cubicBezTo>
                <a:cubicBezTo>
                  <a:pt x="240918" y="131594"/>
                  <a:pt x="247746" y="134859"/>
                  <a:pt x="256252" y="134859"/>
                </a:cubicBezTo>
                <a:cubicBezTo>
                  <a:pt x="264817" y="134859"/>
                  <a:pt x="271825" y="131744"/>
                  <a:pt x="277276" y="125515"/>
                </a:cubicBezTo>
                <a:cubicBezTo>
                  <a:pt x="282726" y="119285"/>
                  <a:pt x="285422" y="111379"/>
                  <a:pt x="285362" y="101795"/>
                </a:cubicBezTo>
                <a:lnTo>
                  <a:pt x="285362" y="87959"/>
                </a:lnTo>
                <a:close/>
                <a:moveTo>
                  <a:pt x="415432" y="101885"/>
                </a:moveTo>
                <a:lnTo>
                  <a:pt x="345892" y="101885"/>
                </a:lnTo>
                <a:cubicBezTo>
                  <a:pt x="346191" y="112487"/>
                  <a:pt x="349096" y="120678"/>
                  <a:pt x="354607" y="126458"/>
                </a:cubicBezTo>
                <a:cubicBezTo>
                  <a:pt x="360117" y="132238"/>
                  <a:pt x="367814" y="135128"/>
                  <a:pt x="377697" y="135128"/>
                </a:cubicBezTo>
                <a:cubicBezTo>
                  <a:pt x="388838" y="135128"/>
                  <a:pt x="399051" y="131564"/>
                  <a:pt x="408335" y="124437"/>
                </a:cubicBezTo>
                <a:lnTo>
                  <a:pt x="408335" y="140160"/>
                </a:lnTo>
                <a:cubicBezTo>
                  <a:pt x="399590" y="146329"/>
                  <a:pt x="388000" y="149414"/>
                  <a:pt x="373564" y="149414"/>
                </a:cubicBezTo>
                <a:cubicBezTo>
                  <a:pt x="359189" y="149414"/>
                  <a:pt x="347973" y="144861"/>
                  <a:pt x="339917" y="135757"/>
                </a:cubicBezTo>
                <a:cubicBezTo>
                  <a:pt x="331861" y="126653"/>
                  <a:pt x="327833" y="114014"/>
                  <a:pt x="327833" y="97842"/>
                </a:cubicBezTo>
                <a:cubicBezTo>
                  <a:pt x="327833" y="82628"/>
                  <a:pt x="332250" y="70080"/>
                  <a:pt x="341085" y="60197"/>
                </a:cubicBezTo>
                <a:cubicBezTo>
                  <a:pt x="349920" y="50314"/>
                  <a:pt x="360896" y="45372"/>
                  <a:pt x="374014" y="45372"/>
                </a:cubicBezTo>
                <a:cubicBezTo>
                  <a:pt x="387011" y="45372"/>
                  <a:pt x="397164" y="49550"/>
                  <a:pt x="404471" y="57906"/>
                </a:cubicBezTo>
                <a:cubicBezTo>
                  <a:pt x="411779" y="66261"/>
                  <a:pt x="415432" y="77956"/>
                  <a:pt x="415432" y="92990"/>
                </a:cubicBezTo>
                <a:lnTo>
                  <a:pt x="415432" y="101885"/>
                </a:lnTo>
                <a:moveTo>
                  <a:pt x="397823" y="87779"/>
                </a:moveTo>
                <a:cubicBezTo>
                  <a:pt x="397763" y="78795"/>
                  <a:pt x="395636" y="71847"/>
                  <a:pt x="391444" y="66935"/>
                </a:cubicBezTo>
                <a:cubicBezTo>
                  <a:pt x="387251" y="62024"/>
                  <a:pt x="381351" y="59568"/>
                  <a:pt x="373744" y="59568"/>
                </a:cubicBezTo>
                <a:cubicBezTo>
                  <a:pt x="366736" y="59568"/>
                  <a:pt x="360671" y="62173"/>
                  <a:pt x="355550" y="67384"/>
                </a:cubicBezTo>
                <a:cubicBezTo>
                  <a:pt x="350429" y="72595"/>
                  <a:pt x="347210" y="79394"/>
                  <a:pt x="345892" y="87779"/>
                </a:cubicBezTo>
                <a:lnTo>
                  <a:pt x="397823" y="87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Merging">
            <a:extLst xmlns:a="http://schemas.openxmlformats.org/drawingml/2006/main">
              <a:ext uri="{FF2B5EF4-FFF2-40B4-BE49-F238E27FC236}">
                <a16:creationId xmlns:a16="http://schemas.microsoft.com/office/drawing/2014/main" id="{7CD4D09B-665F-4167-83E9-5CD69165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582" y="4557519"/>
            <a:ext cx="714685" cy="192544"/>
          </a:xfrm>
          <a:custGeom xmlns:a="http://schemas.openxmlformats.org/drawingml/2006/main">
            <a:pathLst>
              <a:path w="714685" h="192544">
                <a:moveTo>
                  <a:pt x="126053" y="145668"/>
                </a:moveTo>
                <a:lnTo>
                  <a:pt x="126053" y="53354"/>
                </a:lnTo>
                <a:cubicBezTo>
                  <a:pt x="126053" y="45737"/>
                  <a:pt x="126503" y="36589"/>
                  <a:pt x="127403" y="25912"/>
                </a:cubicBezTo>
                <a:lnTo>
                  <a:pt x="126953" y="25912"/>
                </a:lnTo>
                <a:cubicBezTo>
                  <a:pt x="125394" y="32631"/>
                  <a:pt x="124014" y="37309"/>
                  <a:pt x="122814" y="39948"/>
                </a:cubicBezTo>
                <a:lnTo>
                  <a:pt x="76838" y="145668"/>
                </a:lnTo>
                <a:lnTo>
                  <a:pt x="66851" y="145668"/>
                </a:lnTo>
                <a:lnTo>
                  <a:pt x="20964" y="40758"/>
                </a:lnTo>
                <a:cubicBezTo>
                  <a:pt x="19884" y="38359"/>
                  <a:pt x="18505" y="33410"/>
                  <a:pt x="16825" y="25912"/>
                </a:cubicBezTo>
                <a:lnTo>
                  <a:pt x="16285" y="25912"/>
                </a:lnTo>
                <a:cubicBezTo>
                  <a:pt x="16885" y="32391"/>
                  <a:pt x="17185" y="41808"/>
                  <a:pt x="17185" y="54164"/>
                </a:cubicBezTo>
                <a:lnTo>
                  <a:pt x="17185" y="145668"/>
                </a:lnTo>
                <a:lnTo>
                  <a:pt x="0" y="145668"/>
                </a:lnTo>
                <a:lnTo>
                  <a:pt x="0" y="6298"/>
                </a:lnTo>
                <a:lnTo>
                  <a:pt x="24383" y="6298"/>
                </a:lnTo>
                <a:lnTo>
                  <a:pt x="65501" y="101850"/>
                </a:lnTo>
                <a:cubicBezTo>
                  <a:pt x="68620" y="109168"/>
                  <a:pt x="70689" y="114867"/>
                  <a:pt x="71709" y="118945"/>
                </a:cubicBezTo>
                <a:lnTo>
                  <a:pt x="72339" y="118945"/>
                </a:lnTo>
                <a:cubicBezTo>
                  <a:pt x="75458" y="110368"/>
                  <a:pt x="77647" y="104550"/>
                  <a:pt x="78907" y="101491"/>
                </a:cubicBezTo>
                <a:lnTo>
                  <a:pt x="120745" y="6298"/>
                </a:lnTo>
                <a:lnTo>
                  <a:pt x="143958" y="6298"/>
                </a:lnTo>
                <a:lnTo>
                  <a:pt x="143958" y="145668"/>
                </a:lnTo>
                <a:lnTo>
                  <a:pt x="126053" y="145668"/>
                </a:lnTo>
                <a:close/>
                <a:moveTo>
                  <a:pt x="258108" y="100411"/>
                </a:moveTo>
                <a:lnTo>
                  <a:pt x="188469" y="100411"/>
                </a:lnTo>
                <a:cubicBezTo>
                  <a:pt x="188769" y="111028"/>
                  <a:pt x="191678" y="119230"/>
                  <a:pt x="197196" y="125019"/>
                </a:cubicBezTo>
                <a:cubicBezTo>
                  <a:pt x="202714" y="130807"/>
                  <a:pt x="210422" y="133701"/>
                  <a:pt x="220319" y="133701"/>
                </a:cubicBezTo>
                <a:cubicBezTo>
                  <a:pt x="231476" y="133701"/>
                  <a:pt x="241703" y="130132"/>
                  <a:pt x="251000" y="122994"/>
                </a:cubicBezTo>
                <a:lnTo>
                  <a:pt x="251000" y="138740"/>
                </a:lnTo>
                <a:cubicBezTo>
                  <a:pt x="242243" y="144918"/>
                  <a:pt x="230636" y="148007"/>
                  <a:pt x="216181" y="148007"/>
                </a:cubicBezTo>
                <a:cubicBezTo>
                  <a:pt x="201785" y="148007"/>
                  <a:pt x="190553" y="143448"/>
                  <a:pt x="182485" y="134331"/>
                </a:cubicBezTo>
                <a:cubicBezTo>
                  <a:pt x="174418" y="125214"/>
                  <a:pt x="170384" y="112557"/>
                  <a:pt x="170384" y="96362"/>
                </a:cubicBezTo>
                <a:cubicBezTo>
                  <a:pt x="170384" y="81126"/>
                  <a:pt x="174808" y="68560"/>
                  <a:pt x="183655" y="58663"/>
                </a:cubicBezTo>
                <a:cubicBezTo>
                  <a:pt x="192502" y="48766"/>
                  <a:pt x="203494" y="43817"/>
                  <a:pt x="216630" y="43817"/>
                </a:cubicBezTo>
                <a:cubicBezTo>
                  <a:pt x="229647" y="43817"/>
                  <a:pt x="239814" y="48001"/>
                  <a:pt x="247132" y="56369"/>
                </a:cubicBezTo>
                <a:cubicBezTo>
                  <a:pt x="254449" y="64736"/>
                  <a:pt x="258108" y="76448"/>
                  <a:pt x="258108" y="91503"/>
                </a:cubicBezTo>
                <a:lnTo>
                  <a:pt x="258108" y="100411"/>
                </a:lnTo>
                <a:moveTo>
                  <a:pt x="240473" y="86285"/>
                </a:moveTo>
                <a:cubicBezTo>
                  <a:pt x="240414" y="77288"/>
                  <a:pt x="238284" y="70330"/>
                  <a:pt x="234085" y="65411"/>
                </a:cubicBezTo>
                <a:cubicBezTo>
                  <a:pt x="229887" y="60492"/>
                  <a:pt x="223978" y="58033"/>
                  <a:pt x="216360" y="58033"/>
                </a:cubicBezTo>
                <a:cubicBezTo>
                  <a:pt x="209343" y="58033"/>
                  <a:pt x="203269" y="60642"/>
                  <a:pt x="198141" y="65861"/>
                </a:cubicBezTo>
                <a:cubicBezTo>
                  <a:pt x="193012" y="71079"/>
                  <a:pt x="189788" y="77887"/>
                  <a:pt x="188469" y="86285"/>
                </a:cubicBezTo>
                <a:lnTo>
                  <a:pt x="240473" y="86285"/>
                </a:lnTo>
                <a:close/>
                <a:moveTo>
                  <a:pt x="334139" y="63612"/>
                </a:moveTo>
                <a:cubicBezTo>
                  <a:pt x="331199" y="61512"/>
                  <a:pt x="327151" y="60462"/>
                  <a:pt x="321992" y="60462"/>
                </a:cubicBezTo>
                <a:cubicBezTo>
                  <a:pt x="315154" y="60462"/>
                  <a:pt x="309516" y="63657"/>
                  <a:pt x="305077" y="70045"/>
                </a:cubicBezTo>
                <a:cubicBezTo>
                  <a:pt x="300638" y="76433"/>
                  <a:pt x="298419" y="84845"/>
                  <a:pt x="298419" y="95282"/>
                </a:cubicBezTo>
                <a:lnTo>
                  <a:pt x="298419" y="145668"/>
                </a:lnTo>
                <a:lnTo>
                  <a:pt x="280784" y="145668"/>
                </a:lnTo>
                <a:lnTo>
                  <a:pt x="280784" y="46157"/>
                </a:lnTo>
                <a:lnTo>
                  <a:pt x="298419" y="46157"/>
                </a:lnTo>
                <a:lnTo>
                  <a:pt x="298419" y="66401"/>
                </a:lnTo>
                <a:lnTo>
                  <a:pt x="298779" y="66401"/>
                </a:lnTo>
                <a:cubicBezTo>
                  <a:pt x="303817" y="51765"/>
                  <a:pt x="312515" y="44447"/>
                  <a:pt x="324871" y="44447"/>
                </a:cubicBezTo>
                <a:cubicBezTo>
                  <a:pt x="328890" y="44447"/>
                  <a:pt x="331979" y="44897"/>
                  <a:pt x="334139" y="45797"/>
                </a:cubicBezTo>
                <a:lnTo>
                  <a:pt x="334139" y="63612"/>
                </a:lnTo>
                <a:close/>
                <a:moveTo>
                  <a:pt x="434784" y="137300"/>
                </a:moveTo>
                <a:cubicBezTo>
                  <a:pt x="434784" y="174129"/>
                  <a:pt x="416909" y="192544"/>
                  <a:pt x="381160" y="192544"/>
                </a:cubicBezTo>
                <a:cubicBezTo>
                  <a:pt x="368803" y="192544"/>
                  <a:pt x="358066" y="190235"/>
                  <a:pt x="348949" y="185616"/>
                </a:cubicBezTo>
                <a:lnTo>
                  <a:pt x="348949" y="168611"/>
                </a:lnTo>
                <a:cubicBezTo>
                  <a:pt x="360046" y="174789"/>
                  <a:pt x="370693" y="177878"/>
                  <a:pt x="380890" y="177878"/>
                </a:cubicBezTo>
                <a:cubicBezTo>
                  <a:pt x="405063" y="177878"/>
                  <a:pt x="417149" y="165162"/>
                  <a:pt x="417149" y="139729"/>
                </a:cubicBezTo>
                <a:lnTo>
                  <a:pt x="417149" y="129202"/>
                </a:lnTo>
                <a:lnTo>
                  <a:pt x="416789" y="129202"/>
                </a:lnTo>
                <a:cubicBezTo>
                  <a:pt x="409231" y="141739"/>
                  <a:pt x="397955" y="148007"/>
                  <a:pt x="382959" y="148007"/>
                </a:cubicBezTo>
                <a:cubicBezTo>
                  <a:pt x="370483" y="148007"/>
                  <a:pt x="360496" y="143538"/>
                  <a:pt x="352998" y="134601"/>
                </a:cubicBezTo>
                <a:cubicBezTo>
                  <a:pt x="345500" y="125663"/>
                  <a:pt x="341751" y="113817"/>
                  <a:pt x="341751" y="99061"/>
                </a:cubicBezTo>
                <a:cubicBezTo>
                  <a:pt x="341751" y="82086"/>
                  <a:pt x="345890" y="68635"/>
                  <a:pt x="354167" y="58708"/>
                </a:cubicBezTo>
                <a:cubicBezTo>
                  <a:pt x="362445" y="48781"/>
                  <a:pt x="373482" y="43817"/>
                  <a:pt x="387278" y="43817"/>
                </a:cubicBezTo>
                <a:cubicBezTo>
                  <a:pt x="400534" y="43817"/>
                  <a:pt x="410371" y="49096"/>
                  <a:pt x="416789" y="59653"/>
                </a:cubicBezTo>
                <a:lnTo>
                  <a:pt x="417149" y="59653"/>
                </a:lnTo>
                <a:lnTo>
                  <a:pt x="417149" y="46157"/>
                </a:lnTo>
                <a:lnTo>
                  <a:pt x="434784" y="46157"/>
                </a:lnTo>
                <a:lnTo>
                  <a:pt x="434784" y="137300"/>
                </a:lnTo>
                <a:moveTo>
                  <a:pt x="417149" y="86465"/>
                </a:moveTo>
                <a:cubicBezTo>
                  <a:pt x="417209" y="78787"/>
                  <a:pt x="414630" y="72189"/>
                  <a:pt x="409411" y="66671"/>
                </a:cubicBezTo>
                <a:cubicBezTo>
                  <a:pt x="404193" y="61152"/>
                  <a:pt x="397775" y="58393"/>
                  <a:pt x="390157" y="58393"/>
                </a:cubicBezTo>
                <a:cubicBezTo>
                  <a:pt x="380560" y="58393"/>
                  <a:pt x="373092" y="61917"/>
                  <a:pt x="367753" y="68965"/>
                </a:cubicBezTo>
                <a:cubicBezTo>
                  <a:pt x="362415" y="76013"/>
                  <a:pt x="359746" y="85685"/>
                  <a:pt x="359746" y="97982"/>
                </a:cubicBezTo>
                <a:cubicBezTo>
                  <a:pt x="359746" y="108538"/>
                  <a:pt x="362325" y="117086"/>
                  <a:pt x="367484" y="123624"/>
                </a:cubicBezTo>
                <a:cubicBezTo>
                  <a:pt x="372642" y="130162"/>
                  <a:pt x="379480" y="133431"/>
                  <a:pt x="387998" y="133431"/>
                </a:cubicBezTo>
                <a:cubicBezTo>
                  <a:pt x="396575" y="133431"/>
                  <a:pt x="403593" y="130312"/>
                  <a:pt x="409051" y="124074"/>
                </a:cubicBezTo>
                <a:cubicBezTo>
                  <a:pt x="414510" y="117836"/>
                  <a:pt x="417209" y="109918"/>
                  <a:pt x="417149" y="100321"/>
                </a:cubicBezTo>
                <a:lnTo>
                  <a:pt x="417149" y="86465"/>
                </a:lnTo>
                <a:close/>
                <a:moveTo>
                  <a:pt x="464181" y="11067"/>
                </a:moveTo>
                <a:cubicBezTo>
                  <a:pt x="464181" y="7948"/>
                  <a:pt x="465246" y="5323"/>
                  <a:pt x="467375" y="3194"/>
                </a:cubicBezTo>
                <a:cubicBezTo>
                  <a:pt x="469504" y="1065"/>
                  <a:pt x="472129" y="0"/>
                  <a:pt x="475248" y="0"/>
                </a:cubicBezTo>
                <a:cubicBezTo>
                  <a:pt x="478427" y="0"/>
                  <a:pt x="481111" y="1050"/>
                  <a:pt x="483300" y="3149"/>
                </a:cubicBezTo>
                <a:cubicBezTo>
                  <a:pt x="485490" y="5248"/>
                  <a:pt x="486584" y="7888"/>
                  <a:pt x="486584" y="11067"/>
                </a:cubicBezTo>
                <a:cubicBezTo>
                  <a:pt x="486584" y="14186"/>
                  <a:pt x="485490" y="16780"/>
                  <a:pt x="483300" y="18850"/>
                </a:cubicBezTo>
                <a:cubicBezTo>
                  <a:pt x="481111" y="20919"/>
                  <a:pt x="478427" y="21954"/>
                  <a:pt x="475248" y="21954"/>
                </a:cubicBezTo>
                <a:cubicBezTo>
                  <a:pt x="472069" y="21954"/>
                  <a:pt x="469429" y="20919"/>
                  <a:pt x="467330" y="18850"/>
                </a:cubicBezTo>
                <a:cubicBezTo>
                  <a:pt x="465231" y="16780"/>
                  <a:pt x="464181" y="14186"/>
                  <a:pt x="464181" y="11067"/>
                </a:cubicBezTo>
                <a:moveTo>
                  <a:pt x="466250" y="145668"/>
                </a:moveTo>
                <a:lnTo>
                  <a:pt x="466250" y="46157"/>
                </a:lnTo>
                <a:lnTo>
                  <a:pt x="483885" y="46157"/>
                </a:lnTo>
                <a:lnTo>
                  <a:pt x="483885" y="145668"/>
                </a:lnTo>
                <a:lnTo>
                  <a:pt x="466250" y="145668"/>
                </a:lnTo>
                <a:close/>
                <a:moveTo>
                  <a:pt x="599481" y="145668"/>
                </a:moveTo>
                <a:lnTo>
                  <a:pt x="581936" y="145668"/>
                </a:lnTo>
                <a:lnTo>
                  <a:pt x="581936" y="89074"/>
                </a:lnTo>
                <a:cubicBezTo>
                  <a:pt x="581936" y="68620"/>
                  <a:pt x="574468" y="58393"/>
                  <a:pt x="559532" y="58393"/>
                </a:cubicBezTo>
                <a:cubicBezTo>
                  <a:pt x="551794" y="58393"/>
                  <a:pt x="545436" y="61272"/>
                  <a:pt x="540458" y="67031"/>
                </a:cubicBezTo>
                <a:cubicBezTo>
                  <a:pt x="535479" y="72789"/>
                  <a:pt x="532990" y="80077"/>
                  <a:pt x="532990" y="88894"/>
                </a:cubicBezTo>
                <a:lnTo>
                  <a:pt x="532990" y="145668"/>
                </a:lnTo>
                <a:lnTo>
                  <a:pt x="515355" y="145668"/>
                </a:lnTo>
                <a:lnTo>
                  <a:pt x="515355" y="46157"/>
                </a:lnTo>
                <a:lnTo>
                  <a:pt x="532990" y="46157"/>
                </a:lnTo>
                <a:lnTo>
                  <a:pt x="532990" y="62622"/>
                </a:lnTo>
                <a:lnTo>
                  <a:pt x="533350" y="62622"/>
                </a:lnTo>
                <a:cubicBezTo>
                  <a:pt x="540848" y="50085"/>
                  <a:pt x="551734" y="43817"/>
                  <a:pt x="566010" y="43817"/>
                </a:cubicBezTo>
                <a:cubicBezTo>
                  <a:pt x="576927" y="43817"/>
                  <a:pt x="585235" y="47311"/>
                  <a:pt x="590933" y="54299"/>
                </a:cubicBezTo>
                <a:cubicBezTo>
                  <a:pt x="596631" y="61287"/>
                  <a:pt x="599481" y="71469"/>
                  <a:pt x="599481" y="84845"/>
                </a:cubicBezTo>
                <a:lnTo>
                  <a:pt x="599481" y="145668"/>
                </a:lnTo>
                <a:close/>
                <a:moveTo>
                  <a:pt x="714685" y="137300"/>
                </a:moveTo>
                <a:cubicBezTo>
                  <a:pt x="714685" y="174129"/>
                  <a:pt x="696810" y="192544"/>
                  <a:pt x="661061" y="192544"/>
                </a:cubicBezTo>
                <a:cubicBezTo>
                  <a:pt x="648704" y="192544"/>
                  <a:pt x="637968" y="190235"/>
                  <a:pt x="628850" y="185616"/>
                </a:cubicBezTo>
                <a:lnTo>
                  <a:pt x="628850" y="168611"/>
                </a:lnTo>
                <a:cubicBezTo>
                  <a:pt x="639947" y="174789"/>
                  <a:pt x="650594" y="177878"/>
                  <a:pt x="660791" y="177878"/>
                </a:cubicBezTo>
                <a:cubicBezTo>
                  <a:pt x="684964" y="177878"/>
                  <a:pt x="697050" y="165162"/>
                  <a:pt x="697050" y="139729"/>
                </a:cubicBezTo>
                <a:lnTo>
                  <a:pt x="697050" y="129202"/>
                </a:lnTo>
                <a:lnTo>
                  <a:pt x="696690" y="129202"/>
                </a:lnTo>
                <a:cubicBezTo>
                  <a:pt x="689133" y="141739"/>
                  <a:pt x="677856" y="148007"/>
                  <a:pt x="662860" y="148007"/>
                </a:cubicBezTo>
                <a:cubicBezTo>
                  <a:pt x="650384" y="148007"/>
                  <a:pt x="640397" y="143538"/>
                  <a:pt x="632899" y="134601"/>
                </a:cubicBezTo>
                <a:cubicBezTo>
                  <a:pt x="625401" y="125663"/>
                  <a:pt x="621652" y="113817"/>
                  <a:pt x="621652" y="99061"/>
                </a:cubicBezTo>
                <a:cubicBezTo>
                  <a:pt x="621652" y="82086"/>
                  <a:pt x="625791" y="68635"/>
                  <a:pt x="634069" y="58708"/>
                </a:cubicBezTo>
                <a:cubicBezTo>
                  <a:pt x="642346" y="48781"/>
                  <a:pt x="653383" y="43817"/>
                  <a:pt x="667179" y="43817"/>
                </a:cubicBezTo>
                <a:cubicBezTo>
                  <a:pt x="680435" y="43817"/>
                  <a:pt x="690272" y="49096"/>
                  <a:pt x="696690" y="59653"/>
                </a:cubicBezTo>
                <a:lnTo>
                  <a:pt x="697050" y="59653"/>
                </a:lnTo>
                <a:lnTo>
                  <a:pt x="697050" y="46157"/>
                </a:lnTo>
                <a:lnTo>
                  <a:pt x="714685" y="46157"/>
                </a:lnTo>
                <a:lnTo>
                  <a:pt x="714685" y="137300"/>
                </a:lnTo>
                <a:moveTo>
                  <a:pt x="697050" y="86465"/>
                </a:moveTo>
                <a:cubicBezTo>
                  <a:pt x="697110" y="78787"/>
                  <a:pt x="694531" y="72189"/>
                  <a:pt x="689313" y="66671"/>
                </a:cubicBezTo>
                <a:cubicBezTo>
                  <a:pt x="684094" y="61152"/>
                  <a:pt x="677676" y="58393"/>
                  <a:pt x="670058" y="58393"/>
                </a:cubicBezTo>
                <a:cubicBezTo>
                  <a:pt x="660461" y="58393"/>
                  <a:pt x="652993" y="61917"/>
                  <a:pt x="647655" y="68965"/>
                </a:cubicBezTo>
                <a:cubicBezTo>
                  <a:pt x="642316" y="76013"/>
                  <a:pt x="639647" y="85685"/>
                  <a:pt x="639647" y="97982"/>
                </a:cubicBezTo>
                <a:cubicBezTo>
                  <a:pt x="639647" y="108538"/>
                  <a:pt x="642226" y="117086"/>
                  <a:pt x="647385" y="123624"/>
                </a:cubicBezTo>
                <a:cubicBezTo>
                  <a:pt x="652543" y="130162"/>
                  <a:pt x="659381" y="133431"/>
                  <a:pt x="667899" y="133431"/>
                </a:cubicBezTo>
                <a:cubicBezTo>
                  <a:pt x="676476" y="133431"/>
                  <a:pt x="683494" y="130312"/>
                  <a:pt x="688953" y="124074"/>
                </a:cubicBezTo>
                <a:cubicBezTo>
                  <a:pt x="694411" y="117836"/>
                  <a:pt x="697110" y="109918"/>
                  <a:pt x="697050" y="100321"/>
                </a:cubicBezTo>
                <a:lnTo>
                  <a:pt x="697050" y="864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5A0F5-AEFD-4755-90B5-FDFDA68A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133" y="4390340"/>
            <a:ext cx="401559" cy="395151"/>
          </a:xfrm>
          <a:custGeom xmlns:a="http://schemas.openxmlformats.org/drawingml/2006/main">
            <a:pathLst>
              <a:path w="401559" h="395151">
                <a:moveTo>
                  <a:pt x="0" y="197569"/>
                </a:moveTo>
                <a:cubicBezTo>
                  <a:pt x="0" y="88464"/>
                  <a:pt x="89905" y="0"/>
                  <a:pt x="200780" y="0"/>
                </a:cubicBezTo>
                <a:cubicBezTo>
                  <a:pt x="311654" y="0"/>
                  <a:pt x="401559" y="88464"/>
                  <a:pt x="401559" y="197569"/>
                </a:cubicBezTo>
                <a:cubicBezTo>
                  <a:pt x="401559" y="306687"/>
                  <a:pt x="311654" y="395151"/>
                  <a:pt x="200780" y="395151"/>
                </a:cubicBezTo>
                <a:cubicBezTo>
                  <a:pt x="89905" y="395151"/>
                  <a:pt x="0" y="306687"/>
                  <a:pt x="0" y="19756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6ECB5-5A12-428B-8BC4-17872D5C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133" y="4390340"/>
            <a:ext cx="401559" cy="395151"/>
          </a:xfrm>
          <a:custGeom xmlns:a="http://schemas.openxmlformats.org/drawingml/2006/main">
            <a:pathLst>
              <a:path w="401559" h="395151" fill="none">
                <a:moveTo>
                  <a:pt x="0" y="197569"/>
                </a:moveTo>
                <a:cubicBezTo>
                  <a:pt x="0" y="88464"/>
                  <a:pt x="89905" y="0"/>
                  <a:pt x="200780" y="0"/>
                </a:cubicBezTo>
                <a:cubicBezTo>
                  <a:pt x="311654" y="0"/>
                  <a:pt x="401559" y="88464"/>
                  <a:pt x="401559" y="197569"/>
                </a:cubicBezTo>
                <a:cubicBezTo>
                  <a:pt x="401559" y="306687"/>
                  <a:pt x="311654" y="395151"/>
                  <a:pt x="200780" y="395151"/>
                </a:cubicBezTo>
                <a:cubicBezTo>
                  <a:pt x="89905" y="395151"/>
                  <a:pt x="0" y="306687"/>
                  <a:pt x="0" y="1975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custDash>
              <a:ds d="100000" sp="100000"/>
            </a:custDash>
            <a:miter/>
          </a:ln>
        </p:spPr>
      </p:sp>
      <p:sp>
        <p:nvSpPr>
          <p:cNvPr id="27" name="Text 2">
            <a:extLst xmlns:a="http://schemas.openxmlformats.org/drawingml/2006/main">
              <a:ext uri="{FF2B5EF4-FFF2-40B4-BE49-F238E27FC236}">
                <a16:creationId xmlns:a16="http://schemas.microsoft.com/office/drawing/2014/main" id="{E8D7EFA2-E0B1-4C19-8836-C3555670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34" y="4526240"/>
            <a:ext cx="87936" cy="135428"/>
          </a:xfrm>
          <a:custGeom xmlns:a="http://schemas.openxmlformats.org/drawingml/2006/main">
            <a:pathLst>
              <a:path w="87936" h="135428">
                <a:moveTo>
                  <a:pt x="87936" y="135428"/>
                </a:moveTo>
                <a:lnTo>
                  <a:pt x="0" y="135428"/>
                </a:lnTo>
                <a:lnTo>
                  <a:pt x="0" y="119495"/>
                </a:lnTo>
                <a:lnTo>
                  <a:pt x="34521" y="85143"/>
                </a:lnTo>
                <a:cubicBezTo>
                  <a:pt x="40172" y="79554"/>
                  <a:pt x="44768" y="74715"/>
                  <a:pt x="48309" y="70628"/>
                </a:cubicBezTo>
                <a:cubicBezTo>
                  <a:pt x="51849" y="66538"/>
                  <a:pt x="54607" y="62807"/>
                  <a:pt x="56581" y="59435"/>
                </a:cubicBezTo>
                <a:cubicBezTo>
                  <a:pt x="58556" y="56060"/>
                  <a:pt x="59884" y="52874"/>
                  <a:pt x="60565" y="49876"/>
                </a:cubicBezTo>
                <a:cubicBezTo>
                  <a:pt x="61245" y="46878"/>
                  <a:pt x="61586" y="43641"/>
                  <a:pt x="61586" y="40167"/>
                </a:cubicBezTo>
                <a:cubicBezTo>
                  <a:pt x="61586" y="36894"/>
                  <a:pt x="61143" y="33776"/>
                  <a:pt x="60258" y="30812"/>
                </a:cubicBezTo>
                <a:cubicBezTo>
                  <a:pt x="59373" y="27846"/>
                  <a:pt x="58011" y="25238"/>
                  <a:pt x="56173" y="22989"/>
                </a:cubicBezTo>
                <a:cubicBezTo>
                  <a:pt x="54334" y="20738"/>
                  <a:pt x="51951" y="18966"/>
                  <a:pt x="49024" y="17672"/>
                </a:cubicBezTo>
                <a:cubicBezTo>
                  <a:pt x="46096" y="16376"/>
                  <a:pt x="42589" y="15728"/>
                  <a:pt x="38504" y="15728"/>
                </a:cubicBezTo>
                <a:cubicBezTo>
                  <a:pt x="32853" y="15728"/>
                  <a:pt x="27712" y="16998"/>
                  <a:pt x="23082" y="19536"/>
                </a:cubicBezTo>
                <a:cubicBezTo>
                  <a:pt x="18452" y="22074"/>
                  <a:pt x="14196" y="25367"/>
                  <a:pt x="10315" y="29414"/>
                </a:cubicBezTo>
                <a:lnTo>
                  <a:pt x="511" y="17627"/>
                </a:lnTo>
                <a:cubicBezTo>
                  <a:pt x="5549" y="12297"/>
                  <a:pt x="11354" y="8027"/>
                  <a:pt x="17924" y="4816"/>
                </a:cubicBezTo>
                <a:cubicBezTo>
                  <a:pt x="24495" y="1605"/>
                  <a:pt x="32138" y="0"/>
                  <a:pt x="40853" y="0"/>
                </a:cubicBezTo>
                <a:cubicBezTo>
                  <a:pt x="46777" y="0"/>
                  <a:pt x="52173" y="886"/>
                  <a:pt x="57041" y="2659"/>
                </a:cubicBezTo>
                <a:cubicBezTo>
                  <a:pt x="61909" y="4429"/>
                  <a:pt x="66114" y="6984"/>
                  <a:pt x="69654" y="10325"/>
                </a:cubicBezTo>
                <a:cubicBezTo>
                  <a:pt x="73195" y="13663"/>
                  <a:pt x="75935" y="17752"/>
                  <a:pt x="77876" y="22590"/>
                </a:cubicBezTo>
                <a:cubicBezTo>
                  <a:pt x="79817" y="27429"/>
                  <a:pt x="80787" y="32881"/>
                  <a:pt x="80787" y="38948"/>
                </a:cubicBezTo>
                <a:cubicBezTo>
                  <a:pt x="80787" y="44058"/>
                  <a:pt x="80106" y="48795"/>
                  <a:pt x="78744" y="53157"/>
                </a:cubicBezTo>
                <a:cubicBezTo>
                  <a:pt x="77382" y="57517"/>
                  <a:pt x="75323" y="61860"/>
                  <a:pt x="72565" y="66188"/>
                </a:cubicBezTo>
                <a:cubicBezTo>
                  <a:pt x="69808" y="70516"/>
                  <a:pt x="66335" y="74997"/>
                  <a:pt x="62148" y="79631"/>
                </a:cubicBezTo>
                <a:cubicBezTo>
                  <a:pt x="57960" y="84264"/>
                  <a:pt x="53007" y="89340"/>
                  <a:pt x="47287" y="94862"/>
                </a:cubicBezTo>
                <a:lnTo>
                  <a:pt x="23082" y="118474"/>
                </a:lnTo>
                <a:lnTo>
                  <a:pt x="87936" y="118474"/>
                </a:lnTo>
                <a:lnTo>
                  <a:pt x="87936" y="1354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41BF7-8583-4EAD-824C-8C70C327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942" y="4728140"/>
            <a:ext cx="1381867" cy="220661"/>
          </a:xfrm>
          <a:custGeom xmlns:a="http://schemas.openxmlformats.org/drawingml/2006/main">
            <a:pathLst>
              <a:path w="1381867" h="220661">
                <a:moveTo>
                  <a:pt x="17431" y="46119"/>
                </a:moveTo>
                <a:lnTo>
                  <a:pt x="26343" y="56525"/>
                </a:lnTo>
                <a:lnTo>
                  <a:pt x="37220" y="66761"/>
                </a:lnTo>
                <a:lnTo>
                  <a:pt x="49409" y="76682"/>
                </a:lnTo>
                <a:lnTo>
                  <a:pt x="63301" y="86275"/>
                </a:lnTo>
                <a:lnTo>
                  <a:pt x="78634" y="95672"/>
                </a:lnTo>
                <a:lnTo>
                  <a:pt x="95148" y="104820"/>
                </a:lnTo>
                <a:lnTo>
                  <a:pt x="113102" y="113849"/>
                </a:lnTo>
                <a:lnTo>
                  <a:pt x="132499" y="122552"/>
                </a:lnTo>
                <a:lnTo>
                  <a:pt x="152944" y="131018"/>
                </a:lnTo>
                <a:lnTo>
                  <a:pt x="174699" y="139183"/>
                </a:lnTo>
                <a:lnTo>
                  <a:pt x="197372" y="147033"/>
                </a:lnTo>
                <a:lnTo>
                  <a:pt x="221225" y="154674"/>
                </a:lnTo>
                <a:lnTo>
                  <a:pt x="246125" y="161908"/>
                </a:lnTo>
                <a:lnTo>
                  <a:pt x="271813" y="168946"/>
                </a:lnTo>
                <a:lnTo>
                  <a:pt x="298548" y="175473"/>
                </a:lnTo>
                <a:lnTo>
                  <a:pt x="325939" y="181711"/>
                </a:lnTo>
                <a:lnTo>
                  <a:pt x="354117" y="187543"/>
                </a:lnTo>
                <a:lnTo>
                  <a:pt x="382949" y="192982"/>
                </a:lnTo>
                <a:lnTo>
                  <a:pt x="412437" y="197923"/>
                </a:lnTo>
                <a:lnTo>
                  <a:pt x="442580" y="202575"/>
                </a:lnTo>
                <a:lnTo>
                  <a:pt x="504046" y="210190"/>
                </a:lnTo>
                <a:lnTo>
                  <a:pt x="567085" y="215917"/>
                </a:lnTo>
                <a:lnTo>
                  <a:pt x="631172" y="219468"/>
                </a:lnTo>
                <a:lnTo>
                  <a:pt x="663543" y="220360"/>
                </a:lnTo>
                <a:lnTo>
                  <a:pt x="695783" y="220661"/>
                </a:lnTo>
                <a:lnTo>
                  <a:pt x="728154" y="220360"/>
                </a:lnTo>
                <a:lnTo>
                  <a:pt x="760525" y="219468"/>
                </a:lnTo>
                <a:lnTo>
                  <a:pt x="824481" y="216022"/>
                </a:lnTo>
                <a:lnTo>
                  <a:pt x="887519" y="210386"/>
                </a:lnTo>
                <a:lnTo>
                  <a:pt x="949116" y="202785"/>
                </a:lnTo>
                <a:lnTo>
                  <a:pt x="979128" y="198329"/>
                </a:lnTo>
                <a:lnTo>
                  <a:pt x="1008616" y="193375"/>
                </a:lnTo>
                <a:lnTo>
                  <a:pt x="1037449" y="187949"/>
                </a:lnTo>
                <a:lnTo>
                  <a:pt x="1065626" y="182209"/>
                </a:lnTo>
                <a:lnTo>
                  <a:pt x="1093148" y="176075"/>
                </a:lnTo>
                <a:lnTo>
                  <a:pt x="1119753" y="169536"/>
                </a:lnTo>
                <a:lnTo>
                  <a:pt x="1145440" y="162708"/>
                </a:lnTo>
                <a:lnTo>
                  <a:pt x="1170341" y="155565"/>
                </a:lnTo>
                <a:lnTo>
                  <a:pt x="1194193" y="148029"/>
                </a:lnTo>
                <a:lnTo>
                  <a:pt x="1216866" y="140284"/>
                </a:lnTo>
                <a:lnTo>
                  <a:pt x="1238622" y="132211"/>
                </a:lnTo>
                <a:lnTo>
                  <a:pt x="1259198" y="123836"/>
                </a:lnTo>
                <a:lnTo>
                  <a:pt x="1278463" y="115252"/>
                </a:lnTo>
                <a:lnTo>
                  <a:pt x="1296418" y="106432"/>
                </a:lnTo>
                <a:lnTo>
                  <a:pt x="1312931" y="97362"/>
                </a:lnTo>
                <a:lnTo>
                  <a:pt x="1328265" y="88070"/>
                </a:lnTo>
                <a:lnTo>
                  <a:pt x="1343208" y="77848"/>
                </a:lnTo>
                <a:lnTo>
                  <a:pt x="1345820" y="74296"/>
                </a:lnTo>
                <a:lnTo>
                  <a:pt x="1370859" y="91045"/>
                </a:lnTo>
                <a:lnTo>
                  <a:pt x="1381867" y="3827"/>
                </a:lnTo>
                <a:lnTo>
                  <a:pt x="1305461" y="47299"/>
                </a:lnTo>
                <a:lnTo>
                  <a:pt x="1329476" y="63363"/>
                </a:lnTo>
                <a:lnTo>
                  <a:pt x="1329379" y="63494"/>
                </a:lnTo>
                <a:lnTo>
                  <a:pt x="1317387" y="71688"/>
                </a:lnTo>
                <a:lnTo>
                  <a:pt x="1317780" y="71413"/>
                </a:lnTo>
                <a:lnTo>
                  <a:pt x="1303301" y="80254"/>
                </a:lnTo>
                <a:lnTo>
                  <a:pt x="1287170" y="89036"/>
                </a:lnTo>
                <a:lnTo>
                  <a:pt x="1269944" y="97520"/>
                </a:lnTo>
                <a:lnTo>
                  <a:pt x="1270207" y="97362"/>
                </a:lnTo>
                <a:lnTo>
                  <a:pt x="1251334" y="105816"/>
                </a:lnTo>
                <a:lnTo>
                  <a:pt x="1251596" y="105698"/>
                </a:lnTo>
                <a:lnTo>
                  <a:pt x="1231283" y="113954"/>
                </a:lnTo>
                <a:lnTo>
                  <a:pt x="1231676" y="113836"/>
                </a:lnTo>
                <a:lnTo>
                  <a:pt x="1210267" y="121773"/>
                </a:lnTo>
                <a:lnTo>
                  <a:pt x="1187903" y="129380"/>
                </a:lnTo>
                <a:lnTo>
                  <a:pt x="1188165" y="129314"/>
                </a:lnTo>
                <a:lnTo>
                  <a:pt x="1164688" y="136748"/>
                </a:lnTo>
                <a:lnTo>
                  <a:pt x="1140198" y="143783"/>
                </a:lnTo>
                <a:lnTo>
                  <a:pt x="1140329" y="143730"/>
                </a:lnTo>
                <a:lnTo>
                  <a:pt x="1114773" y="150519"/>
                </a:lnTo>
                <a:lnTo>
                  <a:pt x="1114904" y="150467"/>
                </a:lnTo>
                <a:lnTo>
                  <a:pt x="1088561" y="156954"/>
                </a:lnTo>
                <a:lnTo>
                  <a:pt x="1088692" y="156915"/>
                </a:lnTo>
                <a:lnTo>
                  <a:pt x="1061435" y="163009"/>
                </a:lnTo>
                <a:lnTo>
                  <a:pt x="1061695" y="162970"/>
                </a:lnTo>
                <a:lnTo>
                  <a:pt x="1033648" y="168671"/>
                </a:lnTo>
                <a:lnTo>
                  <a:pt x="1033779" y="168631"/>
                </a:lnTo>
                <a:lnTo>
                  <a:pt x="1005078" y="174044"/>
                </a:lnTo>
                <a:lnTo>
                  <a:pt x="1005340" y="174005"/>
                </a:lnTo>
                <a:lnTo>
                  <a:pt x="975983" y="178919"/>
                </a:lnTo>
                <a:lnTo>
                  <a:pt x="976248" y="178893"/>
                </a:lnTo>
                <a:lnTo>
                  <a:pt x="946364" y="183323"/>
                </a:lnTo>
                <a:lnTo>
                  <a:pt x="946495" y="183284"/>
                </a:lnTo>
                <a:lnTo>
                  <a:pt x="885415" y="190843"/>
                </a:lnTo>
                <a:lnTo>
                  <a:pt x="822908" y="196415"/>
                </a:lnTo>
                <a:lnTo>
                  <a:pt x="823301" y="196402"/>
                </a:lnTo>
                <a:lnTo>
                  <a:pt x="759831" y="199824"/>
                </a:lnTo>
                <a:lnTo>
                  <a:pt x="727630" y="200714"/>
                </a:lnTo>
                <a:lnTo>
                  <a:pt x="727892" y="200714"/>
                </a:lnTo>
                <a:lnTo>
                  <a:pt x="695848" y="201002"/>
                </a:lnTo>
                <a:lnTo>
                  <a:pt x="663805" y="200714"/>
                </a:lnTo>
                <a:lnTo>
                  <a:pt x="663936" y="200714"/>
                </a:lnTo>
                <a:lnTo>
                  <a:pt x="631879" y="199824"/>
                </a:lnTo>
                <a:lnTo>
                  <a:pt x="568664" y="196312"/>
                </a:lnTo>
                <a:lnTo>
                  <a:pt x="506012" y="190623"/>
                </a:lnTo>
                <a:lnTo>
                  <a:pt x="506274" y="190662"/>
                </a:lnTo>
                <a:lnTo>
                  <a:pt x="445108" y="183092"/>
                </a:lnTo>
                <a:lnTo>
                  <a:pt x="415451" y="178513"/>
                </a:lnTo>
                <a:lnTo>
                  <a:pt x="415582" y="178526"/>
                </a:lnTo>
                <a:lnTo>
                  <a:pt x="386357" y="173611"/>
                </a:lnTo>
                <a:lnTo>
                  <a:pt x="386490" y="173651"/>
                </a:lnTo>
                <a:lnTo>
                  <a:pt x="357786" y="168238"/>
                </a:lnTo>
                <a:lnTo>
                  <a:pt x="358048" y="168277"/>
                </a:lnTo>
                <a:lnTo>
                  <a:pt x="330002" y="162485"/>
                </a:lnTo>
                <a:lnTo>
                  <a:pt x="330133" y="162524"/>
                </a:lnTo>
                <a:lnTo>
                  <a:pt x="303004" y="156325"/>
                </a:lnTo>
                <a:lnTo>
                  <a:pt x="303135" y="156364"/>
                </a:lnTo>
                <a:lnTo>
                  <a:pt x="276878" y="149930"/>
                </a:lnTo>
                <a:lnTo>
                  <a:pt x="251368" y="142957"/>
                </a:lnTo>
                <a:lnTo>
                  <a:pt x="251499" y="143010"/>
                </a:lnTo>
                <a:lnTo>
                  <a:pt x="227045" y="135882"/>
                </a:lnTo>
                <a:lnTo>
                  <a:pt x="203532" y="128344"/>
                </a:lnTo>
                <a:lnTo>
                  <a:pt x="203663" y="128410"/>
                </a:lnTo>
                <a:lnTo>
                  <a:pt x="181484" y="120719"/>
                </a:lnTo>
                <a:lnTo>
                  <a:pt x="160021" y="112670"/>
                </a:lnTo>
                <a:lnTo>
                  <a:pt x="160283" y="112788"/>
                </a:lnTo>
                <a:lnTo>
                  <a:pt x="140100" y="104439"/>
                </a:lnTo>
                <a:lnTo>
                  <a:pt x="140362" y="104557"/>
                </a:lnTo>
                <a:lnTo>
                  <a:pt x="121359" y="96013"/>
                </a:lnTo>
                <a:lnTo>
                  <a:pt x="121752" y="96183"/>
                </a:lnTo>
                <a:lnTo>
                  <a:pt x="104190" y="87337"/>
                </a:lnTo>
                <a:lnTo>
                  <a:pt x="104453" y="87520"/>
                </a:lnTo>
                <a:lnTo>
                  <a:pt x="88440" y="78628"/>
                </a:lnTo>
                <a:lnTo>
                  <a:pt x="73916" y="69670"/>
                </a:lnTo>
                <a:lnTo>
                  <a:pt x="74309" y="69958"/>
                </a:lnTo>
                <a:lnTo>
                  <a:pt x="60942" y="60706"/>
                </a:lnTo>
                <a:lnTo>
                  <a:pt x="61466" y="61151"/>
                </a:lnTo>
                <a:lnTo>
                  <a:pt x="49802" y="51715"/>
                </a:lnTo>
                <a:lnTo>
                  <a:pt x="50457" y="52239"/>
                </a:lnTo>
                <a:lnTo>
                  <a:pt x="40605" y="42956"/>
                </a:lnTo>
                <a:lnTo>
                  <a:pt x="32887" y="33948"/>
                </a:lnTo>
                <a:lnTo>
                  <a:pt x="26802" y="25084"/>
                </a:lnTo>
                <a:lnTo>
                  <a:pt x="22910" y="17278"/>
                </a:lnTo>
                <a:lnTo>
                  <a:pt x="20315" y="8431"/>
                </a:lnTo>
                <a:lnTo>
                  <a:pt x="19530" y="0"/>
                </a:lnTo>
                <a:lnTo>
                  <a:pt x="0" y="1953"/>
                </a:lnTo>
                <a:lnTo>
                  <a:pt x="1048" y="12726"/>
                </a:lnTo>
                <a:lnTo>
                  <a:pt x="4456" y="24259"/>
                </a:lnTo>
                <a:lnTo>
                  <a:pt x="9960" y="35359"/>
                </a:lnTo>
                <a:lnTo>
                  <a:pt x="17431" y="46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'a'">
            <a:extLst xmlns:a="http://schemas.openxmlformats.org/drawingml/2006/main">
              <a:ext uri="{FF2B5EF4-FFF2-40B4-BE49-F238E27FC236}">
                <a16:creationId xmlns:a16="http://schemas.microsoft.com/office/drawing/2014/main" id="{1B66A79B-AEF3-4D8A-891F-896DFFAE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427" y="3201806"/>
            <a:ext cx="190580" cy="109965"/>
          </a:xfrm>
          <a:custGeom xmlns:a="http://schemas.openxmlformats.org/drawingml/2006/main">
            <a:pathLst>
              <a:path w="190580" h="109965">
                <a:moveTo>
                  <a:pt x="17585" y="0"/>
                </a:moveTo>
                <a:lnTo>
                  <a:pt x="15358" y="36092"/>
                </a:lnTo>
                <a:lnTo>
                  <a:pt x="2150" y="36092"/>
                </a:lnTo>
                <a:lnTo>
                  <a:pt x="0" y="0"/>
                </a:lnTo>
                <a:lnTo>
                  <a:pt x="17585" y="0"/>
                </a:lnTo>
                <a:close/>
                <a:moveTo>
                  <a:pt x="113835" y="108583"/>
                </a:moveTo>
                <a:lnTo>
                  <a:pt x="113527" y="98195"/>
                </a:lnTo>
                <a:cubicBezTo>
                  <a:pt x="109329" y="102349"/>
                  <a:pt x="105068" y="105350"/>
                  <a:pt x="100742" y="107196"/>
                </a:cubicBezTo>
                <a:cubicBezTo>
                  <a:pt x="96416" y="109042"/>
                  <a:pt x="91872" y="109965"/>
                  <a:pt x="87111" y="109965"/>
                </a:cubicBezTo>
                <a:cubicBezTo>
                  <a:pt x="82708" y="109965"/>
                  <a:pt x="78946" y="109401"/>
                  <a:pt x="75823" y="108273"/>
                </a:cubicBezTo>
                <a:cubicBezTo>
                  <a:pt x="72700" y="107146"/>
                  <a:pt x="70127" y="105594"/>
                  <a:pt x="68105" y="103620"/>
                </a:cubicBezTo>
                <a:cubicBezTo>
                  <a:pt x="66083" y="101646"/>
                  <a:pt x="64598" y="99326"/>
                  <a:pt x="63651" y="96659"/>
                </a:cubicBezTo>
                <a:cubicBezTo>
                  <a:pt x="62704" y="93992"/>
                  <a:pt x="62231" y="91095"/>
                  <a:pt x="62231" y="87967"/>
                </a:cubicBezTo>
                <a:cubicBezTo>
                  <a:pt x="62231" y="80224"/>
                  <a:pt x="65110" y="74160"/>
                  <a:pt x="70870" y="69777"/>
                </a:cubicBezTo>
                <a:cubicBezTo>
                  <a:pt x="76629" y="65392"/>
                  <a:pt x="85140" y="63199"/>
                  <a:pt x="96403" y="63199"/>
                </a:cubicBezTo>
                <a:lnTo>
                  <a:pt x="112375" y="63199"/>
                </a:lnTo>
                <a:lnTo>
                  <a:pt x="112375" y="56466"/>
                </a:lnTo>
                <a:cubicBezTo>
                  <a:pt x="112375" y="51925"/>
                  <a:pt x="110916" y="48291"/>
                  <a:pt x="107998" y="45561"/>
                </a:cubicBezTo>
                <a:cubicBezTo>
                  <a:pt x="105080" y="42832"/>
                  <a:pt x="100626" y="41467"/>
                  <a:pt x="94637" y="41467"/>
                </a:cubicBezTo>
                <a:cubicBezTo>
                  <a:pt x="90285" y="41467"/>
                  <a:pt x="85998" y="41961"/>
                  <a:pt x="81774" y="42948"/>
                </a:cubicBezTo>
                <a:cubicBezTo>
                  <a:pt x="77551" y="43933"/>
                  <a:pt x="73186" y="45334"/>
                  <a:pt x="68681" y="47150"/>
                </a:cubicBezTo>
                <a:lnTo>
                  <a:pt x="68681" y="35094"/>
                </a:lnTo>
                <a:cubicBezTo>
                  <a:pt x="70371" y="34470"/>
                  <a:pt x="72252" y="33859"/>
                  <a:pt x="74325" y="33260"/>
                </a:cubicBezTo>
                <a:cubicBezTo>
                  <a:pt x="76399" y="32662"/>
                  <a:pt x="78587" y="32129"/>
                  <a:pt x="80891" y="31662"/>
                </a:cubicBezTo>
                <a:cubicBezTo>
                  <a:pt x="83195" y="31193"/>
                  <a:pt x="85601" y="30817"/>
                  <a:pt x="88109" y="30532"/>
                </a:cubicBezTo>
                <a:cubicBezTo>
                  <a:pt x="90618" y="30245"/>
                  <a:pt x="93152" y="30102"/>
                  <a:pt x="95712" y="30102"/>
                </a:cubicBezTo>
                <a:cubicBezTo>
                  <a:pt x="100370" y="30102"/>
                  <a:pt x="104568" y="30614"/>
                  <a:pt x="108306" y="31638"/>
                </a:cubicBezTo>
                <a:cubicBezTo>
                  <a:pt x="112043" y="32662"/>
                  <a:pt x="115204" y="34223"/>
                  <a:pt x="117789" y="36322"/>
                </a:cubicBezTo>
                <a:cubicBezTo>
                  <a:pt x="120375" y="38421"/>
                  <a:pt x="122358" y="41058"/>
                  <a:pt x="123741" y="44232"/>
                </a:cubicBezTo>
                <a:cubicBezTo>
                  <a:pt x="125123" y="47406"/>
                  <a:pt x="125814" y="51143"/>
                  <a:pt x="125814" y="55443"/>
                </a:cubicBezTo>
                <a:lnTo>
                  <a:pt x="125814" y="108583"/>
                </a:lnTo>
                <a:lnTo>
                  <a:pt x="113835" y="108583"/>
                </a:lnTo>
                <a:moveTo>
                  <a:pt x="112375" y="73413"/>
                </a:moveTo>
                <a:lnTo>
                  <a:pt x="95405" y="73413"/>
                </a:lnTo>
                <a:cubicBezTo>
                  <a:pt x="92077" y="73413"/>
                  <a:pt x="89210" y="73747"/>
                  <a:pt x="86804" y="74416"/>
                </a:cubicBezTo>
                <a:cubicBezTo>
                  <a:pt x="84398" y="75083"/>
                  <a:pt x="82427" y="76032"/>
                  <a:pt x="80891" y="77264"/>
                </a:cubicBezTo>
                <a:cubicBezTo>
                  <a:pt x="79355" y="78496"/>
                  <a:pt x="78216" y="79973"/>
                  <a:pt x="77474" y="81694"/>
                </a:cubicBezTo>
                <a:cubicBezTo>
                  <a:pt x="76732" y="83414"/>
                  <a:pt x="76360" y="85352"/>
                  <a:pt x="76360" y="87509"/>
                </a:cubicBezTo>
                <a:cubicBezTo>
                  <a:pt x="76360" y="88998"/>
                  <a:pt x="76591" y="90423"/>
                  <a:pt x="77051" y="91785"/>
                </a:cubicBezTo>
                <a:cubicBezTo>
                  <a:pt x="77512" y="93145"/>
                  <a:pt x="78255" y="94351"/>
                  <a:pt x="79278" y="95404"/>
                </a:cubicBezTo>
                <a:cubicBezTo>
                  <a:pt x="80302" y="96456"/>
                  <a:pt x="81633" y="97291"/>
                  <a:pt x="83272" y="97907"/>
                </a:cubicBezTo>
                <a:cubicBezTo>
                  <a:pt x="84910" y="98522"/>
                  <a:pt x="86906" y="98830"/>
                  <a:pt x="89261" y="98830"/>
                </a:cubicBezTo>
                <a:cubicBezTo>
                  <a:pt x="92333" y="98830"/>
                  <a:pt x="95853" y="97894"/>
                  <a:pt x="99820" y="96020"/>
                </a:cubicBezTo>
                <a:cubicBezTo>
                  <a:pt x="103788" y="94145"/>
                  <a:pt x="107973" y="91179"/>
                  <a:pt x="112375" y="87122"/>
                </a:cubicBezTo>
                <a:lnTo>
                  <a:pt x="112375" y="73413"/>
                </a:lnTo>
                <a:close/>
                <a:moveTo>
                  <a:pt x="190580" y="0"/>
                </a:moveTo>
                <a:lnTo>
                  <a:pt x="188353" y="36092"/>
                </a:lnTo>
                <a:lnTo>
                  <a:pt x="175145" y="36092"/>
                </a:lnTo>
                <a:lnTo>
                  <a:pt x="172994" y="0"/>
                </a:lnTo>
                <a:lnTo>
                  <a:pt x="1905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'b'">
            <a:extLst xmlns:a="http://schemas.openxmlformats.org/drawingml/2006/main">
              <a:ext uri="{FF2B5EF4-FFF2-40B4-BE49-F238E27FC236}">
                <a16:creationId xmlns:a16="http://schemas.microsoft.com/office/drawing/2014/main" id="{EFBE1A0E-C16B-4EDC-887A-7B363B3A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716" y="3726166"/>
            <a:ext cx="190580" cy="109504"/>
          </a:xfrm>
          <a:custGeom xmlns:a="http://schemas.openxmlformats.org/drawingml/2006/main">
            <a:pathLst>
              <a:path w="190580" h="109504">
                <a:moveTo>
                  <a:pt x="17585" y="0"/>
                </a:moveTo>
                <a:lnTo>
                  <a:pt x="15358" y="36092"/>
                </a:lnTo>
                <a:lnTo>
                  <a:pt x="2150" y="36092"/>
                </a:lnTo>
                <a:lnTo>
                  <a:pt x="0" y="0"/>
                </a:lnTo>
                <a:lnTo>
                  <a:pt x="17585" y="0"/>
                </a:lnTo>
                <a:close/>
                <a:moveTo>
                  <a:pt x="130191" y="68651"/>
                </a:moveTo>
                <a:cubicBezTo>
                  <a:pt x="130191" y="75051"/>
                  <a:pt x="129308" y="80772"/>
                  <a:pt x="127541" y="85814"/>
                </a:cubicBezTo>
                <a:cubicBezTo>
                  <a:pt x="125775" y="90857"/>
                  <a:pt x="123267" y="95132"/>
                  <a:pt x="120016" y="98638"/>
                </a:cubicBezTo>
                <a:cubicBezTo>
                  <a:pt x="116765" y="102145"/>
                  <a:pt x="112810" y="104833"/>
                  <a:pt x="108152" y="106702"/>
                </a:cubicBezTo>
                <a:cubicBezTo>
                  <a:pt x="103493" y="108570"/>
                  <a:pt x="98246" y="109504"/>
                  <a:pt x="92409" y="109504"/>
                </a:cubicBezTo>
                <a:cubicBezTo>
                  <a:pt x="87853" y="109504"/>
                  <a:pt x="83194" y="109069"/>
                  <a:pt x="78433" y="108199"/>
                </a:cubicBezTo>
                <a:cubicBezTo>
                  <a:pt x="73672" y="107329"/>
                  <a:pt x="68963" y="105946"/>
                  <a:pt x="64304" y="104052"/>
                </a:cubicBezTo>
                <a:lnTo>
                  <a:pt x="64304" y="0"/>
                </a:lnTo>
                <a:lnTo>
                  <a:pt x="77666" y="0"/>
                </a:lnTo>
                <a:lnTo>
                  <a:pt x="77666" y="29925"/>
                </a:lnTo>
                <a:lnTo>
                  <a:pt x="77051" y="44232"/>
                </a:lnTo>
                <a:cubicBezTo>
                  <a:pt x="80891" y="39061"/>
                  <a:pt x="84999" y="35414"/>
                  <a:pt x="89376" y="33289"/>
                </a:cubicBezTo>
                <a:cubicBezTo>
                  <a:pt x="93753" y="31164"/>
                  <a:pt x="98450" y="30102"/>
                  <a:pt x="103467" y="30102"/>
                </a:cubicBezTo>
                <a:cubicBezTo>
                  <a:pt x="107870" y="30102"/>
                  <a:pt x="111735" y="31024"/>
                  <a:pt x="115063" y="32867"/>
                </a:cubicBezTo>
                <a:cubicBezTo>
                  <a:pt x="118391" y="34710"/>
                  <a:pt x="121181" y="37308"/>
                  <a:pt x="123433" y="40661"/>
                </a:cubicBezTo>
                <a:cubicBezTo>
                  <a:pt x="125686" y="44014"/>
                  <a:pt x="127375" y="48059"/>
                  <a:pt x="128501" y="52794"/>
                </a:cubicBezTo>
                <a:cubicBezTo>
                  <a:pt x="129628" y="57530"/>
                  <a:pt x="130191" y="62815"/>
                  <a:pt x="130191" y="68651"/>
                </a:cubicBezTo>
                <a:moveTo>
                  <a:pt x="116522" y="69266"/>
                </a:moveTo>
                <a:cubicBezTo>
                  <a:pt x="116522" y="65221"/>
                  <a:pt x="116228" y="61510"/>
                  <a:pt x="115639" y="58131"/>
                </a:cubicBezTo>
                <a:cubicBezTo>
                  <a:pt x="115050" y="54752"/>
                  <a:pt x="114116" y="51860"/>
                  <a:pt x="112836" y="49454"/>
                </a:cubicBezTo>
                <a:cubicBezTo>
                  <a:pt x="111556" y="47047"/>
                  <a:pt x="109918" y="45166"/>
                  <a:pt x="107921" y="43809"/>
                </a:cubicBezTo>
                <a:cubicBezTo>
                  <a:pt x="105925" y="42453"/>
                  <a:pt x="103544" y="41774"/>
                  <a:pt x="100780" y="41774"/>
                </a:cubicBezTo>
                <a:cubicBezTo>
                  <a:pt x="99090" y="41774"/>
                  <a:pt x="97375" y="42043"/>
                  <a:pt x="95635" y="42581"/>
                </a:cubicBezTo>
                <a:cubicBezTo>
                  <a:pt x="93894" y="43118"/>
                  <a:pt x="92089" y="44014"/>
                  <a:pt x="90221" y="45268"/>
                </a:cubicBezTo>
                <a:cubicBezTo>
                  <a:pt x="88352" y="46523"/>
                  <a:pt x="86381" y="48187"/>
                  <a:pt x="84308" y="50260"/>
                </a:cubicBezTo>
                <a:cubicBezTo>
                  <a:pt x="82235" y="52333"/>
                  <a:pt x="80020" y="54906"/>
                  <a:pt x="77666" y="57977"/>
                </a:cubicBezTo>
                <a:lnTo>
                  <a:pt x="77666" y="95375"/>
                </a:lnTo>
                <a:cubicBezTo>
                  <a:pt x="80276" y="96399"/>
                  <a:pt x="82939" y="97205"/>
                  <a:pt x="85652" y="97794"/>
                </a:cubicBezTo>
                <a:cubicBezTo>
                  <a:pt x="88365" y="98383"/>
                  <a:pt x="90950" y="98677"/>
                  <a:pt x="93408" y="98677"/>
                </a:cubicBezTo>
                <a:cubicBezTo>
                  <a:pt x="96479" y="98677"/>
                  <a:pt x="99410" y="98191"/>
                  <a:pt x="102200" y="97218"/>
                </a:cubicBezTo>
                <a:cubicBezTo>
                  <a:pt x="104990" y="96245"/>
                  <a:pt x="107448" y="94620"/>
                  <a:pt x="109572" y="92342"/>
                </a:cubicBezTo>
                <a:cubicBezTo>
                  <a:pt x="111697" y="90063"/>
                  <a:pt x="113386" y="87043"/>
                  <a:pt x="114641" y="83280"/>
                </a:cubicBezTo>
                <a:cubicBezTo>
                  <a:pt x="115895" y="79517"/>
                  <a:pt x="116522" y="74846"/>
                  <a:pt x="116522" y="69266"/>
                </a:cubicBezTo>
                <a:close/>
                <a:moveTo>
                  <a:pt x="190580" y="0"/>
                </a:moveTo>
                <a:lnTo>
                  <a:pt x="188353" y="36092"/>
                </a:lnTo>
                <a:lnTo>
                  <a:pt x="175145" y="36092"/>
                </a:lnTo>
                <a:lnTo>
                  <a:pt x="172995" y="0"/>
                </a:lnTo>
                <a:lnTo>
                  <a:pt x="1905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['a','b']">
            <a:extLst xmlns:a="http://schemas.openxmlformats.org/drawingml/2006/main">
              <a:ext uri="{FF2B5EF4-FFF2-40B4-BE49-F238E27FC236}">
                <a16:creationId xmlns:a16="http://schemas.microsoft.com/office/drawing/2014/main" id="{586CA57F-BCFB-4DED-A116-78D12E68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525" y="3416226"/>
            <a:ext cx="813533" cy="142678"/>
          </a:xfrm>
          <a:custGeom xmlns:a="http://schemas.openxmlformats.org/drawingml/2006/main">
            <a:pathLst>
              <a:path w="813533" h="142678">
                <a:moveTo>
                  <a:pt x="37858" y="142678"/>
                </a:moveTo>
                <a:lnTo>
                  <a:pt x="0" y="142678"/>
                </a:lnTo>
                <a:lnTo>
                  <a:pt x="0" y="0"/>
                </a:lnTo>
                <a:lnTo>
                  <a:pt x="37858" y="0"/>
                </a:lnTo>
                <a:lnTo>
                  <a:pt x="37858" y="10751"/>
                </a:lnTo>
                <a:lnTo>
                  <a:pt x="12747" y="10751"/>
                </a:lnTo>
                <a:lnTo>
                  <a:pt x="12747" y="131928"/>
                </a:lnTo>
                <a:lnTo>
                  <a:pt x="37858" y="131928"/>
                </a:lnTo>
                <a:lnTo>
                  <a:pt x="37858" y="142678"/>
                </a:lnTo>
                <a:close/>
                <a:moveTo>
                  <a:pt x="112069" y="2611"/>
                </a:moveTo>
                <a:lnTo>
                  <a:pt x="109842" y="38703"/>
                </a:lnTo>
                <a:lnTo>
                  <a:pt x="96634" y="38703"/>
                </a:lnTo>
                <a:lnTo>
                  <a:pt x="94484" y="2611"/>
                </a:lnTo>
                <a:lnTo>
                  <a:pt x="112069" y="2611"/>
                </a:lnTo>
                <a:close/>
                <a:moveTo>
                  <a:pt x="208319" y="111194"/>
                </a:moveTo>
                <a:lnTo>
                  <a:pt x="208012" y="100805"/>
                </a:lnTo>
                <a:cubicBezTo>
                  <a:pt x="203814" y="104960"/>
                  <a:pt x="199552" y="107961"/>
                  <a:pt x="195226" y="109807"/>
                </a:cubicBezTo>
                <a:cubicBezTo>
                  <a:pt x="190900" y="111653"/>
                  <a:pt x="186356" y="112576"/>
                  <a:pt x="181595" y="112576"/>
                </a:cubicBezTo>
                <a:cubicBezTo>
                  <a:pt x="177193" y="112576"/>
                  <a:pt x="173430" y="112012"/>
                  <a:pt x="170307" y="110884"/>
                </a:cubicBezTo>
                <a:cubicBezTo>
                  <a:pt x="167184" y="109756"/>
                  <a:pt x="164612" y="108205"/>
                  <a:pt x="162590" y="106231"/>
                </a:cubicBezTo>
                <a:cubicBezTo>
                  <a:pt x="160567" y="104257"/>
                  <a:pt x="159083" y="101937"/>
                  <a:pt x="158136" y="99270"/>
                </a:cubicBezTo>
                <a:cubicBezTo>
                  <a:pt x="157189" y="96603"/>
                  <a:pt x="156715" y="93705"/>
                  <a:pt x="156715" y="90578"/>
                </a:cubicBezTo>
                <a:cubicBezTo>
                  <a:pt x="156715" y="82835"/>
                  <a:pt x="159595" y="76771"/>
                  <a:pt x="165354" y="72388"/>
                </a:cubicBezTo>
                <a:cubicBezTo>
                  <a:pt x="171113" y="68003"/>
                  <a:pt x="179624" y="65810"/>
                  <a:pt x="190887" y="65810"/>
                </a:cubicBezTo>
                <a:lnTo>
                  <a:pt x="206860" y="65810"/>
                </a:lnTo>
                <a:lnTo>
                  <a:pt x="206860" y="59077"/>
                </a:lnTo>
                <a:cubicBezTo>
                  <a:pt x="206860" y="54536"/>
                  <a:pt x="205401" y="50901"/>
                  <a:pt x="202483" y="48172"/>
                </a:cubicBezTo>
                <a:cubicBezTo>
                  <a:pt x="199565" y="45443"/>
                  <a:pt x="195111" y="44078"/>
                  <a:pt x="189121" y="44078"/>
                </a:cubicBezTo>
                <a:cubicBezTo>
                  <a:pt x="184769" y="44078"/>
                  <a:pt x="180482" y="44572"/>
                  <a:pt x="176258" y="45559"/>
                </a:cubicBezTo>
                <a:cubicBezTo>
                  <a:pt x="172035" y="46544"/>
                  <a:pt x="167671" y="47945"/>
                  <a:pt x="163165" y="49761"/>
                </a:cubicBezTo>
                <a:lnTo>
                  <a:pt x="163165" y="37705"/>
                </a:lnTo>
                <a:cubicBezTo>
                  <a:pt x="164855" y="37081"/>
                  <a:pt x="166736" y="36469"/>
                  <a:pt x="168810" y="35871"/>
                </a:cubicBezTo>
                <a:cubicBezTo>
                  <a:pt x="170883" y="35273"/>
                  <a:pt x="173072" y="34740"/>
                  <a:pt x="175375" y="34273"/>
                </a:cubicBezTo>
                <a:cubicBezTo>
                  <a:pt x="177679" y="33804"/>
                  <a:pt x="180085" y="33427"/>
                  <a:pt x="182594" y="33143"/>
                </a:cubicBezTo>
                <a:cubicBezTo>
                  <a:pt x="185102" y="32856"/>
                  <a:pt x="187636" y="32713"/>
                  <a:pt x="190196" y="32713"/>
                </a:cubicBezTo>
                <a:cubicBezTo>
                  <a:pt x="194855" y="32713"/>
                  <a:pt x="199053" y="33225"/>
                  <a:pt x="202790" y="34249"/>
                </a:cubicBezTo>
                <a:cubicBezTo>
                  <a:pt x="206527" y="35273"/>
                  <a:pt x="209688" y="36834"/>
                  <a:pt x="212274" y="38933"/>
                </a:cubicBezTo>
                <a:cubicBezTo>
                  <a:pt x="214859" y="41032"/>
                  <a:pt x="216843" y="43669"/>
                  <a:pt x="218225" y="46843"/>
                </a:cubicBezTo>
                <a:cubicBezTo>
                  <a:pt x="219607" y="50017"/>
                  <a:pt x="220298" y="53754"/>
                  <a:pt x="220298" y="58054"/>
                </a:cubicBezTo>
                <a:lnTo>
                  <a:pt x="220298" y="111194"/>
                </a:lnTo>
                <a:lnTo>
                  <a:pt x="208319" y="111194"/>
                </a:lnTo>
                <a:moveTo>
                  <a:pt x="206860" y="76023"/>
                </a:moveTo>
                <a:lnTo>
                  <a:pt x="189889" y="76023"/>
                </a:lnTo>
                <a:cubicBezTo>
                  <a:pt x="186561" y="76023"/>
                  <a:pt x="183694" y="76358"/>
                  <a:pt x="181288" y="77027"/>
                </a:cubicBezTo>
                <a:cubicBezTo>
                  <a:pt x="178882" y="77694"/>
                  <a:pt x="176911" y="78643"/>
                  <a:pt x="175375" y="79875"/>
                </a:cubicBezTo>
                <a:cubicBezTo>
                  <a:pt x="173839" y="81107"/>
                  <a:pt x="172700" y="82583"/>
                  <a:pt x="171958" y="84305"/>
                </a:cubicBezTo>
                <a:cubicBezTo>
                  <a:pt x="171216" y="86025"/>
                  <a:pt x="170845" y="87963"/>
                  <a:pt x="170845" y="90119"/>
                </a:cubicBezTo>
                <a:cubicBezTo>
                  <a:pt x="170845" y="91609"/>
                  <a:pt x="171075" y="93034"/>
                  <a:pt x="171536" y="94396"/>
                </a:cubicBezTo>
                <a:cubicBezTo>
                  <a:pt x="171996" y="95756"/>
                  <a:pt x="172739" y="96962"/>
                  <a:pt x="173763" y="98015"/>
                </a:cubicBezTo>
                <a:cubicBezTo>
                  <a:pt x="174787" y="99067"/>
                  <a:pt x="176118" y="99902"/>
                  <a:pt x="177756" y="100517"/>
                </a:cubicBezTo>
                <a:cubicBezTo>
                  <a:pt x="179394" y="101133"/>
                  <a:pt x="181391" y="101441"/>
                  <a:pt x="183746" y="101441"/>
                </a:cubicBezTo>
                <a:cubicBezTo>
                  <a:pt x="186817" y="101441"/>
                  <a:pt x="190337" y="100505"/>
                  <a:pt x="194304" y="98631"/>
                </a:cubicBezTo>
                <a:cubicBezTo>
                  <a:pt x="198272" y="96756"/>
                  <a:pt x="202457" y="93790"/>
                  <a:pt x="206860" y="89733"/>
                </a:cubicBezTo>
                <a:lnTo>
                  <a:pt x="206860" y="76023"/>
                </a:lnTo>
                <a:close/>
                <a:moveTo>
                  <a:pt x="285065" y="2611"/>
                </a:moveTo>
                <a:lnTo>
                  <a:pt x="282838" y="38703"/>
                </a:lnTo>
                <a:lnTo>
                  <a:pt x="269629" y="38703"/>
                </a:lnTo>
                <a:lnTo>
                  <a:pt x="267479" y="2611"/>
                </a:lnTo>
                <a:lnTo>
                  <a:pt x="285065" y="2611"/>
                </a:lnTo>
                <a:close/>
                <a:moveTo>
                  <a:pt x="337774" y="126936"/>
                </a:moveTo>
                <a:cubicBezTo>
                  <a:pt x="340385" y="127038"/>
                  <a:pt x="342919" y="126806"/>
                  <a:pt x="345376" y="126240"/>
                </a:cubicBezTo>
                <a:cubicBezTo>
                  <a:pt x="347834" y="125675"/>
                  <a:pt x="349997" y="124840"/>
                  <a:pt x="351865" y="123732"/>
                </a:cubicBezTo>
                <a:cubicBezTo>
                  <a:pt x="353734" y="122627"/>
                  <a:pt x="355231" y="121251"/>
                  <a:pt x="356358" y="119605"/>
                </a:cubicBezTo>
                <a:cubicBezTo>
                  <a:pt x="357484" y="117960"/>
                  <a:pt x="358047" y="116083"/>
                  <a:pt x="358047" y="113973"/>
                </a:cubicBezTo>
                <a:cubicBezTo>
                  <a:pt x="358047" y="111813"/>
                  <a:pt x="357676" y="110068"/>
                  <a:pt x="356933" y="108737"/>
                </a:cubicBezTo>
                <a:cubicBezTo>
                  <a:pt x="356191" y="107405"/>
                  <a:pt x="355359" y="106177"/>
                  <a:pt x="354438" y="105051"/>
                </a:cubicBezTo>
                <a:cubicBezTo>
                  <a:pt x="353516" y="103924"/>
                  <a:pt x="352684" y="102721"/>
                  <a:pt x="351942" y="101441"/>
                </a:cubicBezTo>
                <a:cubicBezTo>
                  <a:pt x="351200" y="100162"/>
                  <a:pt x="350829" y="98446"/>
                  <a:pt x="350829" y="96296"/>
                </a:cubicBezTo>
                <a:cubicBezTo>
                  <a:pt x="350829" y="95221"/>
                  <a:pt x="351033" y="94095"/>
                  <a:pt x="351443" y="92918"/>
                </a:cubicBezTo>
                <a:cubicBezTo>
                  <a:pt x="351852" y="91740"/>
                  <a:pt x="352480" y="90665"/>
                  <a:pt x="353324" y="89692"/>
                </a:cubicBezTo>
                <a:cubicBezTo>
                  <a:pt x="354169" y="88720"/>
                  <a:pt x="355244" y="87926"/>
                  <a:pt x="356549" y="87312"/>
                </a:cubicBezTo>
                <a:cubicBezTo>
                  <a:pt x="357855" y="86697"/>
                  <a:pt x="359404" y="86390"/>
                  <a:pt x="361195" y="86390"/>
                </a:cubicBezTo>
                <a:cubicBezTo>
                  <a:pt x="362987" y="86390"/>
                  <a:pt x="364715" y="86762"/>
                  <a:pt x="366379" y="87506"/>
                </a:cubicBezTo>
                <a:cubicBezTo>
                  <a:pt x="368043" y="88248"/>
                  <a:pt x="369502" y="89389"/>
                  <a:pt x="370756" y="90928"/>
                </a:cubicBezTo>
                <a:cubicBezTo>
                  <a:pt x="372010" y="92466"/>
                  <a:pt x="373008" y="94389"/>
                  <a:pt x="373751" y="96697"/>
                </a:cubicBezTo>
                <a:cubicBezTo>
                  <a:pt x="374493" y="99004"/>
                  <a:pt x="374864" y="101721"/>
                  <a:pt x="374864" y="104849"/>
                </a:cubicBezTo>
                <a:cubicBezTo>
                  <a:pt x="374864" y="109104"/>
                  <a:pt x="374084" y="113193"/>
                  <a:pt x="372522" y="117114"/>
                </a:cubicBezTo>
                <a:cubicBezTo>
                  <a:pt x="370961" y="121037"/>
                  <a:pt x="368631" y="124511"/>
                  <a:pt x="365534" y="127536"/>
                </a:cubicBezTo>
                <a:cubicBezTo>
                  <a:pt x="362437" y="130561"/>
                  <a:pt x="358572" y="132971"/>
                  <a:pt x="353939" y="134764"/>
                </a:cubicBezTo>
                <a:cubicBezTo>
                  <a:pt x="349305" y="136559"/>
                  <a:pt x="343917" y="137456"/>
                  <a:pt x="337774" y="137456"/>
                </a:cubicBezTo>
                <a:lnTo>
                  <a:pt x="337774" y="126936"/>
                </a:lnTo>
                <a:close/>
                <a:moveTo>
                  <a:pt x="544556" y="2611"/>
                </a:moveTo>
                <a:lnTo>
                  <a:pt x="542329" y="38703"/>
                </a:lnTo>
                <a:lnTo>
                  <a:pt x="529121" y="38703"/>
                </a:lnTo>
                <a:lnTo>
                  <a:pt x="526971" y="2611"/>
                </a:lnTo>
                <a:lnTo>
                  <a:pt x="544556" y="2611"/>
                </a:lnTo>
                <a:close/>
                <a:moveTo>
                  <a:pt x="658578" y="71262"/>
                </a:moveTo>
                <a:cubicBezTo>
                  <a:pt x="658578" y="77662"/>
                  <a:pt x="657695" y="83383"/>
                  <a:pt x="655929" y="88425"/>
                </a:cubicBezTo>
                <a:cubicBezTo>
                  <a:pt x="654163" y="93468"/>
                  <a:pt x="651654" y="97743"/>
                  <a:pt x="648403" y="101249"/>
                </a:cubicBezTo>
                <a:cubicBezTo>
                  <a:pt x="645152" y="104756"/>
                  <a:pt x="641198" y="107444"/>
                  <a:pt x="636539" y="109312"/>
                </a:cubicBezTo>
                <a:cubicBezTo>
                  <a:pt x="631880" y="111181"/>
                  <a:pt x="626633" y="112115"/>
                  <a:pt x="620797" y="112115"/>
                </a:cubicBezTo>
                <a:cubicBezTo>
                  <a:pt x="616241" y="112115"/>
                  <a:pt x="611582" y="111680"/>
                  <a:pt x="606821" y="110810"/>
                </a:cubicBezTo>
                <a:cubicBezTo>
                  <a:pt x="602060" y="109940"/>
                  <a:pt x="597350" y="108557"/>
                  <a:pt x="592691" y="106663"/>
                </a:cubicBezTo>
                <a:lnTo>
                  <a:pt x="592691" y="2611"/>
                </a:lnTo>
                <a:lnTo>
                  <a:pt x="606053" y="2611"/>
                </a:lnTo>
                <a:lnTo>
                  <a:pt x="606053" y="32536"/>
                </a:lnTo>
                <a:lnTo>
                  <a:pt x="605439" y="46843"/>
                </a:lnTo>
                <a:cubicBezTo>
                  <a:pt x="609278" y="41672"/>
                  <a:pt x="613386" y="38025"/>
                  <a:pt x="617764" y="35900"/>
                </a:cubicBezTo>
                <a:cubicBezTo>
                  <a:pt x="622141" y="33775"/>
                  <a:pt x="626838" y="32713"/>
                  <a:pt x="631855" y="32713"/>
                </a:cubicBezTo>
                <a:cubicBezTo>
                  <a:pt x="636257" y="32713"/>
                  <a:pt x="640123" y="33635"/>
                  <a:pt x="643450" y="35478"/>
                </a:cubicBezTo>
                <a:cubicBezTo>
                  <a:pt x="646778" y="37321"/>
                  <a:pt x="649568" y="39919"/>
                  <a:pt x="651820" y="43272"/>
                </a:cubicBezTo>
                <a:cubicBezTo>
                  <a:pt x="654073" y="46625"/>
                  <a:pt x="655762" y="50669"/>
                  <a:pt x="656889" y="55405"/>
                </a:cubicBezTo>
                <a:cubicBezTo>
                  <a:pt x="658015" y="60140"/>
                  <a:pt x="658578" y="65426"/>
                  <a:pt x="658578" y="71262"/>
                </a:cubicBezTo>
                <a:moveTo>
                  <a:pt x="644909" y="71877"/>
                </a:moveTo>
                <a:cubicBezTo>
                  <a:pt x="644909" y="67832"/>
                  <a:pt x="644615" y="64121"/>
                  <a:pt x="644026" y="60742"/>
                </a:cubicBezTo>
                <a:cubicBezTo>
                  <a:pt x="643437" y="57363"/>
                  <a:pt x="642503" y="54471"/>
                  <a:pt x="641223" y="52065"/>
                </a:cubicBezTo>
                <a:cubicBezTo>
                  <a:pt x="639943" y="49658"/>
                  <a:pt x="638305" y="47777"/>
                  <a:pt x="636309" y="46420"/>
                </a:cubicBezTo>
                <a:cubicBezTo>
                  <a:pt x="634312" y="45064"/>
                  <a:pt x="631932" y="44385"/>
                  <a:pt x="629167" y="44385"/>
                </a:cubicBezTo>
                <a:cubicBezTo>
                  <a:pt x="627478" y="44385"/>
                  <a:pt x="625763" y="44654"/>
                  <a:pt x="624022" y="45192"/>
                </a:cubicBezTo>
                <a:cubicBezTo>
                  <a:pt x="622281" y="45729"/>
                  <a:pt x="620477" y="46625"/>
                  <a:pt x="618608" y="47879"/>
                </a:cubicBezTo>
                <a:cubicBezTo>
                  <a:pt x="616740" y="49134"/>
                  <a:pt x="614769" y="50797"/>
                  <a:pt x="612695" y="52871"/>
                </a:cubicBezTo>
                <a:cubicBezTo>
                  <a:pt x="610622" y="54944"/>
                  <a:pt x="608408" y="57517"/>
                  <a:pt x="606053" y="60588"/>
                </a:cubicBezTo>
                <a:lnTo>
                  <a:pt x="606053" y="97986"/>
                </a:lnTo>
                <a:cubicBezTo>
                  <a:pt x="608664" y="99010"/>
                  <a:pt x="611326" y="99816"/>
                  <a:pt x="614039" y="100405"/>
                </a:cubicBezTo>
                <a:cubicBezTo>
                  <a:pt x="616752" y="100993"/>
                  <a:pt x="619338" y="101288"/>
                  <a:pt x="621795" y="101288"/>
                </a:cubicBezTo>
                <a:cubicBezTo>
                  <a:pt x="624867" y="101288"/>
                  <a:pt x="627798" y="100801"/>
                  <a:pt x="630588" y="99829"/>
                </a:cubicBezTo>
                <a:cubicBezTo>
                  <a:pt x="633378" y="98856"/>
                  <a:pt x="635835" y="97231"/>
                  <a:pt x="637960" y="94952"/>
                </a:cubicBezTo>
                <a:cubicBezTo>
                  <a:pt x="640084" y="92674"/>
                  <a:pt x="641774" y="89654"/>
                  <a:pt x="643028" y="85891"/>
                </a:cubicBezTo>
                <a:cubicBezTo>
                  <a:pt x="644282" y="82128"/>
                  <a:pt x="644909" y="77457"/>
                  <a:pt x="644909" y="71877"/>
                </a:cubicBezTo>
                <a:close/>
                <a:moveTo>
                  <a:pt x="718966" y="2611"/>
                </a:moveTo>
                <a:lnTo>
                  <a:pt x="716739" y="38703"/>
                </a:lnTo>
                <a:lnTo>
                  <a:pt x="703531" y="38703"/>
                </a:lnTo>
                <a:lnTo>
                  <a:pt x="701380" y="2611"/>
                </a:lnTo>
                <a:lnTo>
                  <a:pt x="718966" y="2611"/>
                </a:lnTo>
                <a:close/>
                <a:moveTo>
                  <a:pt x="813533" y="142678"/>
                </a:moveTo>
                <a:lnTo>
                  <a:pt x="775675" y="142678"/>
                </a:lnTo>
                <a:lnTo>
                  <a:pt x="775675" y="131928"/>
                </a:lnTo>
                <a:lnTo>
                  <a:pt x="800632" y="131928"/>
                </a:lnTo>
                <a:lnTo>
                  <a:pt x="800632" y="10751"/>
                </a:lnTo>
                <a:lnTo>
                  <a:pt x="775675" y="10751"/>
                </a:lnTo>
                <a:lnTo>
                  <a:pt x="775675" y="0"/>
                </a:lnTo>
                <a:lnTo>
                  <a:pt x="813533" y="0"/>
                </a:lnTo>
                <a:lnTo>
                  <a:pt x="813533" y="142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'a'">
            <a:extLst xmlns:a="http://schemas.openxmlformats.org/drawingml/2006/main">
              <a:ext uri="{FF2B5EF4-FFF2-40B4-BE49-F238E27FC236}">
                <a16:creationId xmlns:a16="http://schemas.microsoft.com/office/drawing/2014/main" id="{6CB74048-B51D-4C21-BE42-1DEAB8A5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716" y="4418463"/>
            <a:ext cx="190580" cy="109965"/>
          </a:xfrm>
          <a:custGeom xmlns:a="http://schemas.openxmlformats.org/drawingml/2006/main">
            <a:pathLst>
              <a:path w="190580" h="109965">
                <a:moveTo>
                  <a:pt x="17585" y="0"/>
                </a:moveTo>
                <a:lnTo>
                  <a:pt x="15358" y="36092"/>
                </a:lnTo>
                <a:lnTo>
                  <a:pt x="2150" y="36092"/>
                </a:lnTo>
                <a:lnTo>
                  <a:pt x="0" y="0"/>
                </a:lnTo>
                <a:lnTo>
                  <a:pt x="17585" y="0"/>
                </a:lnTo>
                <a:close/>
                <a:moveTo>
                  <a:pt x="113834" y="108583"/>
                </a:moveTo>
                <a:lnTo>
                  <a:pt x="113527" y="98195"/>
                </a:lnTo>
                <a:cubicBezTo>
                  <a:pt x="109329" y="102349"/>
                  <a:pt x="105067" y="105350"/>
                  <a:pt x="100741" y="107196"/>
                </a:cubicBezTo>
                <a:cubicBezTo>
                  <a:pt x="96415" y="109042"/>
                  <a:pt x="91872" y="109965"/>
                  <a:pt x="87111" y="109965"/>
                </a:cubicBezTo>
                <a:cubicBezTo>
                  <a:pt x="82708" y="109965"/>
                  <a:pt x="78945" y="109401"/>
                  <a:pt x="75823" y="108273"/>
                </a:cubicBezTo>
                <a:cubicBezTo>
                  <a:pt x="72700" y="107146"/>
                  <a:pt x="70127" y="105594"/>
                  <a:pt x="68105" y="103620"/>
                </a:cubicBezTo>
                <a:cubicBezTo>
                  <a:pt x="66083" y="101646"/>
                  <a:pt x="64598" y="99326"/>
                  <a:pt x="63651" y="96659"/>
                </a:cubicBezTo>
                <a:cubicBezTo>
                  <a:pt x="62704" y="93992"/>
                  <a:pt x="62230" y="91095"/>
                  <a:pt x="62230" y="87967"/>
                </a:cubicBezTo>
                <a:cubicBezTo>
                  <a:pt x="62230" y="80224"/>
                  <a:pt x="65110" y="74160"/>
                  <a:pt x="70869" y="69777"/>
                </a:cubicBezTo>
                <a:cubicBezTo>
                  <a:pt x="76629" y="65392"/>
                  <a:pt x="85140" y="63199"/>
                  <a:pt x="96403" y="63199"/>
                </a:cubicBezTo>
                <a:lnTo>
                  <a:pt x="112375" y="63199"/>
                </a:lnTo>
                <a:lnTo>
                  <a:pt x="112375" y="56466"/>
                </a:lnTo>
                <a:cubicBezTo>
                  <a:pt x="112375" y="51925"/>
                  <a:pt x="110916" y="48291"/>
                  <a:pt x="107998" y="45561"/>
                </a:cubicBezTo>
                <a:cubicBezTo>
                  <a:pt x="105080" y="42832"/>
                  <a:pt x="100626" y="41467"/>
                  <a:pt x="94636" y="41467"/>
                </a:cubicBezTo>
                <a:cubicBezTo>
                  <a:pt x="90285" y="41467"/>
                  <a:pt x="85997" y="41961"/>
                  <a:pt x="81774" y="42948"/>
                </a:cubicBezTo>
                <a:cubicBezTo>
                  <a:pt x="77550" y="43933"/>
                  <a:pt x="73186" y="45334"/>
                  <a:pt x="68681" y="47150"/>
                </a:cubicBezTo>
                <a:lnTo>
                  <a:pt x="68681" y="35094"/>
                </a:lnTo>
                <a:cubicBezTo>
                  <a:pt x="70370" y="34470"/>
                  <a:pt x="72252" y="33859"/>
                  <a:pt x="74325" y="33260"/>
                </a:cubicBezTo>
                <a:cubicBezTo>
                  <a:pt x="76398" y="32662"/>
                  <a:pt x="78587" y="32129"/>
                  <a:pt x="80891" y="31662"/>
                </a:cubicBezTo>
                <a:cubicBezTo>
                  <a:pt x="83194" y="31193"/>
                  <a:pt x="85601" y="30817"/>
                  <a:pt x="88109" y="30532"/>
                </a:cubicBezTo>
                <a:cubicBezTo>
                  <a:pt x="90618" y="30245"/>
                  <a:pt x="93152" y="30102"/>
                  <a:pt x="95711" y="30102"/>
                </a:cubicBezTo>
                <a:cubicBezTo>
                  <a:pt x="100370" y="30102"/>
                  <a:pt x="104568" y="30614"/>
                  <a:pt x="108305" y="31638"/>
                </a:cubicBezTo>
                <a:cubicBezTo>
                  <a:pt x="112042" y="32662"/>
                  <a:pt x="115204" y="34223"/>
                  <a:pt x="117789" y="36322"/>
                </a:cubicBezTo>
                <a:cubicBezTo>
                  <a:pt x="120374" y="38421"/>
                  <a:pt x="122358" y="41058"/>
                  <a:pt x="123740" y="44232"/>
                </a:cubicBezTo>
                <a:cubicBezTo>
                  <a:pt x="125123" y="47406"/>
                  <a:pt x="125814" y="51143"/>
                  <a:pt x="125814" y="55443"/>
                </a:cubicBezTo>
                <a:lnTo>
                  <a:pt x="125814" y="108583"/>
                </a:lnTo>
                <a:lnTo>
                  <a:pt x="113834" y="108583"/>
                </a:lnTo>
                <a:moveTo>
                  <a:pt x="112375" y="73413"/>
                </a:moveTo>
                <a:lnTo>
                  <a:pt x="95404" y="73413"/>
                </a:lnTo>
                <a:cubicBezTo>
                  <a:pt x="92077" y="73413"/>
                  <a:pt x="89210" y="73747"/>
                  <a:pt x="86804" y="74416"/>
                </a:cubicBezTo>
                <a:cubicBezTo>
                  <a:pt x="84398" y="75083"/>
                  <a:pt x="82427" y="76032"/>
                  <a:pt x="80891" y="77264"/>
                </a:cubicBezTo>
                <a:cubicBezTo>
                  <a:pt x="79355" y="78496"/>
                  <a:pt x="78216" y="79973"/>
                  <a:pt x="77474" y="81694"/>
                </a:cubicBezTo>
                <a:cubicBezTo>
                  <a:pt x="76731" y="83414"/>
                  <a:pt x="76360" y="85352"/>
                  <a:pt x="76360" y="87509"/>
                </a:cubicBezTo>
                <a:cubicBezTo>
                  <a:pt x="76360" y="88998"/>
                  <a:pt x="76590" y="90423"/>
                  <a:pt x="77051" y="91785"/>
                </a:cubicBezTo>
                <a:cubicBezTo>
                  <a:pt x="77512" y="93145"/>
                  <a:pt x="78254" y="94351"/>
                  <a:pt x="79278" y="95404"/>
                </a:cubicBezTo>
                <a:cubicBezTo>
                  <a:pt x="80302" y="96456"/>
                  <a:pt x="81633" y="97291"/>
                  <a:pt x="83271" y="97907"/>
                </a:cubicBezTo>
                <a:cubicBezTo>
                  <a:pt x="84910" y="98522"/>
                  <a:pt x="86906" y="98830"/>
                  <a:pt x="89261" y="98830"/>
                </a:cubicBezTo>
                <a:cubicBezTo>
                  <a:pt x="92333" y="98830"/>
                  <a:pt x="95852" y="97894"/>
                  <a:pt x="99820" y="96020"/>
                </a:cubicBezTo>
                <a:cubicBezTo>
                  <a:pt x="103787" y="94145"/>
                  <a:pt x="107973" y="91179"/>
                  <a:pt x="112375" y="87122"/>
                </a:cubicBezTo>
                <a:lnTo>
                  <a:pt x="112375" y="73413"/>
                </a:lnTo>
                <a:close/>
                <a:moveTo>
                  <a:pt x="190580" y="0"/>
                </a:moveTo>
                <a:lnTo>
                  <a:pt x="188353" y="36092"/>
                </a:lnTo>
                <a:lnTo>
                  <a:pt x="175145" y="36092"/>
                </a:lnTo>
                <a:lnTo>
                  <a:pt x="172995" y="0"/>
                </a:lnTo>
                <a:lnTo>
                  <a:pt x="1905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'b'">
            <a:extLst xmlns:a="http://schemas.openxmlformats.org/drawingml/2006/main">
              <a:ext uri="{FF2B5EF4-FFF2-40B4-BE49-F238E27FC236}">
                <a16:creationId xmlns:a16="http://schemas.microsoft.com/office/drawing/2014/main" id="{E8014F3A-BD23-4F74-99B8-6692178C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854" y="4420664"/>
            <a:ext cx="190581" cy="109504"/>
          </a:xfrm>
          <a:custGeom xmlns:a="http://schemas.openxmlformats.org/drawingml/2006/main">
            <a:pathLst>
              <a:path w="190581" h="109504">
                <a:moveTo>
                  <a:pt x="17585" y="0"/>
                </a:moveTo>
                <a:lnTo>
                  <a:pt x="15358" y="36092"/>
                </a:lnTo>
                <a:lnTo>
                  <a:pt x="2150" y="36092"/>
                </a:lnTo>
                <a:lnTo>
                  <a:pt x="0" y="0"/>
                </a:lnTo>
                <a:lnTo>
                  <a:pt x="17585" y="0"/>
                </a:lnTo>
                <a:close/>
                <a:moveTo>
                  <a:pt x="130192" y="68651"/>
                </a:moveTo>
                <a:cubicBezTo>
                  <a:pt x="130192" y="75051"/>
                  <a:pt x="129309" y="80772"/>
                  <a:pt x="127543" y="85814"/>
                </a:cubicBezTo>
                <a:cubicBezTo>
                  <a:pt x="125776" y="90857"/>
                  <a:pt x="123268" y="95132"/>
                  <a:pt x="120017" y="98638"/>
                </a:cubicBezTo>
                <a:cubicBezTo>
                  <a:pt x="116766" y="102145"/>
                  <a:pt x="112812" y="104833"/>
                  <a:pt x="108153" y="106702"/>
                </a:cubicBezTo>
                <a:cubicBezTo>
                  <a:pt x="103494" y="108570"/>
                  <a:pt x="98247" y="109504"/>
                  <a:pt x="92411" y="109504"/>
                </a:cubicBezTo>
                <a:cubicBezTo>
                  <a:pt x="87854" y="109504"/>
                  <a:pt x="83196" y="109069"/>
                  <a:pt x="78435" y="108199"/>
                </a:cubicBezTo>
                <a:cubicBezTo>
                  <a:pt x="73674" y="107329"/>
                  <a:pt x="68964" y="105946"/>
                  <a:pt x="64305" y="104052"/>
                </a:cubicBezTo>
                <a:lnTo>
                  <a:pt x="64305" y="0"/>
                </a:lnTo>
                <a:lnTo>
                  <a:pt x="77667" y="0"/>
                </a:lnTo>
                <a:lnTo>
                  <a:pt x="77667" y="29925"/>
                </a:lnTo>
                <a:lnTo>
                  <a:pt x="77052" y="44232"/>
                </a:lnTo>
                <a:cubicBezTo>
                  <a:pt x="80892" y="39061"/>
                  <a:pt x="85000" y="35414"/>
                  <a:pt x="89377" y="33289"/>
                </a:cubicBezTo>
                <a:cubicBezTo>
                  <a:pt x="93754" y="31164"/>
                  <a:pt x="98452" y="30102"/>
                  <a:pt x="103469" y="30102"/>
                </a:cubicBezTo>
                <a:cubicBezTo>
                  <a:pt x="107871" y="30102"/>
                  <a:pt x="111736" y="31024"/>
                  <a:pt x="115064" y="32867"/>
                </a:cubicBezTo>
                <a:cubicBezTo>
                  <a:pt x="118392" y="34710"/>
                  <a:pt x="121182" y="37308"/>
                  <a:pt x="123434" y="40661"/>
                </a:cubicBezTo>
                <a:cubicBezTo>
                  <a:pt x="125687" y="44014"/>
                  <a:pt x="127376" y="48059"/>
                  <a:pt x="128503" y="52794"/>
                </a:cubicBezTo>
                <a:cubicBezTo>
                  <a:pt x="129629" y="57530"/>
                  <a:pt x="130192" y="62815"/>
                  <a:pt x="130192" y="68651"/>
                </a:cubicBezTo>
                <a:moveTo>
                  <a:pt x="116523" y="69266"/>
                </a:moveTo>
                <a:cubicBezTo>
                  <a:pt x="116523" y="65221"/>
                  <a:pt x="116229" y="61510"/>
                  <a:pt x="115640" y="58131"/>
                </a:cubicBezTo>
                <a:cubicBezTo>
                  <a:pt x="115051" y="54752"/>
                  <a:pt x="114117" y="51860"/>
                  <a:pt x="112837" y="49454"/>
                </a:cubicBezTo>
                <a:cubicBezTo>
                  <a:pt x="111557" y="47047"/>
                  <a:pt x="109919" y="45166"/>
                  <a:pt x="107922" y="43809"/>
                </a:cubicBezTo>
                <a:cubicBezTo>
                  <a:pt x="105926" y="42453"/>
                  <a:pt x="103545" y="41774"/>
                  <a:pt x="100781" y="41774"/>
                </a:cubicBezTo>
                <a:cubicBezTo>
                  <a:pt x="99091" y="41774"/>
                  <a:pt x="97376" y="42043"/>
                  <a:pt x="95636" y="42581"/>
                </a:cubicBezTo>
                <a:cubicBezTo>
                  <a:pt x="93895" y="43118"/>
                  <a:pt x="92091" y="44014"/>
                  <a:pt x="90222" y="45268"/>
                </a:cubicBezTo>
                <a:cubicBezTo>
                  <a:pt x="88353" y="46523"/>
                  <a:pt x="86382" y="48187"/>
                  <a:pt x="84309" y="50260"/>
                </a:cubicBezTo>
                <a:cubicBezTo>
                  <a:pt x="82236" y="52333"/>
                  <a:pt x="80022" y="54906"/>
                  <a:pt x="77667" y="57977"/>
                </a:cubicBezTo>
                <a:lnTo>
                  <a:pt x="77667" y="95375"/>
                </a:lnTo>
                <a:cubicBezTo>
                  <a:pt x="80278" y="96399"/>
                  <a:pt x="82940" y="97205"/>
                  <a:pt x="85653" y="97794"/>
                </a:cubicBezTo>
                <a:cubicBezTo>
                  <a:pt x="88366" y="98383"/>
                  <a:pt x="90952" y="98677"/>
                  <a:pt x="93409" y="98677"/>
                </a:cubicBezTo>
                <a:cubicBezTo>
                  <a:pt x="96481" y="98677"/>
                  <a:pt x="99411" y="98191"/>
                  <a:pt x="102201" y="97218"/>
                </a:cubicBezTo>
                <a:cubicBezTo>
                  <a:pt x="104992" y="96245"/>
                  <a:pt x="107449" y="94620"/>
                  <a:pt x="109573" y="92342"/>
                </a:cubicBezTo>
                <a:cubicBezTo>
                  <a:pt x="111698" y="90063"/>
                  <a:pt x="113387" y="87043"/>
                  <a:pt x="114642" y="83280"/>
                </a:cubicBezTo>
                <a:cubicBezTo>
                  <a:pt x="115896" y="79517"/>
                  <a:pt x="116523" y="74846"/>
                  <a:pt x="116523" y="69266"/>
                </a:cubicBezTo>
                <a:close/>
                <a:moveTo>
                  <a:pt x="190581" y="0"/>
                </a:moveTo>
                <a:lnTo>
                  <a:pt x="188354" y="36092"/>
                </a:lnTo>
                <a:lnTo>
                  <a:pt x="175145" y="36092"/>
                </a:lnTo>
                <a:lnTo>
                  <a:pt x="172995" y="0"/>
                </a:lnTo>
                <a:lnTo>
                  <a:pt x="1905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'a'+'b'">
            <a:extLst xmlns:a="http://schemas.openxmlformats.org/drawingml/2006/main">
              <a:ext uri="{FF2B5EF4-FFF2-40B4-BE49-F238E27FC236}">
                <a16:creationId xmlns:a16="http://schemas.microsoft.com/office/drawing/2014/main" id="{6A801985-AD9A-4C23-94A6-2C7BC2E5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101" y="4783145"/>
            <a:ext cx="536445" cy="110148"/>
          </a:xfrm>
          <a:custGeom xmlns:a="http://schemas.openxmlformats.org/drawingml/2006/main">
            <a:pathLst>
              <a:path w="536445" h="110148">
                <a:moveTo>
                  <a:pt x="17615" y="0"/>
                </a:moveTo>
                <a:lnTo>
                  <a:pt x="15384" y="36152"/>
                </a:lnTo>
                <a:lnTo>
                  <a:pt x="2154" y="36152"/>
                </a:lnTo>
                <a:lnTo>
                  <a:pt x="0" y="0"/>
                </a:lnTo>
                <a:lnTo>
                  <a:pt x="17615" y="0"/>
                </a:lnTo>
                <a:close/>
                <a:moveTo>
                  <a:pt x="113854" y="108764"/>
                </a:moveTo>
                <a:lnTo>
                  <a:pt x="113546" y="98358"/>
                </a:lnTo>
                <a:cubicBezTo>
                  <a:pt x="109341" y="102520"/>
                  <a:pt x="105072" y="105525"/>
                  <a:pt x="100739" y="107375"/>
                </a:cubicBezTo>
                <a:cubicBezTo>
                  <a:pt x="96406" y="109224"/>
                  <a:pt x="91855" y="110148"/>
                  <a:pt x="87086" y="110148"/>
                </a:cubicBezTo>
                <a:cubicBezTo>
                  <a:pt x="82676" y="110148"/>
                  <a:pt x="78907" y="109584"/>
                  <a:pt x="75779" y="108454"/>
                </a:cubicBezTo>
                <a:cubicBezTo>
                  <a:pt x="72651" y="107324"/>
                  <a:pt x="70074" y="105770"/>
                  <a:pt x="68049" y="103793"/>
                </a:cubicBezTo>
                <a:cubicBezTo>
                  <a:pt x="66023" y="101816"/>
                  <a:pt x="64536" y="99491"/>
                  <a:pt x="63587" y="96820"/>
                </a:cubicBezTo>
                <a:cubicBezTo>
                  <a:pt x="62639" y="94148"/>
                  <a:pt x="62164" y="91246"/>
                  <a:pt x="62164" y="88113"/>
                </a:cubicBezTo>
                <a:cubicBezTo>
                  <a:pt x="62164" y="80357"/>
                  <a:pt x="65049" y="74284"/>
                  <a:pt x="70818" y="69893"/>
                </a:cubicBezTo>
                <a:cubicBezTo>
                  <a:pt x="76587" y="65501"/>
                  <a:pt x="85112" y="63305"/>
                  <a:pt x="96393" y="63305"/>
                </a:cubicBezTo>
                <a:lnTo>
                  <a:pt x="112393" y="63305"/>
                </a:lnTo>
                <a:lnTo>
                  <a:pt x="112393" y="56560"/>
                </a:lnTo>
                <a:cubicBezTo>
                  <a:pt x="112393" y="52012"/>
                  <a:pt x="110931" y="48371"/>
                  <a:pt x="108008" y="45637"/>
                </a:cubicBezTo>
                <a:cubicBezTo>
                  <a:pt x="105085" y="42903"/>
                  <a:pt x="100624" y="41536"/>
                  <a:pt x="94624" y="41536"/>
                </a:cubicBezTo>
                <a:cubicBezTo>
                  <a:pt x="90265" y="41536"/>
                  <a:pt x="85971" y="42031"/>
                  <a:pt x="81740" y="43020"/>
                </a:cubicBezTo>
                <a:cubicBezTo>
                  <a:pt x="77510" y="44007"/>
                  <a:pt x="73138" y="45410"/>
                  <a:pt x="68626" y="47228"/>
                </a:cubicBezTo>
                <a:lnTo>
                  <a:pt x="68626" y="35152"/>
                </a:lnTo>
                <a:cubicBezTo>
                  <a:pt x="70318" y="34527"/>
                  <a:pt x="72202" y="33915"/>
                  <a:pt x="74279" y="33316"/>
                </a:cubicBezTo>
                <a:cubicBezTo>
                  <a:pt x="76356" y="32716"/>
                  <a:pt x="78548" y="32183"/>
                  <a:pt x="80856" y="31715"/>
                </a:cubicBezTo>
                <a:cubicBezTo>
                  <a:pt x="83163" y="31245"/>
                  <a:pt x="85573" y="30868"/>
                  <a:pt x="88086" y="30583"/>
                </a:cubicBezTo>
                <a:cubicBezTo>
                  <a:pt x="90599" y="30296"/>
                  <a:pt x="93137" y="30152"/>
                  <a:pt x="95701" y="30152"/>
                </a:cubicBezTo>
                <a:cubicBezTo>
                  <a:pt x="100368" y="30152"/>
                  <a:pt x="104572" y="30665"/>
                  <a:pt x="108316" y="31691"/>
                </a:cubicBezTo>
                <a:cubicBezTo>
                  <a:pt x="112059" y="32716"/>
                  <a:pt x="115226" y="34280"/>
                  <a:pt x="117815" y="36383"/>
                </a:cubicBezTo>
                <a:cubicBezTo>
                  <a:pt x="120405" y="38485"/>
                  <a:pt x="122392" y="41126"/>
                  <a:pt x="123777" y="44306"/>
                </a:cubicBezTo>
                <a:cubicBezTo>
                  <a:pt x="125161" y="47485"/>
                  <a:pt x="125854" y="51228"/>
                  <a:pt x="125854" y="55536"/>
                </a:cubicBezTo>
                <a:lnTo>
                  <a:pt x="125854" y="108764"/>
                </a:lnTo>
                <a:lnTo>
                  <a:pt x="113854" y="108764"/>
                </a:lnTo>
                <a:moveTo>
                  <a:pt x="112393" y="73535"/>
                </a:moveTo>
                <a:lnTo>
                  <a:pt x="95393" y="73535"/>
                </a:lnTo>
                <a:cubicBezTo>
                  <a:pt x="92060" y="73535"/>
                  <a:pt x="89189" y="73870"/>
                  <a:pt x="86778" y="74540"/>
                </a:cubicBezTo>
                <a:cubicBezTo>
                  <a:pt x="84368" y="75208"/>
                  <a:pt x="82394" y="76159"/>
                  <a:pt x="80856" y="77393"/>
                </a:cubicBezTo>
                <a:cubicBezTo>
                  <a:pt x="79317" y="78627"/>
                  <a:pt x="78176" y="80106"/>
                  <a:pt x="77433" y="81830"/>
                </a:cubicBezTo>
                <a:cubicBezTo>
                  <a:pt x="76689" y="83553"/>
                  <a:pt x="76317" y="85494"/>
                  <a:pt x="76317" y="87654"/>
                </a:cubicBezTo>
                <a:cubicBezTo>
                  <a:pt x="76317" y="89146"/>
                  <a:pt x="76548" y="90574"/>
                  <a:pt x="77010" y="91938"/>
                </a:cubicBezTo>
                <a:cubicBezTo>
                  <a:pt x="77471" y="93300"/>
                  <a:pt x="78215" y="94508"/>
                  <a:pt x="79240" y="95563"/>
                </a:cubicBezTo>
                <a:cubicBezTo>
                  <a:pt x="80266" y="96617"/>
                  <a:pt x="81599" y="97453"/>
                  <a:pt x="83240" y="98070"/>
                </a:cubicBezTo>
                <a:cubicBezTo>
                  <a:pt x="84881" y="98687"/>
                  <a:pt x="86881" y="98995"/>
                  <a:pt x="89240" y="98995"/>
                </a:cubicBezTo>
                <a:cubicBezTo>
                  <a:pt x="92317" y="98995"/>
                  <a:pt x="95842" y="98057"/>
                  <a:pt x="99816" y="96180"/>
                </a:cubicBezTo>
                <a:cubicBezTo>
                  <a:pt x="103790" y="94302"/>
                  <a:pt x="107983" y="91331"/>
                  <a:pt x="112393" y="87267"/>
                </a:cubicBezTo>
                <a:lnTo>
                  <a:pt x="112393" y="73535"/>
                </a:lnTo>
                <a:close/>
                <a:moveTo>
                  <a:pt x="190558" y="0"/>
                </a:moveTo>
                <a:lnTo>
                  <a:pt x="188327" y="36152"/>
                </a:lnTo>
                <a:lnTo>
                  <a:pt x="175097" y="36152"/>
                </a:lnTo>
                <a:lnTo>
                  <a:pt x="172944" y="0"/>
                </a:lnTo>
                <a:lnTo>
                  <a:pt x="190558" y="0"/>
                </a:lnTo>
                <a:close/>
                <a:moveTo>
                  <a:pt x="305028" y="72612"/>
                </a:moveTo>
                <a:lnTo>
                  <a:pt x="274799" y="72612"/>
                </a:lnTo>
                <a:lnTo>
                  <a:pt x="274799" y="103995"/>
                </a:lnTo>
                <a:lnTo>
                  <a:pt x="261569" y="103995"/>
                </a:lnTo>
                <a:lnTo>
                  <a:pt x="261569" y="72612"/>
                </a:lnTo>
                <a:lnTo>
                  <a:pt x="231340" y="72612"/>
                </a:lnTo>
                <a:lnTo>
                  <a:pt x="231340" y="60920"/>
                </a:lnTo>
                <a:lnTo>
                  <a:pt x="261569" y="60920"/>
                </a:lnTo>
                <a:lnTo>
                  <a:pt x="261569" y="29691"/>
                </a:lnTo>
                <a:lnTo>
                  <a:pt x="274799" y="29691"/>
                </a:lnTo>
                <a:lnTo>
                  <a:pt x="274799" y="60920"/>
                </a:lnTo>
                <a:lnTo>
                  <a:pt x="305028" y="60920"/>
                </a:lnTo>
                <a:lnTo>
                  <a:pt x="305028" y="72612"/>
                </a:lnTo>
                <a:close/>
                <a:moveTo>
                  <a:pt x="363502" y="0"/>
                </a:moveTo>
                <a:lnTo>
                  <a:pt x="361271" y="36152"/>
                </a:lnTo>
                <a:lnTo>
                  <a:pt x="348041" y="36152"/>
                </a:lnTo>
                <a:lnTo>
                  <a:pt x="345888" y="0"/>
                </a:lnTo>
                <a:lnTo>
                  <a:pt x="363502" y="0"/>
                </a:lnTo>
                <a:close/>
                <a:moveTo>
                  <a:pt x="476126" y="68766"/>
                </a:moveTo>
                <a:cubicBezTo>
                  <a:pt x="476126" y="75176"/>
                  <a:pt x="475241" y="80906"/>
                  <a:pt x="473472" y="85957"/>
                </a:cubicBezTo>
                <a:cubicBezTo>
                  <a:pt x="471703" y="91008"/>
                  <a:pt x="469190" y="95290"/>
                  <a:pt x="465934" y="98803"/>
                </a:cubicBezTo>
                <a:cubicBezTo>
                  <a:pt x="462678" y="102316"/>
                  <a:pt x="458717" y="105008"/>
                  <a:pt x="454050" y="106879"/>
                </a:cubicBezTo>
                <a:cubicBezTo>
                  <a:pt x="449384" y="108751"/>
                  <a:pt x="444128" y="109687"/>
                  <a:pt x="438282" y="109687"/>
                </a:cubicBezTo>
                <a:cubicBezTo>
                  <a:pt x="433718" y="109687"/>
                  <a:pt x="429051" y="109251"/>
                  <a:pt x="424282" y="108379"/>
                </a:cubicBezTo>
                <a:cubicBezTo>
                  <a:pt x="419513" y="107508"/>
                  <a:pt x="414796" y="106123"/>
                  <a:pt x="410129" y="104226"/>
                </a:cubicBezTo>
                <a:lnTo>
                  <a:pt x="410129" y="0"/>
                </a:lnTo>
                <a:lnTo>
                  <a:pt x="423513" y="0"/>
                </a:lnTo>
                <a:lnTo>
                  <a:pt x="423513" y="29975"/>
                </a:lnTo>
                <a:lnTo>
                  <a:pt x="422898" y="44306"/>
                </a:lnTo>
                <a:cubicBezTo>
                  <a:pt x="426744" y="39126"/>
                  <a:pt x="430859" y="35473"/>
                  <a:pt x="435243" y="33345"/>
                </a:cubicBezTo>
                <a:cubicBezTo>
                  <a:pt x="439628" y="31216"/>
                  <a:pt x="444333" y="30152"/>
                  <a:pt x="449358" y="30152"/>
                </a:cubicBezTo>
                <a:cubicBezTo>
                  <a:pt x="453768" y="30152"/>
                  <a:pt x="457640" y="31075"/>
                  <a:pt x="460973" y="32921"/>
                </a:cubicBezTo>
                <a:cubicBezTo>
                  <a:pt x="464306" y="34768"/>
                  <a:pt x="467101" y="37370"/>
                  <a:pt x="469357" y="40729"/>
                </a:cubicBezTo>
                <a:cubicBezTo>
                  <a:pt x="471613" y="44088"/>
                  <a:pt x="473306" y="48139"/>
                  <a:pt x="474434" y="52882"/>
                </a:cubicBezTo>
                <a:cubicBezTo>
                  <a:pt x="475562" y="57625"/>
                  <a:pt x="476126" y="62920"/>
                  <a:pt x="476126" y="68766"/>
                </a:cubicBezTo>
                <a:moveTo>
                  <a:pt x="462434" y="69381"/>
                </a:moveTo>
                <a:cubicBezTo>
                  <a:pt x="462434" y="65330"/>
                  <a:pt x="462140" y="61612"/>
                  <a:pt x="461550" y="58228"/>
                </a:cubicBezTo>
                <a:cubicBezTo>
                  <a:pt x="460960" y="54843"/>
                  <a:pt x="460024" y="51946"/>
                  <a:pt x="458742" y="49536"/>
                </a:cubicBezTo>
                <a:cubicBezTo>
                  <a:pt x="457460" y="47126"/>
                  <a:pt x="455819" y="45241"/>
                  <a:pt x="453819" y="43882"/>
                </a:cubicBezTo>
                <a:cubicBezTo>
                  <a:pt x="451819" y="42524"/>
                  <a:pt x="449435" y="41844"/>
                  <a:pt x="446666" y="41844"/>
                </a:cubicBezTo>
                <a:cubicBezTo>
                  <a:pt x="444974" y="41844"/>
                  <a:pt x="443256" y="42113"/>
                  <a:pt x="441512" y="42652"/>
                </a:cubicBezTo>
                <a:cubicBezTo>
                  <a:pt x="439769" y="43190"/>
                  <a:pt x="437961" y="44088"/>
                  <a:pt x="436089" y="45344"/>
                </a:cubicBezTo>
                <a:cubicBezTo>
                  <a:pt x="434218" y="46600"/>
                  <a:pt x="432244" y="48267"/>
                  <a:pt x="430167" y="50344"/>
                </a:cubicBezTo>
                <a:cubicBezTo>
                  <a:pt x="428090" y="52421"/>
                  <a:pt x="425872" y="54997"/>
                  <a:pt x="423513" y="58074"/>
                </a:cubicBezTo>
                <a:lnTo>
                  <a:pt x="423513" y="95534"/>
                </a:lnTo>
                <a:cubicBezTo>
                  <a:pt x="426128" y="96559"/>
                  <a:pt x="428795" y="97367"/>
                  <a:pt x="431513" y="97957"/>
                </a:cubicBezTo>
                <a:cubicBezTo>
                  <a:pt x="434231" y="98546"/>
                  <a:pt x="436820" y="98841"/>
                  <a:pt x="439282" y="98841"/>
                </a:cubicBezTo>
                <a:cubicBezTo>
                  <a:pt x="442358" y="98841"/>
                  <a:pt x="445294" y="98354"/>
                  <a:pt x="448089" y="97380"/>
                </a:cubicBezTo>
                <a:cubicBezTo>
                  <a:pt x="450884" y="96406"/>
                  <a:pt x="453345" y="94777"/>
                  <a:pt x="455473" y="92495"/>
                </a:cubicBezTo>
                <a:cubicBezTo>
                  <a:pt x="457601" y="90214"/>
                  <a:pt x="459293" y="87188"/>
                  <a:pt x="460550" y="83419"/>
                </a:cubicBezTo>
                <a:cubicBezTo>
                  <a:pt x="461806" y="79650"/>
                  <a:pt x="462434" y="74971"/>
                  <a:pt x="462434" y="69381"/>
                </a:cubicBezTo>
                <a:close/>
                <a:moveTo>
                  <a:pt x="536445" y="0"/>
                </a:moveTo>
                <a:lnTo>
                  <a:pt x="534214" y="36152"/>
                </a:lnTo>
                <a:lnTo>
                  <a:pt x="520984" y="36152"/>
                </a:lnTo>
                <a:lnTo>
                  <a:pt x="518831" y="0"/>
                </a:lnTo>
                <a:lnTo>
                  <a:pt x="53644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A09E2-39FF-4A10-B3D8-AEBE66F1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197" y="66985"/>
            <a:ext cx="4353461" cy="2624814"/>
          </a:xfrm>
          <a:custGeom xmlns:a="http://schemas.openxmlformats.org/drawingml/2006/main">
            <a:pathLst>
              <a:path w="4353461" h="2624814">
                <a:moveTo>
                  <a:pt x="0" y="62514"/>
                </a:moveTo>
                <a:cubicBezTo>
                  <a:pt x="0" y="27915"/>
                  <a:pt x="27915" y="0"/>
                  <a:pt x="62514" y="0"/>
                </a:cubicBezTo>
                <a:lnTo>
                  <a:pt x="4290944" y="0"/>
                </a:lnTo>
                <a:cubicBezTo>
                  <a:pt x="4325412" y="0"/>
                  <a:pt x="4353461" y="27915"/>
                  <a:pt x="4353461" y="62514"/>
                </a:cubicBezTo>
                <a:lnTo>
                  <a:pt x="4353461" y="2562300"/>
                </a:lnTo>
                <a:cubicBezTo>
                  <a:pt x="4353461" y="2596768"/>
                  <a:pt x="4325412" y="2624814"/>
                  <a:pt x="4290944" y="2624814"/>
                </a:cubicBezTo>
                <a:lnTo>
                  <a:pt x="62514" y="2624814"/>
                </a:lnTo>
                <a:cubicBezTo>
                  <a:pt x="27915" y="2624814"/>
                  <a:pt x="0" y="2596768"/>
                  <a:pt x="0" y="2562300"/>
                </a:cubicBezTo>
                <a:lnTo>
                  <a:pt x="0" y="62514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40840-ED7F-41EB-B2E4-0B23A656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197" y="66985"/>
            <a:ext cx="4353461" cy="2624814"/>
          </a:xfrm>
          <a:custGeom xmlns:a="http://schemas.openxmlformats.org/drawingml/2006/main">
            <a:pathLst>
              <a:path w="4353461" h="2624814" fill="none">
                <a:moveTo>
                  <a:pt x="0" y="62514"/>
                </a:moveTo>
                <a:cubicBezTo>
                  <a:pt x="0" y="27915"/>
                  <a:pt x="27915" y="0"/>
                  <a:pt x="62514" y="0"/>
                </a:cubicBezTo>
                <a:lnTo>
                  <a:pt x="4290944" y="0"/>
                </a:lnTo>
                <a:cubicBezTo>
                  <a:pt x="4325412" y="0"/>
                  <a:pt x="4353461" y="27915"/>
                  <a:pt x="4353461" y="62514"/>
                </a:cubicBezTo>
                <a:lnTo>
                  <a:pt x="4353461" y="2562300"/>
                </a:lnTo>
                <a:cubicBezTo>
                  <a:pt x="4353461" y="2596768"/>
                  <a:pt x="4325412" y="2624814"/>
                  <a:pt x="4290944" y="2624814"/>
                </a:cubicBezTo>
                <a:lnTo>
                  <a:pt x="62514" y="2624814"/>
                </a:lnTo>
                <a:cubicBezTo>
                  <a:pt x="27915" y="2624814"/>
                  <a:pt x="0" y="2596768"/>
                  <a:pt x="0" y="2562300"/>
                </a:cubicBezTo>
                <a:lnTo>
                  <a:pt x="0" y="625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211" cap="flat">
            <a:solidFill>
              <a:srgbClr val="A9D18E"/>
            </a:solidFill>
            <a:custDash>
              <a:ds d="300000" sp="100000"/>
            </a:custDash>
            <a:miter/>
          </a:ln>
        </p:spPr>
      </p:sp>
      <p:sp>
        <p:nvSpPr>
          <p:cNvPr id="37" name="Text DPDAConstruction(§3.2)">
            <a:extLst xmlns:a="http://schemas.openxmlformats.org/drawingml/2006/main">
              <a:ext uri="{FF2B5EF4-FFF2-40B4-BE49-F238E27FC236}">
                <a16:creationId xmlns:a16="http://schemas.microsoft.com/office/drawing/2014/main" id="{8A43EE33-CFCA-4B08-841C-FA49F215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165" y="177563"/>
            <a:ext cx="2662140" cy="202427"/>
          </a:xfrm>
          <a:custGeom xmlns:a="http://schemas.openxmlformats.org/drawingml/2006/main">
            <a:pathLst>
              <a:path w="2662140" h="202427">
                <a:moveTo>
                  <a:pt x="0" y="166476"/>
                </a:moveTo>
                <a:lnTo>
                  <a:pt x="0" y="8273"/>
                </a:lnTo>
                <a:lnTo>
                  <a:pt x="54641" y="8273"/>
                </a:lnTo>
                <a:cubicBezTo>
                  <a:pt x="110814" y="8273"/>
                  <a:pt x="138900" y="33976"/>
                  <a:pt x="138900" y="85383"/>
                </a:cubicBezTo>
                <a:cubicBezTo>
                  <a:pt x="138900" y="109826"/>
                  <a:pt x="131036" y="129453"/>
                  <a:pt x="115308" y="144262"/>
                </a:cubicBezTo>
                <a:cubicBezTo>
                  <a:pt x="99579" y="159071"/>
                  <a:pt x="79289" y="166476"/>
                  <a:pt x="54437" y="166476"/>
                </a:cubicBezTo>
                <a:lnTo>
                  <a:pt x="0" y="166476"/>
                </a:lnTo>
                <a:moveTo>
                  <a:pt x="33704" y="35849"/>
                </a:moveTo>
                <a:lnTo>
                  <a:pt x="33704" y="138900"/>
                </a:lnTo>
                <a:lnTo>
                  <a:pt x="52088" y="138900"/>
                </a:lnTo>
                <a:cubicBezTo>
                  <a:pt x="68088" y="138900"/>
                  <a:pt x="80651" y="134134"/>
                  <a:pt x="89774" y="124602"/>
                </a:cubicBezTo>
                <a:cubicBezTo>
                  <a:pt x="98898" y="115069"/>
                  <a:pt x="103460" y="102167"/>
                  <a:pt x="103460" y="85893"/>
                </a:cubicBezTo>
                <a:cubicBezTo>
                  <a:pt x="103460" y="70165"/>
                  <a:pt x="98694" y="57892"/>
                  <a:pt x="89162" y="49075"/>
                </a:cubicBezTo>
                <a:cubicBezTo>
                  <a:pt x="79629" y="40257"/>
                  <a:pt x="67237" y="35849"/>
                  <a:pt x="51985" y="35849"/>
                </a:cubicBezTo>
                <a:lnTo>
                  <a:pt x="33704" y="35849"/>
                </a:lnTo>
                <a:close/>
                <a:moveTo>
                  <a:pt x="199364" y="111324"/>
                </a:moveTo>
                <a:lnTo>
                  <a:pt x="199364" y="166476"/>
                </a:lnTo>
                <a:lnTo>
                  <a:pt x="165660" y="166476"/>
                </a:lnTo>
                <a:lnTo>
                  <a:pt x="165660" y="8273"/>
                </a:lnTo>
                <a:lnTo>
                  <a:pt x="220097" y="8273"/>
                </a:lnTo>
                <a:cubicBezTo>
                  <a:pt x="259452" y="8273"/>
                  <a:pt x="279130" y="24954"/>
                  <a:pt x="279130" y="58318"/>
                </a:cubicBezTo>
                <a:cubicBezTo>
                  <a:pt x="279130" y="74523"/>
                  <a:pt x="273189" y="87511"/>
                  <a:pt x="261307" y="97281"/>
                </a:cubicBezTo>
                <a:cubicBezTo>
                  <a:pt x="249426" y="107052"/>
                  <a:pt x="234566" y="111733"/>
                  <a:pt x="216727" y="111324"/>
                </a:cubicBezTo>
                <a:lnTo>
                  <a:pt x="199364" y="111324"/>
                </a:lnTo>
                <a:moveTo>
                  <a:pt x="199364" y="34419"/>
                </a:moveTo>
                <a:lnTo>
                  <a:pt x="199364" y="85485"/>
                </a:lnTo>
                <a:lnTo>
                  <a:pt x="213969" y="85485"/>
                </a:lnTo>
                <a:cubicBezTo>
                  <a:pt x="233783" y="85485"/>
                  <a:pt x="243690" y="76872"/>
                  <a:pt x="243690" y="59645"/>
                </a:cubicBezTo>
                <a:cubicBezTo>
                  <a:pt x="243690" y="42828"/>
                  <a:pt x="233885" y="34419"/>
                  <a:pt x="214275" y="34419"/>
                </a:cubicBezTo>
                <a:lnTo>
                  <a:pt x="199364" y="34419"/>
                </a:lnTo>
                <a:close/>
                <a:moveTo>
                  <a:pt x="302038" y="166476"/>
                </a:moveTo>
                <a:lnTo>
                  <a:pt x="302038" y="8273"/>
                </a:lnTo>
                <a:lnTo>
                  <a:pt x="356679" y="8273"/>
                </a:lnTo>
                <a:cubicBezTo>
                  <a:pt x="412851" y="8273"/>
                  <a:pt x="440938" y="33976"/>
                  <a:pt x="440938" y="85383"/>
                </a:cubicBezTo>
                <a:cubicBezTo>
                  <a:pt x="440938" y="109826"/>
                  <a:pt x="433074" y="129453"/>
                  <a:pt x="417345" y="144262"/>
                </a:cubicBezTo>
                <a:cubicBezTo>
                  <a:pt x="401617" y="159071"/>
                  <a:pt x="381327" y="166476"/>
                  <a:pt x="356474" y="166476"/>
                </a:cubicBezTo>
                <a:lnTo>
                  <a:pt x="302038" y="166476"/>
                </a:lnTo>
                <a:moveTo>
                  <a:pt x="335741" y="35849"/>
                </a:moveTo>
                <a:lnTo>
                  <a:pt x="335741" y="138900"/>
                </a:lnTo>
                <a:lnTo>
                  <a:pt x="354125" y="138900"/>
                </a:lnTo>
                <a:cubicBezTo>
                  <a:pt x="370126" y="138900"/>
                  <a:pt x="382688" y="134134"/>
                  <a:pt x="391812" y="124602"/>
                </a:cubicBezTo>
                <a:cubicBezTo>
                  <a:pt x="400936" y="115069"/>
                  <a:pt x="405498" y="102167"/>
                  <a:pt x="405498" y="85893"/>
                </a:cubicBezTo>
                <a:cubicBezTo>
                  <a:pt x="405498" y="70165"/>
                  <a:pt x="400732" y="57892"/>
                  <a:pt x="391199" y="49075"/>
                </a:cubicBezTo>
                <a:cubicBezTo>
                  <a:pt x="381667" y="40257"/>
                  <a:pt x="369275" y="35849"/>
                  <a:pt x="354023" y="35849"/>
                </a:cubicBezTo>
                <a:lnTo>
                  <a:pt x="335741" y="35849"/>
                </a:lnTo>
                <a:close/>
                <a:moveTo>
                  <a:pt x="601199" y="166476"/>
                </a:moveTo>
                <a:lnTo>
                  <a:pt x="564431" y="166476"/>
                </a:lnTo>
                <a:lnTo>
                  <a:pt x="552584" y="130219"/>
                </a:lnTo>
                <a:lnTo>
                  <a:pt x="495083" y="130219"/>
                </a:lnTo>
                <a:lnTo>
                  <a:pt x="483440" y="166476"/>
                </a:lnTo>
                <a:lnTo>
                  <a:pt x="446877" y="166476"/>
                </a:lnTo>
                <a:lnTo>
                  <a:pt x="504786" y="8273"/>
                </a:lnTo>
                <a:lnTo>
                  <a:pt x="544413" y="8273"/>
                </a:lnTo>
                <a:lnTo>
                  <a:pt x="601199" y="166476"/>
                </a:lnTo>
                <a:moveTo>
                  <a:pt x="544617" y="104175"/>
                </a:moveTo>
                <a:lnTo>
                  <a:pt x="526642" y="49330"/>
                </a:lnTo>
                <a:cubicBezTo>
                  <a:pt x="525485" y="45857"/>
                  <a:pt x="524668" y="41262"/>
                  <a:pt x="524191" y="35542"/>
                </a:cubicBezTo>
                <a:lnTo>
                  <a:pt x="523272" y="35542"/>
                </a:lnTo>
                <a:cubicBezTo>
                  <a:pt x="522863" y="40172"/>
                  <a:pt x="521944" y="44632"/>
                  <a:pt x="520514" y="48921"/>
                </a:cubicBezTo>
                <a:lnTo>
                  <a:pt x="502437" y="104175"/>
                </a:lnTo>
                <a:lnTo>
                  <a:pt x="544617" y="104175"/>
                </a:lnTo>
                <a:close/>
                <a:moveTo>
                  <a:pt x="796975" y="160757"/>
                </a:moveTo>
                <a:cubicBezTo>
                  <a:pt x="785468" y="166408"/>
                  <a:pt x="770455" y="169234"/>
                  <a:pt x="751935" y="169234"/>
                </a:cubicBezTo>
                <a:cubicBezTo>
                  <a:pt x="728104" y="169234"/>
                  <a:pt x="709192" y="162101"/>
                  <a:pt x="695200" y="147837"/>
                </a:cubicBezTo>
                <a:cubicBezTo>
                  <a:pt x="681208" y="133572"/>
                  <a:pt x="674212" y="114559"/>
                  <a:pt x="674212" y="90796"/>
                </a:cubicBezTo>
                <a:cubicBezTo>
                  <a:pt x="674212" y="65807"/>
                  <a:pt x="682025" y="45364"/>
                  <a:pt x="697651" y="29465"/>
                </a:cubicBezTo>
                <a:cubicBezTo>
                  <a:pt x="713277" y="13567"/>
                  <a:pt x="733449" y="5617"/>
                  <a:pt x="758165" y="5617"/>
                </a:cubicBezTo>
                <a:cubicBezTo>
                  <a:pt x="773621" y="5617"/>
                  <a:pt x="786558" y="7626"/>
                  <a:pt x="796975" y="11643"/>
                </a:cubicBezTo>
                <a:lnTo>
                  <a:pt x="796975" y="44223"/>
                </a:lnTo>
                <a:cubicBezTo>
                  <a:pt x="786285" y="37959"/>
                  <a:pt x="774165" y="34827"/>
                  <a:pt x="760616" y="34827"/>
                </a:cubicBezTo>
                <a:cubicBezTo>
                  <a:pt x="745160" y="34827"/>
                  <a:pt x="732802" y="39764"/>
                  <a:pt x="723542" y="49636"/>
                </a:cubicBezTo>
                <a:cubicBezTo>
                  <a:pt x="714282" y="59509"/>
                  <a:pt x="709652" y="72412"/>
                  <a:pt x="709652" y="88345"/>
                </a:cubicBezTo>
                <a:cubicBezTo>
                  <a:pt x="709652" y="103869"/>
                  <a:pt x="714043" y="116363"/>
                  <a:pt x="722827" y="125827"/>
                </a:cubicBezTo>
                <a:cubicBezTo>
                  <a:pt x="731610" y="135291"/>
                  <a:pt x="743492" y="140024"/>
                  <a:pt x="758471" y="140024"/>
                </a:cubicBezTo>
                <a:cubicBezTo>
                  <a:pt x="772565" y="140024"/>
                  <a:pt x="785400" y="136619"/>
                  <a:pt x="796975" y="129810"/>
                </a:cubicBezTo>
                <a:lnTo>
                  <a:pt x="796975" y="160757"/>
                </a:lnTo>
                <a:close/>
                <a:moveTo>
                  <a:pt x="815506" y="110507"/>
                </a:moveTo>
                <a:cubicBezTo>
                  <a:pt x="815506" y="91919"/>
                  <a:pt x="821073" y="77314"/>
                  <a:pt x="832205" y="66693"/>
                </a:cubicBezTo>
                <a:cubicBezTo>
                  <a:pt x="843338" y="56071"/>
                  <a:pt x="858300" y="50760"/>
                  <a:pt x="877092" y="50760"/>
                </a:cubicBezTo>
                <a:cubicBezTo>
                  <a:pt x="895272" y="50760"/>
                  <a:pt x="909707" y="55986"/>
                  <a:pt x="920397" y="66437"/>
                </a:cubicBezTo>
                <a:cubicBezTo>
                  <a:pt x="931086" y="76889"/>
                  <a:pt x="936431" y="90932"/>
                  <a:pt x="936431" y="108567"/>
                </a:cubicBezTo>
                <a:cubicBezTo>
                  <a:pt x="936431" y="127087"/>
                  <a:pt x="930950" y="141828"/>
                  <a:pt x="919988" y="152790"/>
                </a:cubicBezTo>
                <a:cubicBezTo>
                  <a:pt x="909026" y="163752"/>
                  <a:pt x="894183" y="169234"/>
                  <a:pt x="875458" y="169234"/>
                </a:cubicBezTo>
                <a:cubicBezTo>
                  <a:pt x="857074" y="169234"/>
                  <a:pt x="842486" y="163974"/>
                  <a:pt x="831694" y="153454"/>
                </a:cubicBezTo>
                <a:cubicBezTo>
                  <a:pt x="820902" y="142934"/>
                  <a:pt x="815506" y="128619"/>
                  <a:pt x="815506" y="110507"/>
                </a:cubicBezTo>
                <a:moveTo>
                  <a:pt x="848904" y="110099"/>
                </a:moveTo>
                <a:cubicBezTo>
                  <a:pt x="848904" y="132636"/>
                  <a:pt x="858096" y="143905"/>
                  <a:pt x="876480" y="143905"/>
                </a:cubicBezTo>
                <a:cubicBezTo>
                  <a:pt x="894114" y="143905"/>
                  <a:pt x="902932" y="132330"/>
                  <a:pt x="902932" y="109180"/>
                </a:cubicBezTo>
                <a:cubicBezTo>
                  <a:pt x="902932" y="87119"/>
                  <a:pt x="894046" y="76089"/>
                  <a:pt x="876275" y="76089"/>
                </a:cubicBezTo>
                <a:cubicBezTo>
                  <a:pt x="867628" y="76089"/>
                  <a:pt x="860904" y="79051"/>
                  <a:pt x="856104" y="84974"/>
                </a:cubicBezTo>
                <a:cubicBezTo>
                  <a:pt x="851304" y="90898"/>
                  <a:pt x="848904" y="99273"/>
                  <a:pt x="848904" y="110099"/>
                </a:cubicBezTo>
                <a:close/>
                <a:moveTo>
                  <a:pt x="1067011" y="166476"/>
                </a:moveTo>
                <a:lnTo>
                  <a:pt x="1034227" y="166476"/>
                </a:lnTo>
                <a:lnTo>
                  <a:pt x="1034227" y="103460"/>
                </a:lnTo>
                <a:cubicBezTo>
                  <a:pt x="1034227" y="85213"/>
                  <a:pt x="1027656" y="76089"/>
                  <a:pt x="1014515" y="76089"/>
                </a:cubicBezTo>
                <a:cubicBezTo>
                  <a:pt x="1008251" y="76089"/>
                  <a:pt x="1003042" y="78523"/>
                  <a:pt x="998889" y="83391"/>
                </a:cubicBezTo>
                <a:cubicBezTo>
                  <a:pt x="994736" y="88259"/>
                  <a:pt x="992659" y="94473"/>
                  <a:pt x="992659" y="102030"/>
                </a:cubicBezTo>
                <a:lnTo>
                  <a:pt x="992659" y="166476"/>
                </a:lnTo>
                <a:lnTo>
                  <a:pt x="959670" y="166476"/>
                </a:lnTo>
                <a:lnTo>
                  <a:pt x="959670" y="53517"/>
                </a:lnTo>
                <a:lnTo>
                  <a:pt x="992659" y="53517"/>
                </a:lnTo>
                <a:lnTo>
                  <a:pt x="992659" y="71493"/>
                </a:lnTo>
                <a:lnTo>
                  <a:pt x="993067" y="71493"/>
                </a:lnTo>
                <a:cubicBezTo>
                  <a:pt x="1001306" y="57671"/>
                  <a:pt x="1013426" y="50760"/>
                  <a:pt x="1029427" y="50760"/>
                </a:cubicBezTo>
                <a:cubicBezTo>
                  <a:pt x="1054483" y="50760"/>
                  <a:pt x="1067011" y="66284"/>
                  <a:pt x="1067011" y="97332"/>
                </a:cubicBezTo>
                <a:lnTo>
                  <a:pt x="1067011" y="166476"/>
                </a:lnTo>
                <a:close/>
                <a:moveTo>
                  <a:pt x="1091413" y="136143"/>
                </a:moveTo>
                <a:cubicBezTo>
                  <a:pt x="1102715" y="143020"/>
                  <a:pt x="1113780" y="146458"/>
                  <a:pt x="1124606" y="146458"/>
                </a:cubicBezTo>
                <a:cubicBezTo>
                  <a:pt x="1138223" y="146458"/>
                  <a:pt x="1145032" y="142815"/>
                  <a:pt x="1145032" y="135530"/>
                </a:cubicBezTo>
                <a:cubicBezTo>
                  <a:pt x="1145032" y="130355"/>
                  <a:pt x="1139415" y="126031"/>
                  <a:pt x="1128180" y="122559"/>
                </a:cubicBezTo>
                <a:cubicBezTo>
                  <a:pt x="1114154" y="118201"/>
                  <a:pt x="1104520" y="113350"/>
                  <a:pt x="1099277" y="108005"/>
                </a:cubicBezTo>
                <a:cubicBezTo>
                  <a:pt x="1094034" y="102660"/>
                  <a:pt x="1091413" y="95426"/>
                  <a:pt x="1091413" y="86302"/>
                </a:cubicBezTo>
                <a:cubicBezTo>
                  <a:pt x="1091413" y="75204"/>
                  <a:pt x="1095906" y="66505"/>
                  <a:pt x="1104894" y="60207"/>
                </a:cubicBezTo>
                <a:cubicBezTo>
                  <a:pt x="1113882" y="53909"/>
                  <a:pt x="1125661" y="50760"/>
                  <a:pt x="1140232" y="50760"/>
                </a:cubicBezTo>
                <a:cubicBezTo>
                  <a:pt x="1150581" y="50760"/>
                  <a:pt x="1160556" y="52292"/>
                  <a:pt x="1170157" y="55356"/>
                </a:cubicBezTo>
                <a:lnTo>
                  <a:pt x="1170157" y="81297"/>
                </a:lnTo>
                <a:cubicBezTo>
                  <a:pt x="1161373" y="76123"/>
                  <a:pt x="1151705" y="73535"/>
                  <a:pt x="1141151" y="73535"/>
                </a:cubicBezTo>
                <a:cubicBezTo>
                  <a:pt x="1135908" y="73535"/>
                  <a:pt x="1131687" y="74472"/>
                  <a:pt x="1128487" y="76344"/>
                </a:cubicBezTo>
                <a:cubicBezTo>
                  <a:pt x="1125286" y="78216"/>
                  <a:pt x="1123686" y="80685"/>
                  <a:pt x="1123686" y="83749"/>
                </a:cubicBezTo>
                <a:cubicBezTo>
                  <a:pt x="1123686" y="88923"/>
                  <a:pt x="1128453" y="93111"/>
                  <a:pt x="1137985" y="96311"/>
                </a:cubicBezTo>
                <a:cubicBezTo>
                  <a:pt x="1148198" y="99715"/>
                  <a:pt x="1155875" y="102813"/>
                  <a:pt x="1161016" y="105605"/>
                </a:cubicBezTo>
                <a:cubicBezTo>
                  <a:pt x="1166156" y="108397"/>
                  <a:pt x="1170072" y="112073"/>
                  <a:pt x="1172761" y="116635"/>
                </a:cubicBezTo>
                <a:cubicBezTo>
                  <a:pt x="1175451" y="121197"/>
                  <a:pt x="1176795" y="126474"/>
                  <a:pt x="1176795" y="132466"/>
                </a:cubicBezTo>
                <a:cubicBezTo>
                  <a:pt x="1176795" y="144109"/>
                  <a:pt x="1172131" y="153148"/>
                  <a:pt x="1162803" y="159582"/>
                </a:cubicBezTo>
                <a:cubicBezTo>
                  <a:pt x="1153475" y="166016"/>
                  <a:pt x="1141015" y="169234"/>
                  <a:pt x="1125423" y="169234"/>
                </a:cubicBezTo>
                <a:cubicBezTo>
                  <a:pt x="1113167" y="169234"/>
                  <a:pt x="1101830" y="167293"/>
                  <a:pt x="1091413" y="163412"/>
                </a:cubicBezTo>
                <a:lnTo>
                  <a:pt x="1091413" y="136143"/>
                </a:lnTo>
                <a:close/>
                <a:moveTo>
                  <a:pt x="1264191" y="165148"/>
                </a:moveTo>
                <a:cubicBezTo>
                  <a:pt x="1259220" y="167872"/>
                  <a:pt x="1251696" y="169234"/>
                  <a:pt x="1241619" y="169234"/>
                </a:cubicBezTo>
                <a:cubicBezTo>
                  <a:pt x="1217652" y="169234"/>
                  <a:pt x="1205669" y="156637"/>
                  <a:pt x="1205669" y="131445"/>
                </a:cubicBezTo>
                <a:lnTo>
                  <a:pt x="1205669" y="78131"/>
                </a:lnTo>
                <a:lnTo>
                  <a:pt x="1187081" y="78131"/>
                </a:lnTo>
                <a:lnTo>
                  <a:pt x="1187081" y="53517"/>
                </a:lnTo>
                <a:lnTo>
                  <a:pt x="1205669" y="53517"/>
                </a:lnTo>
                <a:lnTo>
                  <a:pt x="1205669" y="28699"/>
                </a:lnTo>
                <a:lnTo>
                  <a:pt x="1238453" y="19303"/>
                </a:lnTo>
                <a:lnTo>
                  <a:pt x="1238453" y="53517"/>
                </a:lnTo>
                <a:lnTo>
                  <a:pt x="1264191" y="53517"/>
                </a:lnTo>
                <a:lnTo>
                  <a:pt x="1264191" y="78131"/>
                </a:lnTo>
                <a:lnTo>
                  <a:pt x="1238453" y="78131"/>
                </a:lnTo>
                <a:lnTo>
                  <a:pt x="1238453" y="125725"/>
                </a:lnTo>
                <a:cubicBezTo>
                  <a:pt x="1238453" y="137777"/>
                  <a:pt x="1243219" y="143803"/>
                  <a:pt x="1252752" y="143803"/>
                </a:cubicBezTo>
                <a:cubicBezTo>
                  <a:pt x="1256429" y="143803"/>
                  <a:pt x="1260242" y="142713"/>
                  <a:pt x="1264191" y="140534"/>
                </a:cubicBezTo>
                <a:lnTo>
                  <a:pt x="1264191" y="165148"/>
                </a:lnTo>
                <a:close/>
                <a:moveTo>
                  <a:pt x="1356301" y="83442"/>
                </a:moveTo>
                <a:cubicBezTo>
                  <a:pt x="1352284" y="81127"/>
                  <a:pt x="1347416" y="79970"/>
                  <a:pt x="1341696" y="79970"/>
                </a:cubicBezTo>
                <a:cubicBezTo>
                  <a:pt x="1334207" y="79970"/>
                  <a:pt x="1328266" y="82829"/>
                  <a:pt x="1323874" y="88549"/>
                </a:cubicBezTo>
                <a:cubicBezTo>
                  <a:pt x="1319482" y="94268"/>
                  <a:pt x="1317287" y="102132"/>
                  <a:pt x="1317287" y="112141"/>
                </a:cubicBezTo>
                <a:lnTo>
                  <a:pt x="1317287" y="166476"/>
                </a:lnTo>
                <a:lnTo>
                  <a:pt x="1284298" y="166476"/>
                </a:lnTo>
                <a:lnTo>
                  <a:pt x="1284298" y="53517"/>
                </a:lnTo>
                <a:lnTo>
                  <a:pt x="1317287" y="53517"/>
                </a:lnTo>
                <a:lnTo>
                  <a:pt x="1317287" y="74761"/>
                </a:lnTo>
                <a:lnTo>
                  <a:pt x="1317695" y="74761"/>
                </a:lnTo>
                <a:cubicBezTo>
                  <a:pt x="1323142" y="59305"/>
                  <a:pt x="1333049" y="51577"/>
                  <a:pt x="1347416" y="51577"/>
                </a:cubicBezTo>
                <a:cubicBezTo>
                  <a:pt x="1351297" y="51577"/>
                  <a:pt x="1354259" y="52019"/>
                  <a:pt x="1356301" y="52905"/>
                </a:cubicBezTo>
                <a:lnTo>
                  <a:pt x="1356301" y="83442"/>
                </a:lnTo>
                <a:close/>
                <a:moveTo>
                  <a:pt x="1478589" y="166476"/>
                </a:moveTo>
                <a:lnTo>
                  <a:pt x="1445805" y="166476"/>
                </a:lnTo>
                <a:lnTo>
                  <a:pt x="1445805" y="149216"/>
                </a:lnTo>
                <a:lnTo>
                  <a:pt x="1445294" y="149216"/>
                </a:lnTo>
                <a:cubicBezTo>
                  <a:pt x="1436851" y="162561"/>
                  <a:pt x="1425310" y="169234"/>
                  <a:pt x="1410671" y="169234"/>
                </a:cubicBezTo>
                <a:cubicBezTo>
                  <a:pt x="1384389" y="169234"/>
                  <a:pt x="1371248" y="153369"/>
                  <a:pt x="1371248" y="121640"/>
                </a:cubicBezTo>
                <a:lnTo>
                  <a:pt x="1371248" y="53517"/>
                </a:lnTo>
                <a:lnTo>
                  <a:pt x="1404237" y="53517"/>
                </a:lnTo>
                <a:lnTo>
                  <a:pt x="1404237" y="118576"/>
                </a:lnTo>
                <a:cubicBezTo>
                  <a:pt x="1404237" y="135462"/>
                  <a:pt x="1410841" y="143905"/>
                  <a:pt x="1424050" y="143905"/>
                </a:cubicBezTo>
                <a:cubicBezTo>
                  <a:pt x="1430655" y="143905"/>
                  <a:pt x="1435932" y="141590"/>
                  <a:pt x="1439881" y="136960"/>
                </a:cubicBezTo>
                <a:cubicBezTo>
                  <a:pt x="1443830" y="132330"/>
                  <a:pt x="1445805" y="126066"/>
                  <a:pt x="1445805" y="118167"/>
                </a:cubicBezTo>
                <a:lnTo>
                  <a:pt x="1445805" y="53517"/>
                </a:lnTo>
                <a:lnTo>
                  <a:pt x="1478589" y="53517"/>
                </a:lnTo>
                <a:lnTo>
                  <a:pt x="1478589" y="166476"/>
                </a:lnTo>
                <a:close/>
                <a:moveTo>
                  <a:pt x="1593193" y="162289"/>
                </a:moveTo>
                <a:cubicBezTo>
                  <a:pt x="1585295" y="166919"/>
                  <a:pt x="1574060" y="169234"/>
                  <a:pt x="1559489" y="169234"/>
                </a:cubicBezTo>
                <a:cubicBezTo>
                  <a:pt x="1542263" y="169234"/>
                  <a:pt x="1528339" y="163991"/>
                  <a:pt x="1517717" y="153505"/>
                </a:cubicBezTo>
                <a:cubicBezTo>
                  <a:pt x="1507095" y="143020"/>
                  <a:pt x="1501785" y="129436"/>
                  <a:pt x="1501785" y="112754"/>
                </a:cubicBezTo>
                <a:cubicBezTo>
                  <a:pt x="1501785" y="93553"/>
                  <a:pt x="1507504" y="78421"/>
                  <a:pt x="1518943" y="67356"/>
                </a:cubicBezTo>
                <a:cubicBezTo>
                  <a:pt x="1530382" y="56292"/>
                  <a:pt x="1545633" y="50760"/>
                  <a:pt x="1564698" y="50760"/>
                </a:cubicBezTo>
                <a:cubicBezTo>
                  <a:pt x="1577567" y="50760"/>
                  <a:pt x="1587099" y="52530"/>
                  <a:pt x="1593295" y="56071"/>
                </a:cubicBezTo>
                <a:lnTo>
                  <a:pt x="1593295" y="84361"/>
                </a:lnTo>
                <a:cubicBezTo>
                  <a:pt x="1585737" y="78846"/>
                  <a:pt x="1577499" y="76089"/>
                  <a:pt x="1568579" y="76089"/>
                </a:cubicBezTo>
                <a:cubicBezTo>
                  <a:pt x="1558502" y="76089"/>
                  <a:pt x="1550417" y="79153"/>
                  <a:pt x="1544323" y="85281"/>
                </a:cubicBezTo>
                <a:cubicBezTo>
                  <a:pt x="1538229" y="91409"/>
                  <a:pt x="1535182" y="99817"/>
                  <a:pt x="1535182" y="110507"/>
                </a:cubicBezTo>
                <a:cubicBezTo>
                  <a:pt x="1535182" y="120857"/>
                  <a:pt x="1538076" y="129010"/>
                  <a:pt x="1543863" y="134968"/>
                </a:cubicBezTo>
                <a:cubicBezTo>
                  <a:pt x="1549651" y="140926"/>
                  <a:pt x="1557515" y="143905"/>
                  <a:pt x="1567456" y="143905"/>
                </a:cubicBezTo>
                <a:cubicBezTo>
                  <a:pt x="1576239" y="143905"/>
                  <a:pt x="1584818" y="141113"/>
                  <a:pt x="1593193" y="135530"/>
                </a:cubicBezTo>
                <a:lnTo>
                  <a:pt x="1593193" y="162289"/>
                </a:lnTo>
                <a:close/>
                <a:moveTo>
                  <a:pt x="1683152" y="165148"/>
                </a:moveTo>
                <a:cubicBezTo>
                  <a:pt x="1678181" y="167872"/>
                  <a:pt x="1670658" y="169234"/>
                  <a:pt x="1660581" y="169234"/>
                </a:cubicBezTo>
                <a:cubicBezTo>
                  <a:pt x="1636614" y="169234"/>
                  <a:pt x="1624630" y="156637"/>
                  <a:pt x="1624630" y="131445"/>
                </a:cubicBezTo>
                <a:lnTo>
                  <a:pt x="1624630" y="78131"/>
                </a:lnTo>
                <a:lnTo>
                  <a:pt x="1606042" y="78131"/>
                </a:lnTo>
                <a:lnTo>
                  <a:pt x="1606042" y="53517"/>
                </a:lnTo>
                <a:lnTo>
                  <a:pt x="1624630" y="53517"/>
                </a:lnTo>
                <a:lnTo>
                  <a:pt x="1624630" y="28699"/>
                </a:lnTo>
                <a:lnTo>
                  <a:pt x="1657415" y="19303"/>
                </a:lnTo>
                <a:lnTo>
                  <a:pt x="1657415" y="53517"/>
                </a:lnTo>
                <a:lnTo>
                  <a:pt x="1683152" y="53517"/>
                </a:lnTo>
                <a:lnTo>
                  <a:pt x="1683152" y="78131"/>
                </a:lnTo>
                <a:lnTo>
                  <a:pt x="1657415" y="78131"/>
                </a:lnTo>
                <a:lnTo>
                  <a:pt x="1657415" y="125725"/>
                </a:lnTo>
                <a:cubicBezTo>
                  <a:pt x="1657415" y="137777"/>
                  <a:pt x="1662181" y="143803"/>
                  <a:pt x="1671713" y="143803"/>
                </a:cubicBezTo>
                <a:cubicBezTo>
                  <a:pt x="1675390" y="143803"/>
                  <a:pt x="1679203" y="142713"/>
                  <a:pt x="1683152" y="140534"/>
                </a:cubicBezTo>
                <a:lnTo>
                  <a:pt x="1683152" y="165148"/>
                </a:lnTo>
                <a:close/>
                <a:moveTo>
                  <a:pt x="1700298" y="17056"/>
                </a:moveTo>
                <a:cubicBezTo>
                  <a:pt x="1700298" y="12018"/>
                  <a:pt x="1702085" y="7915"/>
                  <a:pt x="1705660" y="4749"/>
                </a:cubicBezTo>
                <a:cubicBezTo>
                  <a:pt x="1709234" y="1583"/>
                  <a:pt x="1713813" y="0"/>
                  <a:pt x="1719397" y="0"/>
                </a:cubicBezTo>
                <a:cubicBezTo>
                  <a:pt x="1725116" y="0"/>
                  <a:pt x="1729746" y="1617"/>
                  <a:pt x="1733287" y="4851"/>
                </a:cubicBezTo>
                <a:cubicBezTo>
                  <a:pt x="1736827" y="8085"/>
                  <a:pt x="1738597" y="12154"/>
                  <a:pt x="1738597" y="17056"/>
                </a:cubicBezTo>
                <a:cubicBezTo>
                  <a:pt x="1738597" y="22027"/>
                  <a:pt x="1736793" y="26163"/>
                  <a:pt x="1733184" y="29465"/>
                </a:cubicBezTo>
                <a:cubicBezTo>
                  <a:pt x="1729576" y="32768"/>
                  <a:pt x="1724980" y="34419"/>
                  <a:pt x="1719397" y="34419"/>
                </a:cubicBezTo>
                <a:cubicBezTo>
                  <a:pt x="1713881" y="34419"/>
                  <a:pt x="1709319" y="32750"/>
                  <a:pt x="1705711" y="29414"/>
                </a:cubicBezTo>
                <a:cubicBezTo>
                  <a:pt x="1702102" y="26078"/>
                  <a:pt x="1700298" y="21958"/>
                  <a:pt x="1700298" y="17056"/>
                </a:cubicBezTo>
                <a:moveTo>
                  <a:pt x="1702749" y="166476"/>
                </a:moveTo>
                <a:lnTo>
                  <a:pt x="1702749" y="53517"/>
                </a:lnTo>
                <a:lnTo>
                  <a:pt x="1735636" y="53517"/>
                </a:lnTo>
                <a:lnTo>
                  <a:pt x="1735636" y="166476"/>
                </a:lnTo>
                <a:lnTo>
                  <a:pt x="1702749" y="166476"/>
                </a:lnTo>
                <a:close/>
                <a:moveTo>
                  <a:pt x="1757596" y="110507"/>
                </a:moveTo>
                <a:cubicBezTo>
                  <a:pt x="1757596" y="91919"/>
                  <a:pt x="1763162" y="77314"/>
                  <a:pt x="1774294" y="66693"/>
                </a:cubicBezTo>
                <a:cubicBezTo>
                  <a:pt x="1785427" y="56071"/>
                  <a:pt x="1800389" y="50760"/>
                  <a:pt x="1819182" y="50760"/>
                </a:cubicBezTo>
                <a:cubicBezTo>
                  <a:pt x="1837361" y="50760"/>
                  <a:pt x="1851796" y="55986"/>
                  <a:pt x="1862486" y="66437"/>
                </a:cubicBezTo>
                <a:cubicBezTo>
                  <a:pt x="1873176" y="76889"/>
                  <a:pt x="1878521" y="90932"/>
                  <a:pt x="1878521" y="108567"/>
                </a:cubicBezTo>
                <a:cubicBezTo>
                  <a:pt x="1878521" y="127087"/>
                  <a:pt x="1873039" y="141828"/>
                  <a:pt x="1862077" y="152790"/>
                </a:cubicBezTo>
                <a:cubicBezTo>
                  <a:pt x="1851115" y="163752"/>
                  <a:pt x="1836272" y="169234"/>
                  <a:pt x="1817547" y="169234"/>
                </a:cubicBezTo>
                <a:cubicBezTo>
                  <a:pt x="1799164" y="169234"/>
                  <a:pt x="1784576" y="163974"/>
                  <a:pt x="1773784" y="153454"/>
                </a:cubicBezTo>
                <a:cubicBezTo>
                  <a:pt x="1762992" y="142934"/>
                  <a:pt x="1757596" y="128619"/>
                  <a:pt x="1757596" y="110507"/>
                </a:cubicBezTo>
                <a:moveTo>
                  <a:pt x="1790993" y="110099"/>
                </a:moveTo>
                <a:cubicBezTo>
                  <a:pt x="1790993" y="132636"/>
                  <a:pt x="1800185" y="143905"/>
                  <a:pt x="1818569" y="143905"/>
                </a:cubicBezTo>
                <a:cubicBezTo>
                  <a:pt x="1836204" y="143905"/>
                  <a:pt x="1845021" y="132330"/>
                  <a:pt x="1845021" y="109180"/>
                </a:cubicBezTo>
                <a:cubicBezTo>
                  <a:pt x="1845021" y="87119"/>
                  <a:pt x="1836136" y="76089"/>
                  <a:pt x="1818364" y="76089"/>
                </a:cubicBezTo>
                <a:cubicBezTo>
                  <a:pt x="1809717" y="76089"/>
                  <a:pt x="1802994" y="79051"/>
                  <a:pt x="1798193" y="84974"/>
                </a:cubicBezTo>
                <a:cubicBezTo>
                  <a:pt x="1793393" y="90898"/>
                  <a:pt x="1790993" y="99273"/>
                  <a:pt x="1790993" y="110099"/>
                </a:cubicBezTo>
                <a:close/>
                <a:moveTo>
                  <a:pt x="2009101" y="166476"/>
                </a:moveTo>
                <a:lnTo>
                  <a:pt x="1976316" y="166476"/>
                </a:lnTo>
                <a:lnTo>
                  <a:pt x="1976316" y="103460"/>
                </a:lnTo>
                <a:cubicBezTo>
                  <a:pt x="1976316" y="85213"/>
                  <a:pt x="1969745" y="76089"/>
                  <a:pt x="1956604" y="76089"/>
                </a:cubicBezTo>
                <a:cubicBezTo>
                  <a:pt x="1950340" y="76089"/>
                  <a:pt x="1945132" y="78523"/>
                  <a:pt x="1940978" y="83391"/>
                </a:cubicBezTo>
                <a:cubicBezTo>
                  <a:pt x="1936825" y="88259"/>
                  <a:pt x="1934748" y="94473"/>
                  <a:pt x="1934748" y="102030"/>
                </a:cubicBezTo>
                <a:lnTo>
                  <a:pt x="1934748" y="166476"/>
                </a:lnTo>
                <a:lnTo>
                  <a:pt x="1901759" y="166476"/>
                </a:lnTo>
                <a:lnTo>
                  <a:pt x="1901759" y="53517"/>
                </a:lnTo>
                <a:lnTo>
                  <a:pt x="1934748" y="53517"/>
                </a:lnTo>
                <a:lnTo>
                  <a:pt x="1934748" y="71493"/>
                </a:lnTo>
                <a:lnTo>
                  <a:pt x="1935157" y="71493"/>
                </a:lnTo>
                <a:cubicBezTo>
                  <a:pt x="1943395" y="57671"/>
                  <a:pt x="1955515" y="50760"/>
                  <a:pt x="1971516" y="50760"/>
                </a:cubicBezTo>
                <a:cubicBezTo>
                  <a:pt x="1996572" y="50760"/>
                  <a:pt x="2009101" y="66284"/>
                  <a:pt x="2009101" y="97332"/>
                </a:cubicBezTo>
                <a:lnTo>
                  <a:pt x="2009101" y="166476"/>
                </a:lnTo>
                <a:close/>
                <a:moveTo>
                  <a:pt x="2142007" y="202427"/>
                </a:moveTo>
                <a:cubicBezTo>
                  <a:pt x="2118449" y="176349"/>
                  <a:pt x="2106669" y="144177"/>
                  <a:pt x="2106669" y="105911"/>
                </a:cubicBezTo>
                <a:cubicBezTo>
                  <a:pt x="2106669" y="68939"/>
                  <a:pt x="2118449" y="36393"/>
                  <a:pt x="2142007" y="8273"/>
                </a:cubicBezTo>
                <a:lnTo>
                  <a:pt x="2168970" y="8273"/>
                </a:lnTo>
                <a:cubicBezTo>
                  <a:pt x="2146637" y="37551"/>
                  <a:pt x="2135471" y="70097"/>
                  <a:pt x="2135471" y="105911"/>
                </a:cubicBezTo>
                <a:cubicBezTo>
                  <a:pt x="2135471" y="141590"/>
                  <a:pt x="2146705" y="173761"/>
                  <a:pt x="2169174" y="202427"/>
                </a:cubicBezTo>
                <a:lnTo>
                  <a:pt x="2142007" y="202427"/>
                </a:lnTo>
                <a:close/>
                <a:moveTo>
                  <a:pt x="2253101" y="118780"/>
                </a:moveTo>
                <a:cubicBezTo>
                  <a:pt x="2259161" y="124295"/>
                  <a:pt x="2262191" y="130764"/>
                  <a:pt x="2262191" y="138185"/>
                </a:cubicBezTo>
                <a:cubicBezTo>
                  <a:pt x="2262191" y="148807"/>
                  <a:pt x="2258259" y="157386"/>
                  <a:pt x="2250394" y="163923"/>
                </a:cubicBezTo>
                <a:cubicBezTo>
                  <a:pt x="2242530" y="170459"/>
                  <a:pt x="2232130" y="173727"/>
                  <a:pt x="2219193" y="173727"/>
                </a:cubicBezTo>
                <a:cubicBezTo>
                  <a:pt x="2207482" y="173727"/>
                  <a:pt x="2197030" y="171276"/>
                  <a:pt x="2187838" y="166374"/>
                </a:cubicBezTo>
                <a:lnTo>
                  <a:pt x="2187838" y="140126"/>
                </a:lnTo>
                <a:cubicBezTo>
                  <a:pt x="2200639" y="147615"/>
                  <a:pt x="2211839" y="151360"/>
                  <a:pt x="2221440" y="151360"/>
                </a:cubicBezTo>
                <a:cubicBezTo>
                  <a:pt x="2231176" y="151360"/>
                  <a:pt x="2236045" y="147547"/>
                  <a:pt x="2236045" y="139921"/>
                </a:cubicBezTo>
                <a:cubicBezTo>
                  <a:pt x="2236045" y="134883"/>
                  <a:pt x="2230291" y="129674"/>
                  <a:pt x="2218784" y="124295"/>
                </a:cubicBezTo>
                <a:cubicBezTo>
                  <a:pt x="2196724" y="114082"/>
                  <a:pt x="2185693" y="101281"/>
                  <a:pt x="2185693" y="85893"/>
                </a:cubicBezTo>
                <a:cubicBezTo>
                  <a:pt x="2185693" y="75135"/>
                  <a:pt x="2190392" y="66488"/>
                  <a:pt x="2199788" y="59952"/>
                </a:cubicBezTo>
                <a:cubicBezTo>
                  <a:pt x="2193183" y="53551"/>
                  <a:pt x="2189881" y="45619"/>
                  <a:pt x="2189881" y="36155"/>
                </a:cubicBezTo>
                <a:cubicBezTo>
                  <a:pt x="2189881" y="25942"/>
                  <a:pt x="2193643" y="17703"/>
                  <a:pt x="2201167" y="11439"/>
                </a:cubicBezTo>
                <a:cubicBezTo>
                  <a:pt x="2208690" y="5175"/>
                  <a:pt x="2218648" y="2043"/>
                  <a:pt x="2231040" y="2043"/>
                </a:cubicBezTo>
                <a:cubicBezTo>
                  <a:pt x="2241254" y="2043"/>
                  <a:pt x="2250616" y="4017"/>
                  <a:pt x="2259127" y="7966"/>
                </a:cubicBezTo>
                <a:lnTo>
                  <a:pt x="2259127" y="34317"/>
                </a:lnTo>
                <a:cubicBezTo>
                  <a:pt x="2249186" y="27576"/>
                  <a:pt x="2239790" y="24205"/>
                  <a:pt x="2230938" y="24205"/>
                </a:cubicBezTo>
                <a:cubicBezTo>
                  <a:pt x="2221542" y="24205"/>
                  <a:pt x="2216844" y="27882"/>
                  <a:pt x="2216844" y="35236"/>
                </a:cubicBezTo>
                <a:cubicBezTo>
                  <a:pt x="2216844" y="38776"/>
                  <a:pt x="2218291" y="41772"/>
                  <a:pt x="2221185" y="44223"/>
                </a:cubicBezTo>
                <a:cubicBezTo>
                  <a:pt x="2224078" y="46675"/>
                  <a:pt x="2230972" y="50283"/>
                  <a:pt x="2241866" y="55049"/>
                </a:cubicBezTo>
                <a:cubicBezTo>
                  <a:pt x="2260318" y="63220"/>
                  <a:pt x="2269544" y="74523"/>
                  <a:pt x="2269544" y="88957"/>
                </a:cubicBezTo>
                <a:cubicBezTo>
                  <a:pt x="2269544" y="101145"/>
                  <a:pt x="2264063" y="111086"/>
                  <a:pt x="2253101" y="118780"/>
                </a:cubicBezTo>
                <a:moveTo>
                  <a:pt x="2218580" y="70676"/>
                </a:moveTo>
                <a:cubicBezTo>
                  <a:pt x="2213474" y="73535"/>
                  <a:pt x="2210920" y="77791"/>
                  <a:pt x="2210920" y="83442"/>
                </a:cubicBezTo>
                <a:cubicBezTo>
                  <a:pt x="2210920" y="88140"/>
                  <a:pt x="2212997" y="92175"/>
                  <a:pt x="2217150" y="95545"/>
                </a:cubicBezTo>
                <a:cubicBezTo>
                  <a:pt x="2221304" y="98915"/>
                  <a:pt x="2227738" y="102439"/>
                  <a:pt x="2236453" y="106116"/>
                </a:cubicBezTo>
                <a:cubicBezTo>
                  <a:pt x="2241492" y="102643"/>
                  <a:pt x="2244011" y="97911"/>
                  <a:pt x="2244011" y="91919"/>
                </a:cubicBezTo>
                <a:cubicBezTo>
                  <a:pt x="2244011" y="87425"/>
                  <a:pt x="2242088" y="83664"/>
                  <a:pt x="2238241" y="80634"/>
                </a:cubicBezTo>
                <a:cubicBezTo>
                  <a:pt x="2234394" y="77604"/>
                  <a:pt x="2227840" y="74284"/>
                  <a:pt x="2218580" y="70676"/>
                </a:cubicBezTo>
                <a:close/>
                <a:moveTo>
                  <a:pt x="2295944" y="132057"/>
                </a:moveTo>
                <a:cubicBezTo>
                  <a:pt x="2306498" y="139956"/>
                  <a:pt x="2318822" y="143905"/>
                  <a:pt x="2332916" y="143905"/>
                </a:cubicBezTo>
                <a:cubicBezTo>
                  <a:pt x="2341836" y="143905"/>
                  <a:pt x="2348917" y="141930"/>
                  <a:pt x="2354160" y="137981"/>
                </a:cubicBezTo>
                <a:cubicBezTo>
                  <a:pt x="2359403" y="134032"/>
                  <a:pt x="2362024" y="128415"/>
                  <a:pt x="2362024" y="121129"/>
                </a:cubicBezTo>
                <a:cubicBezTo>
                  <a:pt x="2362024" y="113639"/>
                  <a:pt x="2358909" y="107920"/>
                  <a:pt x="2352679" y="103971"/>
                </a:cubicBezTo>
                <a:cubicBezTo>
                  <a:pt x="2346449" y="100022"/>
                  <a:pt x="2337717" y="98047"/>
                  <a:pt x="2326482" y="98047"/>
                </a:cubicBezTo>
                <a:lnTo>
                  <a:pt x="2312388" y="98047"/>
                </a:lnTo>
                <a:lnTo>
                  <a:pt x="2312388" y="72616"/>
                </a:lnTo>
                <a:lnTo>
                  <a:pt x="2325359" y="72616"/>
                </a:lnTo>
                <a:cubicBezTo>
                  <a:pt x="2346602" y="72616"/>
                  <a:pt x="2357224" y="65467"/>
                  <a:pt x="2357224" y="51168"/>
                </a:cubicBezTo>
                <a:cubicBezTo>
                  <a:pt x="2357224" y="37687"/>
                  <a:pt x="2349087" y="30946"/>
                  <a:pt x="2332814" y="30946"/>
                </a:cubicBezTo>
                <a:cubicBezTo>
                  <a:pt x="2322192" y="30946"/>
                  <a:pt x="2311877" y="34419"/>
                  <a:pt x="2301868" y="41364"/>
                </a:cubicBezTo>
                <a:lnTo>
                  <a:pt x="2301868" y="14094"/>
                </a:lnTo>
                <a:cubicBezTo>
                  <a:pt x="2312762" y="8443"/>
                  <a:pt x="2325597" y="5617"/>
                  <a:pt x="2340372" y="5617"/>
                </a:cubicBezTo>
                <a:cubicBezTo>
                  <a:pt x="2355352" y="5617"/>
                  <a:pt x="2367505" y="9073"/>
                  <a:pt x="2376833" y="15984"/>
                </a:cubicBezTo>
                <a:cubicBezTo>
                  <a:pt x="2386161" y="22895"/>
                  <a:pt x="2390826" y="32478"/>
                  <a:pt x="2390826" y="44734"/>
                </a:cubicBezTo>
                <a:cubicBezTo>
                  <a:pt x="2390826" y="65433"/>
                  <a:pt x="2380340" y="78438"/>
                  <a:pt x="2359369" y="83749"/>
                </a:cubicBezTo>
                <a:lnTo>
                  <a:pt x="2359369" y="84259"/>
                </a:lnTo>
                <a:cubicBezTo>
                  <a:pt x="2370399" y="85485"/>
                  <a:pt x="2379216" y="89519"/>
                  <a:pt x="2385821" y="96362"/>
                </a:cubicBezTo>
                <a:cubicBezTo>
                  <a:pt x="2392426" y="103205"/>
                  <a:pt x="2395728" y="111529"/>
                  <a:pt x="2395728" y="121333"/>
                </a:cubicBezTo>
                <a:cubicBezTo>
                  <a:pt x="2395728" y="136381"/>
                  <a:pt x="2390230" y="148126"/>
                  <a:pt x="2379233" y="156569"/>
                </a:cubicBezTo>
                <a:cubicBezTo>
                  <a:pt x="2368237" y="165012"/>
                  <a:pt x="2353581" y="169234"/>
                  <a:pt x="2335265" y="169234"/>
                </a:cubicBezTo>
                <a:cubicBezTo>
                  <a:pt x="2318992" y="169234"/>
                  <a:pt x="2305885" y="166544"/>
                  <a:pt x="2295944" y="161165"/>
                </a:cubicBezTo>
                <a:lnTo>
                  <a:pt x="2295944" y="132057"/>
                </a:lnTo>
                <a:close/>
                <a:moveTo>
                  <a:pt x="2418986" y="151667"/>
                </a:moveTo>
                <a:cubicBezTo>
                  <a:pt x="2418986" y="146560"/>
                  <a:pt x="2420926" y="142373"/>
                  <a:pt x="2424807" y="139104"/>
                </a:cubicBezTo>
                <a:cubicBezTo>
                  <a:pt x="2428688" y="135836"/>
                  <a:pt x="2433318" y="134202"/>
                  <a:pt x="2438697" y="134202"/>
                </a:cubicBezTo>
                <a:cubicBezTo>
                  <a:pt x="2444144" y="134202"/>
                  <a:pt x="2448740" y="135870"/>
                  <a:pt x="2452485" y="139207"/>
                </a:cubicBezTo>
                <a:cubicBezTo>
                  <a:pt x="2456230" y="142543"/>
                  <a:pt x="2458102" y="146696"/>
                  <a:pt x="2458102" y="151667"/>
                </a:cubicBezTo>
                <a:cubicBezTo>
                  <a:pt x="2458102" y="156910"/>
                  <a:pt x="2456230" y="161148"/>
                  <a:pt x="2452485" y="164382"/>
                </a:cubicBezTo>
                <a:cubicBezTo>
                  <a:pt x="2448740" y="167616"/>
                  <a:pt x="2444008" y="169234"/>
                  <a:pt x="2438289" y="169234"/>
                </a:cubicBezTo>
                <a:cubicBezTo>
                  <a:pt x="2432978" y="169234"/>
                  <a:pt x="2428433" y="167565"/>
                  <a:pt x="2424654" y="164229"/>
                </a:cubicBezTo>
                <a:cubicBezTo>
                  <a:pt x="2420875" y="160893"/>
                  <a:pt x="2418986" y="156705"/>
                  <a:pt x="2418986" y="151667"/>
                </a:cubicBezTo>
                <a:close/>
                <a:moveTo>
                  <a:pt x="2517525" y="139002"/>
                </a:moveTo>
                <a:lnTo>
                  <a:pt x="2584626" y="139002"/>
                </a:lnTo>
                <a:lnTo>
                  <a:pt x="2584626" y="166476"/>
                </a:lnTo>
                <a:lnTo>
                  <a:pt x="2479430" y="166476"/>
                </a:lnTo>
                <a:lnTo>
                  <a:pt x="2479430" y="154731"/>
                </a:lnTo>
                <a:cubicBezTo>
                  <a:pt x="2479430" y="146492"/>
                  <a:pt x="2480945" y="138968"/>
                  <a:pt x="2483974" y="132159"/>
                </a:cubicBezTo>
                <a:cubicBezTo>
                  <a:pt x="2487004" y="125351"/>
                  <a:pt x="2491175" y="119001"/>
                  <a:pt x="2496486" y="113112"/>
                </a:cubicBezTo>
                <a:cubicBezTo>
                  <a:pt x="2501797" y="107222"/>
                  <a:pt x="2510035" y="100328"/>
                  <a:pt x="2521202" y="92430"/>
                </a:cubicBezTo>
                <a:cubicBezTo>
                  <a:pt x="2531415" y="84804"/>
                  <a:pt x="2538564" y="78046"/>
                  <a:pt x="2542650" y="72157"/>
                </a:cubicBezTo>
                <a:cubicBezTo>
                  <a:pt x="2546735" y="66267"/>
                  <a:pt x="2548778" y="60020"/>
                  <a:pt x="2548778" y="53415"/>
                </a:cubicBezTo>
                <a:cubicBezTo>
                  <a:pt x="2548778" y="39185"/>
                  <a:pt x="2541015" y="32070"/>
                  <a:pt x="2525491" y="32070"/>
                </a:cubicBezTo>
                <a:cubicBezTo>
                  <a:pt x="2511874" y="32070"/>
                  <a:pt x="2498869" y="37517"/>
                  <a:pt x="2486477" y="48411"/>
                </a:cubicBezTo>
                <a:lnTo>
                  <a:pt x="2486477" y="18997"/>
                </a:lnTo>
                <a:cubicBezTo>
                  <a:pt x="2500299" y="10077"/>
                  <a:pt x="2515823" y="5617"/>
                  <a:pt x="2533049" y="5617"/>
                </a:cubicBezTo>
                <a:cubicBezTo>
                  <a:pt x="2548846" y="5617"/>
                  <a:pt x="2561340" y="9652"/>
                  <a:pt x="2570532" y="17720"/>
                </a:cubicBezTo>
                <a:cubicBezTo>
                  <a:pt x="2579724" y="25788"/>
                  <a:pt x="2584320" y="36904"/>
                  <a:pt x="2584320" y="51066"/>
                </a:cubicBezTo>
                <a:cubicBezTo>
                  <a:pt x="2584320" y="58964"/>
                  <a:pt x="2582992" y="66097"/>
                  <a:pt x="2580336" y="72463"/>
                </a:cubicBezTo>
                <a:cubicBezTo>
                  <a:pt x="2577681" y="78829"/>
                  <a:pt x="2573834" y="84804"/>
                  <a:pt x="2568795" y="90387"/>
                </a:cubicBezTo>
                <a:cubicBezTo>
                  <a:pt x="2563757" y="95970"/>
                  <a:pt x="2555688" y="102677"/>
                  <a:pt x="2544590" y="110507"/>
                </a:cubicBezTo>
                <a:cubicBezTo>
                  <a:pt x="2533900" y="118133"/>
                  <a:pt x="2526717" y="124023"/>
                  <a:pt x="2523040" y="128176"/>
                </a:cubicBezTo>
                <a:cubicBezTo>
                  <a:pt x="2519363" y="132330"/>
                  <a:pt x="2517525" y="135938"/>
                  <a:pt x="2517525" y="139002"/>
                </a:cubicBezTo>
                <a:close/>
                <a:moveTo>
                  <a:pt x="2599430" y="202427"/>
                </a:moveTo>
                <a:cubicBezTo>
                  <a:pt x="2622036" y="173761"/>
                  <a:pt x="2633338" y="141590"/>
                  <a:pt x="2633338" y="105911"/>
                </a:cubicBezTo>
                <a:cubicBezTo>
                  <a:pt x="2633338" y="70369"/>
                  <a:pt x="2622036" y="37823"/>
                  <a:pt x="2599430" y="8273"/>
                </a:cubicBezTo>
                <a:lnTo>
                  <a:pt x="2626495" y="8273"/>
                </a:lnTo>
                <a:cubicBezTo>
                  <a:pt x="2650258" y="36529"/>
                  <a:pt x="2662140" y="69076"/>
                  <a:pt x="2662140" y="105911"/>
                </a:cubicBezTo>
                <a:cubicBezTo>
                  <a:pt x="2662140" y="143837"/>
                  <a:pt x="2650190" y="176008"/>
                  <a:pt x="2626291" y="202427"/>
                </a:cubicBezTo>
                <a:lnTo>
                  <a:pt x="2599430" y="202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HandlingCycles">
            <a:extLst xmlns:a="http://schemas.openxmlformats.org/drawingml/2006/main">
              <a:ext uri="{FF2B5EF4-FFF2-40B4-BE49-F238E27FC236}">
                <a16:creationId xmlns:a16="http://schemas.microsoft.com/office/drawing/2014/main" id="{A2EC1251-6D3F-4CE6-9DC8-B393775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152" y="1247787"/>
            <a:ext cx="1181129" cy="165716"/>
          </a:xfrm>
          <a:custGeom xmlns:a="http://schemas.openxmlformats.org/drawingml/2006/main">
            <a:pathLst>
              <a:path w="1181129" h="165716">
                <a:moveTo>
                  <a:pt x="90921" y="125707"/>
                </a:moveTo>
                <a:lnTo>
                  <a:pt x="75563" y="125707"/>
                </a:lnTo>
                <a:lnTo>
                  <a:pt x="75563" y="72107"/>
                </a:lnTo>
                <a:lnTo>
                  <a:pt x="15358" y="72107"/>
                </a:lnTo>
                <a:lnTo>
                  <a:pt x="15358" y="125707"/>
                </a:lnTo>
                <a:lnTo>
                  <a:pt x="0" y="125707"/>
                </a:lnTo>
                <a:lnTo>
                  <a:pt x="0" y="6758"/>
                </a:lnTo>
                <a:lnTo>
                  <a:pt x="15358" y="6758"/>
                </a:lnTo>
                <a:lnTo>
                  <a:pt x="15358" y="58438"/>
                </a:lnTo>
                <a:lnTo>
                  <a:pt x="75563" y="58438"/>
                </a:lnTo>
                <a:lnTo>
                  <a:pt x="75563" y="6758"/>
                </a:lnTo>
                <a:lnTo>
                  <a:pt x="90921" y="6758"/>
                </a:lnTo>
                <a:lnTo>
                  <a:pt x="90921" y="125707"/>
                </a:lnTo>
                <a:close/>
                <a:moveTo>
                  <a:pt x="121174" y="46689"/>
                </a:moveTo>
                <a:cubicBezTo>
                  <a:pt x="129621" y="41416"/>
                  <a:pt x="139374" y="38780"/>
                  <a:pt x="150432" y="38780"/>
                </a:cubicBezTo>
                <a:cubicBezTo>
                  <a:pt x="170909" y="38780"/>
                  <a:pt x="181148" y="49530"/>
                  <a:pt x="181148" y="71032"/>
                </a:cubicBezTo>
                <a:lnTo>
                  <a:pt x="181148" y="125707"/>
                </a:lnTo>
                <a:lnTo>
                  <a:pt x="166251" y="125707"/>
                </a:lnTo>
                <a:lnTo>
                  <a:pt x="166251" y="112576"/>
                </a:lnTo>
                <a:lnTo>
                  <a:pt x="165867" y="112576"/>
                </a:lnTo>
                <a:cubicBezTo>
                  <a:pt x="159979" y="122661"/>
                  <a:pt x="151302" y="127704"/>
                  <a:pt x="139835" y="127704"/>
                </a:cubicBezTo>
                <a:cubicBezTo>
                  <a:pt x="131592" y="127704"/>
                  <a:pt x="125039" y="125477"/>
                  <a:pt x="120176" y="121023"/>
                </a:cubicBezTo>
                <a:cubicBezTo>
                  <a:pt x="115312" y="116569"/>
                  <a:pt x="112881" y="110554"/>
                  <a:pt x="112881" y="102977"/>
                </a:cubicBezTo>
                <a:cubicBezTo>
                  <a:pt x="112881" y="87107"/>
                  <a:pt x="122275" y="77866"/>
                  <a:pt x="141063" y="75256"/>
                </a:cubicBezTo>
                <a:lnTo>
                  <a:pt x="166251" y="71723"/>
                </a:lnTo>
                <a:cubicBezTo>
                  <a:pt x="166251" y="57849"/>
                  <a:pt x="160517" y="50913"/>
                  <a:pt x="149049" y="50913"/>
                </a:cubicBezTo>
                <a:cubicBezTo>
                  <a:pt x="138862" y="50913"/>
                  <a:pt x="129570" y="54343"/>
                  <a:pt x="121174" y="61203"/>
                </a:cubicBezTo>
                <a:lnTo>
                  <a:pt x="121174" y="46689"/>
                </a:lnTo>
                <a:moveTo>
                  <a:pt x="146362" y="85776"/>
                </a:moveTo>
                <a:cubicBezTo>
                  <a:pt x="139399" y="86697"/>
                  <a:pt x="134600" y="88438"/>
                  <a:pt x="131963" y="90998"/>
                </a:cubicBezTo>
                <a:cubicBezTo>
                  <a:pt x="129327" y="93557"/>
                  <a:pt x="128009" y="97141"/>
                  <a:pt x="128009" y="101749"/>
                </a:cubicBezTo>
                <a:cubicBezTo>
                  <a:pt x="128009" y="105793"/>
                  <a:pt x="129442" y="109095"/>
                  <a:pt x="132309" y="111655"/>
                </a:cubicBezTo>
                <a:cubicBezTo>
                  <a:pt x="135176" y="114214"/>
                  <a:pt x="138964" y="115494"/>
                  <a:pt x="143674" y="115494"/>
                </a:cubicBezTo>
                <a:cubicBezTo>
                  <a:pt x="150227" y="115494"/>
                  <a:pt x="155628" y="113190"/>
                  <a:pt x="159877" y="108583"/>
                </a:cubicBezTo>
                <a:cubicBezTo>
                  <a:pt x="164126" y="103975"/>
                  <a:pt x="166251" y="98191"/>
                  <a:pt x="166251" y="91228"/>
                </a:cubicBezTo>
                <a:lnTo>
                  <a:pt x="166251" y="83088"/>
                </a:lnTo>
                <a:lnTo>
                  <a:pt x="146362" y="85776"/>
                </a:lnTo>
                <a:close/>
                <a:moveTo>
                  <a:pt x="277947" y="125707"/>
                </a:moveTo>
                <a:lnTo>
                  <a:pt x="262973" y="125707"/>
                </a:lnTo>
                <a:lnTo>
                  <a:pt x="262973" y="77406"/>
                </a:lnTo>
                <a:cubicBezTo>
                  <a:pt x="262973" y="59948"/>
                  <a:pt x="256599" y="51220"/>
                  <a:pt x="243852" y="51220"/>
                </a:cubicBezTo>
                <a:cubicBezTo>
                  <a:pt x="237248" y="51220"/>
                  <a:pt x="231821" y="53677"/>
                  <a:pt x="227572" y="58592"/>
                </a:cubicBezTo>
                <a:cubicBezTo>
                  <a:pt x="223323" y="63506"/>
                  <a:pt x="221198" y="69727"/>
                  <a:pt x="221198" y="77252"/>
                </a:cubicBezTo>
                <a:lnTo>
                  <a:pt x="221198" y="125707"/>
                </a:lnTo>
                <a:lnTo>
                  <a:pt x="206147" y="125707"/>
                </a:lnTo>
                <a:lnTo>
                  <a:pt x="206147" y="40776"/>
                </a:lnTo>
                <a:lnTo>
                  <a:pt x="221198" y="40776"/>
                </a:lnTo>
                <a:lnTo>
                  <a:pt x="221198" y="54829"/>
                </a:lnTo>
                <a:lnTo>
                  <a:pt x="221505" y="54829"/>
                </a:lnTo>
                <a:cubicBezTo>
                  <a:pt x="227905" y="44129"/>
                  <a:pt x="237196" y="38780"/>
                  <a:pt x="249381" y="38780"/>
                </a:cubicBezTo>
                <a:cubicBezTo>
                  <a:pt x="258698" y="38780"/>
                  <a:pt x="265788" y="41762"/>
                  <a:pt x="270652" y="47726"/>
                </a:cubicBezTo>
                <a:cubicBezTo>
                  <a:pt x="275515" y="53690"/>
                  <a:pt x="277947" y="62380"/>
                  <a:pt x="277947" y="73796"/>
                </a:cubicBezTo>
                <a:lnTo>
                  <a:pt x="277947" y="125707"/>
                </a:lnTo>
                <a:close/>
                <a:moveTo>
                  <a:pt x="376744" y="125707"/>
                </a:moveTo>
                <a:lnTo>
                  <a:pt x="361693" y="125707"/>
                </a:lnTo>
                <a:lnTo>
                  <a:pt x="361693" y="111578"/>
                </a:lnTo>
                <a:lnTo>
                  <a:pt x="361385" y="111578"/>
                </a:lnTo>
                <a:cubicBezTo>
                  <a:pt x="355191" y="122329"/>
                  <a:pt x="345566" y="127704"/>
                  <a:pt x="332512" y="127704"/>
                </a:cubicBezTo>
                <a:cubicBezTo>
                  <a:pt x="321761" y="127704"/>
                  <a:pt x="313212" y="123877"/>
                  <a:pt x="306864" y="116224"/>
                </a:cubicBezTo>
                <a:cubicBezTo>
                  <a:pt x="300516" y="108570"/>
                  <a:pt x="297341" y="98242"/>
                  <a:pt x="297341" y="85238"/>
                </a:cubicBezTo>
                <a:cubicBezTo>
                  <a:pt x="297341" y="71211"/>
                  <a:pt x="300925" y="59961"/>
                  <a:pt x="308092" y="51489"/>
                </a:cubicBezTo>
                <a:cubicBezTo>
                  <a:pt x="315259" y="43016"/>
                  <a:pt x="324628" y="38780"/>
                  <a:pt x="336198" y="38780"/>
                </a:cubicBezTo>
                <a:cubicBezTo>
                  <a:pt x="347768" y="38780"/>
                  <a:pt x="356164" y="43285"/>
                  <a:pt x="361385" y="52295"/>
                </a:cubicBezTo>
                <a:lnTo>
                  <a:pt x="361693" y="52295"/>
                </a:lnTo>
                <a:lnTo>
                  <a:pt x="361693" y="0"/>
                </a:lnTo>
                <a:lnTo>
                  <a:pt x="376744" y="0"/>
                </a:lnTo>
                <a:lnTo>
                  <a:pt x="376744" y="125707"/>
                </a:lnTo>
                <a:moveTo>
                  <a:pt x="361769" y="75179"/>
                </a:moveTo>
                <a:cubicBezTo>
                  <a:pt x="361769" y="68370"/>
                  <a:pt x="359530" y="62675"/>
                  <a:pt x="355050" y="58093"/>
                </a:cubicBezTo>
                <a:cubicBezTo>
                  <a:pt x="350571" y="53511"/>
                  <a:pt x="345054" y="51220"/>
                  <a:pt x="338502" y="51220"/>
                </a:cubicBezTo>
                <a:cubicBezTo>
                  <a:pt x="330515" y="51220"/>
                  <a:pt x="324218" y="54202"/>
                  <a:pt x="319611" y="60166"/>
                </a:cubicBezTo>
                <a:cubicBezTo>
                  <a:pt x="315003" y="66130"/>
                  <a:pt x="312700" y="74257"/>
                  <a:pt x="312700" y="84547"/>
                </a:cubicBezTo>
                <a:cubicBezTo>
                  <a:pt x="312700" y="94018"/>
                  <a:pt x="314914" y="101505"/>
                  <a:pt x="319342" y="107009"/>
                </a:cubicBezTo>
                <a:cubicBezTo>
                  <a:pt x="323771" y="112512"/>
                  <a:pt x="329671" y="115264"/>
                  <a:pt x="337043" y="115264"/>
                </a:cubicBezTo>
                <a:cubicBezTo>
                  <a:pt x="344312" y="115264"/>
                  <a:pt x="350251" y="112563"/>
                  <a:pt x="354858" y="107162"/>
                </a:cubicBezTo>
                <a:cubicBezTo>
                  <a:pt x="359466" y="101761"/>
                  <a:pt x="361769" y="95042"/>
                  <a:pt x="361769" y="87005"/>
                </a:cubicBezTo>
                <a:lnTo>
                  <a:pt x="361769" y="75179"/>
                </a:lnTo>
                <a:close/>
                <a:moveTo>
                  <a:pt x="403600" y="125707"/>
                </a:moveTo>
                <a:lnTo>
                  <a:pt x="403600" y="0"/>
                </a:lnTo>
                <a:lnTo>
                  <a:pt x="418651" y="0"/>
                </a:lnTo>
                <a:lnTo>
                  <a:pt x="418651" y="125707"/>
                </a:lnTo>
                <a:lnTo>
                  <a:pt x="403600" y="125707"/>
                </a:lnTo>
                <a:close/>
                <a:moveTo>
                  <a:pt x="444296" y="10828"/>
                </a:moveTo>
                <a:cubicBezTo>
                  <a:pt x="444296" y="8165"/>
                  <a:pt x="445205" y="5926"/>
                  <a:pt x="447022" y="4108"/>
                </a:cubicBezTo>
                <a:cubicBezTo>
                  <a:pt x="448840" y="2291"/>
                  <a:pt x="451079" y="1382"/>
                  <a:pt x="453741" y="1382"/>
                </a:cubicBezTo>
                <a:cubicBezTo>
                  <a:pt x="456455" y="1382"/>
                  <a:pt x="458746" y="2278"/>
                  <a:pt x="460614" y="4070"/>
                </a:cubicBezTo>
                <a:cubicBezTo>
                  <a:pt x="462483" y="5862"/>
                  <a:pt x="463417" y="8114"/>
                  <a:pt x="463417" y="10828"/>
                </a:cubicBezTo>
                <a:cubicBezTo>
                  <a:pt x="463417" y="13490"/>
                  <a:pt x="462483" y="15704"/>
                  <a:pt x="460614" y="17470"/>
                </a:cubicBezTo>
                <a:cubicBezTo>
                  <a:pt x="458746" y="19236"/>
                  <a:pt x="456455" y="20119"/>
                  <a:pt x="453741" y="20119"/>
                </a:cubicBezTo>
                <a:cubicBezTo>
                  <a:pt x="451028" y="20119"/>
                  <a:pt x="448776" y="19236"/>
                  <a:pt x="446984" y="17470"/>
                </a:cubicBezTo>
                <a:cubicBezTo>
                  <a:pt x="445192" y="15704"/>
                  <a:pt x="444296" y="13490"/>
                  <a:pt x="444296" y="10828"/>
                </a:cubicBezTo>
                <a:moveTo>
                  <a:pt x="446062" y="125707"/>
                </a:moveTo>
                <a:lnTo>
                  <a:pt x="446062" y="40776"/>
                </a:lnTo>
                <a:lnTo>
                  <a:pt x="461113" y="40776"/>
                </a:lnTo>
                <a:lnTo>
                  <a:pt x="461113" y="125707"/>
                </a:lnTo>
                <a:lnTo>
                  <a:pt x="446062" y="125707"/>
                </a:lnTo>
                <a:close/>
                <a:moveTo>
                  <a:pt x="560244" y="125707"/>
                </a:moveTo>
                <a:lnTo>
                  <a:pt x="545270" y="125707"/>
                </a:lnTo>
                <a:lnTo>
                  <a:pt x="545270" y="77406"/>
                </a:lnTo>
                <a:cubicBezTo>
                  <a:pt x="545270" y="59948"/>
                  <a:pt x="538896" y="51220"/>
                  <a:pt x="526149" y="51220"/>
                </a:cubicBezTo>
                <a:cubicBezTo>
                  <a:pt x="519545" y="51220"/>
                  <a:pt x="514118" y="53677"/>
                  <a:pt x="509869" y="58592"/>
                </a:cubicBezTo>
                <a:cubicBezTo>
                  <a:pt x="505620" y="63506"/>
                  <a:pt x="503495" y="69727"/>
                  <a:pt x="503495" y="77252"/>
                </a:cubicBezTo>
                <a:lnTo>
                  <a:pt x="503495" y="125707"/>
                </a:lnTo>
                <a:lnTo>
                  <a:pt x="488444" y="125707"/>
                </a:lnTo>
                <a:lnTo>
                  <a:pt x="488444" y="40776"/>
                </a:lnTo>
                <a:lnTo>
                  <a:pt x="503495" y="40776"/>
                </a:lnTo>
                <a:lnTo>
                  <a:pt x="503495" y="54829"/>
                </a:lnTo>
                <a:lnTo>
                  <a:pt x="503803" y="54829"/>
                </a:lnTo>
                <a:cubicBezTo>
                  <a:pt x="510202" y="44129"/>
                  <a:pt x="519494" y="38780"/>
                  <a:pt x="531678" y="38780"/>
                </a:cubicBezTo>
                <a:cubicBezTo>
                  <a:pt x="540995" y="38780"/>
                  <a:pt x="548086" y="41762"/>
                  <a:pt x="552949" y="47726"/>
                </a:cubicBezTo>
                <a:cubicBezTo>
                  <a:pt x="557813" y="53690"/>
                  <a:pt x="560244" y="62380"/>
                  <a:pt x="560244" y="73796"/>
                </a:cubicBezTo>
                <a:lnTo>
                  <a:pt x="560244" y="125707"/>
                </a:lnTo>
                <a:close/>
                <a:moveTo>
                  <a:pt x="659514" y="118566"/>
                </a:moveTo>
                <a:cubicBezTo>
                  <a:pt x="659514" y="149999"/>
                  <a:pt x="644259" y="165716"/>
                  <a:pt x="613747" y="165716"/>
                </a:cubicBezTo>
                <a:cubicBezTo>
                  <a:pt x="603201" y="165716"/>
                  <a:pt x="594037" y="163745"/>
                  <a:pt x="586256" y="159803"/>
                </a:cubicBezTo>
                <a:lnTo>
                  <a:pt x="586256" y="145289"/>
                </a:lnTo>
                <a:cubicBezTo>
                  <a:pt x="595726" y="150562"/>
                  <a:pt x="604813" y="153199"/>
                  <a:pt x="613516" y="153199"/>
                </a:cubicBezTo>
                <a:cubicBezTo>
                  <a:pt x="634148" y="153199"/>
                  <a:pt x="644463" y="142346"/>
                  <a:pt x="644463" y="120639"/>
                </a:cubicBezTo>
                <a:lnTo>
                  <a:pt x="644463" y="111655"/>
                </a:lnTo>
                <a:lnTo>
                  <a:pt x="644156" y="111655"/>
                </a:lnTo>
                <a:cubicBezTo>
                  <a:pt x="637706" y="122354"/>
                  <a:pt x="628081" y="127704"/>
                  <a:pt x="615283" y="127704"/>
                </a:cubicBezTo>
                <a:cubicBezTo>
                  <a:pt x="604634" y="127704"/>
                  <a:pt x="596110" y="123890"/>
                  <a:pt x="589711" y="116262"/>
                </a:cubicBezTo>
                <a:cubicBezTo>
                  <a:pt x="583312" y="108634"/>
                  <a:pt x="580112" y="98523"/>
                  <a:pt x="580112" y="85930"/>
                </a:cubicBezTo>
                <a:cubicBezTo>
                  <a:pt x="580112" y="71442"/>
                  <a:pt x="583645" y="59961"/>
                  <a:pt x="590709" y="51489"/>
                </a:cubicBezTo>
                <a:cubicBezTo>
                  <a:pt x="597774" y="43016"/>
                  <a:pt x="607194" y="38780"/>
                  <a:pt x="618969" y="38780"/>
                </a:cubicBezTo>
                <a:cubicBezTo>
                  <a:pt x="630283" y="38780"/>
                  <a:pt x="638678" y="43285"/>
                  <a:pt x="644156" y="52295"/>
                </a:cubicBezTo>
                <a:lnTo>
                  <a:pt x="644463" y="52295"/>
                </a:lnTo>
                <a:lnTo>
                  <a:pt x="644463" y="40776"/>
                </a:lnTo>
                <a:lnTo>
                  <a:pt x="659514" y="40776"/>
                </a:lnTo>
                <a:lnTo>
                  <a:pt x="659514" y="118566"/>
                </a:lnTo>
                <a:moveTo>
                  <a:pt x="644463" y="75179"/>
                </a:moveTo>
                <a:cubicBezTo>
                  <a:pt x="644515" y="68626"/>
                  <a:pt x="642313" y="62994"/>
                  <a:pt x="637859" y="58285"/>
                </a:cubicBezTo>
                <a:cubicBezTo>
                  <a:pt x="633405" y="53575"/>
                  <a:pt x="627928" y="51220"/>
                  <a:pt x="621426" y="51220"/>
                </a:cubicBezTo>
                <a:cubicBezTo>
                  <a:pt x="613235" y="51220"/>
                  <a:pt x="606861" y="54227"/>
                  <a:pt x="602305" y="60243"/>
                </a:cubicBezTo>
                <a:cubicBezTo>
                  <a:pt x="597749" y="66258"/>
                  <a:pt x="595471" y="74513"/>
                  <a:pt x="595471" y="85008"/>
                </a:cubicBezTo>
                <a:cubicBezTo>
                  <a:pt x="595471" y="94018"/>
                  <a:pt x="597672" y="101313"/>
                  <a:pt x="602075" y="106894"/>
                </a:cubicBezTo>
                <a:cubicBezTo>
                  <a:pt x="606477" y="112474"/>
                  <a:pt x="612313" y="115264"/>
                  <a:pt x="619583" y="115264"/>
                </a:cubicBezTo>
                <a:cubicBezTo>
                  <a:pt x="626904" y="115264"/>
                  <a:pt x="632894" y="112602"/>
                  <a:pt x="637552" y="107277"/>
                </a:cubicBezTo>
                <a:cubicBezTo>
                  <a:pt x="642211" y="101953"/>
                  <a:pt x="644515" y="95196"/>
                  <a:pt x="644463" y="87005"/>
                </a:cubicBezTo>
                <a:lnTo>
                  <a:pt x="644463" y="75179"/>
                </a:lnTo>
                <a:close/>
                <a:moveTo>
                  <a:pt x="814270" y="120793"/>
                </a:moveTo>
                <a:cubicBezTo>
                  <a:pt x="805516" y="125400"/>
                  <a:pt x="794535" y="127704"/>
                  <a:pt x="781327" y="127704"/>
                </a:cubicBezTo>
                <a:cubicBezTo>
                  <a:pt x="764279" y="127704"/>
                  <a:pt x="750662" y="122290"/>
                  <a:pt x="740474" y="111463"/>
                </a:cubicBezTo>
                <a:cubicBezTo>
                  <a:pt x="730286" y="100635"/>
                  <a:pt x="725192" y="86313"/>
                  <a:pt x="725192" y="68498"/>
                </a:cubicBezTo>
                <a:cubicBezTo>
                  <a:pt x="725192" y="49351"/>
                  <a:pt x="730926" y="33942"/>
                  <a:pt x="742394" y="22269"/>
                </a:cubicBezTo>
                <a:cubicBezTo>
                  <a:pt x="753861" y="10597"/>
                  <a:pt x="768426" y="4761"/>
                  <a:pt x="786088" y="4761"/>
                </a:cubicBezTo>
                <a:cubicBezTo>
                  <a:pt x="797453" y="4761"/>
                  <a:pt x="806847" y="6374"/>
                  <a:pt x="814270" y="9599"/>
                </a:cubicBezTo>
                <a:lnTo>
                  <a:pt x="814270" y="25648"/>
                </a:lnTo>
                <a:cubicBezTo>
                  <a:pt x="805772" y="20938"/>
                  <a:pt x="796429" y="18583"/>
                  <a:pt x="786242" y="18583"/>
                </a:cubicBezTo>
                <a:cubicBezTo>
                  <a:pt x="772982" y="18583"/>
                  <a:pt x="762180" y="22999"/>
                  <a:pt x="753836" y="31830"/>
                </a:cubicBezTo>
                <a:cubicBezTo>
                  <a:pt x="745491" y="40661"/>
                  <a:pt x="741319" y="52576"/>
                  <a:pt x="741319" y="67576"/>
                </a:cubicBezTo>
                <a:cubicBezTo>
                  <a:pt x="741319" y="81808"/>
                  <a:pt x="745209" y="93109"/>
                  <a:pt x="752991" y="101480"/>
                </a:cubicBezTo>
                <a:cubicBezTo>
                  <a:pt x="760772" y="109850"/>
                  <a:pt x="770960" y="114035"/>
                  <a:pt x="783554" y="114035"/>
                </a:cubicBezTo>
                <a:cubicBezTo>
                  <a:pt x="795329" y="114035"/>
                  <a:pt x="805567" y="111373"/>
                  <a:pt x="814270" y="106049"/>
                </a:cubicBezTo>
                <a:lnTo>
                  <a:pt x="814270" y="120793"/>
                </a:lnTo>
                <a:close/>
                <a:moveTo>
                  <a:pt x="905277" y="40776"/>
                </a:moveTo>
                <a:lnTo>
                  <a:pt x="866727" y="138532"/>
                </a:lnTo>
                <a:cubicBezTo>
                  <a:pt x="859560" y="156654"/>
                  <a:pt x="849449" y="165716"/>
                  <a:pt x="836395" y="165716"/>
                </a:cubicBezTo>
                <a:cubicBezTo>
                  <a:pt x="832658" y="165716"/>
                  <a:pt x="829458" y="165306"/>
                  <a:pt x="826796" y="164487"/>
                </a:cubicBezTo>
                <a:lnTo>
                  <a:pt x="826796" y="151279"/>
                </a:lnTo>
                <a:cubicBezTo>
                  <a:pt x="829714" y="152405"/>
                  <a:pt x="832530" y="152968"/>
                  <a:pt x="835243" y="152968"/>
                </a:cubicBezTo>
                <a:cubicBezTo>
                  <a:pt x="842052" y="152968"/>
                  <a:pt x="847146" y="148975"/>
                  <a:pt x="850524" y="140989"/>
                </a:cubicBezTo>
                <a:lnTo>
                  <a:pt x="857052" y="125554"/>
                </a:lnTo>
                <a:lnTo>
                  <a:pt x="823724" y="40776"/>
                </a:lnTo>
                <a:lnTo>
                  <a:pt x="840388" y="40776"/>
                </a:lnTo>
                <a:lnTo>
                  <a:pt x="862581" y="104590"/>
                </a:lnTo>
                <a:lnTo>
                  <a:pt x="864424" y="111578"/>
                </a:lnTo>
                <a:lnTo>
                  <a:pt x="864808" y="111578"/>
                </a:lnTo>
                <a:cubicBezTo>
                  <a:pt x="865115" y="109991"/>
                  <a:pt x="865729" y="107713"/>
                  <a:pt x="866651" y="104743"/>
                </a:cubicBezTo>
                <a:lnTo>
                  <a:pt x="889842" y="40776"/>
                </a:lnTo>
                <a:lnTo>
                  <a:pt x="905277" y="40776"/>
                </a:lnTo>
                <a:close/>
                <a:moveTo>
                  <a:pt x="976771" y="121868"/>
                </a:moveTo>
                <a:cubicBezTo>
                  <a:pt x="970269" y="125759"/>
                  <a:pt x="962436" y="127704"/>
                  <a:pt x="953272" y="127704"/>
                </a:cubicBezTo>
                <a:cubicBezTo>
                  <a:pt x="940986" y="127704"/>
                  <a:pt x="931105" y="123762"/>
                  <a:pt x="923631" y="115878"/>
                </a:cubicBezTo>
                <a:cubicBezTo>
                  <a:pt x="916157" y="107994"/>
                  <a:pt x="912420" y="97781"/>
                  <a:pt x="912420" y="85238"/>
                </a:cubicBezTo>
                <a:cubicBezTo>
                  <a:pt x="912420" y="71314"/>
                  <a:pt x="916451" y="60089"/>
                  <a:pt x="924514" y="51565"/>
                </a:cubicBezTo>
                <a:cubicBezTo>
                  <a:pt x="932577" y="43042"/>
                  <a:pt x="943366" y="38780"/>
                  <a:pt x="956882" y="38780"/>
                </a:cubicBezTo>
                <a:cubicBezTo>
                  <a:pt x="964663" y="38780"/>
                  <a:pt x="971318" y="40162"/>
                  <a:pt x="976847" y="42926"/>
                </a:cubicBezTo>
                <a:lnTo>
                  <a:pt x="976847" y="57824"/>
                </a:lnTo>
                <a:cubicBezTo>
                  <a:pt x="970858" y="53421"/>
                  <a:pt x="964202" y="51220"/>
                  <a:pt x="956882" y="51220"/>
                </a:cubicBezTo>
                <a:cubicBezTo>
                  <a:pt x="948281" y="51220"/>
                  <a:pt x="941280" y="54202"/>
                  <a:pt x="935879" y="60166"/>
                </a:cubicBezTo>
                <a:cubicBezTo>
                  <a:pt x="930478" y="66130"/>
                  <a:pt x="927778" y="74078"/>
                  <a:pt x="927778" y="84010"/>
                </a:cubicBezTo>
                <a:cubicBezTo>
                  <a:pt x="927778" y="93788"/>
                  <a:pt x="930325" y="101441"/>
                  <a:pt x="935419" y="106970"/>
                </a:cubicBezTo>
                <a:cubicBezTo>
                  <a:pt x="940512" y="112499"/>
                  <a:pt x="947385" y="115264"/>
                  <a:pt x="956037" y="115264"/>
                </a:cubicBezTo>
                <a:cubicBezTo>
                  <a:pt x="963358" y="115264"/>
                  <a:pt x="970269" y="112858"/>
                  <a:pt x="976771" y="108045"/>
                </a:cubicBezTo>
                <a:lnTo>
                  <a:pt x="976771" y="121868"/>
                </a:lnTo>
                <a:close/>
                <a:moveTo>
                  <a:pt x="996817" y="125707"/>
                </a:moveTo>
                <a:lnTo>
                  <a:pt x="996817" y="0"/>
                </a:lnTo>
                <a:lnTo>
                  <a:pt x="1011868" y="0"/>
                </a:lnTo>
                <a:lnTo>
                  <a:pt x="1011868" y="125707"/>
                </a:lnTo>
                <a:lnTo>
                  <a:pt x="996817" y="125707"/>
                </a:lnTo>
                <a:close/>
                <a:moveTo>
                  <a:pt x="1108231" y="87081"/>
                </a:moveTo>
                <a:lnTo>
                  <a:pt x="1048794" y="87081"/>
                </a:lnTo>
                <a:cubicBezTo>
                  <a:pt x="1049050" y="96143"/>
                  <a:pt x="1051533" y="103144"/>
                  <a:pt x="1056243" y="108084"/>
                </a:cubicBezTo>
                <a:cubicBezTo>
                  <a:pt x="1060953" y="113024"/>
                  <a:pt x="1067531" y="115494"/>
                  <a:pt x="1075978" y="115494"/>
                </a:cubicBezTo>
                <a:cubicBezTo>
                  <a:pt x="1085501" y="115494"/>
                  <a:pt x="1094229" y="112448"/>
                  <a:pt x="1102164" y="106356"/>
                </a:cubicBezTo>
                <a:lnTo>
                  <a:pt x="1102164" y="119794"/>
                </a:lnTo>
                <a:cubicBezTo>
                  <a:pt x="1094690" y="125067"/>
                  <a:pt x="1084784" y="127704"/>
                  <a:pt x="1072446" y="127704"/>
                </a:cubicBezTo>
                <a:cubicBezTo>
                  <a:pt x="1060159" y="127704"/>
                  <a:pt x="1050573" y="123813"/>
                  <a:pt x="1043688" y="116032"/>
                </a:cubicBezTo>
                <a:cubicBezTo>
                  <a:pt x="1036802" y="108250"/>
                  <a:pt x="1033359" y="97448"/>
                  <a:pt x="1033359" y="83626"/>
                </a:cubicBezTo>
                <a:cubicBezTo>
                  <a:pt x="1033359" y="70622"/>
                  <a:pt x="1037135" y="59897"/>
                  <a:pt x="1044686" y="51450"/>
                </a:cubicBezTo>
                <a:cubicBezTo>
                  <a:pt x="1052237" y="43003"/>
                  <a:pt x="1061618" y="38780"/>
                  <a:pt x="1072830" y="38780"/>
                </a:cubicBezTo>
                <a:cubicBezTo>
                  <a:pt x="1083939" y="38780"/>
                  <a:pt x="1092617" y="42350"/>
                  <a:pt x="1098862" y="49492"/>
                </a:cubicBezTo>
                <a:cubicBezTo>
                  <a:pt x="1105108" y="56634"/>
                  <a:pt x="1108231" y="66629"/>
                  <a:pt x="1108231" y="79479"/>
                </a:cubicBezTo>
                <a:lnTo>
                  <a:pt x="1108231" y="87081"/>
                </a:lnTo>
                <a:moveTo>
                  <a:pt x="1093180" y="75025"/>
                </a:moveTo>
                <a:cubicBezTo>
                  <a:pt x="1093128" y="67346"/>
                  <a:pt x="1091311" y="61407"/>
                  <a:pt x="1087727" y="57210"/>
                </a:cubicBezTo>
                <a:cubicBezTo>
                  <a:pt x="1084144" y="53012"/>
                  <a:pt x="1079101" y="50913"/>
                  <a:pt x="1072600" y="50913"/>
                </a:cubicBezTo>
                <a:cubicBezTo>
                  <a:pt x="1066610" y="50913"/>
                  <a:pt x="1061426" y="53140"/>
                  <a:pt x="1057049" y="57593"/>
                </a:cubicBezTo>
                <a:cubicBezTo>
                  <a:pt x="1052672" y="62047"/>
                  <a:pt x="1049921" y="67858"/>
                  <a:pt x="1048794" y="75025"/>
                </a:cubicBezTo>
                <a:lnTo>
                  <a:pt x="1093180" y="75025"/>
                </a:lnTo>
                <a:close/>
                <a:moveTo>
                  <a:pt x="1123766" y="107354"/>
                </a:moveTo>
                <a:cubicBezTo>
                  <a:pt x="1131343" y="112832"/>
                  <a:pt x="1139508" y="115571"/>
                  <a:pt x="1148263" y="115571"/>
                </a:cubicBezTo>
                <a:cubicBezTo>
                  <a:pt x="1159986" y="115571"/>
                  <a:pt x="1165848" y="111731"/>
                  <a:pt x="1165848" y="104052"/>
                </a:cubicBezTo>
                <a:cubicBezTo>
                  <a:pt x="1165848" y="100776"/>
                  <a:pt x="1164568" y="98075"/>
                  <a:pt x="1162008" y="95951"/>
                </a:cubicBezTo>
                <a:cubicBezTo>
                  <a:pt x="1159449" y="93826"/>
                  <a:pt x="1154252" y="91305"/>
                  <a:pt x="1146420" y="88387"/>
                </a:cubicBezTo>
                <a:cubicBezTo>
                  <a:pt x="1137000" y="84598"/>
                  <a:pt x="1130882" y="80848"/>
                  <a:pt x="1128066" y="77137"/>
                </a:cubicBezTo>
                <a:cubicBezTo>
                  <a:pt x="1125251" y="73425"/>
                  <a:pt x="1123843" y="68933"/>
                  <a:pt x="1123843" y="63660"/>
                </a:cubicBezTo>
                <a:cubicBezTo>
                  <a:pt x="1123843" y="56134"/>
                  <a:pt x="1127030" y="50106"/>
                  <a:pt x="1133403" y="45576"/>
                </a:cubicBezTo>
                <a:cubicBezTo>
                  <a:pt x="1139777" y="41045"/>
                  <a:pt x="1147623" y="38780"/>
                  <a:pt x="1156940" y="38780"/>
                </a:cubicBezTo>
                <a:cubicBezTo>
                  <a:pt x="1164158" y="38780"/>
                  <a:pt x="1170865" y="40034"/>
                  <a:pt x="1177059" y="42542"/>
                </a:cubicBezTo>
                <a:lnTo>
                  <a:pt x="1177059" y="57056"/>
                </a:lnTo>
                <a:cubicBezTo>
                  <a:pt x="1170711" y="52960"/>
                  <a:pt x="1163518" y="50913"/>
                  <a:pt x="1155481" y="50913"/>
                </a:cubicBezTo>
                <a:cubicBezTo>
                  <a:pt x="1150669" y="50913"/>
                  <a:pt x="1146752" y="51962"/>
                  <a:pt x="1143732" y="54061"/>
                </a:cubicBezTo>
                <a:cubicBezTo>
                  <a:pt x="1140711" y="56160"/>
                  <a:pt x="1139201" y="58925"/>
                  <a:pt x="1139201" y="62355"/>
                </a:cubicBezTo>
                <a:cubicBezTo>
                  <a:pt x="1139201" y="65733"/>
                  <a:pt x="1140289" y="68370"/>
                  <a:pt x="1142465" y="70264"/>
                </a:cubicBezTo>
                <a:cubicBezTo>
                  <a:pt x="1144641" y="72158"/>
                  <a:pt x="1149466" y="74590"/>
                  <a:pt x="1156940" y="77559"/>
                </a:cubicBezTo>
                <a:cubicBezTo>
                  <a:pt x="1166411" y="81092"/>
                  <a:pt x="1172810" y="84752"/>
                  <a:pt x="1176138" y="88540"/>
                </a:cubicBezTo>
                <a:cubicBezTo>
                  <a:pt x="1179465" y="92329"/>
                  <a:pt x="1181129" y="97013"/>
                  <a:pt x="1181129" y="102593"/>
                </a:cubicBezTo>
                <a:cubicBezTo>
                  <a:pt x="1181129" y="110375"/>
                  <a:pt x="1177942" y="116505"/>
                  <a:pt x="1171569" y="120985"/>
                </a:cubicBezTo>
                <a:cubicBezTo>
                  <a:pt x="1165195" y="125464"/>
                  <a:pt x="1156940" y="127704"/>
                  <a:pt x="1146804" y="127704"/>
                </a:cubicBezTo>
                <a:cubicBezTo>
                  <a:pt x="1137998" y="127704"/>
                  <a:pt x="1130319" y="126040"/>
                  <a:pt x="1123766" y="122713"/>
                </a:cubicBezTo>
                <a:lnTo>
                  <a:pt x="1123766" y="107354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Adding">
            <a:extLst xmlns:a="http://schemas.openxmlformats.org/drawingml/2006/main">
              <a:ext uri="{FF2B5EF4-FFF2-40B4-BE49-F238E27FC236}">
                <a16:creationId xmlns:a16="http://schemas.microsoft.com/office/drawing/2014/main" id="{FF1805F4-0175-4AE1-AE95-AA22952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563" y="1625022"/>
            <a:ext cx="536703" cy="165992"/>
          </a:xfrm>
          <a:custGeom xmlns:a="http://schemas.openxmlformats.org/drawingml/2006/main">
            <a:pathLst>
              <a:path w="536703" h="165992">
                <a:moveTo>
                  <a:pt x="107226" y="125917"/>
                </a:moveTo>
                <a:lnTo>
                  <a:pt x="90226" y="125917"/>
                </a:lnTo>
                <a:lnTo>
                  <a:pt x="78073" y="93303"/>
                </a:lnTo>
                <a:lnTo>
                  <a:pt x="28460" y="93303"/>
                </a:lnTo>
                <a:lnTo>
                  <a:pt x="16999" y="125917"/>
                </a:lnTo>
                <a:lnTo>
                  <a:pt x="0" y="125917"/>
                </a:lnTo>
                <a:lnTo>
                  <a:pt x="45382" y="6769"/>
                </a:lnTo>
                <a:lnTo>
                  <a:pt x="61843" y="6769"/>
                </a:lnTo>
                <a:lnTo>
                  <a:pt x="107226" y="125917"/>
                </a:lnTo>
                <a:moveTo>
                  <a:pt x="73304" y="79842"/>
                </a:moveTo>
                <a:lnTo>
                  <a:pt x="55305" y="30306"/>
                </a:lnTo>
                <a:cubicBezTo>
                  <a:pt x="54741" y="28717"/>
                  <a:pt x="54126" y="25947"/>
                  <a:pt x="53459" y="21999"/>
                </a:cubicBezTo>
                <a:lnTo>
                  <a:pt x="53074" y="21999"/>
                </a:lnTo>
                <a:cubicBezTo>
                  <a:pt x="52510" y="25588"/>
                  <a:pt x="51869" y="28358"/>
                  <a:pt x="51151" y="30306"/>
                </a:cubicBezTo>
                <a:lnTo>
                  <a:pt x="33306" y="79842"/>
                </a:lnTo>
                <a:lnTo>
                  <a:pt x="73304" y="79842"/>
                </a:lnTo>
                <a:close/>
                <a:moveTo>
                  <a:pt x="195649" y="125917"/>
                </a:moveTo>
                <a:lnTo>
                  <a:pt x="180573" y="125917"/>
                </a:lnTo>
                <a:lnTo>
                  <a:pt x="180573" y="111764"/>
                </a:lnTo>
                <a:lnTo>
                  <a:pt x="180265" y="111764"/>
                </a:lnTo>
                <a:cubicBezTo>
                  <a:pt x="174061" y="122532"/>
                  <a:pt x="164420" y="127917"/>
                  <a:pt x="151344" y="127917"/>
                </a:cubicBezTo>
                <a:cubicBezTo>
                  <a:pt x="140575" y="127917"/>
                  <a:pt x="132011" y="124084"/>
                  <a:pt x="125653" y="116417"/>
                </a:cubicBezTo>
                <a:cubicBezTo>
                  <a:pt x="119294" y="108751"/>
                  <a:pt x="116115" y="98405"/>
                  <a:pt x="116115" y="85380"/>
                </a:cubicBezTo>
                <a:cubicBezTo>
                  <a:pt x="116115" y="71330"/>
                  <a:pt x="119704" y="60061"/>
                  <a:pt x="126883" y="51574"/>
                </a:cubicBezTo>
                <a:cubicBezTo>
                  <a:pt x="134062" y="43088"/>
                  <a:pt x="143447" y="38844"/>
                  <a:pt x="155036" y="38844"/>
                </a:cubicBezTo>
                <a:cubicBezTo>
                  <a:pt x="166625" y="38844"/>
                  <a:pt x="175035" y="43357"/>
                  <a:pt x="180265" y="52382"/>
                </a:cubicBezTo>
                <a:lnTo>
                  <a:pt x="180573" y="52382"/>
                </a:lnTo>
                <a:lnTo>
                  <a:pt x="180573" y="0"/>
                </a:lnTo>
                <a:lnTo>
                  <a:pt x="195649" y="0"/>
                </a:lnTo>
                <a:lnTo>
                  <a:pt x="195649" y="125917"/>
                </a:lnTo>
                <a:moveTo>
                  <a:pt x="180650" y="75304"/>
                </a:moveTo>
                <a:cubicBezTo>
                  <a:pt x="180650" y="68484"/>
                  <a:pt x="178406" y="62779"/>
                  <a:pt x="173919" y="58189"/>
                </a:cubicBezTo>
                <a:cubicBezTo>
                  <a:pt x="169433" y="53600"/>
                  <a:pt x="163907" y="51305"/>
                  <a:pt x="157343" y="51305"/>
                </a:cubicBezTo>
                <a:cubicBezTo>
                  <a:pt x="149344" y="51305"/>
                  <a:pt x="143036" y="54292"/>
                  <a:pt x="138421" y="60266"/>
                </a:cubicBezTo>
                <a:cubicBezTo>
                  <a:pt x="133806" y="66240"/>
                  <a:pt x="131498" y="74381"/>
                  <a:pt x="131498" y="84688"/>
                </a:cubicBezTo>
                <a:cubicBezTo>
                  <a:pt x="131498" y="94175"/>
                  <a:pt x="133716" y="101675"/>
                  <a:pt x="138152" y="107187"/>
                </a:cubicBezTo>
                <a:cubicBezTo>
                  <a:pt x="142588" y="112700"/>
                  <a:pt x="148498" y="115456"/>
                  <a:pt x="155882" y="115456"/>
                </a:cubicBezTo>
                <a:cubicBezTo>
                  <a:pt x="163164" y="115456"/>
                  <a:pt x="169112" y="112751"/>
                  <a:pt x="173727" y="107341"/>
                </a:cubicBezTo>
                <a:cubicBezTo>
                  <a:pt x="178342" y="101931"/>
                  <a:pt x="180650" y="95200"/>
                  <a:pt x="180650" y="87150"/>
                </a:cubicBezTo>
                <a:lnTo>
                  <a:pt x="180650" y="75304"/>
                </a:lnTo>
                <a:close/>
                <a:moveTo>
                  <a:pt x="296468" y="125917"/>
                </a:moveTo>
                <a:lnTo>
                  <a:pt x="281392" y="125917"/>
                </a:lnTo>
                <a:lnTo>
                  <a:pt x="281392" y="111764"/>
                </a:lnTo>
                <a:lnTo>
                  <a:pt x="281085" y="111764"/>
                </a:lnTo>
                <a:cubicBezTo>
                  <a:pt x="274880" y="122532"/>
                  <a:pt x="265239" y="127917"/>
                  <a:pt x="252163" y="127917"/>
                </a:cubicBezTo>
                <a:cubicBezTo>
                  <a:pt x="241394" y="127917"/>
                  <a:pt x="232830" y="124084"/>
                  <a:pt x="226472" y="116417"/>
                </a:cubicBezTo>
                <a:cubicBezTo>
                  <a:pt x="220113" y="108751"/>
                  <a:pt x="216934" y="98405"/>
                  <a:pt x="216934" y="85380"/>
                </a:cubicBezTo>
                <a:cubicBezTo>
                  <a:pt x="216934" y="71330"/>
                  <a:pt x="220523" y="60061"/>
                  <a:pt x="227702" y="51574"/>
                </a:cubicBezTo>
                <a:cubicBezTo>
                  <a:pt x="234882" y="43088"/>
                  <a:pt x="244266" y="38844"/>
                  <a:pt x="255855" y="38844"/>
                </a:cubicBezTo>
                <a:cubicBezTo>
                  <a:pt x="267444" y="38844"/>
                  <a:pt x="275854" y="43357"/>
                  <a:pt x="281085" y="52382"/>
                </a:cubicBezTo>
                <a:lnTo>
                  <a:pt x="281392" y="52382"/>
                </a:lnTo>
                <a:lnTo>
                  <a:pt x="281392" y="0"/>
                </a:lnTo>
                <a:lnTo>
                  <a:pt x="296468" y="0"/>
                </a:lnTo>
                <a:lnTo>
                  <a:pt x="296468" y="125917"/>
                </a:lnTo>
                <a:moveTo>
                  <a:pt x="281469" y="75304"/>
                </a:moveTo>
                <a:cubicBezTo>
                  <a:pt x="281469" y="68484"/>
                  <a:pt x="279226" y="62779"/>
                  <a:pt x="274739" y="58189"/>
                </a:cubicBezTo>
                <a:cubicBezTo>
                  <a:pt x="270252" y="53600"/>
                  <a:pt x="264726" y="51305"/>
                  <a:pt x="258163" y="51305"/>
                </a:cubicBezTo>
                <a:cubicBezTo>
                  <a:pt x="250163" y="51305"/>
                  <a:pt x="243856" y="54292"/>
                  <a:pt x="239240" y="60266"/>
                </a:cubicBezTo>
                <a:cubicBezTo>
                  <a:pt x="234625" y="66240"/>
                  <a:pt x="232318" y="74381"/>
                  <a:pt x="232318" y="84688"/>
                </a:cubicBezTo>
                <a:cubicBezTo>
                  <a:pt x="232318" y="94175"/>
                  <a:pt x="234535" y="101675"/>
                  <a:pt x="238971" y="107187"/>
                </a:cubicBezTo>
                <a:cubicBezTo>
                  <a:pt x="243407" y="112700"/>
                  <a:pt x="249317" y="115456"/>
                  <a:pt x="256701" y="115456"/>
                </a:cubicBezTo>
                <a:cubicBezTo>
                  <a:pt x="263983" y="115456"/>
                  <a:pt x="269931" y="112751"/>
                  <a:pt x="274546" y="107341"/>
                </a:cubicBezTo>
                <a:cubicBezTo>
                  <a:pt x="279162" y="101931"/>
                  <a:pt x="281469" y="95200"/>
                  <a:pt x="281469" y="87150"/>
                </a:cubicBezTo>
                <a:lnTo>
                  <a:pt x="281469" y="75304"/>
                </a:lnTo>
                <a:close/>
                <a:moveTo>
                  <a:pt x="321600" y="10846"/>
                </a:moveTo>
                <a:cubicBezTo>
                  <a:pt x="321600" y="8179"/>
                  <a:pt x="322510" y="5936"/>
                  <a:pt x="324330" y="4115"/>
                </a:cubicBezTo>
                <a:cubicBezTo>
                  <a:pt x="326151" y="2295"/>
                  <a:pt x="328394" y="1385"/>
                  <a:pt x="331061" y="1385"/>
                </a:cubicBezTo>
                <a:cubicBezTo>
                  <a:pt x="333779" y="1385"/>
                  <a:pt x="336073" y="2282"/>
                  <a:pt x="337945" y="4077"/>
                </a:cubicBezTo>
                <a:cubicBezTo>
                  <a:pt x="339817" y="5872"/>
                  <a:pt x="340753" y="8128"/>
                  <a:pt x="340753" y="10846"/>
                </a:cubicBezTo>
                <a:cubicBezTo>
                  <a:pt x="340753" y="13512"/>
                  <a:pt x="339817" y="15730"/>
                  <a:pt x="337945" y="17499"/>
                </a:cubicBezTo>
                <a:cubicBezTo>
                  <a:pt x="336073" y="19268"/>
                  <a:pt x="333779" y="20153"/>
                  <a:pt x="331061" y="20153"/>
                </a:cubicBezTo>
                <a:cubicBezTo>
                  <a:pt x="328343" y="20153"/>
                  <a:pt x="326087" y="19268"/>
                  <a:pt x="324292" y="17499"/>
                </a:cubicBezTo>
                <a:cubicBezTo>
                  <a:pt x="322497" y="15730"/>
                  <a:pt x="321600" y="13512"/>
                  <a:pt x="321600" y="10846"/>
                </a:cubicBezTo>
                <a:moveTo>
                  <a:pt x="323369" y="125917"/>
                </a:moveTo>
                <a:lnTo>
                  <a:pt x="323369" y="40844"/>
                </a:lnTo>
                <a:lnTo>
                  <a:pt x="338445" y="40844"/>
                </a:lnTo>
                <a:lnTo>
                  <a:pt x="338445" y="125917"/>
                </a:lnTo>
                <a:lnTo>
                  <a:pt x="323369" y="125917"/>
                </a:lnTo>
                <a:close/>
                <a:moveTo>
                  <a:pt x="437269" y="125917"/>
                </a:moveTo>
                <a:lnTo>
                  <a:pt x="422269" y="125917"/>
                </a:lnTo>
                <a:lnTo>
                  <a:pt x="422269" y="77535"/>
                </a:lnTo>
                <a:cubicBezTo>
                  <a:pt x="422269" y="60048"/>
                  <a:pt x="415885" y="51305"/>
                  <a:pt x="403116" y="51305"/>
                </a:cubicBezTo>
                <a:cubicBezTo>
                  <a:pt x="396501" y="51305"/>
                  <a:pt x="391066" y="53767"/>
                  <a:pt x="386810" y="58689"/>
                </a:cubicBezTo>
                <a:cubicBezTo>
                  <a:pt x="382553" y="63612"/>
                  <a:pt x="380425" y="69843"/>
                  <a:pt x="380425" y="77381"/>
                </a:cubicBezTo>
                <a:lnTo>
                  <a:pt x="380425" y="125917"/>
                </a:lnTo>
                <a:lnTo>
                  <a:pt x="365349" y="125917"/>
                </a:lnTo>
                <a:lnTo>
                  <a:pt x="365349" y="40844"/>
                </a:lnTo>
                <a:lnTo>
                  <a:pt x="380425" y="40844"/>
                </a:lnTo>
                <a:lnTo>
                  <a:pt x="380425" y="54920"/>
                </a:lnTo>
                <a:lnTo>
                  <a:pt x="380733" y="54920"/>
                </a:lnTo>
                <a:cubicBezTo>
                  <a:pt x="387143" y="44203"/>
                  <a:pt x="396450" y="38844"/>
                  <a:pt x="408655" y="38844"/>
                </a:cubicBezTo>
                <a:cubicBezTo>
                  <a:pt x="417988" y="38844"/>
                  <a:pt x="425090" y="41831"/>
                  <a:pt x="429961" y="47805"/>
                </a:cubicBezTo>
                <a:cubicBezTo>
                  <a:pt x="434833" y="53779"/>
                  <a:pt x="437269" y="62484"/>
                  <a:pt x="437269" y="73919"/>
                </a:cubicBezTo>
                <a:lnTo>
                  <a:pt x="437269" y="125917"/>
                </a:lnTo>
                <a:close/>
                <a:moveTo>
                  <a:pt x="536703" y="118763"/>
                </a:moveTo>
                <a:cubicBezTo>
                  <a:pt x="536703" y="150249"/>
                  <a:pt x="521422" y="165992"/>
                  <a:pt x="490859" y="165992"/>
                </a:cubicBezTo>
                <a:cubicBezTo>
                  <a:pt x="480295" y="165992"/>
                  <a:pt x="471116" y="164018"/>
                  <a:pt x="463322" y="160069"/>
                </a:cubicBezTo>
                <a:lnTo>
                  <a:pt x="463322" y="145531"/>
                </a:lnTo>
                <a:cubicBezTo>
                  <a:pt x="472809" y="150813"/>
                  <a:pt x="481911" y="153454"/>
                  <a:pt x="490628" y="153454"/>
                </a:cubicBezTo>
                <a:cubicBezTo>
                  <a:pt x="511294" y="153454"/>
                  <a:pt x="521627" y="142583"/>
                  <a:pt x="521627" y="120840"/>
                </a:cubicBezTo>
                <a:lnTo>
                  <a:pt x="521627" y="111841"/>
                </a:lnTo>
                <a:lnTo>
                  <a:pt x="521319" y="111841"/>
                </a:lnTo>
                <a:cubicBezTo>
                  <a:pt x="514858" y="122558"/>
                  <a:pt x="505217" y="127917"/>
                  <a:pt x="492397" y="127917"/>
                </a:cubicBezTo>
                <a:cubicBezTo>
                  <a:pt x="481731" y="127917"/>
                  <a:pt x="473193" y="124097"/>
                  <a:pt x="466783" y="116456"/>
                </a:cubicBezTo>
                <a:cubicBezTo>
                  <a:pt x="460373" y="108815"/>
                  <a:pt x="457168" y="98688"/>
                  <a:pt x="457168" y="86073"/>
                </a:cubicBezTo>
                <a:cubicBezTo>
                  <a:pt x="457168" y="71561"/>
                  <a:pt x="460707" y="60061"/>
                  <a:pt x="467783" y="51574"/>
                </a:cubicBezTo>
                <a:cubicBezTo>
                  <a:pt x="474860" y="43088"/>
                  <a:pt x="484295" y="38844"/>
                  <a:pt x="496090" y="38844"/>
                </a:cubicBezTo>
                <a:cubicBezTo>
                  <a:pt x="507422" y="38844"/>
                  <a:pt x="515832" y="43357"/>
                  <a:pt x="521319" y="52382"/>
                </a:cubicBezTo>
                <a:lnTo>
                  <a:pt x="521627" y="52382"/>
                </a:lnTo>
                <a:lnTo>
                  <a:pt x="521627" y="40844"/>
                </a:lnTo>
                <a:lnTo>
                  <a:pt x="536703" y="40844"/>
                </a:lnTo>
                <a:lnTo>
                  <a:pt x="536703" y="118763"/>
                </a:lnTo>
                <a:moveTo>
                  <a:pt x="521627" y="75304"/>
                </a:moveTo>
                <a:cubicBezTo>
                  <a:pt x="521678" y="68740"/>
                  <a:pt x="519473" y="63099"/>
                  <a:pt x="515012" y="58382"/>
                </a:cubicBezTo>
                <a:cubicBezTo>
                  <a:pt x="510550" y="53664"/>
                  <a:pt x="505063" y="51305"/>
                  <a:pt x="498551" y="51305"/>
                </a:cubicBezTo>
                <a:cubicBezTo>
                  <a:pt x="490346" y="51305"/>
                  <a:pt x="483962" y="54318"/>
                  <a:pt x="479398" y="60343"/>
                </a:cubicBezTo>
                <a:cubicBezTo>
                  <a:pt x="474834" y="66369"/>
                  <a:pt x="472552" y="74637"/>
                  <a:pt x="472552" y="85150"/>
                </a:cubicBezTo>
                <a:cubicBezTo>
                  <a:pt x="472552" y="94175"/>
                  <a:pt x="474757" y="101482"/>
                  <a:pt x="479167" y="107072"/>
                </a:cubicBezTo>
                <a:cubicBezTo>
                  <a:pt x="483577" y="112661"/>
                  <a:pt x="489423" y="115456"/>
                  <a:pt x="496705" y="115456"/>
                </a:cubicBezTo>
                <a:cubicBezTo>
                  <a:pt x="504038" y="115456"/>
                  <a:pt x="510038" y="112789"/>
                  <a:pt x="514704" y="107456"/>
                </a:cubicBezTo>
                <a:cubicBezTo>
                  <a:pt x="519370" y="102123"/>
                  <a:pt x="521678" y="95354"/>
                  <a:pt x="521627" y="87150"/>
                </a:cubicBezTo>
                <a:lnTo>
                  <a:pt x="521627" y="75304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AcceptanceEdges">
            <a:extLst xmlns:a="http://schemas.openxmlformats.org/drawingml/2006/main">
              <a:ext uri="{FF2B5EF4-FFF2-40B4-BE49-F238E27FC236}">
                <a16:creationId xmlns:a16="http://schemas.microsoft.com/office/drawing/2014/main" id="{BFEA5D30-D1B6-43BF-9E64-DD4B1994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560" y="1814216"/>
            <a:ext cx="1353720" cy="165716"/>
          </a:xfrm>
          <a:custGeom xmlns:a="http://schemas.openxmlformats.org/drawingml/2006/main">
            <a:pathLst>
              <a:path w="1353720" h="165716">
                <a:moveTo>
                  <a:pt x="107047" y="125707"/>
                </a:moveTo>
                <a:lnTo>
                  <a:pt x="90076" y="125707"/>
                </a:lnTo>
                <a:lnTo>
                  <a:pt x="77943" y="93148"/>
                </a:lnTo>
                <a:lnTo>
                  <a:pt x="28413" y="93148"/>
                </a:lnTo>
                <a:lnTo>
                  <a:pt x="16971" y="125707"/>
                </a:lnTo>
                <a:lnTo>
                  <a:pt x="0" y="125707"/>
                </a:lnTo>
                <a:lnTo>
                  <a:pt x="45307" y="6758"/>
                </a:lnTo>
                <a:lnTo>
                  <a:pt x="61740" y="6758"/>
                </a:lnTo>
                <a:lnTo>
                  <a:pt x="107047" y="125707"/>
                </a:lnTo>
                <a:moveTo>
                  <a:pt x="73182" y="79709"/>
                </a:moveTo>
                <a:lnTo>
                  <a:pt x="55213" y="30256"/>
                </a:lnTo>
                <a:cubicBezTo>
                  <a:pt x="54650" y="28669"/>
                  <a:pt x="54036" y="25904"/>
                  <a:pt x="53370" y="21962"/>
                </a:cubicBezTo>
                <a:lnTo>
                  <a:pt x="52986" y="21962"/>
                </a:lnTo>
                <a:cubicBezTo>
                  <a:pt x="52423" y="25546"/>
                  <a:pt x="51783" y="28310"/>
                  <a:pt x="51066" y="30256"/>
                </a:cubicBezTo>
                <a:lnTo>
                  <a:pt x="33251" y="79709"/>
                </a:lnTo>
                <a:lnTo>
                  <a:pt x="73182" y="79709"/>
                </a:lnTo>
                <a:close/>
                <a:moveTo>
                  <a:pt x="180429" y="121868"/>
                </a:moveTo>
                <a:cubicBezTo>
                  <a:pt x="173927" y="125759"/>
                  <a:pt x="166095" y="127704"/>
                  <a:pt x="156931" y="127704"/>
                </a:cubicBezTo>
                <a:cubicBezTo>
                  <a:pt x="144644" y="127704"/>
                  <a:pt x="134764" y="123762"/>
                  <a:pt x="127289" y="115878"/>
                </a:cubicBezTo>
                <a:cubicBezTo>
                  <a:pt x="119815" y="107994"/>
                  <a:pt x="116078" y="97781"/>
                  <a:pt x="116078" y="85238"/>
                </a:cubicBezTo>
                <a:cubicBezTo>
                  <a:pt x="116078" y="71314"/>
                  <a:pt x="120109" y="60089"/>
                  <a:pt x="128172" y="51565"/>
                </a:cubicBezTo>
                <a:cubicBezTo>
                  <a:pt x="136235" y="43042"/>
                  <a:pt x="147025" y="38780"/>
                  <a:pt x="160540" y="38780"/>
                </a:cubicBezTo>
                <a:cubicBezTo>
                  <a:pt x="168321" y="38780"/>
                  <a:pt x="174977" y="40162"/>
                  <a:pt x="180506" y="42926"/>
                </a:cubicBezTo>
                <a:lnTo>
                  <a:pt x="180506" y="57824"/>
                </a:lnTo>
                <a:cubicBezTo>
                  <a:pt x="174516" y="53421"/>
                  <a:pt x="167861" y="51220"/>
                  <a:pt x="160540" y="51220"/>
                </a:cubicBezTo>
                <a:cubicBezTo>
                  <a:pt x="151939" y="51220"/>
                  <a:pt x="144939" y="54202"/>
                  <a:pt x="139538" y="60166"/>
                </a:cubicBezTo>
                <a:cubicBezTo>
                  <a:pt x="134137" y="66130"/>
                  <a:pt x="131436" y="74078"/>
                  <a:pt x="131436" y="84010"/>
                </a:cubicBezTo>
                <a:cubicBezTo>
                  <a:pt x="131436" y="93788"/>
                  <a:pt x="133983" y="101441"/>
                  <a:pt x="139077" y="106970"/>
                </a:cubicBezTo>
                <a:cubicBezTo>
                  <a:pt x="144171" y="112499"/>
                  <a:pt x="151043" y="115264"/>
                  <a:pt x="159695" y="115264"/>
                </a:cubicBezTo>
                <a:cubicBezTo>
                  <a:pt x="167016" y="115264"/>
                  <a:pt x="173927" y="112858"/>
                  <a:pt x="180429" y="108045"/>
                </a:cubicBezTo>
                <a:lnTo>
                  <a:pt x="180429" y="121868"/>
                </a:lnTo>
                <a:close/>
                <a:moveTo>
                  <a:pt x="259222" y="121868"/>
                </a:moveTo>
                <a:cubicBezTo>
                  <a:pt x="252720" y="125759"/>
                  <a:pt x="244887" y="127704"/>
                  <a:pt x="235723" y="127704"/>
                </a:cubicBezTo>
                <a:cubicBezTo>
                  <a:pt x="223437" y="127704"/>
                  <a:pt x="213556" y="123762"/>
                  <a:pt x="206082" y="115878"/>
                </a:cubicBezTo>
                <a:cubicBezTo>
                  <a:pt x="198608" y="107994"/>
                  <a:pt x="194870" y="97781"/>
                  <a:pt x="194870" y="85238"/>
                </a:cubicBezTo>
                <a:cubicBezTo>
                  <a:pt x="194870" y="71314"/>
                  <a:pt x="198902" y="60089"/>
                  <a:pt x="206965" y="51565"/>
                </a:cubicBezTo>
                <a:cubicBezTo>
                  <a:pt x="215028" y="43042"/>
                  <a:pt x="225817" y="38780"/>
                  <a:pt x="239333" y="38780"/>
                </a:cubicBezTo>
                <a:cubicBezTo>
                  <a:pt x="247114" y="38780"/>
                  <a:pt x="253769" y="40162"/>
                  <a:pt x="259298" y="42926"/>
                </a:cubicBezTo>
                <a:lnTo>
                  <a:pt x="259298" y="57824"/>
                </a:lnTo>
                <a:cubicBezTo>
                  <a:pt x="253309" y="53421"/>
                  <a:pt x="246653" y="51220"/>
                  <a:pt x="239333" y="51220"/>
                </a:cubicBezTo>
                <a:cubicBezTo>
                  <a:pt x="230732" y="51220"/>
                  <a:pt x="223731" y="54202"/>
                  <a:pt x="218330" y="60166"/>
                </a:cubicBezTo>
                <a:cubicBezTo>
                  <a:pt x="212929" y="66130"/>
                  <a:pt x="210229" y="74078"/>
                  <a:pt x="210229" y="84010"/>
                </a:cubicBezTo>
                <a:cubicBezTo>
                  <a:pt x="210229" y="93788"/>
                  <a:pt x="212776" y="101441"/>
                  <a:pt x="217869" y="106970"/>
                </a:cubicBezTo>
                <a:cubicBezTo>
                  <a:pt x="222963" y="112499"/>
                  <a:pt x="229836" y="115264"/>
                  <a:pt x="238488" y="115264"/>
                </a:cubicBezTo>
                <a:cubicBezTo>
                  <a:pt x="245809" y="115264"/>
                  <a:pt x="252720" y="112858"/>
                  <a:pt x="259222" y="108045"/>
                </a:cubicBezTo>
                <a:lnTo>
                  <a:pt x="259222" y="121868"/>
                </a:lnTo>
                <a:close/>
                <a:moveTo>
                  <a:pt x="348534" y="87081"/>
                </a:moveTo>
                <a:lnTo>
                  <a:pt x="289097" y="87081"/>
                </a:lnTo>
                <a:cubicBezTo>
                  <a:pt x="289353" y="96143"/>
                  <a:pt x="291836" y="103144"/>
                  <a:pt x="296546" y="108084"/>
                </a:cubicBezTo>
                <a:cubicBezTo>
                  <a:pt x="301256" y="113024"/>
                  <a:pt x="307834" y="115494"/>
                  <a:pt x="316281" y="115494"/>
                </a:cubicBezTo>
                <a:cubicBezTo>
                  <a:pt x="325803" y="115494"/>
                  <a:pt x="334532" y="112448"/>
                  <a:pt x="342467" y="106356"/>
                </a:cubicBezTo>
                <a:lnTo>
                  <a:pt x="342467" y="119794"/>
                </a:lnTo>
                <a:cubicBezTo>
                  <a:pt x="334993" y="125067"/>
                  <a:pt x="325087" y="127704"/>
                  <a:pt x="312749" y="127704"/>
                </a:cubicBezTo>
                <a:cubicBezTo>
                  <a:pt x="300462" y="127704"/>
                  <a:pt x="290876" y="123813"/>
                  <a:pt x="283990" y="116032"/>
                </a:cubicBezTo>
                <a:cubicBezTo>
                  <a:pt x="277105" y="108250"/>
                  <a:pt x="273662" y="97448"/>
                  <a:pt x="273662" y="83626"/>
                </a:cubicBezTo>
                <a:cubicBezTo>
                  <a:pt x="273662" y="70622"/>
                  <a:pt x="277438" y="59897"/>
                  <a:pt x="284989" y="51450"/>
                </a:cubicBezTo>
                <a:cubicBezTo>
                  <a:pt x="292540" y="43003"/>
                  <a:pt x="301921" y="38780"/>
                  <a:pt x="313133" y="38780"/>
                </a:cubicBezTo>
                <a:cubicBezTo>
                  <a:pt x="324242" y="38780"/>
                  <a:pt x="332919" y="42350"/>
                  <a:pt x="339165" y="49492"/>
                </a:cubicBezTo>
                <a:cubicBezTo>
                  <a:pt x="345411" y="56634"/>
                  <a:pt x="348534" y="66629"/>
                  <a:pt x="348534" y="79479"/>
                </a:cubicBezTo>
                <a:lnTo>
                  <a:pt x="348534" y="87081"/>
                </a:lnTo>
                <a:moveTo>
                  <a:pt x="333482" y="75025"/>
                </a:moveTo>
                <a:cubicBezTo>
                  <a:pt x="333431" y="67346"/>
                  <a:pt x="331614" y="61407"/>
                  <a:pt x="328030" y="57210"/>
                </a:cubicBezTo>
                <a:cubicBezTo>
                  <a:pt x="324447" y="53012"/>
                  <a:pt x="319404" y="50913"/>
                  <a:pt x="312902" y="50913"/>
                </a:cubicBezTo>
                <a:cubicBezTo>
                  <a:pt x="306913" y="50913"/>
                  <a:pt x="301729" y="53140"/>
                  <a:pt x="297352" y="57593"/>
                </a:cubicBezTo>
                <a:cubicBezTo>
                  <a:pt x="292975" y="62047"/>
                  <a:pt x="290223" y="67858"/>
                  <a:pt x="289097" y="75025"/>
                </a:cubicBezTo>
                <a:lnTo>
                  <a:pt x="333482" y="75025"/>
                </a:lnTo>
                <a:close/>
                <a:moveTo>
                  <a:pt x="383568" y="113728"/>
                </a:moveTo>
                <a:lnTo>
                  <a:pt x="383568" y="164794"/>
                </a:lnTo>
                <a:lnTo>
                  <a:pt x="368517" y="164794"/>
                </a:lnTo>
                <a:lnTo>
                  <a:pt x="368517" y="40776"/>
                </a:lnTo>
                <a:lnTo>
                  <a:pt x="383568" y="40776"/>
                </a:lnTo>
                <a:lnTo>
                  <a:pt x="383568" y="55443"/>
                </a:lnTo>
                <a:lnTo>
                  <a:pt x="383875" y="55443"/>
                </a:lnTo>
                <a:cubicBezTo>
                  <a:pt x="390530" y="44334"/>
                  <a:pt x="400257" y="38780"/>
                  <a:pt x="413056" y="38780"/>
                </a:cubicBezTo>
                <a:cubicBezTo>
                  <a:pt x="423909" y="38780"/>
                  <a:pt x="432420" y="42581"/>
                  <a:pt x="438589" y="50183"/>
                </a:cubicBezTo>
                <a:cubicBezTo>
                  <a:pt x="444758" y="57785"/>
                  <a:pt x="447842" y="67986"/>
                  <a:pt x="447842" y="80784"/>
                </a:cubicBezTo>
                <a:cubicBezTo>
                  <a:pt x="447842" y="94914"/>
                  <a:pt x="444348" y="106266"/>
                  <a:pt x="437360" y="114841"/>
                </a:cubicBezTo>
                <a:cubicBezTo>
                  <a:pt x="430372" y="123416"/>
                  <a:pt x="420965" y="127704"/>
                  <a:pt x="409139" y="127704"/>
                </a:cubicBezTo>
                <a:cubicBezTo>
                  <a:pt x="398235" y="127704"/>
                  <a:pt x="389814" y="123045"/>
                  <a:pt x="383875" y="113728"/>
                </a:cubicBezTo>
                <a:lnTo>
                  <a:pt x="383568" y="113728"/>
                </a:lnTo>
                <a:moveTo>
                  <a:pt x="383491" y="90691"/>
                </a:moveTo>
                <a:cubicBezTo>
                  <a:pt x="383491" y="97602"/>
                  <a:pt x="385718" y="103425"/>
                  <a:pt x="390172" y="108161"/>
                </a:cubicBezTo>
                <a:cubicBezTo>
                  <a:pt x="394626" y="112896"/>
                  <a:pt x="400206" y="115264"/>
                  <a:pt x="406913" y="115264"/>
                </a:cubicBezTo>
                <a:cubicBezTo>
                  <a:pt x="414899" y="115264"/>
                  <a:pt x="421145" y="112192"/>
                  <a:pt x="425650" y="106049"/>
                </a:cubicBezTo>
                <a:cubicBezTo>
                  <a:pt x="430155" y="99906"/>
                  <a:pt x="432407" y="91407"/>
                  <a:pt x="432407" y="80554"/>
                </a:cubicBezTo>
                <a:cubicBezTo>
                  <a:pt x="432407" y="71390"/>
                  <a:pt x="430308" y="64210"/>
                  <a:pt x="426110" y="59014"/>
                </a:cubicBezTo>
                <a:cubicBezTo>
                  <a:pt x="421912" y="53818"/>
                  <a:pt x="416179" y="51220"/>
                  <a:pt x="408909" y="51220"/>
                </a:cubicBezTo>
                <a:cubicBezTo>
                  <a:pt x="401486" y="51220"/>
                  <a:pt x="395394" y="53856"/>
                  <a:pt x="390633" y="59129"/>
                </a:cubicBezTo>
                <a:cubicBezTo>
                  <a:pt x="385872" y="64402"/>
                  <a:pt x="383491" y="71160"/>
                  <a:pt x="383491" y="79402"/>
                </a:cubicBezTo>
                <a:lnTo>
                  <a:pt x="383491" y="90691"/>
                </a:lnTo>
                <a:close/>
                <a:moveTo>
                  <a:pt x="509788" y="124863"/>
                </a:moveTo>
                <a:cubicBezTo>
                  <a:pt x="506511" y="126655"/>
                  <a:pt x="502083" y="127550"/>
                  <a:pt x="496503" y="127550"/>
                </a:cubicBezTo>
                <a:cubicBezTo>
                  <a:pt x="481298" y="127550"/>
                  <a:pt x="473696" y="119129"/>
                  <a:pt x="473696" y="102286"/>
                </a:cubicBezTo>
                <a:lnTo>
                  <a:pt x="473696" y="53216"/>
                </a:lnTo>
                <a:lnTo>
                  <a:pt x="459106" y="53216"/>
                </a:lnTo>
                <a:lnTo>
                  <a:pt x="459106" y="40776"/>
                </a:lnTo>
                <a:lnTo>
                  <a:pt x="473696" y="40776"/>
                </a:lnTo>
                <a:lnTo>
                  <a:pt x="473696" y="20350"/>
                </a:lnTo>
                <a:lnTo>
                  <a:pt x="488670" y="15589"/>
                </a:lnTo>
                <a:lnTo>
                  <a:pt x="488670" y="40776"/>
                </a:lnTo>
                <a:lnTo>
                  <a:pt x="509788" y="40776"/>
                </a:lnTo>
                <a:lnTo>
                  <a:pt x="509788" y="53216"/>
                </a:lnTo>
                <a:lnTo>
                  <a:pt x="488670" y="53216"/>
                </a:lnTo>
                <a:lnTo>
                  <a:pt x="488670" y="99598"/>
                </a:lnTo>
                <a:cubicBezTo>
                  <a:pt x="488670" y="105179"/>
                  <a:pt x="489617" y="109172"/>
                  <a:pt x="491512" y="111578"/>
                </a:cubicBezTo>
                <a:cubicBezTo>
                  <a:pt x="493406" y="113984"/>
                  <a:pt x="496554" y="115187"/>
                  <a:pt x="500957" y="115187"/>
                </a:cubicBezTo>
                <a:cubicBezTo>
                  <a:pt x="504336" y="115187"/>
                  <a:pt x="507279" y="114240"/>
                  <a:pt x="509788" y="112346"/>
                </a:cubicBezTo>
                <a:lnTo>
                  <a:pt x="509788" y="124863"/>
                </a:lnTo>
                <a:close/>
                <a:moveTo>
                  <a:pt x="529669" y="46689"/>
                </a:moveTo>
                <a:cubicBezTo>
                  <a:pt x="538116" y="41416"/>
                  <a:pt x="547869" y="38780"/>
                  <a:pt x="558927" y="38780"/>
                </a:cubicBezTo>
                <a:cubicBezTo>
                  <a:pt x="579405" y="38780"/>
                  <a:pt x="589643" y="49530"/>
                  <a:pt x="589643" y="71032"/>
                </a:cubicBezTo>
                <a:lnTo>
                  <a:pt x="589643" y="125707"/>
                </a:lnTo>
                <a:lnTo>
                  <a:pt x="574746" y="125707"/>
                </a:lnTo>
                <a:lnTo>
                  <a:pt x="574746" y="112576"/>
                </a:lnTo>
                <a:lnTo>
                  <a:pt x="574362" y="112576"/>
                </a:lnTo>
                <a:cubicBezTo>
                  <a:pt x="568475" y="122661"/>
                  <a:pt x="559797" y="127704"/>
                  <a:pt x="548330" y="127704"/>
                </a:cubicBezTo>
                <a:cubicBezTo>
                  <a:pt x="540087" y="127704"/>
                  <a:pt x="533535" y="125477"/>
                  <a:pt x="528671" y="121023"/>
                </a:cubicBezTo>
                <a:cubicBezTo>
                  <a:pt x="523808" y="116569"/>
                  <a:pt x="521376" y="110554"/>
                  <a:pt x="521376" y="102977"/>
                </a:cubicBezTo>
                <a:cubicBezTo>
                  <a:pt x="521376" y="87107"/>
                  <a:pt x="530770" y="77866"/>
                  <a:pt x="549558" y="75256"/>
                </a:cubicBezTo>
                <a:lnTo>
                  <a:pt x="574746" y="71723"/>
                </a:lnTo>
                <a:cubicBezTo>
                  <a:pt x="574746" y="57849"/>
                  <a:pt x="569012" y="50913"/>
                  <a:pt x="557545" y="50913"/>
                </a:cubicBezTo>
                <a:cubicBezTo>
                  <a:pt x="547357" y="50913"/>
                  <a:pt x="538065" y="54343"/>
                  <a:pt x="529669" y="61203"/>
                </a:cubicBezTo>
                <a:lnTo>
                  <a:pt x="529669" y="46689"/>
                </a:lnTo>
                <a:moveTo>
                  <a:pt x="554857" y="85776"/>
                </a:moveTo>
                <a:cubicBezTo>
                  <a:pt x="547894" y="86697"/>
                  <a:pt x="543095" y="88438"/>
                  <a:pt x="540459" y="90998"/>
                </a:cubicBezTo>
                <a:cubicBezTo>
                  <a:pt x="537822" y="93557"/>
                  <a:pt x="536504" y="97141"/>
                  <a:pt x="536504" y="101749"/>
                </a:cubicBezTo>
                <a:cubicBezTo>
                  <a:pt x="536504" y="105793"/>
                  <a:pt x="537937" y="109095"/>
                  <a:pt x="540804" y="111655"/>
                </a:cubicBezTo>
                <a:cubicBezTo>
                  <a:pt x="543671" y="114214"/>
                  <a:pt x="547459" y="115494"/>
                  <a:pt x="552169" y="115494"/>
                </a:cubicBezTo>
                <a:cubicBezTo>
                  <a:pt x="558722" y="115494"/>
                  <a:pt x="564123" y="113190"/>
                  <a:pt x="568372" y="108583"/>
                </a:cubicBezTo>
                <a:cubicBezTo>
                  <a:pt x="572621" y="103975"/>
                  <a:pt x="574746" y="98191"/>
                  <a:pt x="574746" y="91228"/>
                </a:cubicBezTo>
                <a:lnTo>
                  <a:pt x="574746" y="83088"/>
                </a:lnTo>
                <a:lnTo>
                  <a:pt x="554857" y="85776"/>
                </a:lnTo>
                <a:close/>
                <a:moveTo>
                  <a:pt x="685813" y="125707"/>
                </a:moveTo>
                <a:lnTo>
                  <a:pt x="670839" y="125707"/>
                </a:lnTo>
                <a:lnTo>
                  <a:pt x="670839" y="77406"/>
                </a:lnTo>
                <a:cubicBezTo>
                  <a:pt x="670839" y="59948"/>
                  <a:pt x="664465" y="51220"/>
                  <a:pt x="651718" y="51220"/>
                </a:cubicBezTo>
                <a:cubicBezTo>
                  <a:pt x="645114" y="51220"/>
                  <a:pt x="639687" y="53677"/>
                  <a:pt x="635438" y="58592"/>
                </a:cubicBezTo>
                <a:cubicBezTo>
                  <a:pt x="631189" y="63506"/>
                  <a:pt x="629064" y="69727"/>
                  <a:pt x="629064" y="77252"/>
                </a:cubicBezTo>
                <a:lnTo>
                  <a:pt x="629064" y="125707"/>
                </a:lnTo>
                <a:lnTo>
                  <a:pt x="614013" y="125707"/>
                </a:lnTo>
                <a:lnTo>
                  <a:pt x="614013" y="40776"/>
                </a:lnTo>
                <a:lnTo>
                  <a:pt x="629064" y="40776"/>
                </a:lnTo>
                <a:lnTo>
                  <a:pt x="629064" y="54829"/>
                </a:lnTo>
                <a:lnTo>
                  <a:pt x="629372" y="54829"/>
                </a:lnTo>
                <a:cubicBezTo>
                  <a:pt x="635771" y="44129"/>
                  <a:pt x="645063" y="38780"/>
                  <a:pt x="657247" y="38780"/>
                </a:cubicBezTo>
                <a:cubicBezTo>
                  <a:pt x="666564" y="38780"/>
                  <a:pt x="673655" y="41762"/>
                  <a:pt x="678518" y="47726"/>
                </a:cubicBezTo>
                <a:cubicBezTo>
                  <a:pt x="683381" y="53690"/>
                  <a:pt x="685813" y="62380"/>
                  <a:pt x="685813" y="73796"/>
                </a:cubicBezTo>
                <a:lnTo>
                  <a:pt x="685813" y="125707"/>
                </a:lnTo>
                <a:close/>
                <a:moveTo>
                  <a:pt x="770032" y="121868"/>
                </a:moveTo>
                <a:cubicBezTo>
                  <a:pt x="763531" y="125759"/>
                  <a:pt x="755698" y="127704"/>
                  <a:pt x="746534" y="127704"/>
                </a:cubicBezTo>
                <a:cubicBezTo>
                  <a:pt x="734248" y="127704"/>
                  <a:pt x="724367" y="123762"/>
                  <a:pt x="716893" y="115878"/>
                </a:cubicBezTo>
                <a:cubicBezTo>
                  <a:pt x="709418" y="107994"/>
                  <a:pt x="705681" y="97781"/>
                  <a:pt x="705681" y="85238"/>
                </a:cubicBezTo>
                <a:cubicBezTo>
                  <a:pt x="705681" y="71314"/>
                  <a:pt x="709713" y="60089"/>
                  <a:pt x="717776" y="51565"/>
                </a:cubicBezTo>
                <a:cubicBezTo>
                  <a:pt x="725839" y="43042"/>
                  <a:pt x="736628" y="38780"/>
                  <a:pt x="750143" y="38780"/>
                </a:cubicBezTo>
                <a:cubicBezTo>
                  <a:pt x="757925" y="38780"/>
                  <a:pt x="764580" y="40162"/>
                  <a:pt x="770109" y="42926"/>
                </a:cubicBezTo>
                <a:lnTo>
                  <a:pt x="770109" y="57824"/>
                </a:lnTo>
                <a:cubicBezTo>
                  <a:pt x="764119" y="53421"/>
                  <a:pt x="757464" y="51220"/>
                  <a:pt x="750143" y="51220"/>
                </a:cubicBezTo>
                <a:cubicBezTo>
                  <a:pt x="741543" y="51220"/>
                  <a:pt x="734542" y="54202"/>
                  <a:pt x="729141" y="60166"/>
                </a:cubicBezTo>
                <a:cubicBezTo>
                  <a:pt x="723740" y="66130"/>
                  <a:pt x="721039" y="74078"/>
                  <a:pt x="721039" y="84010"/>
                </a:cubicBezTo>
                <a:cubicBezTo>
                  <a:pt x="721039" y="93788"/>
                  <a:pt x="723586" y="101441"/>
                  <a:pt x="728680" y="106970"/>
                </a:cubicBezTo>
                <a:cubicBezTo>
                  <a:pt x="733774" y="112499"/>
                  <a:pt x="740647" y="115264"/>
                  <a:pt x="749299" y="115264"/>
                </a:cubicBezTo>
                <a:cubicBezTo>
                  <a:pt x="756619" y="115264"/>
                  <a:pt x="763531" y="112858"/>
                  <a:pt x="770032" y="108045"/>
                </a:cubicBezTo>
                <a:lnTo>
                  <a:pt x="770032" y="121868"/>
                </a:lnTo>
                <a:close/>
                <a:moveTo>
                  <a:pt x="859344" y="87081"/>
                </a:moveTo>
                <a:lnTo>
                  <a:pt x="799908" y="87081"/>
                </a:lnTo>
                <a:cubicBezTo>
                  <a:pt x="800163" y="96143"/>
                  <a:pt x="802646" y="103144"/>
                  <a:pt x="807356" y="108084"/>
                </a:cubicBezTo>
                <a:cubicBezTo>
                  <a:pt x="812066" y="113024"/>
                  <a:pt x="818645" y="115494"/>
                  <a:pt x="827092" y="115494"/>
                </a:cubicBezTo>
                <a:cubicBezTo>
                  <a:pt x="836614" y="115494"/>
                  <a:pt x="845342" y="112448"/>
                  <a:pt x="853277" y="106356"/>
                </a:cubicBezTo>
                <a:lnTo>
                  <a:pt x="853277" y="119794"/>
                </a:lnTo>
                <a:cubicBezTo>
                  <a:pt x="845803" y="125067"/>
                  <a:pt x="835897" y="127704"/>
                  <a:pt x="823559" y="127704"/>
                </a:cubicBezTo>
                <a:cubicBezTo>
                  <a:pt x="811273" y="127704"/>
                  <a:pt x="801687" y="123813"/>
                  <a:pt x="794801" y="116032"/>
                </a:cubicBezTo>
                <a:cubicBezTo>
                  <a:pt x="787915" y="108250"/>
                  <a:pt x="784472" y="97448"/>
                  <a:pt x="784472" y="83626"/>
                </a:cubicBezTo>
                <a:cubicBezTo>
                  <a:pt x="784472" y="70622"/>
                  <a:pt x="788248" y="59897"/>
                  <a:pt x="795799" y="51450"/>
                </a:cubicBezTo>
                <a:cubicBezTo>
                  <a:pt x="803350" y="43003"/>
                  <a:pt x="812732" y="38780"/>
                  <a:pt x="823943" y="38780"/>
                </a:cubicBezTo>
                <a:cubicBezTo>
                  <a:pt x="835052" y="38780"/>
                  <a:pt x="843730" y="42350"/>
                  <a:pt x="849975" y="49492"/>
                </a:cubicBezTo>
                <a:cubicBezTo>
                  <a:pt x="856221" y="56634"/>
                  <a:pt x="859344" y="66629"/>
                  <a:pt x="859344" y="79479"/>
                </a:cubicBezTo>
                <a:lnTo>
                  <a:pt x="859344" y="87081"/>
                </a:lnTo>
                <a:moveTo>
                  <a:pt x="844293" y="75025"/>
                </a:moveTo>
                <a:cubicBezTo>
                  <a:pt x="844242" y="67346"/>
                  <a:pt x="842424" y="61407"/>
                  <a:pt x="838841" y="57210"/>
                </a:cubicBezTo>
                <a:cubicBezTo>
                  <a:pt x="835257" y="53012"/>
                  <a:pt x="830214" y="50913"/>
                  <a:pt x="823713" y="50913"/>
                </a:cubicBezTo>
                <a:cubicBezTo>
                  <a:pt x="817723" y="50913"/>
                  <a:pt x="812540" y="53140"/>
                  <a:pt x="808163" y="57593"/>
                </a:cubicBezTo>
                <a:cubicBezTo>
                  <a:pt x="803785" y="62047"/>
                  <a:pt x="801034" y="67858"/>
                  <a:pt x="799908" y="75025"/>
                </a:cubicBezTo>
                <a:lnTo>
                  <a:pt x="844293" y="75025"/>
                </a:lnTo>
                <a:close/>
                <a:moveTo>
                  <a:pt x="989718" y="125707"/>
                </a:moveTo>
                <a:lnTo>
                  <a:pt x="925751" y="125707"/>
                </a:lnTo>
                <a:lnTo>
                  <a:pt x="925751" y="6758"/>
                </a:lnTo>
                <a:lnTo>
                  <a:pt x="987030" y="6758"/>
                </a:lnTo>
                <a:lnTo>
                  <a:pt x="987030" y="20426"/>
                </a:lnTo>
                <a:lnTo>
                  <a:pt x="941109" y="20426"/>
                </a:lnTo>
                <a:lnTo>
                  <a:pt x="941109" y="58515"/>
                </a:lnTo>
                <a:lnTo>
                  <a:pt x="983651" y="58515"/>
                </a:lnTo>
                <a:lnTo>
                  <a:pt x="983651" y="72107"/>
                </a:lnTo>
                <a:lnTo>
                  <a:pt x="941109" y="72107"/>
                </a:lnTo>
                <a:lnTo>
                  <a:pt x="941109" y="112115"/>
                </a:lnTo>
                <a:lnTo>
                  <a:pt x="989718" y="112115"/>
                </a:lnTo>
                <a:lnTo>
                  <a:pt x="989718" y="125707"/>
                </a:lnTo>
                <a:close/>
                <a:moveTo>
                  <a:pt x="1084048" y="125707"/>
                </a:moveTo>
                <a:lnTo>
                  <a:pt x="1068997" y="125707"/>
                </a:lnTo>
                <a:lnTo>
                  <a:pt x="1068997" y="111578"/>
                </a:lnTo>
                <a:lnTo>
                  <a:pt x="1068690" y="111578"/>
                </a:lnTo>
                <a:cubicBezTo>
                  <a:pt x="1062495" y="122329"/>
                  <a:pt x="1052871" y="127704"/>
                  <a:pt x="1039816" y="127704"/>
                </a:cubicBezTo>
                <a:cubicBezTo>
                  <a:pt x="1029066" y="127704"/>
                  <a:pt x="1020516" y="123877"/>
                  <a:pt x="1014168" y="116224"/>
                </a:cubicBezTo>
                <a:cubicBezTo>
                  <a:pt x="1007820" y="108570"/>
                  <a:pt x="1004646" y="98242"/>
                  <a:pt x="1004646" y="85238"/>
                </a:cubicBezTo>
                <a:cubicBezTo>
                  <a:pt x="1004646" y="71211"/>
                  <a:pt x="1008230" y="59961"/>
                  <a:pt x="1015397" y="51489"/>
                </a:cubicBezTo>
                <a:cubicBezTo>
                  <a:pt x="1022564" y="43016"/>
                  <a:pt x="1031932" y="38780"/>
                  <a:pt x="1043502" y="38780"/>
                </a:cubicBezTo>
                <a:cubicBezTo>
                  <a:pt x="1055072" y="38780"/>
                  <a:pt x="1063468" y="43285"/>
                  <a:pt x="1068690" y="52295"/>
                </a:cubicBezTo>
                <a:lnTo>
                  <a:pt x="1068997" y="52295"/>
                </a:lnTo>
                <a:lnTo>
                  <a:pt x="1068997" y="0"/>
                </a:lnTo>
                <a:lnTo>
                  <a:pt x="1084048" y="0"/>
                </a:lnTo>
                <a:lnTo>
                  <a:pt x="1084048" y="125707"/>
                </a:lnTo>
                <a:moveTo>
                  <a:pt x="1069074" y="75179"/>
                </a:moveTo>
                <a:cubicBezTo>
                  <a:pt x="1069074" y="68370"/>
                  <a:pt x="1066834" y="62675"/>
                  <a:pt x="1062355" y="58093"/>
                </a:cubicBezTo>
                <a:cubicBezTo>
                  <a:pt x="1057875" y="53511"/>
                  <a:pt x="1052359" y="51220"/>
                  <a:pt x="1045806" y="51220"/>
                </a:cubicBezTo>
                <a:cubicBezTo>
                  <a:pt x="1037820" y="51220"/>
                  <a:pt x="1031523" y="54202"/>
                  <a:pt x="1026915" y="60166"/>
                </a:cubicBezTo>
                <a:cubicBezTo>
                  <a:pt x="1022308" y="66130"/>
                  <a:pt x="1020004" y="74257"/>
                  <a:pt x="1020004" y="84547"/>
                </a:cubicBezTo>
                <a:cubicBezTo>
                  <a:pt x="1020004" y="94018"/>
                  <a:pt x="1022218" y="101505"/>
                  <a:pt x="1026647" y="107009"/>
                </a:cubicBezTo>
                <a:cubicBezTo>
                  <a:pt x="1031075" y="112512"/>
                  <a:pt x="1036975" y="115264"/>
                  <a:pt x="1044347" y="115264"/>
                </a:cubicBezTo>
                <a:cubicBezTo>
                  <a:pt x="1051617" y="115264"/>
                  <a:pt x="1057555" y="112563"/>
                  <a:pt x="1062163" y="107162"/>
                </a:cubicBezTo>
                <a:cubicBezTo>
                  <a:pt x="1066770" y="101761"/>
                  <a:pt x="1069074" y="95042"/>
                  <a:pt x="1069074" y="87005"/>
                </a:cubicBezTo>
                <a:lnTo>
                  <a:pt x="1069074" y="75179"/>
                </a:lnTo>
                <a:close/>
                <a:moveTo>
                  <a:pt x="1184700" y="118566"/>
                </a:moveTo>
                <a:cubicBezTo>
                  <a:pt x="1184700" y="149999"/>
                  <a:pt x="1169444" y="165716"/>
                  <a:pt x="1138932" y="165716"/>
                </a:cubicBezTo>
                <a:cubicBezTo>
                  <a:pt x="1128386" y="165716"/>
                  <a:pt x="1119223" y="163745"/>
                  <a:pt x="1111441" y="159803"/>
                </a:cubicBezTo>
                <a:lnTo>
                  <a:pt x="1111441" y="145289"/>
                </a:lnTo>
                <a:cubicBezTo>
                  <a:pt x="1120912" y="150562"/>
                  <a:pt x="1129999" y="153199"/>
                  <a:pt x="1138702" y="153199"/>
                </a:cubicBezTo>
                <a:cubicBezTo>
                  <a:pt x="1159333" y="153199"/>
                  <a:pt x="1169649" y="142346"/>
                  <a:pt x="1169649" y="120639"/>
                </a:cubicBezTo>
                <a:lnTo>
                  <a:pt x="1169649" y="111655"/>
                </a:lnTo>
                <a:lnTo>
                  <a:pt x="1169342" y="111655"/>
                </a:lnTo>
                <a:cubicBezTo>
                  <a:pt x="1162891" y="122354"/>
                  <a:pt x="1153267" y="127704"/>
                  <a:pt x="1140468" y="127704"/>
                </a:cubicBezTo>
                <a:cubicBezTo>
                  <a:pt x="1129820" y="127704"/>
                  <a:pt x="1121296" y="123890"/>
                  <a:pt x="1114897" y="116262"/>
                </a:cubicBezTo>
                <a:cubicBezTo>
                  <a:pt x="1108497" y="108634"/>
                  <a:pt x="1105298" y="98523"/>
                  <a:pt x="1105298" y="85930"/>
                </a:cubicBezTo>
                <a:cubicBezTo>
                  <a:pt x="1105298" y="71442"/>
                  <a:pt x="1108830" y="59961"/>
                  <a:pt x="1115895" y="51489"/>
                </a:cubicBezTo>
                <a:cubicBezTo>
                  <a:pt x="1122960" y="43016"/>
                  <a:pt x="1132379" y="38780"/>
                  <a:pt x="1144154" y="38780"/>
                </a:cubicBezTo>
                <a:cubicBezTo>
                  <a:pt x="1155468" y="38780"/>
                  <a:pt x="1163864" y="43285"/>
                  <a:pt x="1169342" y="52295"/>
                </a:cubicBezTo>
                <a:lnTo>
                  <a:pt x="1169649" y="52295"/>
                </a:lnTo>
                <a:lnTo>
                  <a:pt x="1169649" y="40776"/>
                </a:lnTo>
                <a:lnTo>
                  <a:pt x="1184700" y="40776"/>
                </a:lnTo>
                <a:lnTo>
                  <a:pt x="1184700" y="118566"/>
                </a:lnTo>
                <a:moveTo>
                  <a:pt x="1169649" y="75179"/>
                </a:moveTo>
                <a:cubicBezTo>
                  <a:pt x="1169700" y="68626"/>
                  <a:pt x="1167499" y="62994"/>
                  <a:pt x="1163045" y="58285"/>
                </a:cubicBezTo>
                <a:cubicBezTo>
                  <a:pt x="1158591" y="53575"/>
                  <a:pt x="1153113" y="51220"/>
                  <a:pt x="1146611" y="51220"/>
                </a:cubicBezTo>
                <a:cubicBezTo>
                  <a:pt x="1138420" y="51220"/>
                  <a:pt x="1132047" y="54227"/>
                  <a:pt x="1127490" y="60243"/>
                </a:cubicBezTo>
                <a:cubicBezTo>
                  <a:pt x="1122934" y="66258"/>
                  <a:pt x="1120656" y="74513"/>
                  <a:pt x="1120656" y="85008"/>
                </a:cubicBezTo>
                <a:cubicBezTo>
                  <a:pt x="1120656" y="94018"/>
                  <a:pt x="1122857" y="101313"/>
                  <a:pt x="1127260" y="106894"/>
                </a:cubicBezTo>
                <a:cubicBezTo>
                  <a:pt x="1131663" y="112474"/>
                  <a:pt x="1137499" y="115264"/>
                  <a:pt x="1144768" y="115264"/>
                </a:cubicBezTo>
                <a:cubicBezTo>
                  <a:pt x="1152089" y="115264"/>
                  <a:pt x="1158079" y="112602"/>
                  <a:pt x="1162738" y="107277"/>
                </a:cubicBezTo>
                <a:cubicBezTo>
                  <a:pt x="1167396" y="101953"/>
                  <a:pt x="1169700" y="95196"/>
                  <a:pt x="1169649" y="87005"/>
                </a:cubicBezTo>
                <a:lnTo>
                  <a:pt x="1169649" y="75179"/>
                </a:lnTo>
                <a:close/>
                <a:moveTo>
                  <a:pt x="1280821" y="87081"/>
                </a:moveTo>
                <a:lnTo>
                  <a:pt x="1221384" y="87081"/>
                </a:lnTo>
                <a:cubicBezTo>
                  <a:pt x="1221640" y="96143"/>
                  <a:pt x="1224123" y="103144"/>
                  <a:pt x="1228833" y="108084"/>
                </a:cubicBezTo>
                <a:cubicBezTo>
                  <a:pt x="1233543" y="113024"/>
                  <a:pt x="1240122" y="115494"/>
                  <a:pt x="1248569" y="115494"/>
                </a:cubicBezTo>
                <a:cubicBezTo>
                  <a:pt x="1258091" y="115494"/>
                  <a:pt x="1266819" y="112448"/>
                  <a:pt x="1274754" y="106356"/>
                </a:cubicBezTo>
                <a:lnTo>
                  <a:pt x="1274754" y="119794"/>
                </a:lnTo>
                <a:cubicBezTo>
                  <a:pt x="1267280" y="125067"/>
                  <a:pt x="1257374" y="127704"/>
                  <a:pt x="1245036" y="127704"/>
                </a:cubicBezTo>
                <a:cubicBezTo>
                  <a:pt x="1232750" y="127704"/>
                  <a:pt x="1223163" y="123813"/>
                  <a:pt x="1216278" y="116032"/>
                </a:cubicBezTo>
                <a:cubicBezTo>
                  <a:pt x="1209392" y="108250"/>
                  <a:pt x="1205949" y="97448"/>
                  <a:pt x="1205949" y="83626"/>
                </a:cubicBezTo>
                <a:cubicBezTo>
                  <a:pt x="1205949" y="70622"/>
                  <a:pt x="1209725" y="59897"/>
                  <a:pt x="1217276" y="51450"/>
                </a:cubicBezTo>
                <a:cubicBezTo>
                  <a:pt x="1224827" y="43003"/>
                  <a:pt x="1234209" y="38780"/>
                  <a:pt x="1245420" y="38780"/>
                </a:cubicBezTo>
                <a:cubicBezTo>
                  <a:pt x="1256529" y="38780"/>
                  <a:pt x="1265207" y="42350"/>
                  <a:pt x="1271452" y="49492"/>
                </a:cubicBezTo>
                <a:cubicBezTo>
                  <a:pt x="1277698" y="56634"/>
                  <a:pt x="1280821" y="66629"/>
                  <a:pt x="1280821" y="79479"/>
                </a:cubicBezTo>
                <a:lnTo>
                  <a:pt x="1280821" y="87081"/>
                </a:lnTo>
                <a:moveTo>
                  <a:pt x="1265770" y="75025"/>
                </a:moveTo>
                <a:cubicBezTo>
                  <a:pt x="1265719" y="67346"/>
                  <a:pt x="1263901" y="61407"/>
                  <a:pt x="1260318" y="57210"/>
                </a:cubicBezTo>
                <a:cubicBezTo>
                  <a:pt x="1256734" y="53012"/>
                  <a:pt x="1251691" y="50913"/>
                  <a:pt x="1245190" y="50913"/>
                </a:cubicBezTo>
                <a:cubicBezTo>
                  <a:pt x="1239200" y="50913"/>
                  <a:pt x="1234017" y="53140"/>
                  <a:pt x="1229640" y="57593"/>
                </a:cubicBezTo>
                <a:cubicBezTo>
                  <a:pt x="1225262" y="62047"/>
                  <a:pt x="1222511" y="67858"/>
                  <a:pt x="1221384" y="75025"/>
                </a:cubicBezTo>
                <a:lnTo>
                  <a:pt x="1265770" y="75025"/>
                </a:lnTo>
                <a:close/>
                <a:moveTo>
                  <a:pt x="1296357" y="107354"/>
                </a:moveTo>
                <a:cubicBezTo>
                  <a:pt x="1303934" y="112832"/>
                  <a:pt x="1312099" y="115571"/>
                  <a:pt x="1320853" y="115571"/>
                </a:cubicBezTo>
                <a:cubicBezTo>
                  <a:pt x="1332577" y="115571"/>
                  <a:pt x="1338439" y="111731"/>
                  <a:pt x="1338439" y="104052"/>
                </a:cubicBezTo>
                <a:cubicBezTo>
                  <a:pt x="1338439" y="100776"/>
                  <a:pt x="1337159" y="98075"/>
                  <a:pt x="1334599" y="95951"/>
                </a:cubicBezTo>
                <a:cubicBezTo>
                  <a:pt x="1332039" y="93826"/>
                  <a:pt x="1326843" y="91305"/>
                  <a:pt x="1319010" y="88387"/>
                </a:cubicBezTo>
                <a:cubicBezTo>
                  <a:pt x="1309591" y="84598"/>
                  <a:pt x="1303473" y="80848"/>
                  <a:pt x="1300657" y="77137"/>
                </a:cubicBezTo>
                <a:cubicBezTo>
                  <a:pt x="1297842" y="73425"/>
                  <a:pt x="1296434" y="68933"/>
                  <a:pt x="1296434" y="63660"/>
                </a:cubicBezTo>
                <a:cubicBezTo>
                  <a:pt x="1296434" y="56134"/>
                  <a:pt x="1299621" y="50106"/>
                  <a:pt x="1305994" y="45576"/>
                </a:cubicBezTo>
                <a:cubicBezTo>
                  <a:pt x="1312368" y="41045"/>
                  <a:pt x="1320213" y="38780"/>
                  <a:pt x="1329531" y="38780"/>
                </a:cubicBezTo>
                <a:cubicBezTo>
                  <a:pt x="1336749" y="38780"/>
                  <a:pt x="1343456" y="40034"/>
                  <a:pt x="1349650" y="42542"/>
                </a:cubicBezTo>
                <a:lnTo>
                  <a:pt x="1349650" y="57056"/>
                </a:lnTo>
                <a:cubicBezTo>
                  <a:pt x="1343302" y="52960"/>
                  <a:pt x="1336109" y="50913"/>
                  <a:pt x="1328072" y="50913"/>
                </a:cubicBezTo>
                <a:cubicBezTo>
                  <a:pt x="1323260" y="50913"/>
                  <a:pt x="1319343" y="51962"/>
                  <a:pt x="1316323" y="54061"/>
                </a:cubicBezTo>
                <a:cubicBezTo>
                  <a:pt x="1313302" y="56160"/>
                  <a:pt x="1311792" y="58925"/>
                  <a:pt x="1311792" y="62355"/>
                </a:cubicBezTo>
                <a:cubicBezTo>
                  <a:pt x="1311792" y="65733"/>
                  <a:pt x="1312880" y="68370"/>
                  <a:pt x="1315056" y="70264"/>
                </a:cubicBezTo>
                <a:cubicBezTo>
                  <a:pt x="1317231" y="72158"/>
                  <a:pt x="1322056" y="74590"/>
                  <a:pt x="1329531" y="77559"/>
                </a:cubicBezTo>
                <a:cubicBezTo>
                  <a:pt x="1339002" y="81092"/>
                  <a:pt x="1345401" y="84752"/>
                  <a:pt x="1348729" y="88540"/>
                </a:cubicBezTo>
                <a:cubicBezTo>
                  <a:pt x="1352056" y="92329"/>
                  <a:pt x="1353720" y="97013"/>
                  <a:pt x="1353720" y="102593"/>
                </a:cubicBezTo>
                <a:cubicBezTo>
                  <a:pt x="1353720" y="110375"/>
                  <a:pt x="1350533" y="116505"/>
                  <a:pt x="1344160" y="120985"/>
                </a:cubicBezTo>
                <a:cubicBezTo>
                  <a:pt x="1337786" y="125464"/>
                  <a:pt x="1329531" y="127704"/>
                  <a:pt x="1319394" y="127704"/>
                </a:cubicBezTo>
                <a:cubicBezTo>
                  <a:pt x="1310589" y="127704"/>
                  <a:pt x="1302910" y="126040"/>
                  <a:pt x="1296357" y="122713"/>
                </a:cubicBezTo>
                <a:lnTo>
                  <a:pt x="1296357" y="107354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Adding">
            <a:extLst xmlns:a="http://schemas.openxmlformats.org/drawingml/2006/main">
              <a:ext uri="{FF2B5EF4-FFF2-40B4-BE49-F238E27FC236}">
                <a16:creationId xmlns:a16="http://schemas.microsoft.com/office/drawing/2014/main" id="{10D2BC4B-6D4C-4BF5-9EFA-D1AB2F06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560" y="2191661"/>
            <a:ext cx="536440" cy="165716"/>
          </a:xfrm>
          <a:custGeom xmlns:a="http://schemas.openxmlformats.org/drawingml/2006/main">
            <a:pathLst>
              <a:path w="536440" h="165716">
                <a:moveTo>
                  <a:pt x="107047" y="125707"/>
                </a:moveTo>
                <a:lnTo>
                  <a:pt x="90076" y="125707"/>
                </a:lnTo>
                <a:lnTo>
                  <a:pt x="77943" y="93148"/>
                </a:lnTo>
                <a:lnTo>
                  <a:pt x="28413" y="93148"/>
                </a:lnTo>
                <a:lnTo>
                  <a:pt x="16971" y="125707"/>
                </a:lnTo>
                <a:lnTo>
                  <a:pt x="0" y="125707"/>
                </a:lnTo>
                <a:lnTo>
                  <a:pt x="45307" y="6758"/>
                </a:lnTo>
                <a:lnTo>
                  <a:pt x="61740" y="6758"/>
                </a:lnTo>
                <a:lnTo>
                  <a:pt x="107047" y="125707"/>
                </a:lnTo>
                <a:moveTo>
                  <a:pt x="73182" y="79709"/>
                </a:moveTo>
                <a:lnTo>
                  <a:pt x="55213" y="30256"/>
                </a:lnTo>
                <a:cubicBezTo>
                  <a:pt x="54650" y="28669"/>
                  <a:pt x="54036" y="25904"/>
                  <a:pt x="53370" y="21962"/>
                </a:cubicBezTo>
                <a:lnTo>
                  <a:pt x="52986" y="21962"/>
                </a:lnTo>
                <a:cubicBezTo>
                  <a:pt x="52423" y="25546"/>
                  <a:pt x="51783" y="28310"/>
                  <a:pt x="51066" y="30256"/>
                </a:cubicBezTo>
                <a:lnTo>
                  <a:pt x="33251" y="79709"/>
                </a:lnTo>
                <a:lnTo>
                  <a:pt x="73182" y="79709"/>
                </a:lnTo>
                <a:close/>
                <a:moveTo>
                  <a:pt x="195480" y="125707"/>
                </a:moveTo>
                <a:lnTo>
                  <a:pt x="180429" y="125707"/>
                </a:lnTo>
                <a:lnTo>
                  <a:pt x="180429" y="111578"/>
                </a:lnTo>
                <a:lnTo>
                  <a:pt x="180122" y="111578"/>
                </a:lnTo>
                <a:cubicBezTo>
                  <a:pt x="173927" y="122329"/>
                  <a:pt x="164303" y="127704"/>
                  <a:pt x="151248" y="127704"/>
                </a:cubicBezTo>
                <a:cubicBezTo>
                  <a:pt x="140497" y="127704"/>
                  <a:pt x="131948" y="123877"/>
                  <a:pt x="125600" y="116224"/>
                </a:cubicBezTo>
                <a:cubicBezTo>
                  <a:pt x="119252" y="108570"/>
                  <a:pt x="116078" y="98242"/>
                  <a:pt x="116078" y="85238"/>
                </a:cubicBezTo>
                <a:cubicBezTo>
                  <a:pt x="116078" y="71211"/>
                  <a:pt x="119661" y="59961"/>
                  <a:pt x="126829" y="51489"/>
                </a:cubicBezTo>
                <a:cubicBezTo>
                  <a:pt x="133996" y="43016"/>
                  <a:pt x="143364" y="38780"/>
                  <a:pt x="154934" y="38780"/>
                </a:cubicBezTo>
                <a:cubicBezTo>
                  <a:pt x="166504" y="38780"/>
                  <a:pt x="174900" y="43285"/>
                  <a:pt x="180122" y="52295"/>
                </a:cubicBezTo>
                <a:lnTo>
                  <a:pt x="180429" y="52295"/>
                </a:lnTo>
                <a:lnTo>
                  <a:pt x="180429" y="0"/>
                </a:lnTo>
                <a:lnTo>
                  <a:pt x="195480" y="0"/>
                </a:lnTo>
                <a:lnTo>
                  <a:pt x="195480" y="125707"/>
                </a:lnTo>
                <a:moveTo>
                  <a:pt x="180506" y="75179"/>
                </a:moveTo>
                <a:cubicBezTo>
                  <a:pt x="180506" y="68370"/>
                  <a:pt x="178266" y="62675"/>
                  <a:pt x="173786" y="58093"/>
                </a:cubicBezTo>
                <a:cubicBezTo>
                  <a:pt x="169307" y="53511"/>
                  <a:pt x="163791" y="51220"/>
                  <a:pt x="157238" y="51220"/>
                </a:cubicBezTo>
                <a:cubicBezTo>
                  <a:pt x="149252" y="51220"/>
                  <a:pt x="142955" y="54202"/>
                  <a:pt x="138347" y="60166"/>
                </a:cubicBezTo>
                <a:cubicBezTo>
                  <a:pt x="133740" y="66130"/>
                  <a:pt x="131436" y="74257"/>
                  <a:pt x="131436" y="84547"/>
                </a:cubicBezTo>
                <a:cubicBezTo>
                  <a:pt x="131436" y="94018"/>
                  <a:pt x="133650" y="101505"/>
                  <a:pt x="138078" y="107009"/>
                </a:cubicBezTo>
                <a:cubicBezTo>
                  <a:pt x="142507" y="112512"/>
                  <a:pt x="148407" y="115264"/>
                  <a:pt x="155779" y="115264"/>
                </a:cubicBezTo>
                <a:cubicBezTo>
                  <a:pt x="163048" y="115264"/>
                  <a:pt x="168987" y="112563"/>
                  <a:pt x="173594" y="107162"/>
                </a:cubicBezTo>
                <a:cubicBezTo>
                  <a:pt x="178202" y="101761"/>
                  <a:pt x="180506" y="95042"/>
                  <a:pt x="180506" y="87005"/>
                </a:cubicBezTo>
                <a:lnTo>
                  <a:pt x="180506" y="75179"/>
                </a:lnTo>
                <a:close/>
                <a:moveTo>
                  <a:pt x="296132" y="125707"/>
                </a:moveTo>
                <a:lnTo>
                  <a:pt x="281081" y="125707"/>
                </a:lnTo>
                <a:lnTo>
                  <a:pt x="281081" y="111578"/>
                </a:lnTo>
                <a:lnTo>
                  <a:pt x="280774" y="111578"/>
                </a:lnTo>
                <a:cubicBezTo>
                  <a:pt x="274580" y="122329"/>
                  <a:pt x="264955" y="127704"/>
                  <a:pt x="251900" y="127704"/>
                </a:cubicBezTo>
                <a:cubicBezTo>
                  <a:pt x="241150" y="127704"/>
                  <a:pt x="232600" y="123877"/>
                  <a:pt x="226252" y="116224"/>
                </a:cubicBezTo>
                <a:cubicBezTo>
                  <a:pt x="219904" y="108570"/>
                  <a:pt x="216730" y="98242"/>
                  <a:pt x="216730" y="85238"/>
                </a:cubicBezTo>
                <a:cubicBezTo>
                  <a:pt x="216730" y="71211"/>
                  <a:pt x="220314" y="59961"/>
                  <a:pt x="227481" y="51489"/>
                </a:cubicBezTo>
                <a:cubicBezTo>
                  <a:pt x="234648" y="43016"/>
                  <a:pt x="244017" y="38780"/>
                  <a:pt x="255586" y="38780"/>
                </a:cubicBezTo>
                <a:cubicBezTo>
                  <a:pt x="267156" y="38780"/>
                  <a:pt x="275552" y="43285"/>
                  <a:pt x="280774" y="52295"/>
                </a:cubicBezTo>
                <a:lnTo>
                  <a:pt x="281081" y="52295"/>
                </a:lnTo>
                <a:lnTo>
                  <a:pt x="281081" y="0"/>
                </a:lnTo>
                <a:lnTo>
                  <a:pt x="296132" y="0"/>
                </a:lnTo>
                <a:lnTo>
                  <a:pt x="296132" y="125707"/>
                </a:lnTo>
                <a:moveTo>
                  <a:pt x="281158" y="75179"/>
                </a:moveTo>
                <a:cubicBezTo>
                  <a:pt x="281158" y="68370"/>
                  <a:pt x="278918" y="62675"/>
                  <a:pt x="274439" y="58093"/>
                </a:cubicBezTo>
                <a:cubicBezTo>
                  <a:pt x="269959" y="53511"/>
                  <a:pt x="264443" y="51220"/>
                  <a:pt x="257890" y="51220"/>
                </a:cubicBezTo>
                <a:cubicBezTo>
                  <a:pt x="249904" y="51220"/>
                  <a:pt x="243607" y="54202"/>
                  <a:pt x="239000" y="60166"/>
                </a:cubicBezTo>
                <a:cubicBezTo>
                  <a:pt x="234392" y="66130"/>
                  <a:pt x="232088" y="74257"/>
                  <a:pt x="232088" y="84547"/>
                </a:cubicBezTo>
                <a:cubicBezTo>
                  <a:pt x="232088" y="94018"/>
                  <a:pt x="234302" y="101505"/>
                  <a:pt x="238731" y="107009"/>
                </a:cubicBezTo>
                <a:cubicBezTo>
                  <a:pt x="243159" y="112512"/>
                  <a:pt x="249059" y="115264"/>
                  <a:pt x="256431" y="115264"/>
                </a:cubicBezTo>
                <a:cubicBezTo>
                  <a:pt x="263701" y="115264"/>
                  <a:pt x="269639" y="112563"/>
                  <a:pt x="274247" y="107162"/>
                </a:cubicBezTo>
                <a:cubicBezTo>
                  <a:pt x="278854" y="101761"/>
                  <a:pt x="281158" y="95042"/>
                  <a:pt x="281158" y="87005"/>
                </a:cubicBezTo>
                <a:lnTo>
                  <a:pt x="281158" y="75179"/>
                </a:lnTo>
                <a:close/>
                <a:moveTo>
                  <a:pt x="321222" y="10828"/>
                </a:moveTo>
                <a:cubicBezTo>
                  <a:pt x="321222" y="8165"/>
                  <a:pt x="322131" y="5926"/>
                  <a:pt x="323948" y="4108"/>
                </a:cubicBezTo>
                <a:cubicBezTo>
                  <a:pt x="325766" y="2291"/>
                  <a:pt x="328005" y="1382"/>
                  <a:pt x="330668" y="1382"/>
                </a:cubicBezTo>
                <a:cubicBezTo>
                  <a:pt x="333381" y="1382"/>
                  <a:pt x="335672" y="2278"/>
                  <a:pt x="337540" y="4070"/>
                </a:cubicBezTo>
                <a:cubicBezTo>
                  <a:pt x="339409" y="5862"/>
                  <a:pt x="340343" y="8114"/>
                  <a:pt x="340343" y="10828"/>
                </a:cubicBezTo>
                <a:cubicBezTo>
                  <a:pt x="340343" y="13490"/>
                  <a:pt x="339409" y="15704"/>
                  <a:pt x="337540" y="17470"/>
                </a:cubicBezTo>
                <a:cubicBezTo>
                  <a:pt x="335672" y="19236"/>
                  <a:pt x="333381" y="20119"/>
                  <a:pt x="330668" y="20119"/>
                </a:cubicBezTo>
                <a:cubicBezTo>
                  <a:pt x="327954" y="20119"/>
                  <a:pt x="325702" y="19236"/>
                  <a:pt x="323910" y="17470"/>
                </a:cubicBezTo>
                <a:cubicBezTo>
                  <a:pt x="322118" y="15704"/>
                  <a:pt x="321222" y="13490"/>
                  <a:pt x="321222" y="10828"/>
                </a:cubicBezTo>
                <a:moveTo>
                  <a:pt x="322988" y="125707"/>
                </a:moveTo>
                <a:lnTo>
                  <a:pt x="322988" y="40776"/>
                </a:lnTo>
                <a:lnTo>
                  <a:pt x="338040" y="40776"/>
                </a:lnTo>
                <a:lnTo>
                  <a:pt x="338040" y="125707"/>
                </a:lnTo>
                <a:lnTo>
                  <a:pt x="322988" y="125707"/>
                </a:lnTo>
                <a:close/>
                <a:moveTo>
                  <a:pt x="437170" y="125707"/>
                </a:moveTo>
                <a:lnTo>
                  <a:pt x="422196" y="125707"/>
                </a:lnTo>
                <a:lnTo>
                  <a:pt x="422196" y="77406"/>
                </a:lnTo>
                <a:cubicBezTo>
                  <a:pt x="422196" y="59948"/>
                  <a:pt x="415822" y="51220"/>
                  <a:pt x="403075" y="51220"/>
                </a:cubicBezTo>
                <a:cubicBezTo>
                  <a:pt x="396471" y="51220"/>
                  <a:pt x="391044" y="53677"/>
                  <a:pt x="386795" y="58592"/>
                </a:cubicBezTo>
                <a:cubicBezTo>
                  <a:pt x="382546" y="63506"/>
                  <a:pt x="380422" y="69727"/>
                  <a:pt x="380422" y="77252"/>
                </a:cubicBezTo>
                <a:lnTo>
                  <a:pt x="380422" y="125707"/>
                </a:lnTo>
                <a:lnTo>
                  <a:pt x="365370" y="125707"/>
                </a:lnTo>
                <a:lnTo>
                  <a:pt x="365370" y="40776"/>
                </a:lnTo>
                <a:lnTo>
                  <a:pt x="380422" y="40776"/>
                </a:lnTo>
                <a:lnTo>
                  <a:pt x="380422" y="54829"/>
                </a:lnTo>
                <a:lnTo>
                  <a:pt x="380729" y="54829"/>
                </a:lnTo>
                <a:cubicBezTo>
                  <a:pt x="387128" y="44129"/>
                  <a:pt x="396420" y="38780"/>
                  <a:pt x="408604" y="38780"/>
                </a:cubicBezTo>
                <a:cubicBezTo>
                  <a:pt x="417921" y="38780"/>
                  <a:pt x="425012" y="41762"/>
                  <a:pt x="429875" y="47726"/>
                </a:cubicBezTo>
                <a:cubicBezTo>
                  <a:pt x="434739" y="53690"/>
                  <a:pt x="437170" y="62380"/>
                  <a:pt x="437170" y="73796"/>
                </a:cubicBezTo>
                <a:lnTo>
                  <a:pt x="437170" y="125707"/>
                </a:lnTo>
                <a:close/>
                <a:moveTo>
                  <a:pt x="536440" y="118566"/>
                </a:moveTo>
                <a:cubicBezTo>
                  <a:pt x="536440" y="149999"/>
                  <a:pt x="521184" y="165716"/>
                  <a:pt x="490672" y="165716"/>
                </a:cubicBezTo>
                <a:cubicBezTo>
                  <a:pt x="480126" y="165716"/>
                  <a:pt x="470962" y="163745"/>
                  <a:pt x="463181" y="159803"/>
                </a:cubicBezTo>
                <a:lnTo>
                  <a:pt x="463181" y="145289"/>
                </a:lnTo>
                <a:cubicBezTo>
                  <a:pt x="472652" y="150562"/>
                  <a:pt x="481739" y="153199"/>
                  <a:pt x="490442" y="153199"/>
                </a:cubicBezTo>
                <a:cubicBezTo>
                  <a:pt x="511073" y="153199"/>
                  <a:pt x="521389" y="142346"/>
                  <a:pt x="521389" y="120639"/>
                </a:cubicBezTo>
                <a:lnTo>
                  <a:pt x="521389" y="111655"/>
                </a:lnTo>
                <a:lnTo>
                  <a:pt x="521082" y="111655"/>
                </a:lnTo>
                <a:cubicBezTo>
                  <a:pt x="514631" y="122354"/>
                  <a:pt x="505007" y="127704"/>
                  <a:pt x="492208" y="127704"/>
                </a:cubicBezTo>
                <a:cubicBezTo>
                  <a:pt x="481560" y="127704"/>
                  <a:pt x="473036" y="123890"/>
                  <a:pt x="466636" y="116262"/>
                </a:cubicBezTo>
                <a:cubicBezTo>
                  <a:pt x="460237" y="108634"/>
                  <a:pt x="457038" y="98523"/>
                  <a:pt x="457038" y="85930"/>
                </a:cubicBezTo>
                <a:cubicBezTo>
                  <a:pt x="457038" y="71442"/>
                  <a:pt x="460570" y="59961"/>
                  <a:pt x="467635" y="51489"/>
                </a:cubicBezTo>
                <a:cubicBezTo>
                  <a:pt x="474700" y="43016"/>
                  <a:pt x="484119" y="38780"/>
                  <a:pt x="495894" y="38780"/>
                </a:cubicBezTo>
                <a:cubicBezTo>
                  <a:pt x="507208" y="38780"/>
                  <a:pt x="515604" y="43285"/>
                  <a:pt x="521082" y="52295"/>
                </a:cubicBezTo>
                <a:lnTo>
                  <a:pt x="521389" y="52295"/>
                </a:lnTo>
                <a:lnTo>
                  <a:pt x="521389" y="40776"/>
                </a:lnTo>
                <a:lnTo>
                  <a:pt x="536440" y="40776"/>
                </a:lnTo>
                <a:lnTo>
                  <a:pt x="536440" y="118566"/>
                </a:lnTo>
                <a:moveTo>
                  <a:pt x="521389" y="75179"/>
                </a:moveTo>
                <a:cubicBezTo>
                  <a:pt x="521440" y="68626"/>
                  <a:pt x="519239" y="62994"/>
                  <a:pt x="514785" y="58285"/>
                </a:cubicBezTo>
                <a:cubicBezTo>
                  <a:pt x="510331" y="53575"/>
                  <a:pt x="504853" y="51220"/>
                  <a:pt x="498351" y="51220"/>
                </a:cubicBezTo>
                <a:cubicBezTo>
                  <a:pt x="490160" y="51220"/>
                  <a:pt x="483787" y="54227"/>
                  <a:pt x="479230" y="60243"/>
                </a:cubicBezTo>
                <a:cubicBezTo>
                  <a:pt x="474674" y="66258"/>
                  <a:pt x="472396" y="74513"/>
                  <a:pt x="472396" y="85008"/>
                </a:cubicBezTo>
                <a:cubicBezTo>
                  <a:pt x="472396" y="94018"/>
                  <a:pt x="474597" y="101313"/>
                  <a:pt x="479000" y="106894"/>
                </a:cubicBezTo>
                <a:cubicBezTo>
                  <a:pt x="483403" y="112474"/>
                  <a:pt x="489239" y="115264"/>
                  <a:pt x="496508" y="115264"/>
                </a:cubicBezTo>
                <a:cubicBezTo>
                  <a:pt x="503829" y="115264"/>
                  <a:pt x="509819" y="112602"/>
                  <a:pt x="514477" y="107277"/>
                </a:cubicBezTo>
                <a:cubicBezTo>
                  <a:pt x="519136" y="101953"/>
                  <a:pt x="521440" y="95196"/>
                  <a:pt x="521389" y="87005"/>
                </a:cubicBezTo>
                <a:lnTo>
                  <a:pt x="521389" y="75179"/>
                </a:lnTo>
                <a:close/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ReductionEdges">
            <a:extLst xmlns:a="http://schemas.openxmlformats.org/drawingml/2006/main">
              <a:ext uri="{FF2B5EF4-FFF2-40B4-BE49-F238E27FC236}">
                <a16:creationId xmlns:a16="http://schemas.microsoft.com/office/drawing/2014/main" id="{8EF3FF91-A387-420F-8D9C-44F0A38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152" y="2380383"/>
            <a:ext cx="1234758" cy="165716"/>
          </a:xfrm>
          <a:custGeom xmlns:a="http://schemas.openxmlformats.org/drawingml/2006/main">
            <a:pathLst>
              <a:path w="1234758" h="165716">
                <a:moveTo>
                  <a:pt x="86851" y="125707"/>
                </a:moveTo>
                <a:lnTo>
                  <a:pt x="68728" y="125707"/>
                </a:lnTo>
                <a:lnTo>
                  <a:pt x="48993" y="92687"/>
                </a:lnTo>
                <a:cubicBezTo>
                  <a:pt x="45051" y="86083"/>
                  <a:pt x="41442" y="81591"/>
                  <a:pt x="38165" y="79210"/>
                </a:cubicBezTo>
                <a:cubicBezTo>
                  <a:pt x="34889" y="76830"/>
                  <a:pt x="30973" y="75639"/>
                  <a:pt x="26416" y="75639"/>
                </a:cubicBezTo>
                <a:lnTo>
                  <a:pt x="15358" y="75639"/>
                </a:lnTo>
                <a:lnTo>
                  <a:pt x="15358" y="125707"/>
                </a:lnTo>
                <a:lnTo>
                  <a:pt x="0" y="125707"/>
                </a:lnTo>
                <a:lnTo>
                  <a:pt x="0" y="6758"/>
                </a:lnTo>
                <a:lnTo>
                  <a:pt x="36246" y="6758"/>
                </a:lnTo>
                <a:cubicBezTo>
                  <a:pt x="47815" y="6758"/>
                  <a:pt x="56877" y="9548"/>
                  <a:pt x="63430" y="15128"/>
                </a:cubicBezTo>
                <a:cubicBezTo>
                  <a:pt x="69983" y="20708"/>
                  <a:pt x="73259" y="28515"/>
                  <a:pt x="73259" y="38549"/>
                </a:cubicBezTo>
                <a:cubicBezTo>
                  <a:pt x="73259" y="55034"/>
                  <a:pt x="64454" y="65733"/>
                  <a:pt x="46843" y="70648"/>
                </a:cubicBezTo>
                <a:lnTo>
                  <a:pt x="46843" y="71032"/>
                </a:lnTo>
                <a:cubicBezTo>
                  <a:pt x="50119" y="72414"/>
                  <a:pt x="52948" y="74385"/>
                  <a:pt x="55328" y="76945"/>
                </a:cubicBezTo>
                <a:cubicBezTo>
                  <a:pt x="57709" y="79505"/>
                  <a:pt x="60793" y="83882"/>
                  <a:pt x="64582" y="90076"/>
                </a:cubicBezTo>
                <a:lnTo>
                  <a:pt x="86851" y="125707"/>
                </a:lnTo>
                <a:moveTo>
                  <a:pt x="15358" y="20196"/>
                </a:moveTo>
                <a:lnTo>
                  <a:pt x="15358" y="62201"/>
                </a:lnTo>
                <a:lnTo>
                  <a:pt x="33481" y="62201"/>
                </a:lnTo>
                <a:cubicBezTo>
                  <a:pt x="40495" y="62201"/>
                  <a:pt x="46190" y="60153"/>
                  <a:pt x="50567" y="56058"/>
                </a:cubicBezTo>
                <a:cubicBezTo>
                  <a:pt x="54944" y="51962"/>
                  <a:pt x="57133" y="46587"/>
                  <a:pt x="57133" y="39931"/>
                </a:cubicBezTo>
                <a:cubicBezTo>
                  <a:pt x="57133" y="33737"/>
                  <a:pt x="55136" y="28899"/>
                  <a:pt x="51143" y="25418"/>
                </a:cubicBezTo>
                <a:cubicBezTo>
                  <a:pt x="47150" y="21937"/>
                  <a:pt x="41339" y="20196"/>
                  <a:pt x="33711" y="20196"/>
                </a:cubicBezTo>
                <a:lnTo>
                  <a:pt x="15358" y="20196"/>
                </a:lnTo>
                <a:close/>
                <a:moveTo>
                  <a:pt x="164776" y="87081"/>
                </a:moveTo>
                <a:lnTo>
                  <a:pt x="105339" y="87081"/>
                </a:lnTo>
                <a:cubicBezTo>
                  <a:pt x="105595" y="96143"/>
                  <a:pt x="108078" y="103144"/>
                  <a:pt x="112788" y="108084"/>
                </a:cubicBezTo>
                <a:cubicBezTo>
                  <a:pt x="117498" y="113024"/>
                  <a:pt x="124076" y="115494"/>
                  <a:pt x="132523" y="115494"/>
                </a:cubicBezTo>
                <a:cubicBezTo>
                  <a:pt x="142045" y="115494"/>
                  <a:pt x="150774" y="112448"/>
                  <a:pt x="158709" y="106356"/>
                </a:cubicBezTo>
                <a:lnTo>
                  <a:pt x="158709" y="119794"/>
                </a:lnTo>
                <a:cubicBezTo>
                  <a:pt x="151235" y="125067"/>
                  <a:pt x="141329" y="127704"/>
                  <a:pt x="128991" y="127704"/>
                </a:cubicBezTo>
                <a:cubicBezTo>
                  <a:pt x="116704" y="127704"/>
                  <a:pt x="107118" y="123813"/>
                  <a:pt x="100233" y="116032"/>
                </a:cubicBezTo>
                <a:cubicBezTo>
                  <a:pt x="93347" y="108250"/>
                  <a:pt x="89904" y="97448"/>
                  <a:pt x="89904" y="83626"/>
                </a:cubicBezTo>
                <a:cubicBezTo>
                  <a:pt x="89904" y="70622"/>
                  <a:pt x="93680" y="59897"/>
                  <a:pt x="101231" y="51450"/>
                </a:cubicBezTo>
                <a:cubicBezTo>
                  <a:pt x="108782" y="43003"/>
                  <a:pt x="118163" y="38780"/>
                  <a:pt x="129375" y="38780"/>
                </a:cubicBezTo>
                <a:cubicBezTo>
                  <a:pt x="140484" y="38780"/>
                  <a:pt x="149161" y="42350"/>
                  <a:pt x="155407" y="49492"/>
                </a:cubicBezTo>
                <a:cubicBezTo>
                  <a:pt x="161653" y="56634"/>
                  <a:pt x="164776" y="66629"/>
                  <a:pt x="164776" y="79479"/>
                </a:cubicBezTo>
                <a:lnTo>
                  <a:pt x="164776" y="87081"/>
                </a:lnTo>
                <a:moveTo>
                  <a:pt x="149725" y="75025"/>
                </a:moveTo>
                <a:cubicBezTo>
                  <a:pt x="149673" y="67346"/>
                  <a:pt x="147856" y="61407"/>
                  <a:pt x="144272" y="57210"/>
                </a:cubicBezTo>
                <a:cubicBezTo>
                  <a:pt x="140689" y="53012"/>
                  <a:pt x="135646" y="50913"/>
                  <a:pt x="129145" y="50913"/>
                </a:cubicBezTo>
                <a:cubicBezTo>
                  <a:pt x="123155" y="50913"/>
                  <a:pt x="117971" y="53140"/>
                  <a:pt x="113594" y="57593"/>
                </a:cubicBezTo>
                <a:cubicBezTo>
                  <a:pt x="109217" y="62047"/>
                  <a:pt x="106465" y="67858"/>
                  <a:pt x="105339" y="75025"/>
                </a:cubicBezTo>
                <a:lnTo>
                  <a:pt x="149725" y="75025"/>
                </a:lnTo>
                <a:close/>
                <a:moveTo>
                  <a:pt x="258793" y="125707"/>
                </a:moveTo>
                <a:lnTo>
                  <a:pt x="243742" y="125707"/>
                </a:lnTo>
                <a:lnTo>
                  <a:pt x="243742" y="111578"/>
                </a:lnTo>
                <a:lnTo>
                  <a:pt x="243435" y="111578"/>
                </a:lnTo>
                <a:cubicBezTo>
                  <a:pt x="237240" y="122329"/>
                  <a:pt x="227616" y="127704"/>
                  <a:pt x="214561" y="127704"/>
                </a:cubicBezTo>
                <a:cubicBezTo>
                  <a:pt x="203810" y="127704"/>
                  <a:pt x="195261" y="123877"/>
                  <a:pt x="188913" y="116224"/>
                </a:cubicBezTo>
                <a:cubicBezTo>
                  <a:pt x="182565" y="108570"/>
                  <a:pt x="179391" y="98242"/>
                  <a:pt x="179391" y="85238"/>
                </a:cubicBezTo>
                <a:cubicBezTo>
                  <a:pt x="179391" y="71211"/>
                  <a:pt x="182974" y="59961"/>
                  <a:pt x="190142" y="51489"/>
                </a:cubicBezTo>
                <a:cubicBezTo>
                  <a:pt x="197309" y="43016"/>
                  <a:pt x="206677" y="38780"/>
                  <a:pt x="218247" y="38780"/>
                </a:cubicBezTo>
                <a:cubicBezTo>
                  <a:pt x="229817" y="38780"/>
                  <a:pt x="238213" y="43285"/>
                  <a:pt x="243435" y="52295"/>
                </a:cubicBezTo>
                <a:lnTo>
                  <a:pt x="243742" y="52295"/>
                </a:lnTo>
                <a:lnTo>
                  <a:pt x="243742" y="0"/>
                </a:lnTo>
                <a:lnTo>
                  <a:pt x="258793" y="0"/>
                </a:lnTo>
                <a:lnTo>
                  <a:pt x="258793" y="125707"/>
                </a:lnTo>
                <a:moveTo>
                  <a:pt x="243819" y="75179"/>
                </a:moveTo>
                <a:cubicBezTo>
                  <a:pt x="243819" y="68370"/>
                  <a:pt x="241579" y="62675"/>
                  <a:pt x="237099" y="58093"/>
                </a:cubicBezTo>
                <a:cubicBezTo>
                  <a:pt x="232620" y="53511"/>
                  <a:pt x="227104" y="51220"/>
                  <a:pt x="220551" y="51220"/>
                </a:cubicBezTo>
                <a:cubicBezTo>
                  <a:pt x="212565" y="51220"/>
                  <a:pt x="206268" y="54202"/>
                  <a:pt x="201660" y="60166"/>
                </a:cubicBezTo>
                <a:cubicBezTo>
                  <a:pt x="197053" y="66130"/>
                  <a:pt x="194749" y="74257"/>
                  <a:pt x="194749" y="84547"/>
                </a:cubicBezTo>
                <a:cubicBezTo>
                  <a:pt x="194749" y="94018"/>
                  <a:pt x="196963" y="101505"/>
                  <a:pt x="201391" y="107009"/>
                </a:cubicBezTo>
                <a:cubicBezTo>
                  <a:pt x="205820" y="112512"/>
                  <a:pt x="211720" y="115264"/>
                  <a:pt x="219092" y="115264"/>
                </a:cubicBezTo>
                <a:cubicBezTo>
                  <a:pt x="226361" y="115264"/>
                  <a:pt x="232300" y="112563"/>
                  <a:pt x="236907" y="107162"/>
                </a:cubicBezTo>
                <a:cubicBezTo>
                  <a:pt x="241515" y="101761"/>
                  <a:pt x="243819" y="95042"/>
                  <a:pt x="243819" y="87005"/>
                </a:cubicBezTo>
                <a:lnTo>
                  <a:pt x="243819" y="75179"/>
                </a:lnTo>
                <a:close/>
                <a:moveTo>
                  <a:pt x="355835" y="125707"/>
                </a:moveTo>
                <a:lnTo>
                  <a:pt x="340707" y="125707"/>
                </a:lnTo>
                <a:lnTo>
                  <a:pt x="340707" y="112346"/>
                </a:lnTo>
                <a:lnTo>
                  <a:pt x="340400" y="112346"/>
                </a:lnTo>
                <a:cubicBezTo>
                  <a:pt x="334718" y="122585"/>
                  <a:pt x="325989" y="127704"/>
                  <a:pt x="314214" y="127704"/>
                </a:cubicBezTo>
                <a:cubicBezTo>
                  <a:pt x="294095" y="127704"/>
                  <a:pt x="284035" y="115673"/>
                  <a:pt x="284035" y="91612"/>
                </a:cubicBezTo>
                <a:lnTo>
                  <a:pt x="284035" y="40776"/>
                </a:lnTo>
                <a:lnTo>
                  <a:pt x="298933" y="40776"/>
                </a:lnTo>
                <a:lnTo>
                  <a:pt x="298933" y="89385"/>
                </a:lnTo>
                <a:cubicBezTo>
                  <a:pt x="298933" y="106638"/>
                  <a:pt x="305537" y="115264"/>
                  <a:pt x="318745" y="115264"/>
                </a:cubicBezTo>
                <a:cubicBezTo>
                  <a:pt x="325298" y="115264"/>
                  <a:pt x="330596" y="112845"/>
                  <a:pt x="334641" y="108007"/>
                </a:cubicBezTo>
                <a:cubicBezTo>
                  <a:pt x="338685" y="103169"/>
                  <a:pt x="340707" y="97064"/>
                  <a:pt x="340707" y="89692"/>
                </a:cubicBezTo>
                <a:lnTo>
                  <a:pt x="340707" y="40776"/>
                </a:lnTo>
                <a:lnTo>
                  <a:pt x="355835" y="40776"/>
                </a:lnTo>
                <a:lnTo>
                  <a:pt x="355835" y="125707"/>
                </a:lnTo>
                <a:close/>
                <a:moveTo>
                  <a:pt x="441744" y="121868"/>
                </a:moveTo>
                <a:cubicBezTo>
                  <a:pt x="435242" y="125759"/>
                  <a:pt x="427409" y="127704"/>
                  <a:pt x="418246" y="127704"/>
                </a:cubicBezTo>
                <a:cubicBezTo>
                  <a:pt x="405959" y="127704"/>
                  <a:pt x="396079" y="123762"/>
                  <a:pt x="388604" y="115878"/>
                </a:cubicBezTo>
                <a:cubicBezTo>
                  <a:pt x="381130" y="107994"/>
                  <a:pt x="377393" y="97781"/>
                  <a:pt x="377393" y="85238"/>
                </a:cubicBezTo>
                <a:cubicBezTo>
                  <a:pt x="377393" y="71314"/>
                  <a:pt x="381424" y="60089"/>
                  <a:pt x="389487" y="51565"/>
                </a:cubicBezTo>
                <a:cubicBezTo>
                  <a:pt x="397550" y="43042"/>
                  <a:pt x="408340" y="38780"/>
                  <a:pt x="421855" y="38780"/>
                </a:cubicBezTo>
                <a:cubicBezTo>
                  <a:pt x="429636" y="38780"/>
                  <a:pt x="436292" y="40162"/>
                  <a:pt x="441821" y="42926"/>
                </a:cubicBezTo>
                <a:lnTo>
                  <a:pt x="441821" y="57824"/>
                </a:lnTo>
                <a:cubicBezTo>
                  <a:pt x="435831" y="53421"/>
                  <a:pt x="429176" y="51220"/>
                  <a:pt x="421855" y="51220"/>
                </a:cubicBezTo>
                <a:cubicBezTo>
                  <a:pt x="413254" y="51220"/>
                  <a:pt x="406253" y="54202"/>
                  <a:pt x="400852" y="60166"/>
                </a:cubicBezTo>
                <a:cubicBezTo>
                  <a:pt x="395451" y="66130"/>
                  <a:pt x="392751" y="74078"/>
                  <a:pt x="392751" y="84010"/>
                </a:cubicBezTo>
                <a:cubicBezTo>
                  <a:pt x="392751" y="93788"/>
                  <a:pt x="395298" y="101441"/>
                  <a:pt x="400392" y="106970"/>
                </a:cubicBezTo>
                <a:cubicBezTo>
                  <a:pt x="405485" y="112499"/>
                  <a:pt x="412358" y="115264"/>
                  <a:pt x="421010" y="115264"/>
                </a:cubicBezTo>
                <a:cubicBezTo>
                  <a:pt x="428331" y="115264"/>
                  <a:pt x="435242" y="112858"/>
                  <a:pt x="441744" y="108045"/>
                </a:cubicBezTo>
                <a:lnTo>
                  <a:pt x="441744" y="121868"/>
                </a:lnTo>
                <a:close/>
                <a:moveTo>
                  <a:pt x="502643" y="124863"/>
                </a:moveTo>
                <a:cubicBezTo>
                  <a:pt x="499366" y="126655"/>
                  <a:pt x="494938" y="127550"/>
                  <a:pt x="489358" y="127550"/>
                </a:cubicBezTo>
                <a:cubicBezTo>
                  <a:pt x="474153" y="127550"/>
                  <a:pt x="466551" y="119129"/>
                  <a:pt x="466551" y="102286"/>
                </a:cubicBezTo>
                <a:lnTo>
                  <a:pt x="466551" y="53216"/>
                </a:lnTo>
                <a:lnTo>
                  <a:pt x="451960" y="53216"/>
                </a:lnTo>
                <a:lnTo>
                  <a:pt x="451960" y="40776"/>
                </a:lnTo>
                <a:lnTo>
                  <a:pt x="466551" y="40776"/>
                </a:lnTo>
                <a:lnTo>
                  <a:pt x="466551" y="20350"/>
                </a:lnTo>
                <a:lnTo>
                  <a:pt x="481525" y="15589"/>
                </a:lnTo>
                <a:lnTo>
                  <a:pt x="481525" y="40776"/>
                </a:lnTo>
                <a:lnTo>
                  <a:pt x="502643" y="40776"/>
                </a:lnTo>
                <a:lnTo>
                  <a:pt x="502643" y="53216"/>
                </a:lnTo>
                <a:lnTo>
                  <a:pt x="481525" y="53216"/>
                </a:lnTo>
                <a:lnTo>
                  <a:pt x="481525" y="99598"/>
                </a:lnTo>
                <a:cubicBezTo>
                  <a:pt x="481525" y="105179"/>
                  <a:pt x="482472" y="109172"/>
                  <a:pt x="484366" y="111578"/>
                </a:cubicBezTo>
                <a:cubicBezTo>
                  <a:pt x="486261" y="113984"/>
                  <a:pt x="489409" y="115187"/>
                  <a:pt x="493812" y="115187"/>
                </a:cubicBezTo>
                <a:cubicBezTo>
                  <a:pt x="497190" y="115187"/>
                  <a:pt x="500134" y="114240"/>
                  <a:pt x="502643" y="112346"/>
                </a:cubicBezTo>
                <a:lnTo>
                  <a:pt x="502643" y="124863"/>
                </a:lnTo>
                <a:close/>
                <a:moveTo>
                  <a:pt x="518057" y="10828"/>
                </a:moveTo>
                <a:cubicBezTo>
                  <a:pt x="518057" y="8165"/>
                  <a:pt x="518965" y="5926"/>
                  <a:pt x="520783" y="4108"/>
                </a:cubicBezTo>
                <a:cubicBezTo>
                  <a:pt x="522600" y="2291"/>
                  <a:pt x="524840" y="1382"/>
                  <a:pt x="527502" y="1382"/>
                </a:cubicBezTo>
                <a:cubicBezTo>
                  <a:pt x="530215" y="1382"/>
                  <a:pt x="532506" y="2278"/>
                  <a:pt x="534375" y="4070"/>
                </a:cubicBezTo>
                <a:cubicBezTo>
                  <a:pt x="536243" y="5862"/>
                  <a:pt x="537178" y="8114"/>
                  <a:pt x="537178" y="10828"/>
                </a:cubicBezTo>
                <a:cubicBezTo>
                  <a:pt x="537178" y="13490"/>
                  <a:pt x="536243" y="15704"/>
                  <a:pt x="534375" y="17470"/>
                </a:cubicBezTo>
                <a:cubicBezTo>
                  <a:pt x="532506" y="19236"/>
                  <a:pt x="530215" y="20119"/>
                  <a:pt x="527502" y="20119"/>
                </a:cubicBezTo>
                <a:cubicBezTo>
                  <a:pt x="524789" y="20119"/>
                  <a:pt x="522536" y="19236"/>
                  <a:pt x="520744" y="17470"/>
                </a:cubicBezTo>
                <a:cubicBezTo>
                  <a:pt x="518953" y="15704"/>
                  <a:pt x="518057" y="13490"/>
                  <a:pt x="518057" y="10828"/>
                </a:cubicBezTo>
                <a:moveTo>
                  <a:pt x="519823" y="125707"/>
                </a:moveTo>
                <a:lnTo>
                  <a:pt x="519823" y="40776"/>
                </a:lnTo>
                <a:lnTo>
                  <a:pt x="534874" y="40776"/>
                </a:lnTo>
                <a:lnTo>
                  <a:pt x="534874" y="125707"/>
                </a:lnTo>
                <a:lnTo>
                  <a:pt x="519823" y="125707"/>
                </a:lnTo>
                <a:close/>
                <a:moveTo>
                  <a:pt x="556522" y="84163"/>
                </a:moveTo>
                <a:cubicBezTo>
                  <a:pt x="556522" y="70136"/>
                  <a:pt x="560439" y="59065"/>
                  <a:pt x="568272" y="50951"/>
                </a:cubicBezTo>
                <a:cubicBezTo>
                  <a:pt x="576104" y="42837"/>
                  <a:pt x="586727" y="38780"/>
                  <a:pt x="600140" y="38780"/>
                </a:cubicBezTo>
                <a:cubicBezTo>
                  <a:pt x="612887" y="38780"/>
                  <a:pt x="622883" y="42683"/>
                  <a:pt x="630127" y="50490"/>
                </a:cubicBezTo>
                <a:cubicBezTo>
                  <a:pt x="637371" y="58297"/>
                  <a:pt x="640993" y="69087"/>
                  <a:pt x="640993" y="82858"/>
                </a:cubicBezTo>
                <a:cubicBezTo>
                  <a:pt x="640993" y="96271"/>
                  <a:pt x="637128" y="107098"/>
                  <a:pt x="629397" y="115341"/>
                </a:cubicBezTo>
                <a:cubicBezTo>
                  <a:pt x="621667" y="123583"/>
                  <a:pt x="611300" y="127704"/>
                  <a:pt x="598297" y="127704"/>
                </a:cubicBezTo>
                <a:cubicBezTo>
                  <a:pt x="585601" y="127704"/>
                  <a:pt x="575464" y="123711"/>
                  <a:pt x="567888" y="115725"/>
                </a:cubicBezTo>
                <a:cubicBezTo>
                  <a:pt x="560311" y="107738"/>
                  <a:pt x="556522" y="97218"/>
                  <a:pt x="556522" y="84163"/>
                </a:cubicBezTo>
                <a:moveTo>
                  <a:pt x="571881" y="83703"/>
                </a:moveTo>
                <a:cubicBezTo>
                  <a:pt x="571881" y="93481"/>
                  <a:pt x="574351" y="101185"/>
                  <a:pt x="579291" y="106817"/>
                </a:cubicBezTo>
                <a:cubicBezTo>
                  <a:pt x="584231" y="112448"/>
                  <a:pt x="590874" y="115264"/>
                  <a:pt x="599218" y="115264"/>
                </a:cubicBezTo>
                <a:cubicBezTo>
                  <a:pt x="607819" y="115264"/>
                  <a:pt x="614372" y="112512"/>
                  <a:pt x="618877" y="107009"/>
                </a:cubicBezTo>
                <a:cubicBezTo>
                  <a:pt x="623382" y="101505"/>
                  <a:pt x="625635" y="93609"/>
                  <a:pt x="625635" y="83319"/>
                </a:cubicBezTo>
                <a:cubicBezTo>
                  <a:pt x="625635" y="72977"/>
                  <a:pt x="623382" y="65042"/>
                  <a:pt x="618877" y="59513"/>
                </a:cubicBezTo>
                <a:cubicBezTo>
                  <a:pt x="614372" y="53984"/>
                  <a:pt x="607819" y="51220"/>
                  <a:pt x="599218" y="51220"/>
                </a:cubicBezTo>
                <a:cubicBezTo>
                  <a:pt x="590771" y="51220"/>
                  <a:pt x="584103" y="54112"/>
                  <a:pt x="579214" y="59897"/>
                </a:cubicBezTo>
                <a:cubicBezTo>
                  <a:pt x="574325" y="65682"/>
                  <a:pt x="571881" y="73617"/>
                  <a:pt x="571881" y="83703"/>
                </a:cubicBezTo>
                <a:close/>
                <a:moveTo>
                  <a:pt x="734500" y="125707"/>
                </a:moveTo>
                <a:lnTo>
                  <a:pt x="719525" y="125707"/>
                </a:lnTo>
                <a:lnTo>
                  <a:pt x="719525" y="77406"/>
                </a:lnTo>
                <a:cubicBezTo>
                  <a:pt x="719525" y="59948"/>
                  <a:pt x="713152" y="51220"/>
                  <a:pt x="700404" y="51220"/>
                </a:cubicBezTo>
                <a:cubicBezTo>
                  <a:pt x="693800" y="51220"/>
                  <a:pt x="688374" y="53677"/>
                  <a:pt x="684125" y="58592"/>
                </a:cubicBezTo>
                <a:cubicBezTo>
                  <a:pt x="679876" y="63506"/>
                  <a:pt x="677751" y="69727"/>
                  <a:pt x="677751" y="77252"/>
                </a:cubicBezTo>
                <a:lnTo>
                  <a:pt x="677751" y="125707"/>
                </a:lnTo>
                <a:lnTo>
                  <a:pt x="662700" y="125707"/>
                </a:lnTo>
                <a:lnTo>
                  <a:pt x="662700" y="40776"/>
                </a:lnTo>
                <a:lnTo>
                  <a:pt x="677751" y="40776"/>
                </a:lnTo>
                <a:lnTo>
                  <a:pt x="677751" y="54829"/>
                </a:lnTo>
                <a:lnTo>
                  <a:pt x="678058" y="54829"/>
                </a:lnTo>
                <a:cubicBezTo>
                  <a:pt x="684457" y="44129"/>
                  <a:pt x="693749" y="38780"/>
                  <a:pt x="705933" y="38780"/>
                </a:cubicBezTo>
                <a:cubicBezTo>
                  <a:pt x="715251" y="38780"/>
                  <a:pt x="722341" y="41762"/>
                  <a:pt x="727205" y="47726"/>
                </a:cubicBezTo>
                <a:cubicBezTo>
                  <a:pt x="732068" y="53690"/>
                  <a:pt x="734500" y="62380"/>
                  <a:pt x="734500" y="73796"/>
                </a:cubicBezTo>
                <a:lnTo>
                  <a:pt x="734500" y="125707"/>
                </a:lnTo>
                <a:close/>
                <a:moveTo>
                  <a:pt x="870755" y="125707"/>
                </a:moveTo>
                <a:lnTo>
                  <a:pt x="806788" y="125707"/>
                </a:lnTo>
                <a:lnTo>
                  <a:pt x="806788" y="6758"/>
                </a:lnTo>
                <a:lnTo>
                  <a:pt x="868068" y="6758"/>
                </a:lnTo>
                <a:lnTo>
                  <a:pt x="868068" y="20426"/>
                </a:lnTo>
                <a:lnTo>
                  <a:pt x="822147" y="20426"/>
                </a:lnTo>
                <a:lnTo>
                  <a:pt x="822147" y="58515"/>
                </a:lnTo>
                <a:lnTo>
                  <a:pt x="864689" y="58515"/>
                </a:lnTo>
                <a:lnTo>
                  <a:pt x="864689" y="72107"/>
                </a:lnTo>
                <a:lnTo>
                  <a:pt x="822147" y="72107"/>
                </a:lnTo>
                <a:lnTo>
                  <a:pt x="822147" y="112115"/>
                </a:lnTo>
                <a:lnTo>
                  <a:pt x="870755" y="112115"/>
                </a:lnTo>
                <a:lnTo>
                  <a:pt x="870755" y="125707"/>
                </a:lnTo>
                <a:close/>
                <a:moveTo>
                  <a:pt x="965086" y="125707"/>
                </a:moveTo>
                <a:lnTo>
                  <a:pt x="950035" y="125707"/>
                </a:lnTo>
                <a:lnTo>
                  <a:pt x="950035" y="111578"/>
                </a:lnTo>
                <a:lnTo>
                  <a:pt x="949728" y="111578"/>
                </a:lnTo>
                <a:cubicBezTo>
                  <a:pt x="943533" y="122329"/>
                  <a:pt x="933909" y="127704"/>
                  <a:pt x="920854" y="127704"/>
                </a:cubicBezTo>
                <a:cubicBezTo>
                  <a:pt x="910103" y="127704"/>
                  <a:pt x="901554" y="123877"/>
                  <a:pt x="895206" y="116224"/>
                </a:cubicBezTo>
                <a:cubicBezTo>
                  <a:pt x="888858" y="108570"/>
                  <a:pt x="885684" y="98242"/>
                  <a:pt x="885684" y="85238"/>
                </a:cubicBezTo>
                <a:cubicBezTo>
                  <a:pt x="885684" y="71211"/>
                  <a:pt x="889267" y="59961"/>
                  <a:pt x="896434" y="51489"/>
                </a:cubicBezTo>
                <a:cubicBezTo>
                  <a:pt x="903602" y="43016"/>
                  <a:pt x="912970" y="38780"/>
                  <a:pt x="924540" y="38780"/>
                </a:cubicBezTo>
                <a:cubicBezTo>
                  <a:pt x="936110" y="38780"/>
                  <a:pt x="944506" y="43285"/>
                  <a:pt x="949728" y="52295"/>
                </a:cubicBezTo>
                <a:lnTo>
                  <a:pt x="950035" y="52295"/>
                </a:lnTo>
                <a:lnTo>
                  <a:pt x="950035" y="0"/>
                </a:lnTo>
                <a:lnTo>
                  <a:pt x="965086" y="0"/>
                </a:lnTo>
                <a:lnTo>
                  <a:pt x="965086" y="125707"/>
                </a:lnTo>
                <a:moveTo>
                  <a:pt x="950112" y="75179"/>
                </a:moveTo>
                <a:cubicBezTo>
                  <a:pt x="950112" y="68370"/>
                  <a:pt x="947872" y="62675"/>
                  <a:pt x="943392" y="58093"/>
                </a:cubicBezTo>
                <a:cubicBezTo>
                  <a:pt x="938913" y="53511"/>
                  <a:pt x="933397" y="51220"/>
                  <a:pt x="926844" y="51220"/>
                </a:cubicBezTo>
                <a:cubicBezTo>
                  <a:pt x="918857" y="51220"/>
                  <a:pt x="912561" y="54202"/>
                  <a:pt x="907953" y="60166"/>
                </a:cubicBezTo>
                <a:cubicBezTo>
                  <a:pt x="903346" y="66130"/>
                  <a:pt x="901042" y="74257"/>
                  <a:pt x="901042" y="84547"/>
                </a:cubicBezTo>
                <a:cubicBezTo>
                  <a:pt x="901042" y="94018"/>
                  <a:pt x="903256" y="101505"/>
                  <a:pt x="907684" y="107009"/>
                </a:cubicBezTo>
                <a:cubicBezTo>
                  <a:pt x="912113" y="112512"/>
                  <a:pt x="918013" y="115264"/>
                  <a:pt x="925385" y="115264"/>
                </a:cubicBezTo>
                <a:cubicBezTo>
                  <a:pt x="932654" y="115264"/>
                  <a:pt x="938593" y="112563"/>
                  <a:pt x="943200" y="107162"/>
                </a:cubicBezTo>
                <a:cubicBezTo>
                  <a:pt x="947808" y="101761"/>
                  <a:pt x="950112" y="95042"/>
                  <a:pt x="950112" y="87005"/>
                </a:cubicBezTo>
                <a:lnTo>
                  <a:pt x="950112" y="75179"/>
                </a:lnTo>
                <a:close/>
                <a:moveTo>
                  <a:pt x="1065738" y="118566"/>
                </a:moveTo>
                <a:cubicBezTo>
                  <a:pt x="1065738" y="149999"/>
                  <a:pt x="1050482" y="165716"/>
                  <a:pt x="1019970" y="165716"/>
                </a:cubicBezTo>
                <a:cubicBezTo>
                  <a:pt x="1009424" y="165716"/>
                  <a:pt x="1000260" y="163745"/>
                  <a:pt x="992479" y="159803"/>
                </a:cubicBezTo>
                <a:lnTo>
                  <a:pt x="992479" y="145289"/>
                </a:lnTo>
                <a:cubicBezTo>
                  <a:pt x="1001950" y="150562"/>
                  <a:pt x="1011037" y="153199"/>
                  <a:pt x="1019740" y="153199"/>
                </a:cubicBezTo>
                <a:cubicBezTo>
                  <a:pt x="1040371" y="153199"/>
                  <a:pt x="1050686" y="142346"/>
                  <a:pt x="1050686" y="120639"/>
                </a:cubicBezTo>
                <a:lnTo>
                  <a:pt x="1050686" y="111655"/>
                </a:lnTo>
                <a:lnTo>
                  <a:pt x="1050379" y="111655"/>
                </a:lnTo>
                <a:cubicBezTo>
                  <a:pt x="1043929" y="122354"/>
                  <a:pt x="1034304" y="127704"/>
                  <a:pt x="1021506" y="127704"/>
                </a:cubicBezTo>
                <a:cubicBezTo>
                  <a:pt x="1010857" y="127704"/>
                  <a:pt x="1002334" y="123890"/>
                  <a:pt x="995934" y="116262"/>
                </a:cubicBezTo>
                <a:cubicBezTo>
                  <a:pt x="989535" y="108634"/>
                  <a:pt x="986335" y="98523"/>
                  <a:pt x="986335" y="85930"/>
                </a:cubicBezTo>
                <a:cubicBezTo>
                  <a:pt x="986335" y="71442"/>
                  <a:pt x="989868" y="59961"/>
                  <a:pt x="996933" y="51489"/>
                </a:cubicBezTo>
                <a:cubicBezTo>
                  <a:pt x="1003997" y="43016"/>
                  <a:pt x="1013417" y="38780"/>
                  <a:pt x="1025192" y="38780"/>
                </a:cubicBezTo>
                <a:cubicBezTo>
                  <a:pt x="1036506" y="38780"/>
                  <a:pt x="1044902" y="43285"/>
                  <a:pt x="1050379" y="52295"/>
                </a:cubicBezTo>
                <a:lnTo>
                  <a:pt x="1050686" y="52295"/>
                </a:lnTo>
                <a:lnTo>
                  <a:pt x="1050686" y="40776"/>
                </a:lnTo>
                <a:lnTo>
                  <a:pt x="1065738" y="40776"/>
                </a:lnTo>
                <a:lnTo>
                  <a:pt x="1065738" y="118566"/>
                </a:lnTo>
                <a:moveTo>
                  <a:pt x="1050686" y="75179"/>
                </a:moveTo>
                <a:cubicBezTo>
                  <a:pt x="1050738" y="68626"/>
                  <a:pt x="1048536" y="62994"/>
                  <a:pt x="1044082" y="58285"/>
                </a:cubicBezTo>
                <a:cubicBezTo>
                  <a:pt x="1039629" y="53575"/>
                  <a:pt x="1034151" y="51220"/>
                  <a:pt x="1027649" y="51220"/>
                </a:cubicBezTo>
                <a:cubicBezTo>
                  <a:pt x="1019458" y="51220"/>
                  <a:pt x="1013084" y="54227"/>
                  <a:pt x="1008528" y="60243"/>
                </a:cubicBezTo>
                <a:cubicBezTo>
                  <a:pt x="1003972" y="66258"/>
                  <a:pt x="1001694" y="74513"/>
                  <a:pt x="1001694" y="85008"/>
                </a:cubicBezTo>
                <a:cubicBezTo>
                  <a:pt x="1001694" y="94018"/>
                  <a:pt x="1003895" y="101313"/>
                  <a:pt x="1008298" y="106894"/>
                </a:cubicBezTo>
                <a:cubicBezTo>
                  <a:pt x="1012700" y="112474"/>
                  <a:pt x="1018536" y="115264"/>
                  <a:pt x="1025806" y="115264"/>
                </a:cubicBezTo>
                <a:cubicBezTo>
                  <a:pt x="1033127" y="115264"/>
                  <a:pt x="1039117" y="112602"/>
                  <a:pt x="1043775" y="107277"/>
                </a:cubicBezTo>
                <a:cubicBezTo>
                  <a:pt x="1048434" y="101953"/>
                  <a:pt x="1050738" y="95196"/>
                  <a:pt x="1050686" y="87005"/>
                </a:cubicBezTo>
                <a:lnTo>
                  <a:pt x="1050686" y="75179"/>
                </a:lnTo>
                <a:close/>
                <a:moveTo>
                  <a:pt x="1161859" y="87081"/>
                </a:moveTo>
                <a:lnTo>
                  <a:pt x="1102423" y="87081"/>
                </a:lnTo>
                <a:cubicBezTo>
                  <a:pt x="1102679" y="96143"/>
                  <a:pt x="1105162" y="103144"/>
                  <a:pt x="1109872" y="108084"/>
                </a:cubicBezTo>
                <a:cubicBezTo>
                  <a:pt x="1114582" y="113024"/>
                  <a:pt x="1121160" y="115494"/>
                  <a:pt x="1129607" y="115494"/>
                </a:cubicBezTo>
                <a:cubicBezTo>
                  <a:pt x="1139129" y="115494"/>
                  <a:pt x="1147858" y="112448"/>
                  <a:pt x="1155793" y="106356"/>
                </a:cubicBezTo>
                <a:lnTo>
                  <a:pt x="1155793" y="119794"/>
                </a:lnTo>
                <a:cubicBezTo>
                  <a:pt x="1148319" y="125067"/>
                  <a:pt x="1138412" y="127704"/>
                  <a:pt x="1126075" y="127704"/>
                </a:cubicBezTo>
                <a:cubicBezTo>
                  <a:pt x="1113788" y="127704"/>
                  <a:pt x="1104202" y="123813"/>
                  <a:pt x="1097316" y="116032"/>
                </a:cubicBezTo>
                <a:cubicBezTo>
                  <a:pt x="1090431" y="108250"/>
                  <a:pt x="1086988" y="97448"/>
                  <a:pt x="1086988" y="83626"/>
                </a:cubicBezTo>
                <a:cubicBezTo>
                  <a:pt x="1086988" y="70622"/>
                  <a:pt x="1090763" y="59897"/>
                  <a:pt x="1098315" y="51450"/>
                </a:cubicBezTo>
                <a:cubicBezTo>
                  <a:pt x="1105866" y="43003"/>
                  <a:pt x="1115247" y="38780"/>
                  <a:pt x="1126459" y="38780"/>
                </a:cubicBezTo>
                <a:cubicBezTo>
                  <a:pt x="1137568" y="38780"/>
                  <a:pt x="1146245" y="42350"/>
                  <a:pt x="1152491" y="49492"/>
                </a:cubicBezTo>
                <a:cubicBezTo>
                  <a:pt x="1158737" y="56634"/>
                  <a:pt x="1161859" y="66629"/>
                  <a:pt x="1161859" y="79479"/>
                </a:cubicBezTo>
                <a:lnTo>
                  <a:pt x="1161859" y="87081"/>
                </a:lnTo>
                <a:moveTo>
                  <a:pt x="1146808" y="75025"/>
                </a:moveTo>
                <a:cubicBezTo>
                  <a:pt x="1146757" y="67346"/>
                  <a:pt x="1144940" y="61407"/>
                  <a:pt x="1141356" y="57210"/>
                </a:cubicBezTo>
                <a:cubicBezTo>
                  <a:pt x="1137773" y="53012"/>
                  <a:pt x="1132730" y="50913"/>
                  <a:pt x="1126228" y="50913"/>
                </a:cubicBezTo>
                <a:cubicBezTo>
                  <a:pt x="1120239" y="50913"/>
                  <a:pt x="1115055" y="53140"/>
                  <a:pt x="1110678" y="57593"/>
                </a:cubicBezTo>
                <a:cubicBezTo>
                  <a:pt x="1106301" y="62047"/>
                  <a:pt x="1103549" y="67858"/>
                  <a:pt x="1102423" y="75025"/>
                </a:cubicBezTo>
                <a:lnTo>
                  <a:pt x="1146808" y="75025"/>
                </a:lnTo>
                <a:close/>
                <a:moveTo>
                  <a:pt x="1177395" y="107354"/>
                </a:moveTo>
                <a:cubicBezTo>
                  <a:pt x="1184971" y="112832"/>
                  <a:pt x="1193137" y="115571"/>
                  <a:pt x="1201891" y="115571"/>
                </a:cubicBezTo>
                <a:cubicBezTo>
                  <a:pt x="1213614" y="115571"/>
                  <a:pt x="1219476" y="111731"/>
                  <a:pt x="1219476" y="104052"/>
                </a:cubicBezTo>
                <a:cubicBezTo>
                  <a:pt x="1219476" y="100776"/>
                  <a:pt x="1218196" y="98075"/>
                  <a:pt x="1215637" y="95951"/>
                </a:cubicBezTo>
                <a:cubicBezTo>
                  <a:pt x="1213077" y="93826"/>
                  <a:pt x="1207881" y="91305"/>
                  <a:pt x="1200048" y="88387"/>
                </a:cubicBezTo>
                <a:cubicBezTo>
                  <a:pt x="1190628" y="84598"/>
                  <a:pt x="1184511" y="80848"/>
                  <a:pt x="1181695" y="77137"/>
                </a:cubicBezTo>
                <a:cubicBezTo>
                  <a:pt x="1178879" y="73425"/>
                  <a:pt x="1177471" y="68933"/>
                  <a:pt x="1177471" y="63660"/>
                </a:cubicBezTo>
                <a:cubicBezTo>
                  <a:pt x="1177471" y="56134"/>
                  <a:pt x="1180658" y="50106"/>
                  <a:pt x="1187032" y="45576"/>
                </a:cubicBezTo>
                <a:cubicBezTo>
                  <a:pt x="1193406" y="41045"/>
                  <a:pt x="1201251" y="38780"/>
                  <a:pt x="1210568" y="38780"/>
                </a:cubicBezTo>
                <a:cubicBezTo>
                  <a:pt x="1217787" y="38780"/>
                  <a:pt x="1224493" y="40034"/>
                  <a:pt x="1230688" y="42542"/>
                </a:cubicBezTo>
                <a:lnTo>
                  <a:pt x="1230688" y="57056"/>
                </a:lnTo>
                <a:cubicBezTo>
                  <a:pt x="1224340" y="52960"/>
                  <a:pt x="1217147" y="50913"/>
                  <a:pt x="1209109" y="50913"/>
                </a:cubicBezTo>
                <a:cubicBezTo>
                  <a:pt x="1204297" y="50913"/>
                  <a:pt x="1200381" y="51962"/>
                  <a:pt x="1197360" y="54061"/>
                </a:cubicBezTo>
                <a:cubicBezTo>
                  <a:pt x="1194340" y="56160"/>
                  <a:pt x="1192830" y="58925"/>
                  <a:pt x="1192830" y="62355"/>
                </a:cubicBezTo>
                <a:cubicBezTo>
                  <a:pt x="1192830" y="65733"/>
                  <a:pt x="1193918" y="68370"/>
                  <a:pt x="1196093" y="70264"/>
                </a:cubicBezTo>
                <a:cubicBezTo>
                  <a:pt x="1198269" y="72158"/>
                  <a:pt x="1203094" y="74590"/>
                  <a:pt x="1210568" y="77559"/>
                </a:cubicBezTo>
                <a:cubicBezTo>
                  <a:pt x="1220039" y="81092"/>
                  <a:pt x="1226439" y="84752"/>
                  <a:pt x="1229766" y="88540"/>
                </a:cubicBezTo>
                <a:cubicBezTo>
                  <a:pt x="1233094" y="92329"/>
                  <a:pt x="1234758" y="97013"/>
                  <a:pt x="1234758" y="102593"/>
                </a:cubicBezTo>
                <a:cubicBezTo>
                  <a:pt x="1234758" y="110375"/>
                  <a:pt x="1231571" y="116505"/>
                  <a:pt x="1225197" y="120985"/>
                </a:cubicBezTo>
                <a:cubicBezTo>
                  <a:pt x="1218824" y="125464"/>
                  <a:pt x="1210568" y="127704"/>
                  <a:pt x="1200432" y="127704"/>
                </a:cubicBezTo>
                <a:cubicBezTo>
                  <a:pt x="1191627" y="127704"/>
                  <a:pt x="1183947" y="126040"/>
                  <a:pt x="1177395" y="122713"/>
                </a:cubicBezTo>
                <a:lnTo>
                  <a:pt x="1177395" y="107354"/>
                </a:lnTo>
                <a:close/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354A2-D4EA-4DA4-8DFE-97959995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798" y="666965"/>
            <a:ext cx="401428" cy="392910"/>
          </a:xfrm>
          <a:custGeom xmlns:a="http://schemas.openxmlformats.org/drawingml/2006/main">
            <a:pathLst>
              <a:path w="401428" h="392910">
                <a:moveTo>
                  <a:pt x="0" y="196455"/>
                </a:moveTo>
                <a:cubicBezTo>
                  <a:pt x="0" y="87939"/>
                  <a:pt x="89905" y="0"/>
                  <a:pt x="200780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970"/>
                  <a:pt x="311523" y="392910"/>
                  <a:pt x="200780" y="392910"/>
                </a:cubicBezTo>
                <a:cubicBezTo>
                  <a:pt x="89905" y="392910"/>
                  <a:pt x="0" y="304970"/>
                  <a:pt x="0" y="1964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E6554-04AB-42F5-9637-B868C596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798" y="666965"/>
            <a:ext cx="401428" cy="392910"/>
          </a:xfrm>
          <a:custGeom xmlns:a="http://schemas.openxmlformats.org/drawingml/2006/main">
            <a:pathLst>
              <a:path w="401428" h="392910" fill="none">
                <a:moveTo>
                  <a:pt x="0" y="196455"/>
                </a:moveTo>
                <a:cubicBezTo>
                  <a:pt x="0" y="87939"/>
                  <a:pt x="89905" y="0"/>
                  <a:pt x="200780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970"/>
                  <a:pt x="311523" y="392910"/>
                  <a:pt x="200780" y="392910"/>
                </a:cubicBezTo>
                <a:cubicBezTo>
                  <a:pt x="89905" y="392910"/>
                  <a:pt x="0" y="304970"/>
                  <a:pt x="0" y="1964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45" name="Text 1">
            <a:extLst xmlns:a="http://schemas.openxmlformats.org/drawingml/2006/main">
              <a:ext uri="{FF2B5EF4-FFF2-40B4-BE49-F238E27FC236}">
                <a16:creationId xmlns:a16="http://schemas.microsoft.com/office/drawing/2014/main" id="{A8068B2D-2C8B-47C3-A3E4-C68C3C1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879" y="801823"/>
            <a:ext cx="88038" cy="134202"/>
          </a:xfrm>
          <a:custGeom xmlns:a="http://schemas.openxmlformats.org/drawingml/2006/main">
            <a:pathLst>
              <a:path w="88038" h="134202">
                <a:moveTo>
                  <a:pt x="88038" y="134202"/>
                </a:moveTo>
                <a:lnTo>
                  <a:pt x="4187" y="134202"/>
                </a:lnTo>
                <a:lnTo>
                  <a:pt x="4187" y="117657"/>
                </a:lnTo>
                <a:lnTo>
                  <a:pt x="38504" y="117657"/>
                </a:lnTo>
                <a:lnTo>
                  <a:pt x="38504" y="20120"/>
                </a:lnTo>
                <a:lnTo>
                  <a:pt x="6536" y="37585"/>
                </a:lnTo>
                <a:lnTo>
                  <a:pt x="0" y="22469"/>
                </a:lnTo>
                <a:lnTo>
                  <a:pt x="42487" y="0"/>
                </a:lnTo>
                <a:lnTo>
                  <a:pt x="58216" y="0"/>
                </a:lnTo>
                <a:lnTo>
                  <a:pt x="58216" y="117657"/>
                </a:lnTo>
                <a:lnTo>
                  <a:pt x="88038" y="117657"/>
                </a:lnTo>
                <a:lnTo>
                  <a:pt x="88038" y="1342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98860-8AA3-4376-BE13-5E6F3088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813" y="1002078"/>
            <a:ext cx="187936" cy="404967"/>
          </a:xfrm>
          <a:custGeom xmlns:a="http://schemas.openxmlformats.org/drawingml/2006/main">
            <a:pathLst>
              <a:path w="187936" h="404967">
                <a:moveTo>
                  <a:pt x="4063" y="76800"/>
                </a:moveTo>
                <a:lnTo>
                  <a:pt x="8912" y="114151"/>
                </a:lnTo>
                <a:lnTo>
                  <a:pt x="15465" y="150847"/>
                </a:lnTo>
                <a:lnTo>
                  <a:pt x="23721" y="186232"/>
                </a:lnTo>
                <a:lnTo>
                  <a:pt x="33289" y="220176"/>
                </a:lnTo>
                <a:lnTo>
                  <a:pt x="44166" y="252154"/>
                </a:lnTo>
                <a:lnTo>
                  <a:pt x="50195" y="267619"/>
                </a:lnTo>
                <a:lnTo>
                  <a:pt x="56486" y="282428"/>
                </a:lnTo>
                <a:lnTo>
                  <a:pt x="62907" y="296582"/>
                </a:lnTo>
                <a:lnTo>
                  <a:pt x="69853" y="310212"/>
                </a:lnTo>
                <a:lnTo>
                  <a:pt x="76800" y="323187"/>
                </a:lnTo>
                <a:lnTo>
                  <a:pt x="84139" y="335375"/>
                </a:lnTo>
                <a:lnTo>
                  <a:pt x="91478" y="346908"/>
                </a:lnTo>
                <a:lnTo>
                  <a:pt x="99341" y="357786"/>
                </a:lnTo>
                <a:lnTo>
                  <a:pt x="107991" y="368533"/>
                </a:lnTo>
                <a:lnTo>
                  <a:pt x="115249" y="373781"/>
                </a:lnTo>
                <a:lnTo>
                  <a:pt x="100128" y="400773"/>
                </a:lnTo>
                <a:lnTo>
                  <a:pt x="187936" y="404967"/>
                </a:lnTo>
                <a:lnTo>
                  <a:pt x="138527" y="332230"/>
                </a:lnTo>
                <a:lnTo>
                  <a:pt x="124879" y="356593"/>
                </a:lnTo>
                <a:lnTo>
                  <a:pt x="121466" y="354111"/>
                </a:lnTo>
                <a:lnTo>
                  <a:pt x="114806" y="345729"/>
                </a:lnTo>
                <a:lnTo>
                  <a:pt x="115068" y="346122"/>
                </a:lnTo>
                <a:lnTo>
                  <a:pt x="107715" y="335931"/>
                </a:lnTo>
                <a:lnTo>
                  <a:pt x="100783" y="324891"/>
                </a:lnTo>
                <a:lnTo>
                  <a:pt x="100914" y="325153"/>
                </a:lnTo>
                <a:lnTo>
                  <a:pt x="93837" y="313358"/>
                </a:lnTo>
                <a:lnTo>
                  <a:pt x="93968" y="313620"/>
                </a:lnTo>
                <a:lnTo>
                  <a:pt x="87153" y="300907"/>
                </a:lnTo>
                <a:lnTo>
                  <a:pt x="87284" y="301301"/>
                </a:lnTo>
                <a:lnTo>
                  <a:pt x="80600" y="287933"/>
                </a:lnTo>
                <a:lnTo>
                  <a:pt x="80731" y="288326"/>
                </a:lnTo>
                <a:lnTo>
                  <a:pt x="74309" y="274303"/>
                </a:lnTo>
                <a:lnTo>
                  <a:pt x="74441" y="274565"/>
                </a:lnTo>
                <a:lnTo>
                  <a:pt x="68412" y="260149"/>
                </a:lnTo>
                <a:lnTo>
                  <a:pt x="68543" y="260411"/>
                </a:lnTo>
                <a:lnTo>
                  <a:pt x="62645" y="245339"/>
                </a:lnTo>
                <a:lnTo>
                  <a:pt x="62776" y="245732"/>
                </a:lnTo>
                <a:lnTo>
                  <a:pt x="51899" y="214016"/>
                </a:lnTo>
                <a:lnTo>
                  <a:pt x="52030" y="214541"/>
                </a:lnTo>
                <a:lnTo>
                  <a:pt x="42594" y="181121"/>
                </a:lnTo>
                <a:lnTo>
                  <a:pt x="42725" y="181514"/>
                </a:lnTo>
                <a:lnTo>
                  <a:pt x="34730" y="146653"/>
                </a:lnTo>
                <a:lnTo>
                  <a:pt x="34861" y="147177"/>
                </a:lnTo>
                <a:lnTo>
                  <a:pt x="28308" y="111005"/>
                </a:lnTo>
                <a:lnTo>
                  <a:pt x="28439" y="111399"/>
                </a:lnTo>
                <a:lnTo>
                  <a:pt x="23590" y="74441"/>
                </a:lnTo>
                <a:lnTo>
                  <a:pt x="23590" y="74965"/>
                </a:lnTo>
                <a:lnTo>
                  <a:pt x="20576" y="37351"/>
                </a:lnTo>
                <a:lnTo>
                  <a:pt x="20576" y="37876"/>
                </a:lnTo>
                <a:lnTo>
                  <a:pt x="19659" y="0"/>
                </a:lnTo>
                <a:lnTo>
                  <a:pt x="0" y="524"/>
                </a:lnTo>
                <a:lnTo>
                  <a:pt x="917" y="38662"/>
                </a:lnTo>
                <a:lnTo>
                  <a:pt x="4063" y="7680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0058D-CD79-4142-9B80-D9A97315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16" y="1203382"/>
            <a:ext cx="265915" cy="213492"/>
          </a:xfrm>
          <a:custGeom xmlns:a="http://schemas.openxmlformats.org/drawingml/2006/main">
            <a:pathLst>
              <a:path w="265915" h="213492">
                <a:moveTo>
                  <a:pt x="250057" y="0"/>
                </a:moveTo>
                <a:lnTo>
                  <a:pt x="190426" y="64480"/>
                </a:lnTo>
                <a:lnTo>
                  <a:pt x="216296" y="72026"/>
                </a:lnTo>
                <a:lnTo>
                  <a:pt x="208819" y="87183"/>
                </a:lnTo>
                <a:lnTo>
                  <a:pt x="196324" y="103142"/>
                </a:lnTo>
                <a:lnTo>
                  <a:pt x="196848" y="102356"/>
                </a:lnTo>
                <a:lnTo>
                  <a:pt x="181776" y="118345"/>
                </a:lnTo>
                <a:lnTo>
                  <a:pt x="182303" y="117689"/>
                </a:lnTo>
                <a:lnTo>
                  <a:pt x="165758" y="132422"/>
                </a:lnTo>
                <a:lnTo>
                  <a:pt x="147833" y="145867"/>
                </a:lnTo>
                <a:lnTo>
                  <a:pt x="148488" y="145342"/>
                </a:lnTo>
                <a:lnTo>
                  <a:pt x="129402" y="157511"/>
                </a:lnTo>
                <a:lnTo>
                  <a:pt x="109040" y="168146"/>
                </a:lnTo>
                <a:lnTo>
                  <a:pt x="109695" y="167884"/>
                </a:lnTo>
                <a:lnTo>
                  <a:pt x="88070" y="177058"/>
                </a:lnTo>
                <a:lnTo>
                  <a:pt x="88857" y="176796"/>
                </a:lnTo>
                <a:lnTo>
                  <a:pt x="67017" y="184119"/>
                </a:lnTo>
                <a:lnTo>
                  <a:pt x="44559" y="189509"/>
                </a:lnTo>
                <a:lnTo>
                  <a:pt x="45346" y="189247"/>
                </a:lnTo>
                <a:lnTo>
                  <a:pt x="22149" y="192785"/>
                </a:lnTo>
                <a:lnTo>
                  <a:pt x="22935" y="192654"/>
                </a:lnTo>
                <a:lnTo>
                  <a:pt x="11142" y="193572"/>
                </a:lnTo>
                <a:lnTo>
                  <a:pt x="11664" y="193572"/>
                </a:lnTo>
                <a:lnTo>
                  <a:pt x="0" y="193834"/>
                </a:lnTo>
                <a:lnTo>
                  <a:pt x="524" y="213492"/>
                </a:lnTo>
                <a:lnTo>
                  <a:pt x="12450" y="213099"/>
                </a:lnTo>
                <a:lnTo>
                  <a:pt x="24770" y="212182"/>
                </a:lnTo>
                <a:lnTo>
                  <a:pt x="48622" y="208643"/>
                </a:lnTo>
                <a:lnTo>
                  <a:pt x="72475" y="203008"/>
                </a:lnTo>
                <a:lnTo>
                  <a:pt x="95410" y="195275"/>
                </a:lnTo>
                <a:lnTo>
                  <a:pt x="117820" y="185839"/>
                </a:lnTo>
                <a:lnTo>
                  <a:pt x="139183" y="174568"/>
                </a:lnTo>
                <a:lnTo>
                  <a:pt x="159366" y="161725"/>
                </a:lnTo>
                <a:lnTo>
                  <a:pt x="178238" y="147570"/>
                </a:lnTo>
                <a:lnTo>
                  <a:pt x="195668" y="132237"/>
                </a:lnTo>
                <a:lnTo>
                  <a:pt x="211395" y="115592"/>
                </a:lnTo>
                <a:lnTo>
                  <a:pt x="225681" y="97638"/>
                </a:lnTo>
                <a:lnTo>
                  <a:pt x="235512" y="77630"/>
                </a:lnTo>
                <a:lnTo>
                  <a:pt x="265915" y="86498"/>
                </a:lnTo>
                <a:lnTo>
                  <a:pt x="250057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52A45-AE4D-421C-9174-97D8C236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2528" y="1603106"/>
            <a:ext cx="174699" cy="370368"/>
          </a:xfrm>
          <a:custGeom xmlns:a="http://schemas.openxmlformats.org/drawingml/2006/main">
            <a:pathLst>
              <a:path w="174699" h="370368">
                <a:moveTo>
                  <a:pt x="89774" y="317814"/>
                </a:moveTo>
                <a:lnTo>
                  <a:pt x="96720" y="307329"/>
                </a:lnTo>
                <a:lnTo>
                  <a:pt x="103404" y="296058"/>
                </a:lnTo>
                <a:lnTo>
                  <a:pt x="109957" y="284263"/>
                </a:lnTo>
                <a:lnTo>
                  <a:pt x="116248" y="271682"/>
                </a:lnTo>
                <a:lnTo>
                  <a:pt x="122407" y="258576"/>
                </a:lnTo>
                <a:lnTo>
                  <a:pt x="133547" y="231054"/>
                </a:lnTo>
                <a:lnTo>
                  <a:pt x="143770" y="201566"/>
                </a:lnTo>
                <a:lnTo>
                  <a:pt x="152813" y="170505"/>
                </a:lnTo>
                <a:lnTo>
                  <a:pt x="160414" y="138134"/>
                </a:lnTo>
                <a:lnTo>
                  <a:pt x="166443" y="104584"/>
                </a:lnTo>
                <a:lnTo>
                  <a:pt x="170899" y="70378"/>
                </a:lnTo>
                <a:lnTo>
                  <a:pt x="173782" y="35385"/>
                </a:lnTo>
                <a:lnTo>
                  <a:pt x="174699" y="524"/>
                </a:lnTo>
                <a:lnTo>
                  <a:pt x="155041" y="0"/>
                </a:lnTo>
                <a:lnTo>
                  <a:pt x="154123" y="34599"/>
                </a:lnTo>
                <a:lnTo>
                  <a:pt x="154123" y="34075"/>
                </a:lnTo>
                <a:lnTo>
                  <a:pt x="151371" y="68543"/>
                </a:lnTo>
                <a:lnTo>
                  <a:pt x="151371" y="68019"/>
                </a:lnTo>
                <a:lnTo>
                  <a:pt x="147046" y="101831"/>
                </a:lnTo>
                <a:lnTo>
                  <a:pt x="147046" y="101307"/>
                </a:lnTo>
                <a:lnTo>
                  <a:pt x="141018" y="134334"/>
                </a:lnTo>
                <a:lnTo>
                  <a:pt x="141149" y="133940"/>
                </a:lnTo>
                <a:lnTo>
                  <a:pt x="133678" y="165787"/>
                </a:lnTo>
                <a:lnTo>
                  <a:pt x="133809" y="165394"/>
                </a:lnTo>
                <a:lnTo>
                  <a:pt x="125029" y="195931"/>
                </a:lnTo>
                <a:lnTo>
                  <a:pt x="125160" y="195406"/>
                </a:lnTo>
                <a:lnTo>
                  <a:pt x="115068" y="224370"/>
                </a:lnTo>
                <a:lnTo>
                  <a:pt x="115330" y="223977"/>
                </a:lnTo>
                <a:lnTo>
                  <a:pt x="104322" y="250975"/>
                </a:lnTo>
                <a:lnTo>
                  <a:pt x="104453" y="250450"/>
                </a:lnTo>
                <a:lnTo>
                  <a:pt x="98555" y="263294"/>
                </a:lnTo>
                <a:lnTo>
                  <a:pt x="98555" y="263032"/>
                </a:lnTo>
                <a:lnTo>
                  <a:pt x="92526" y="275220"/>
                </a:lnTo>
                <a:lnTo>
                  <a:pt x="92657" y="274827"/>
                </a:lnTo>
                <a:lnTo>
                  <a:pt x="86367" y="286360"/>
                </a:lnTo>
                <a:lnTo>
                  <a:pt x="86498" y="286098"/>
                </a:lnTo>
                <a:lnTo>
                  <a:pt x="79945" y="296976"/>
                </a:lnTo>
                <a:lnTo>
                  <a:pt x="80207" y="296582"/>
                </a:lnTo>
                <a:lnTo>
                  <a:pt x="73523" y="306805"/>
                </a:lnTo>
                <a:lnTo>
                  <a:pt x="73654" y="306543"/>
                </a:lnTo>
                <a:lnTo>
                  <a:pt x="67748" y="314834"/>
                </a:lnTo>
                <a:lnTo>
                  <a:pt x="61607" y="320003"/>
                </a:lnTo>
                <a:lnTo>
                  <a:pt x="47836" y="296582"/>
                </a:lnTo>
                <a:lnTo>
                  <a:pt x="0" y="370368"/>
                </a:lnTo>
                <a:lnTo>
                  <a:pt x="87677" y="364339"/>
                </a:lnTo>
                <a:lnTo>
                  <a:pt x="71718" y="337198"/>
                </a:lnTo>
                <a:lnTo>
                  <a:pt x="82042" y="328560"/>
                </a:lnTo>
                <a:lnTo>
                  <a:pt x="89774" y="317814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1FDF8-13B8-4FAA-A764-DC3DE57A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940" y="485057"/>
            <a:ext cx="1496542" cy="1172700"/>
          </a:xfrm>
          <a:custGeom xmlns:a="http://schemas.openxmlformats.org/drawingml/2006/main">
            <a:pathLst>
              <a:path w="1496542" h="1172700" fill="none">
                <a:moveTo>
                  <a:pt x="0" y="195537"/>
                </a:moveTo>
                <a:cubicBezTo>
                  <a:pt x="0" y="87546"/>
                  <a:pt x="87415" y="0"/>
                  <a:pt x="195406" y="0"/>
                </a:cubicBezTo>
                <a:lnTo>
                  <a:pt x="1301136" y="0"/>
                </a:lnTo>
                <a:cubicBezTo>
                  <a:pt x="1409127" y="0"/>
                  <a:pt x="1496542" y="87546"/>
                  <a:pt x="1496542" y="195537"/>
                </a:cubicBezTo>
                <a:lnTo>
                  <a:pt x="1496542" y="977163"/>
                </a:lnTo>
                <a:cubicBezTo>
                  <a:pt x="1496542" y="1085154"/>
                  <a:pt x="1409127" y="1172700"/>
                  <a:pt x="1301136" y="1172700"/>
                </a:cubicBezTo>
                <a:lnTo>
                  <a:pt x="195406" y="1172700"/>
                </a:lnTo>
                <a:cubicBezTo>
                  <a:pt x="87415" y="1172700"/>
                  <a:pt x="0" y="1085154"/>
                  <a:pt x="0" y="977163"/>
                </a:cubicBezTo>
                <a:lnTo>
                  <a:pt x="0" y="195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9" cap="flat">
            <a:solidFill>
              <a:srgbClr val="C00000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A94BD-80C0-4FA2-AE8A-591D00D5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618" y="1210459"/>
            <a:ext cx="401428" cy="392910"/>
          </a:xfrm>
          <a:custGeom xmlns:a="http://schemas.openxmlformats.org/drawingml/2006/main">
            <a:pathLst>
              <a:path w="401428" h="392910">
                <a:moveTo>
                  <a:pt x="0" y="196455"/>
                </a:moveTo>
                <a:cubicBezTo>
                  <a:pt x="0" y="87939"/>
                  <a:pt x="89905" y="0"/>
                  <a:pt x="200780" y="0"/>
                </a:cubicBezTo>
                <a:cubicBezTo>
                  <a:pt x="311654" y="0"/>
                  <a:pt x="401428" y="87939"/>
                  <a:pt x="401428" y="196455"/>
                </a:cubicBezTo>
                <a:cubicBezTo>
                  <a:pt x="401428" y="304970"/>
                  <a:pt x="311654" y="392910"/>
                  <a:pt x="200780" y="392910"/>
                </a:cubicBezTo>
                <a:cubicBezTo>
                  <a:pt x="89905" y="392910"/>
                  <a:pt x="0" y="304970"/>
                  <a:pt x="0" y="1964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2EC89-5713-4BA3-8642-D2D4CAFD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618" y="1210459"/>
            <a:ext cx="401428" cy="392910"/>
          </a:xfrm>
          <a:custGeom xmlns:a="http://schemas.openxmlformats.org/drawingml/2006/main">
            <a:pathLst>
              <a:path w="401428" h="392910" fill="none">
                <a:moveTo>
                  <a:pt x="0" y="196455"/>
                </a:moveTo>
                <a:cubicBezTo>
                  <a:pt x="0" y="87939"/>
                  <a:pt x="89905" y="0"/>
                  <a:pt x="200780" y="0"/>
                </a:cubicBezTo>
                <a:cubicBezTo>
                  <a:pt x="311654" y="0"/>
                  <a:pt x="401428" y="87939"/>
                  <a:pt x="401428" y="196455"/>
                </a:cubicBezTo>
                <a:cubicBezTo>
                  <a:pt x="401428" y="304970"/>
                  <a:pt x="311654" y="392910"/>
                  <a:pt x="200780" y="392910"/>
                </a:cubicBezTo>
                <a:cubicBezTo>
                  <a:pt x="89905" y="392910"/>
                  <a:pt x="0" y="304970"/>
                  <a:pt x="0" y="1964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52" name="Text 2">
            <a:extLst xmlns:a="http://schemas.openxmlformats.org/drawingml/2006/main">
              <a:ext uri="{FF2B5EF4-FFF2-40B4-BE49-F238E27FC236}">
                <a16:creationId xmlns:a16="http://schemas.microsoft.com/office/drawing/2014/main" id="{67D84558-B52A-420C-924D-802FEE39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57" y="1344354"/>
            <a:ext cx="87936" cy="135428"/>
          </a:xfrm>
          <a:custGeom xmlns:a="http://schemas.openxmlformats.org/drawingml/2006/main">
            <a:pathLst>
              <a:path w="87936" h="135428">
                <a:moveTo>
                  <a:pt x="87936" y="135428"/>
                </a:moveTo>
                <a:lnTo>
                  <a:pt x="0" y="135428"/>
                </a:lnTo>
                <a:lnTo>
                  <a:pt x="0" y="119495"/>
                </a:lnTo>
                <a:lnTo>
                  <a:pt x="34521" y="85143"/>
                </a:lnTo>
                <a:cubicBezTo>
                  <a:pt x="40172" y="79554"/>
                  <a:pt x="44768" y="74715"/>
                  <a:pt x="48309" y="70628"/>
                </a:cubicBezTo>
                <a:cubicBezTo>
                  <a:pt x="51849" y="66538"/>
                  <a:pt x="54607" y="62807"/>
                  <a:pt x="56581" y="59435"/>
                </a:cubicBezTo>
                <a:cubicBezTo>
                  <a:pt x="58556" y="56060"/>
                  <a:pt x="59884" y="52874"/>
                  <a:pt x="60565" y="49876"/>
                </a:cubicBezTo>
                <a:cubicBezTo>
                  <a:pt x="61245" y="46878"/>
                  <a:pt x="61586" y="43641"/>
                  <a:pt x="61586" y="40167"/>
                </a:cubicBezTo>
                <a:cubicBezTo>
                  <a:pt x="61586" y="36894"/>
                  <a:pt x="61143" y="33776"/>
                  <a:pt x="60258" y="30812"/>
                </a:cubicBezTo>
                <a:cubicBezTo>
                  <a:pt x="59373" y="27846"/>
                  <a:pt x="58011" y="25238"/>
                  <a:pt x="56173" y="22989"/>
                </a:cubicBezTo>
                <a:cubicBezTo>
                  <a:pt x="54334" y="20738"/>
                  <a:pt x="51951" y="18966"/>
                  <a:pt x="49024" y="17672"/>
                </a:cubicBezTo>
                <a:cubicBezTo>
                  <a:pt x="46096" y="16376"/>
                  <a:pt x="42589" y="15728"/>
                  <a:pt x="38504" y="15728"/>
                </a:cubicBezTo>
                <a:cubicBezTo>
                  <a:pt x="32853" y="15728"/>
                  <a:pt x="27712" y="16998"/>
                  <a:pt x="23082" y="19536"/>
                </a:cubicBezTo>
                <a:cubicBezTo>
                  <a:pt x="18452" y="22074"/>
                  <a:pt x="14196" y="25367"/>
                  <a:pt x="10315" y="29414"/>
                </a:cubicBezTo>
                <a:lnTo>
                  <a:pt x="511" y="17627"/>
                </a:lnTo>
                <a:cubicBezTo>
                  <a:pt x="5549" y="12297"/>
                  <a:pt x="11354" y="8027"/>
                  <a:pt x="17924" y="4816"/>
                </a:cubicBezTo>
                <a:cubicBezTo>
                  <a:pt x="24495" y="1605"/>
                  <a:pt x="32138" y="0"/>
                  <a:pt x="40853" y="0"/>
                </a:cubicBezTo>
                <a:cubicBezTo>
                  <a:pt x="46777" y="0"/>
                  <a:pt x="52173" y="886"/>
                  <a:pt x="57041" y="2659"/>
                </a:cubicBezTo>
                <a:cubicBezTo>
                  <a:pt x="61909" y="4429"/>
                  <a:pt x="66114" y="6984"/>
                  <a:pt x="69654" y="10325"/>
                </a:cubicBezTo>
                <a:cubicBezTo>
                  <a:pt x="73195" y="13663"/>
                  <a:pt x="75935" y="17752"/>
                  <a:pt x="77876" y="22590"/>
                </a:cubicBezTo>
                <a:cubicBezTo>
                  <a:pt x="79817" y="27429"/>
                  <a:pt x="80787" y="32881"/>
                  <a:pt x="80787" y="38948"/>
                </a:cubicBezTo>
                <a:cubicBezTo>
                  <a:pt x="80787" y="44058"/>
                  <a:pt x="80106" y="48795"/>
                  <a:pt x="78744" y="53157"/>
                </a:cubicBezTo>
                <a:cubicBezTo>
                  <a:pt x="77382" y="57517"/>
                  <a:pt x="75323" y="61860"/>
                  <a:pt x="72565" y="66188"/>
                </a:cubicBezTo>
                <a:cubicBezTo>
                  <a:pt x="69808" y="70516"/>
                  <a:pt x="66335" y="74997"/>
                  <a:pt x="62148" y="79631"/>
                </a:cubicBezTo>
                <a:cubicBezTo>
                  <a:pt x="57960" y="84264"/>
                  <a:pt x="53007" y="89340"/>
                  <a:pt x="47287" y="94862"/>
                </a:cubicBezTo>
                <a:lnTo>
                  <a:pt x="23082" y="118474"/>
                </a:lnTo>
                <a:lnTo>
                  <a:pt x="87936" y="118474"/>
                </a:lnTo>
                <a:lnTo>
                  <a:pt x="87936" y="1354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8EBBC-9723-4359-9A4C-CD8C6923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969" y="1777019"/>
            <a:ext cx="401428" cy="392778"/>
          </a:xfrm>
          <a:custGeom xmlns:a="http://schemas.openxmlformats.org/drawingml/2006/main">
            <a:pathLst>
              <a:path w="401428" h="392778">
                <a:moveTo>
                  <a:pt x="0" y="196455"/>
                </a:moveTo>
                <a:cubicBezTo>
                  <a:pt x="0" y="87939"/>
                  <a:pt x="89905" y="0"/>
                  <a:pt x="200649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839"/>
                  <a:pt x="311523" y="392778"/>
                  <a:pt x="200649" y="392778"/>
                </a:cubicBezTo>
                <a:cubicBezTo>
                  <a:pt x="89905" y="392778"/>
                  <a:pt x="0" y="304839"/>
                  <a:pt x="0" y="1964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FCC0F-06A2-491C-9B15-0C378067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969" y="1777019"/>
            <a:ext cx="401428" cy="392778"/>
          </a:xfrm>
          <a:custGeom xmlns:a="http://schemas.openxmlformats.org/drawingml/2006/main">
            <a:pathLst>
              <a:path w="401428" h="392778" fill="none">
                <a:moveTo>
                  <a:pt x="0" y="196455"/>
                </a:moveTo>
                <a:cubicBezTo>
                  <a:pt x="0" y="87939"/>
                  <a:pt x="89905" y="0"/>
                  <a:pt x="200649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839"/>
                  <a:pt x="311523" y="392778"/>
                  <a:pt x="200649" y="392778"/>
                </a:cubicBezTo>
                <a:cubicBezTo>
                  <a:pt x="89905" y="392778"/>
                  <a:pt x="0" y="304839"/>
                  <a:pt x="0" y="1964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55" name="Text 4">
            <a:extLst xmlns:a="http://schemas.openxmlformats.org/drawingml/2006/main">
              <a:ext uri="{FF2B5EF4-FFF2-40B4-BE49-F238E27FC236}">
                <a16:creationId xmlns:a16="http://schemas.microsoft.com/office/drawing/2014/main" id="{DEC8258B-E6D0-4403-8D5A-DE2D9075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523" y="1912753"/>
            <a:ext cx="105196" cy="133589"/>
          </a:xfrm>
          <a:custGeom xmlns:a="http://schemas.openxmlformats.org/drawingml/2006/main">
            <a:pathLst>
              <a:path w="105196" h="133589">
                <a:moveTo>
                  <a:pt x="105196" y="103971"/>
                </a:moveTo>
                <a:lnTo>
                  <a:pt x="82421" y="103971"/>
                </a:lnTo>
                <a:lnTo>
                  <a:pt x="82421" y="133589"/>
                </a:lnTo>
                <a:lnTo>
                  <a:pt x="64241" y="133589"/>
                </a:lnTo>
                <a:lnTo>
                  <a:pt x="64241" y="103971"/>
                </a:lnTo>
                <a:lnTo>
                  <a:pt x="0" y="103971"/>
                </a:lnTo>
                <a:lnTo>
                  <a:pt x="0" y="88345"/>
                </a:lnTo>
                <a:lnTo>
                  <a:pt x="56888" y="0"/>
                </a:lnTo>
                <a:lnTo>
                  <a:pt x="82421" y="0"/>
                </a:lnTo>
                <a:lnTo>
                  <a:pt x="82421" y="88345"/>
                </a:lnTo>
                <a:lnTo>
                  <a:pt x="105196" y="88345"/>
                </a:lnTo>
                <a:lnTo>
                  <a:pt x="105196" y="103971"/>
                </a:lnTo>
                <a:moveTo>
                  <a:pt x="64241" y="17158"/>
                </a:moveTo>
                <a:lnTo>
                  <a:pt x="17771" y="88345"/>
                </a:lnTo>
                <a:lnTo>
                  <a:pt x="64241" y="88345"/>
                </a:lnTo>
                <a:lnTo>
                  <a:pt x="64241" y="171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0C3C4-6376-4DC7-A13C-324F58CA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888" y="2190374"/>
            <a:ext cx="401428" cy="392778"/>
          </a:xfrm>
          <a:custGeom xmlns:a="http://schemas.openxmlformats.org/drawingml/2006/main">
            <a:pathLst>
              <a:path w="401428" h="392778">
                <a:moveTo>
                  <a:pt x="0" y="196455"/>
                </a:moveTo>
                <a:cubicBezTo>
                  <a:pt x="0" y="87939"/>
                  <a:pt x="89908" y="0"/>
                  <a:pt x="200780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839"/>
                  <a:pt x="311523" y="392778"/>
                  <a:pt x="200780" y="392778"/>
                </a:cubicBezTo>
                <a:cubicBezTo>
                  <a:pt x="89908" y="392778"/>
                  <a:pt x="0" y="304839"/>
                  <a:pt x="0" y="1964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425BA-1D4B-4D6D-8C2C-5909FF5D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888" y="2190374"/>
            <a:ext cx="401428" cy="392778"/>
          </a:xfrm>
          <a:custGeom xmlns:a="http://schemas.openxmlformats.org/drawingml/2006/main">
            <a:pathLst>
              <a:path w="401428" h="392778" fill="none">
                <a:moveTo>
                  <a:pt x="0" y="196455"/>
                </a:moveTo>
                <a:cubicBezTo>
                  <a:pt x="0" y="87939"/>
                  <a:pt x="89908" y="0"/>
                  <a:pt x="200780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839"/>
                  <a:pt x="311523" y="392778"/>
                  <a:pt x="200780" y="392778"/>
                </a:cubicBezTo>
                <a:cubicBezTo>
                  <a:pt x="89908" y="392778"/>
                  <a:pt x="0" y="304839"/>
                  <a:pt x="0" y="1964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58" name="Text 5">
            <a:extLst xmlns:a="http://schemas.openxmlformats.org/drawingml/2006/main">
              <a:ext uri="{FF2B5EF4-FFF2-40B4-BE49-F238E27FC236}">
                <a16:creationId xmlns:a16="http://schemas.microsoft.com/office/drawing/2014/main" id="{2A6B3063-4841-4BED-B50A-7E57B41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491" y="2326369"/>
            <a:ext cx="81400" cy="135428"/>
          </a:xfrm>
          <a:custGeom xmlns:a="http://schemas.openxmlformats.org/drawingml/2006/main">
            <a:pathLst>
              <a:path w="81400" h="135428">
                <a:moveTo>
                  <a:pt x="81400" y="90898"/>
                </a:moveTo>
                <a:cubicBezTo>
                  <a:pt x="81400" y="97502"/>
                  <a:pt x="79970" y="103528"/>
                  <a:pt x="77110" y="108975"/>
                </a:cubicBezTo>
                <a:cubicBezTo>
                  <a:pt x="74250" y="114422"/>
                  <a:pt x="70318" y="119103"/>
                  <a:pt x="65314" y="123019"/>
                </a:cubicBezTo>
                <a:cubicBezTo>
                  <a:pt x="60309" y="126934"/>
                  <a:pt x="54403" y="129981"/>
                  <a:pt x="47594" y="132159"/>
                </a:cubicBezTo>
                <a:cubicBezTo>
                  <a:pt x="40785" y="134338"/>
                  <a:pt x="33431" y="135428"/>
                  <a:pt x="25533" y="135428"/>
                </a:cubicBezTo>
                <a:cubicBezTo>
                  <a:pt x="23559" y="135428"/>
                  <a:pt x="21431" y="135373"/>
                  <a:pt x="19150" y="135265"/>
                </a:cubicBezTo>
                <a:cubicBezTo>
                  <a:pt x="16869" y="135159"/>
                  <a:pt x="14605" y="135015"/>
                  <a:pt x="12358" y="134834"/>
                </a:cubicBezTo>
                <a:cubicBezTo>
                  <a:pt x="10111" y="134655"/>
                  <a:pt x="7915" y="134457"/>
                  <a:pt x="5770" y="134240"/>
                </a:cubicBezTo>
                <a:cubicBezTo>
                  <a:pt x="3626" y="134025"/>
                  <a:pt x="1702" y="133774"/>
                  <a:pt x="0" y="133487"/>
                </a:cubicBezTo>
                <a:lnTo>
                  <a:pt x="0" y="117350"/>
                </a:lnTo>
                <a:cubicBezTo>
                  <a:pt x="3677" y="118272"/>
                  <a:pt x="7881" y="118945"/>
                  <a:pt x="12613" y="119371"/>
                </a:cubicBezTo>
                <a:cubicBezTo>
                  <a:pt x="17346" y="119794"/>
                  <a:pt x="22129" y="120006"/>
                  <a:pt x="26963" y="120006"/>
                </a:cubicBezTo>
                <a:cubicBezTo>
                  <a:pt x="32410" y="120006"/>
                  <a:pt x="37312" y="119359"/>
                  <a:pt x="41670" y="118065"/>
                </a:cubicBezTo>
                <a:cubicBezTo>
                  <a:pt x="46028" y="116771"/>
                  <a:pt x="49739" y="114916"/>
                  <a:pt x="52802" y="112499"/>
                </a:cubicBezTo>
                <a:cubicBezTo>
                  <a:pt x="55866" y="110082"/>
                  <a:pt x="58216" y="107154"/>
                  <a:pt x="59850" y="103716"/>
                </a:cubicBezTo>
                <a:cubicBezTo>
                  <a:pt x="61484" y="100277"/>
                  <a:pt x="62301" y="96413"/>
                  <a:pt x="62301" y="92123"/>
                </a:cubicBezTo>
                <a:cubicBezTo>
                  <a:pt x="62301" y="83817"/>
                  <a:pt x="59322" y="77774"/>
                  <a:pt x="53364" y="73995"/>
                </a:cubicBezTo>
                <a:cubicBezTo>
                  <a:pt x="47406" y="70216"/>
                  <a:pt x="38844" y="68327"/>
                  <a:pt x="27678" y="68327"/>
                </a:cubicBezTo>
                <a:lnTo>
                  <a:pt x="2349" y="68327"/>
                </a:lnTo>
                <a:lnTo>
                  <a:pt x="2349" y="0"/>
                </a:lnTo>
                <a:lnTo>
                  <a:pt x="74250" y="0"/>
                </a:lnTo>
                <a:lnTo>
                  <a:pt x="74250" y="15524"/>
                </a:lnTo>
                <a:lnTo>
                  <a:pt x="19099" y="15524"/>
                </a:lnTo>
                <a:lnTo>
                  <a:pt x="19099" y="53109"/>
                </a:lnTo>
                <a:lnTo>
                  <a:pt x="30742" y="53109"/>
                </a:lnTo>
                <a:cubicBezTo>
                  <a:pt x="37142" y="53109"/>
                  <a:pt x="43372" y="53688"/>
                  <a:pt x="49432" y="54845"/>
                </a:cubicBezTo>
                <a:cubicBezTo>
                  <a:pt x="55492" y="56003"/>
                  <a:pt x="60888" y="58028"/>
                  <a:pt x="65620" y="60922"/>
                </a:cubicBezTo>
                <a:cubicBezTo>
                  <a:pt x="70352" y="63816"/>
                  <a:pt x="74165" y="67697"/>
                  <a:pt x="77059" y="72565"/>
                </a:cubicBezTo>
                <a:cubicBezTo>
                  <a:pt x="79953" y="77433"/>
                  <a:pt x="81400" y="83544"/>
                  <a:pt x="81400" y="908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6E9C7-DD8D-433A-9F77-A5DCFEC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919" y="2169011"/>
            <a:ext cx="615969" cy="254644"/>
          </a:xfrm>
          <a:custGeom xmlns:a="http://schemas.openxmlformats.org/drawingml/2006/main">
            <a:pathLst>
              <a:path w="615969" h="254644">
                <a:moveTo>
                  <a:pt x="8781" y="35779"/>
                </a:moveTo>
                <a:lnTo>
                  <a:pt x="15203" y="46787"/>
                </a:lnTo>
                <a:lnTo>
                  <a:pt x="23197" y="57534"/>
                </a:lnTo>
                <a:lnTo>
                  <a:pt x="32764" y="68019"/>
                </a:lnTo>
                <a:lnTo>
                  <a:pt x="43511" y="78372"/>
                </a:lnTo>
                <a:lnTo>
                  <a:pt x="55830" y="88333"/>
                </a:lnTo>
                <a:lnTo>
                  <a:pt x="69329" y="98162"/>
                </a:lnTo>
                <a:lnTo>
                  <a:pt x="84139" y="107598"/>
                </a:lnTo>
                <a:lnTo>
                  <a:pt x="100128" y="116903"/>
                </a:lnTo>
                <a:lnTo>
                  <a:pt x="117165" y="125946"/>
                </a:lnTo>
                <a:lnTo>
                  <a:pt x="135382" y="134727"/>
                </a:lnTo>
                <a:lnTo>
                  <a:pt x="154648" y="143246"/>
                </a:lnTo>
                <a:lnTo>
                  <a:pt x="174830" y="151371"/>
                </a:lnTo>
                <a:lnTo>
                  <a:pt x="195931" y="159235"/>
                </a:lnTo>
                <a:lnTo>
                  <a:pt x="217948" y="166705"/>
                </a:lnTo>
                <a:lnTo>
                  <a:pt x="240752" y="174044"/>
                </a:lnTo>
                <a:lnTo>
                  <a:pt x="264211" y="180859"/>
                </a:lnTo>
                <a:lnTo>
                  <a:pt x="288588" y="187281"/>
                </a:lnTo>
                <a:lnTo>
                  <a:pt x="313489" y="193309"/>
                </a:lnTo>
                <a:lnTo>
                  <a:pt x="339176" y="198945"/>
                </a:lnTo>
                <a:lnTo>
                  <a:pt x="391730" y="208774"/>
                </a:lnTo>
                <a:lnTo>
                  <a:pt x="446381" y="216769"/>
                </a:lnTo>
                <a:lnTo>
                  <a:pt x="502080" y="222666"/>
                </a:lnTo>
                <a:lnTo>
                  <a:pt x="530389" y="224894"/>
                </a:lnTo>
                <a:lnTo>
                  <a:pt x="537172" y="225119"/>
                </a:lnTo>
                <a:lnTo>
                  <a:pt x="536286" y="254644"/>
                </a:lnTo>
                <a:lnTo>
                  <a:pt x="615969" y="217817"/>
                </a:lnTo>
                <a:lnTo>
                  <a:pt x="538645" y="176010"/>
                </a:lnTo>
                <a:lnTo>
                  <a:pt x="537762" y="205448"/>
                </a:lnTo>
                <a:lnTo>
                  <a:pt x="531437" y="205236"/>
                </a:lnTo>
                <a:lnTo>
                  <a:pt x="531830" y="205236"/>
                </a:lnTo>
                <a:lnTo>
                  <a:pt x="503784" y="203008"/>
                </a:lnTo>
                <a:lnTo>
                  <a:pt x="504046" y="203139"/>
                </a:lnTo>
                <a:lnTo>
                  <a:pt x="448609" y="197241"/>
                </a:lnTo>
                <a:lnTo>
                  <a:pt x="449002" y="197372"/>
                </a:lnTo>
                <a:lnTo>
                  <a:pt x="394875" y="189378"/>
                </a:lnTo>
                <a:lnTo>
                  <a:pt x="395269" y="189509"/>
                </a:lnTo>
                <a:lnTo>
                  <a:pt x="342977" y="179679"/>
                </a:lnTo>
                <a:lnTo>
                  <a:pt x="343239" y="179679"/>
                </a:lnTo>
                <a:lnTo>
                  <a:pt x="317814" y="174175"/>
                </a:lnTo>
                <a:lnTo>
                  <a:pt x="318076" y="174175"/>
                </a:lnTo>
                <a:lnTo>
                  <a:pt x="293306" y="168277"/>
                </a:lnTo>
                <a:lnTo>
                  <a:pt x="293437" y="168277"/>
                </a:lnTo>
                <a:lnTo>
                  <a:pt x="269454" y="161856"/>
                </a:lnTo>
                <a:lnTo>
                  <a:pt x="269585" y="161987"/>
                </a:lnTo>
                <a:lnTo>
                  <a:pt x="246388" y="155172"/>
                </a:lnTo>
                <a:lnTo>
                  <a:pt x="246519" y="155303"/>
                </a:lnTo>
                <a:lnTo>
                  <a:pt x="223977" y="148095"/>
                </a:lnTo>
                <a:lnTo>
                  <a:pt x="224239" y="148095"/>
                </a:lnTo>
                <a:lnTo>
                  <a:pt x="202483" y="140624"/>
                </a:lnTo>
                <a:lnTo>
                  <a:pt x="202746" y="140755"/>
                </a:lnTo>
                <a:lnTo>
                  <a:pt x="181776" y="133023"/>
                </a:lnTo>
                <a:lnTo>
                  <a:pt x="182038" y="133154"/>
                </a:lnTo>
                <a:lnTo>
                  <a:pt x="162118" y="125029"/>
                </a:lnTo>
                <a:lnTo>
                  <a:pt x="162380" y="125160"/>
                </a:lnTo>
                <a:lnTo>
                  <a:pt x="143508" y="116772"/>
                </a:lnTo>
                <a:lnTo>
                  <a:pt x="143770" y="116903"/>
                </a:lnTo>
                <a:lnTo>
                  <a:pt x="126117" y="108336"/>
                </a:lnTo>
                <a:lnTo>
                  <a:pt x="109564" y="99603"/>
                </a:lnTo>
                <a:lnTo>
                  <a:pt x="109826" y="99735"/>
                </a:lnTo>
                <a:lnTo>
                  <a:pt x="94230" y="90692"/>
                </a:lnTo>
                <a:lnTo>
                  <a:pt x="94623" y="90954"/>
                </a:lnTo>
                <a:lnTo>
                  <a:pt x="80207" y="81780"/>
                </a:lnTo>
                <a:lnTo>
                  <a:pt x="80731" y="82042"/>
                </a:lnTo>
                <a:lnTo>
                  <a:pt x="67626" y="72606"/>
                </a:lnTo>
                <a:lnTo>
                  <a:pt x="68019" y="72999"/>
                </a:lnTo>
                <a:lnTo>
                  <a:pt x="56224" y="63301"/>
                </a:lnTo>
                <a:lnTo>
                  <a:pt x="56748" y="63825"/>
                </a:lnTo>
                <a:lnTo>
                  <a:pt x="46525" y="53996"/>
                </a:lnTo>
                <a:lnTo>
                  <a:pt x="47050" y="54651"/>
                </a:lnTo>
                <a:lnTo>
                  <a:pt x="38138" y="44691"/>
                </a:lnTo>
                <a:lnTo>
                  <a:pt x="38662" y="45477"/>
                </a:lnTo>
                <a:lnTo>
                  <a:pt x="31621" y="35922"/>
                </a:lnTo>
                <a:lnTo>
                  <a:pt x="26497" y="27267"/>
                </a:lnTo>
                <a:lnTo>
                  <a:pt x="22587" y="18025"/>
                </a:lnTo>
                <a:lnTo>
                  <a:pt x="20386" y="9442"/>
                </a:lnTo>
                <a:lnTo>
                  <a:pt x="19528" y="0"/>
                </a:lnTo>
                <a:lnTo>
                  <a:pt x="0" y="1704"/>
                </a:lnTo>
                <a:lnTo>
                  <a:pt x="917" y="12581"/>
                </a:lnTo>
                <a:lnTo>
                  <a:pt x="3801" y="24377"/>
                </a:lnTo>
                <a:lnTo>
                  <a:pt x="8781" y="35779"/>
                </a:ln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1">
            <a:extLst xmlns:a="http://schemas.openxmlformats.org/drawingml/2006/main">
              <a:ext uri="{FF2B5EF4-FFF2-40B4-BE49-F238E27FC236}">
                <a16:creationId xmlns:a16="http://schemas.microsoft.com/office/drawing/2014/main" id="{AD4D2B8C-B512-4C8F-8891-5F9F812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090" y="609854"/>
            <a:ext cx="91689" cy="159073"/>
          </a:xfrm>
          <a:custGeom xmlns:a="http://schemas.openxmlformats.org/drawingml/2006/main">
            <a:pathLst>
              <a:path w="91689" h="159073">
                <a:moveTo>
                  <a:pt x="59552" y="129009"/>
                </a:moveTo>
                <a:cubicBezTo>
                  <a:pt x="59552" y="133463"/>
                  <a:pt x="59801" y="136823"/>
                  <a:pt x="60300" y="139088"/>
                </a:cubicBezTo>
                <a:cubicBezTo>
                  <a:pt x="60800" y="141354"/>
                  <a:pt x="61683" y="143197"/>
                  <a:pt x="62950" y="144617"/>
                </a:cubicBezTo>
                <a:cubicBezTo>
                  <a:pt x="64217" y="146038"/>
                  <a:pt x="66041" y="147151"/>
                  <a:pt x="68421" y="147958"/>
                </a:cubicBezTo>
                <a:cubicBezTo>
                  <a:pt x="70802" y="148764"/>
                  <a:pt x="73796" y="149378"/>
                  <a:pt x="77406" y="149801"/>
                </a:cubicBezTo>
                <a:cubicBezTo>
                  <a:pt x="81015" y="150223"/>
                  <a:pt x="85776" y="150511"/>
                  <a:pt x="91689" y="150665"/>
                </a:cubicBezTo>
                <a:lnTo>
                  <a:pt x="91689" y="159073"/>
                </a:lnTo>
                <a:lnTo>
                  <a:pt x="6566" y="159073"/>
                </a:lnTo>
                <a:lnTo>
                  <a:pt x="6566" y="150665"/>
                </a:lnTo>
                <a:cubicBezTo>
                  <a:pt x="15089" y="150281"/>
                  <a:pt x="21175" y="149762"/>
                  <a:pt x="24823" y="149110"/>
                </a:cubicBezTo>
                <a:cubicBezTo>
                  <a:pt x="28470" y="148457"/>
                  <a:pt x="31254" y="147478"/>
                  <a:pt x="33174" y="146172"/>
                </a:cubicBezTo>
                <a:cubicBezTo>
                  <a:pt x="35094" y="144867"/>
                  <a:pt x="36495" y="143024"/>
                  <a:pt x="37378" y="140643"/>
                </a:cubicBezTo>
                <a:cubicBezTo>
                  <a:pt x="38261" y="138263"/>
                  <a:pt x="38703" y="134385"/>
                  <a:pt x="38703" y="129009"/>
                </a:cubicBezTo>
                <a:lnTo>
                  <a:pt x="38703" y="35593"/>
                </a:lnTo>
                <a:cubicBezTo>
                  <a:pt x="38703" y="32521"/>
                  <a:pt x="38165" y="30275"/>
                  <a:pt x="37090" y="28854"/>
                </a:cubicBezTo>
                <a:cubicBezTo>
                  <a:pt x="36015" y="27434"/>
                  <a:pt x="34441" y="26723"/>
                  <a:pt x="32368" y="26723"/>
                </a:cubicBezTo>
                <a:cubicBezTo>
                  <a:pt x="29910" y="26723"/>
                  <a:pt x="26416" y="27990"/>
                  <a:pt x="21886" y="30525"/>
                </a:cubicBezTo>
                <a:cubicBezTo>
                  <a:pt x="17355" y="33059"/>
                  <a:pt x="11749" y="36553"/>
                  <a:pt x="5068" y="41007"/>
                </a:cubicBezTo>
                <a:lnTo>
                  <a:pt x="0" y="32137"/>
                </a:lnTo>
                <a:lnTo>
                  <a:pt x="53908" y="0"/>
                </a:lnTo>
                <a:lnTo>
                  <a:pt x="60243" y="0"/>
                </a:lnTo>
                <a:cubicBezTo>
                  <a:pt x="59782" y="7372"/>
                  <a:pt x="59552" y="17585"/>
                  <a:pt x="59552" y="30640"/>
                </a:cubicBezTo>
                <a:lnTo>
                  <a:pt x="59552" y="129009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601EE-E188-435F-9211-8CE77233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839" y="570179"/>
            <a:ext cx="241473" cy="241473"/>
          </a:xfrm>
          <a:custGeom xmlns:a="http://schemas.openxmlformats.org/drawingml/2006/main">
            <a:pathLst>
              <a:path w="241473" h="241473" fill="none">
                <a:moveTo>
                  <a:pt x="0" y="241473"/>
                </a:moveTo>
                <a:lnTo>
                  <a:pt x="241473" y="241473"/>
                </a:lnTo>
                <a:lnTo>
                  <a:pt x="241473" y="0"/>
                </a:lnTo>
                <a:lnTo>
                  <a:pt x="0" y="0"/>
                </a:lnTo>
                <a:lnTo>
                  <a:pt x="0" y="241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9" cap="flat">
            <a:solidFill>
              <a:srgbClr val="C00000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48A1A-258C-4CBF-8070-56C4EAE6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1" y="93065"/>
            <a:ext cx="4496436" cy="2613543"/>
          </a:xfrm>
          <a:custGeom xmlns:a="http://schemas.openxmlformats.org/drawingml/2006/main">
            <a:pathLst>
              <a:path w="4496436" h="2613543">
                <a:moveTo>
                  <a:pt x="0" y="62121"/>
                </a:moveTo>
                <a:cubicBezTo>
                  <a:pt x="0" y="27784"/>
                  <a:pt x="27860" y="0"/>
                  <a:pt x="62233" y="0"/>
                </a:cubicBezTo>
                <a:lnTo>
                  <a:pt x="4434183" y="0"/>
                </a:lnTo>
                <a:cubicBezTo>
                  <a:pt x="4468651" y="0"/>
                  <a:pt x="4496436" y="27784"/>
                  <a:pt x="4496436" y="62121"/>
                </a:cubicBezTo>
                <a:lnTo>
                  <a:pt x="4496436" y="2551291"/>
                </a:lnTo>
                <a:cubicBezTo>
                  <a:pt x="4496436" y="2585759"/>
                  <a:pt x="4468651" y="2613543"/>
                  <a:pt x="4434183" y="2613543"/>
                </a:cubicBezTo>
                <a:lnTo>
                  <a:pt x="62233" y="2613543"/>
                </a:lnTo>
                <a:cubicBezTo>
                  <a:pt x="27860" y="2613543"/>
                  <a:pt x="0" y="2585759"/>
                  <a:pt x="0" y="2551291"/>
                </a:cubicBezTo>
                <a:lnTo>
                  <a:pt x="0" y="62121"/>
                </a:ln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33E21-BDA1-47DE-B6D9-B7EB661B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1" y="93065"/>
            <a:ext cx="4496436" cy="2613543"/>
          </a:xfrm>
          <a:custGeom xmlns:a="http://schemas.openxmlformats.org/drawingml/2006/main">
            <a:pathLst>
              <a:path w="4496436" h="2613543" fill="none">
                <a:moveTo>
                  <a:pt x="0" y="62121"/>
                </a:moveTo>
                <a:cubicBezTo>
                  <a:pt x="0" y="27784"/>
                  <a:pt x="27860" y="0"/>
                  <a:pt x="62233" y="0"/>
                </a:cubicBezTo>
                <a:lnTo>
                  <a:pt x="4434183" y="0"/>
                </a:lnTo>
                <a:cubicBezTo>
                  <a:pt x="4468651" y="0"/>
                  <a:pt x="4496436" y="27784"/>
                  <a:pt x="4496436" y="62121"/>
                </a:cubicBezTo>
                <a:lnTo>
                  <a:pt x="4496436" y="2551291"/>
                </a:lnTo>
                <a:cubicBezTo>
                  <a:pt x="4496436" y="2585759"/>
                  <a:pt x="4468651" y="2613543"/>
                  <a:pt x="4434183" y="2613543"/>
                </a:cubicBezTo>
                <a:lnTo>
                  <a:pt x="62233" y="2613543"/>
                </a:lnTo>
                <a:cubicBezTo>
                  <a:pt x="27860" y="2613543"/>
                  <a:pt x="0" y="2585759"/>
                  <a:pt x="0" y="2551291"/>
                </a:cubicBezTo>
                <a:lnTo>
                  <a:pt x="0" y="621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211" cap="flat">
            <a:solidFill>
              <a:srgbClr val="8FAADC"/>
            </a:solidFill>
            <a:custDash>
              <a:ds d="300000" sp="100000"/>
            </a:custDash>
            <a:miter/>
          </a:ln>
        </p:spPr>
      </p:sp>
      <p:sp>
        <p:nvSpPr>
          <p:cNvPr id="64" name="Text LR(1)Grammar">
            <a:extLst xmlns:a="http://schemas.openxmlformats.org/drawingml/2006/main">
              <a:ext uri="{FF2B5EF4-FFF2-40B4-BE49-F238E27FC236}">
                <a16:creationId xmlns:a16="http://schemas.microsoft.com/office/drawing/2014/main" id="{7096DBBC-2537-466F-B47D-91FACD60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69" y="218143"/>
            <a:ext cx="1587576" cy="197626"/>
          </a:xfrm>
          <a:custGeom xmlns:a="http://schemas.openxmlformats.org/drawingml/2006/main">
            <a:pathLst>
              <a:path w="1587576" h="197626">
                <a:moveTo>
                  <a:pt x="92838" y="161676"/>
                </a:moveTo>
                <a:lnTo>
                  <a:pt x="0" y="161676"/>
                </a:lnTo>
                <a:lnTo>
                  <a:pt x="0" y="3472"/>
                </a:lnTo>
                <a:lnTo>
                  <a:pt x="33704" y="3472"/>
                </a:lnTo>
                <a:lnTo>
                  <a:pt x="33704" y="134100"/>
                </a:lnTo>
                <a:lnTo>
                  <a:pt x="92838" y="134100"/>
                </a:lnTo>
                <a:lnTo>
                  <a:pt x="92838" y="161676"/>
                </a:lnTo>
                <a:close/>
                <a:moveTo>
                  <a:pt x="244940" y="161676"/>
                </a:moveTo>
                <a:lnTo>
                  <a:pt x="206129" y="161676"/>
                </a:lnTo>
                <a:lnTo>
                  <a:pt x="181311" y="120516"/>
                </a:lnTo>
                <a:cubicBezTo>
                  <a:pt x="176205" y="112005"/>
                  <a:pt x="172017" y="106524"/>
                  <a:pt x="168749" y="104073"/>
                </a:cubicBezTo>
                <a:cubicBezTo>
                  <a:pt x="165481" y="101622"/>
                  <a:pt x="162008" y="100396"/>
                  <a:pt x="158331" y="100396"/>
                </a:cubicBezTo>
                <a:lnTo>
                  <a:pt x="148118" y="100396"/>
                </a:lnTo>
                <a:lnTo>
                  <a:pt x="148118" y="161676"/>
                </a:lnTo>
                <a:lnTo>
                  <a:pt x="114415" y="161676"/>
                </a:lnTo>
                <a:lnTo>
                  <a:pt x="114415" y="3472"/>
                </a:lnTo>
                <a:lnTo>
                  <a:pt x="169872" y="3472"/>
                </a:lnTo>
                <a:cubicBezTo>
                  <a:pt x="207525" y="3472"/>
                  <a:pt x="226352" y="17771"/>
                  <a:pt x="226352" y="46368"/>
                </a:cubicBezTo>
                <a:cubicBezTo>
                  <a:pt x="226352" y="57126"/>
                  <a:pt x="223203" y="66352"/>
                  <a:pt x="216904" y="74046"/>
                </a:cubicBezTo>
                <a:cubicBezTo>
                  <a:pt x="210606" y="81740"/>
                  <a:pt x="201942" y="87153"/>
                  <a:pt x="190912" y="90285"/>
                </a:cubicBezTo>
                <a:lnTo>
                  <a:pt x="190912" y="90694"/>
                </a:lnTo>
                <a:cubicBezTo>
                  <a:pt x="198197" y="93145"/>
                  <a:pt x="206266" y="101179"/>
                  <a:pt x="215117" y="114797"/>
                </a:cubicBezTo>
                <a:lnTo>
                  <a:pt x="244940" y="161676"/>
                </a:lnTo>
                <a:moveTo>
                  <a:pt x="148118" y="29108"/>
                </a:moveTo>
                <a:lnTo>
                  <a:pt x="148118" y="74659"/>
                </a:lnTo>
                <a:lnTo>
                  <a:pt x="164664" y="74659"/>
                </a:lnTo>
                <a:cubicBezTo>
                  <a:pt x="172562" y="74659"/>
                  <a:pt x="178911" y="72361"/>
                  <a:pt x="183711" y="67765"/>
                </a:cubicBezTo>
                <a:cubicBezTo>
                  <a:pt x="188512" y="63169"/>
                  <a:pt x="190912" y="57432"/>
                  <a:pt x="190912" y="50556"/>
                </a:cubicBezTo>
                <a:cubicBezTo>
                  <a:pt x="190912" y="36257"/>
                  <a:pt x="182367" y="29108"/>
                  <a:pt x="165276" y="29108"/>
                </a:cubicBezTo>
                <a:lnTo>
                  <a:pt x="148118" y="29108"/>
                </a:lnTo>
                <a:close/>
                <a:moveTo>
                  <a:pt x="295046" y="197626"/>
                </a:moveTo>
                <a:cubicBezTo>
                  <a:pt x="271488" y="171549"/>
                  <a:pt x="259708" y="139377"/>
                  <a:pt x="259708" y="101111"/>
                </a:cubicBezTo>
                <a:cubicBezTo>
                  <a:pt x="259708" y="64139"/>
                  <a:pt x="271488" y="31593"/>
                  <a:pt x="295046" y="3472"/>
                </a:cubicBezTo>
                <a:lnTo>
                  <a:pt x="322009" y="3472"/>
                </a:lnTo>
                <a:cubicBezTo>
                  <a:pt x="299676" y="32750"/>
                  <a:pt x="288510" y="65297"/>
                  <a:pt x="288510" y="101111"/>
                </a:cubicBezTo>
                <a:cubicBezTo>
                  <a:pt x="288510" y="136789"/>
                  <a:pt x="299744" y="168961"/>
                  <a:pt x="322213" y="197626"/>
                </a:cubicBezTo>
                <a:lnTo>
                  <a:pt x="295046" y="197626"/>
                </a:lnTo>
                <a:close/>
                <a:moveTo>
                  <a:pt x="412878" y="0"/>
                </a:moveTo>
                <a:lnTo>
                  <a:pt x="412878" y="161676"/>
                </a:lnTo>
                <a:lnTo>
                  <a:pt x="379685" y="161676"/>
                </a:lnTo>
                <a:lnTo>
                  <a:pt x="379685" y="37176"/>
                </a:lnTo>
                <a:cubicBezTo>
                  <a:pt x="375600" y="40717"/>
                  <a:pt x="370017" y="43900"/>
                  <a:pt x="362936" y="46726"/>
                </a:cubicBezTo>
                <a:cubicBezTo>
                  <a:pt x="355854" y="49551"/>
                  <a:pt x="349352" y="51305"/>
                  <a:pt x="343428" y="51985"/>
                </a:cubicBezTo>
                <a:lnTo>
                  <a:pt x="343428" y="23695"/>
                </a:lnTo>
                <a:cubicBezTo>
                  <a:pt x="362084" y="18248"/>
                  <a:pt x="378221" y="10349"/>
                  <a:pt x="391839" y="0"/>
                </a:cubicBezTo>
                <a:lnTo>
                  <a:pt x="412878" y="0"/>
                </a:lnTo>
                <a:close/>
                <a:moveTo>
                  <a:pt x="455122" y="197626"/>
                </a:moveTo>
                <a:cubicBezTo>
                  <a:pt x="477727" y="168961"/>
                  <a:pt x="489030" y="136789"/>
                  <a:pt x="489030" y="101111"/>
                </a:cubicBezTo>
                <a:cubicBezTo>
                  <a:pt x="489030" y="65569"/>
                  <a:pt x="477727" y="33023"/>
                  <a:pt x="455122" y="3472"/>
                </a:cubicBezTo>
                <a:lnTo>
                  <a:pt x="482187" y="3472"/>
                </a:lnTo>
                <a:cubicBezTo>
                  <a:pt x="505950" y="31729"/>
                  <a:pt x="517831" y="64275"/>
                  <a:pt x="517831" y="101111"/>
                </a:cubicBezTo>
                <a:cubicBezTo>
                  <a:pt x="517831" y="139036"/>
                  <a:pt x="505882" y="171208"/>
                  <a:pt x="481983" y="197626"/>
                </a:cubicBezTo>
                <a:lnTo>
                  <a:pt x="455122" y="197626"/>
                </a:lnTo>
                <a:close/>
                <a:moveTo>
                  <a:pt x="745078" y="151054"/>
                </a:moveTo>
                <a:cubicBezTo>
                  <a:pt x="729622" y="159974"/>
                  <a:pt x="710625" y="164433"/>
                  <a:pt x="688088" y="164433"/>
                </a:cubicBezTo>
                <a:cubicBezTo>
                  <a:pt x="662895" y="164433"/>
                  <a:pt x="643013" y="157352"/>
                  <a:pt x="628443" y="143190"/>
                </a:cubicBezTo>
                <a:cubicBezTo>
                  <a:pt x="613872" y="129027"/>
                  <a:pt x="606586" y="109656"/>
                  <a:pt x="606586" y="85076"/>
                </a:cubicBezTo>
                <a:cubicBezTo>
                  <a:pt x="606586" y="60156"/>
                  <a:pt x="614604" y="39883"/>
                  <a:pt x="630638" y="24256"/>
                </a:cubicBezTo>
                <a:cubicBezTo>
                  <a:pt x="646673" y="8630"/>
                  <a:pt x="667798" y="817"/>
                  <a:pt x="694012" y="817"/>
                </a:cubicBezTo>
                <a:cubicBezTo>
                  <a:pt x="710898" y="817"/>
                  <a:pt x="725639" y="3200"/>
                  <a:pt x="738235" y="7966"/>
                </a:cubicBezTo>
                <a:lnTo>
                  <a:pt x="738235" y="39934"/>
                </a:lnTo>
                <a:cubicBezTo>
                  <a:pt x="725979" y="32785"/>
                  <a:pt x="711000" y="29210"/>
                  <a:pt x="693297" y="29210"/>
                </a:cubicBezTo>
                <a:cubicBezTo>
                  <a:pt x="678045" y="29210"/>
                  <a:pt x="665687" y="34180"/>
                  <a:pt x="656223" y="44121"/>
                </a:cubicBezTo>
                <a:cubicBezTo>
                  <a:pt x="646758" y="54062"/>
                  <a:pt x="642026" y="67169"/>
                  <a:pt x="642026" y="83442"/>
                </a:cubicBezTo>
                <a:cubicBezTo>
                  <a:pt x="642026" y="99988"/>
                  <a:pt x="646299" y="112890"/>
                  <a:pt x="654844" y="122150"/>
                </a:cubicBezTo>
                <a:cubicBezTo>
                  <a:pt x="663389" y="131410"/>
                  <a:pt x="675049" y="136040"/>
                  <a:pt x="689824" y="136040"/>
                </a:cubicBezTo>
                <a:cubicBezTo>
                  <a:pt x="698608" y="136040"/>
                  <a:pt x="705791" y="134679"/>
                  <a:pt x="711374" y="131955"/>
                </a:cubicBezTo>
                <a:lnTo>
                  <a:pt x="711374" y="99477"/>
                </a:lnTo>
                <a:lnTo>
                  <a:pt x="679407" y="99477"/>
                </a:lnTo>
                <a:lnTo>
                  <a:pt x="679407" y="72412"/>
                </a:lnTo>
                <a:lnTo>
                  <a:pt x="745078" y="72412"/>
                </a:lnTo>
                <a:lnTo>
                  <a:pt x="745078" y="151054"/>
                </a:lnTo>
                <a:close/>
                <a:moveTo>
                  <a:pt x="845241" y="78642"/>
                </a:moveTo>
                <a:cubicBezTo>
                  <a:pt x="841224" y="76327"/>
                  <a:pt x="836356" y="75169"/>
                  <a:pt x="830636" y="75169"/>
                </a:cubicBezTo>
                <a:cubicBezTo>
                  <a:pt x="823147" y="75169"/>
                  <a:pt x="817206" y="78029"/>
                  <a:pt x="812814" y="83749"/>
                </a:cubicBezTo>
                <a:cubicBezTo>
                  <a:pt x="808423" y="89468"/>
                  <a:pt x="806227" y="97332"/>
                  <a:pt x="806227" y="107341"/>
                </a:cubicBezTo>
                <a:lnTo>
                  <a:pt x="806227" y="161676"/>
                </a:lnTo>
                <a:lnTo>
                  <a:pt x="773238" y="161676"/>
                </a:lnTo>
                <a:lnTo>
                  <a:pt x="773238" y="48717"/>
                </a:lnTo>
                <a:lnTo>
                  <a:pt x="806227" y="48717"/>
                </a:lnTo>
                <a:lnTo>
                  <a:pt x="806227" y="69961"/>
                </a:lnTo>
                <a:lnTo>
                  <a:pt x="806635" y="69961"/>
                </a:lnTo>
                <a:cubicBezTo>
                  <a:pt x="812082" y="54505"/>
                  <a:pt x="821989" y="46777"/>
                  <a:pt x="836356" y="46777"/>
                </a:cubicBezTo>
                <a:cubicBezTo>
                  <a:pt x="840237" y="46777"/>
                  <a:pt x="843199" y="47219"/>
                  <a:pt x="845241" y="48104"/>
                </a:cubicBezTo>
                <a:lnTo>
                  <a:pt x="845241" y="78642"/>
                </a:lnTo>
                <a:close/>
                <a:moveTo>
                  <a:pt x="864682" y="55560"/>
                </a:moveTo>
                <a:cubicBezTo>
                  <a:pt x="869789" y="52700"/>
                  <a:pt x="876615" y="50385"/>
                  <a:pt x="885160" y="48615"/>
                </a:cubicBezTo>
                <a:cubicBezTo>
                  <a:pt x="893705" y="46845"/>
                  <a:pt x="901007" y="45960"/>
                  <a:pt x="907067" y="45960"/>
                </a:cubicBezTo>
                <a:cubicBezTo>
                  <a:pt x="938660" y="45960"/>
                  <a:pt x="954457" y="61790"/>
                  <a:pt x="954457" y="93451"/>
                </a:cubicBezTo>
                <a:lnTo>
                  <a:pt x="954457" y="161676"/>
                </a:lnTo>
                <a:lnTo>
                  <a:pt x="923102" y="161676"/>
                </a:lnTo>
                <a:lnTo>
                  <a:pt x="923102" y="145232"/>
                </a:lnTo>
                <a:lnTo>
                  <a:pt x="922694" y="145232"/>
                </a:lnTo>
                <a:cubicBezTo>
                  <a:pt x="915000" y="158033"/>
                  <a:pt x="903731" y="164433"/>
                  <a:pt x="888888" y="164433"/>
                </a:cubicBezTo>
                <a:cubicBezTo>
                  <a:pt x="878198" y="164433"/>
                  <a:pt x="869636" y="161386"/>
                  <a:pt x="863201" y="155292"/>
                </a:cubicBezTo>
                <a:cubicBezTo>
                  <a:pt x="856767" y="149199"/>
                  <a:pt x="853550" y="140909"/>
                  <a:pt x="853550" y="130423"/>
                </a:cubicBezTo>
                <a:cubicBezTo>
                  <a:pt x="853550" y="108771"/>
                  <a:pt x="866453" y="96175"/>
                  <a:pt x="892258" y="92634"/>
                </a:cubicBezTo>
                <a:lnTo>
                  <a:pt x="923306" y="88447"/>
                </a:lnTo>
                <a:cubicBezTo>
                  <a:pt x="923306" y="75306"/>
                  <a:pt x="916463" y="68735"/>
                  <a:pt x="902778" y="68735"/>
                </a:cubicBezTo>
                <a:cubicBezTo>
                  <a:pt x="889296" y="68735"/>
                  <a:pt x="876598" y="72820"/>
                  <a:pt x="864682" y="80991"/>
                </a:cubicBezTo>
                <a:lnTo>
                  <a:pt x="864682" y="55560"/>
                </a:lnTo>
                <a:moveTo>
                  <a:pt x="901961" y="110507"/>
                </a:moveTo>
                <a:cubicBezTo>
                  <a:pt x="890045" y="112073"/>
                  <a:pt x="884088" y="117452"/>
                  <a:pt x="884088" y="126644"/>
                </a:cubicBezTo>
                <a:cubicBezTo>
                  <a:pt x="884088" y="130866"/>
                  <a:pt x="885534" y="134270"/>
                  <a:pt x="888428" y="136858"/>
                </a:cubicBezTo>
                <a:cubicBezTo>
                  <a:pt x="891322" y="139445"/>
                  <a:pt x="895220" y="140739"/>
                  <a:pt x="900122" y="140739"/>
                </a:cubicBezTo>
                <a:cubicBezTo>
                  <a:pt x="906863" y="140739"/>
                  <a:pt x="912412" y="138355"/>
                  <a:pt x="916770" y="133589"/>
                </a:cubicBezTo>
                <a:cubicBezTo>
                  <a:pt x="921128" y="128823"/>
                  <a:pt x="923306" y="122899"/>
                  <a:pt x="923306" y="115818"/>
                </a:cubicBezTo>
                <a:lnTo>
                  <a:pt x="923306" y="107750"/>
                </a:lnTo>
                <a:lnTo>
                  <a:pt x="901961" y="110507"/>
                </a:lnTo>
                <a:close/>
                <a:moveTo>
                  <a:pt x="1160023" y="161676"/>
                </a:moveTo>
                <a:lnTo>
                  <a:pt x="1127137" y="161676"/>
                </a:lnTo>
                <a:lnTo>
                  <a:pt x="1127137" y="97230"/>
                </a:lnTo>
                <a:cubicBezTo>
                  <a:pt x="1127137" y="79936"/>
                  <a:pt x="1120839" y="71288"/>
                  <a:pt x="1108242" y="71288"/>
                </a:cubicBezTo>
                <a:cubicBezTo>
                  <a:pt x="1102387" y="71288"/>
                  <a:pt x="1097518" y="73910"/>
                  <a:pt x="1093637" y="79153"/>
                </a:cubicBezTo>
                <a:cubicBezTo>
                  <a:pt x="1089756" y="84395"/>
                  <a:pt x="1087816" y="90796"/>
                  <a:pt x="1087816" y="98354"/>
                </a:cubicBezTo>
                <a:lnTo>
                  <a:pt x="1087816" y="161676"/>
                </a:lnTo>
                <a:lnTo>
                  <a:pt x="1054929" y="161676"/>
                </a:lnTo>
                <a:lnTo>
                  <a:pt x="1054929" y="96413"/>
                </a:lnTo>
                <a:cubicBezTo>
                  <a:pt x="1054929" y="79663"/>
                  <a:pt x="1048699" y="71288"/>
                  <a:pt x="1036239" y="71288"/>
                </a:cubicBezTo>
                <a:cubicBezTo>
                  <a:pt x="1030043" y="71288"/>
                  <a:pt x="1025089" y="73791"/>
                  <a:pt x="1021379" y="78795"/>
                </a:cubicBezTo>
                <a:cubicBezTo>
                  <a:pt x="1017668" y="83800"/>
                  <a:pt x="1015812" y="90421"/>
                  <a:pt x="1015812" y="98660"/>
                </a:cubicBezTo>
                <a:lnTo>
                  <a:pt x="1015812" y="161676"/>
                </a:lnTo>
                <a:lnTo>
                  <a:pt x="982824" y="161676"/>
                </a:lnTo>
                <a:lnTo>
                  <a:pt x="982824" y="48717"/>
                </a:lnTo>
                <a:lnTo>
                  <a:pt x="1015812" y="48717"/>
                </a:lnTo>
                <a:lnTo>
                  <a:pt x="1015812" y="66386"/>
                </a:lnTo>
                <a:lnTo>
                  <a:pt x="1016221" y="66386"/>
                </a:lnTo>
                <a:cubicBezTo>
                  <a:pt x="1020170" y="59918"/>
                  <a:pt x="1025413" y="54896"/>
                  <a:pt x="1031949" y="51322"/>
                </a:cubicBezTo>
                <a:cubicBezTo>
                  <a:pt x="1038486" y="47747"/>
                  <a:pt x="1045363" y="45960"/>
                  <a:pt x="1052580" y="45960"/>
                </a:cubicBezTo>
                <a:cubicBezTo>
                  <a:pt x="1068445" y="45960"/>
                  <a:pt x="1079305" y="53075"/>
                  <a:pt x="1085160" y="67305"/>
                </a:cubicBezTo>
                <a:cubicBezTo>
                  <a:pt x="1093876" y="53075"/>
                  <a:pt x="1106540" y="45960"/>
                  <a:pt x="1123154" y="45960"/>
                </a:cubicBezTo>
                <a:cubicBezTo>
                  <a:pt x="1147733" y="45960"/>
                  <a:pt x="1160023" y="61143"/>
                  <a:pt x="1160023" y="91511"/>
                </a:cubicBezTo>
                <a:lnTo>
                  <a:pt x="1160023" y="161676"/>
                </a:lnTo>
                <a:close/>
                <a:moveTo>
                  <a:pt x="1365426" y="161676"/>
                </a:moveTo>
                <a:lnTo>
                  <a:pt x="1332539" y="161676"/>
                </a:lnTo>
                <a:lnTo>
                  <a:pt x="1332539" y="97230"/>
                </a:lnTo>
                <a:cubicBezTo>
                  <a:pt x="1332539" y="79936"/>
                  <a:pt x="1326241" y="71288"/>
                  <a:pt x="1313644" y="71288"/>
                </a:cubicBezTo>
                <a:cubicBezTo>
                  <a:pt x="1307789" y="71288"/>
                  <a:pt x="1302921" y="73910"/>
                  <a:pt x="1299040" y="79153"/>
                </a:cubicBezTo>
                <a:cubicBezTo>
                  <a:pt x="1295159" y="84395"/>
                  <a:pt x="1293218" y="90796"/>
                  <a:pt x="1293218" y="98354"/>
                </a:cubicBezTo>
                <a:lnTo>
                  <a:pt x="1293218" y="161676"/>
                </a:lnTo>
                <a:lnTo>
                  <a:pt x="1260331" y="161676"/>
                </a:lnTo>
                <a:lnTo>
                  <a:pt x="1260331" y="96413"/>
                </a:lnTo>
                <a:cubicBezTo>
                  <a:pt x="1260331" y="79663"/>
                  <a:pt x="1254101" y="71288"/>
                  <a:pt x="1241641" y="71288"/>
                </a:cubicBezTo>
                <a:cubicBezTo>
                  <a:pt x="1235445" y="71288"/>
                  <a:pt x="1230492" y="73791"/>
                  <a:pt x="1226781" y="78795"/>
                </a:cubicBezTo>
                <a:cubicBezTo>
                  <a:pt x="1223070" y="83800"/>
                  <a:pt x="1221215" y="90421"/>
                  <a:pt x="1221215" y="98660"/>
                </a:cubicBezTo>
                <a:lnTo>
                  <a:pt x="1221215" y="161676"/>
                </a:lnTo>
                <a:lnTo>
                  <a:pt x="1188226" y="161676"/>
                </a:lnTo>
                <a:lnTo>
                  <a:pt x="1188226" y="48717"/>
                </a:lnTo>
                <a:lnTo>
                  <a:pt x="1221215" y="48717"/>
                </a:lnTo>
                <a:lnTo>
                  <a:pt x="1221215" y="66386"/>
                </a:lnTo>
                <a:lnTo>
                  <a:pt x="1221623" y="66386"/>
                </a:lnTo>
                <a:cubicBezTo>
                  <a:pt x="1225572" y="59918"/>
                  <a:pt x="1230815" y="54896"/>
                  <a:pt x="1237352" y="51322"/>
                </a:cubicBezTo>
                <a:cubicBezTo>
                  <a:pt x="1243888" y="47747"/>
                  <a:pt x="1250765" y="45960"/>
                  <a:pt x="1257982" y="45960"/>
                </a:cubicBezTo>
                <a:cubicBezTo>
                  <a:pt x="1273847" y="45960"/>
                  <a:pt x="1284707" y="53075"/>
                  <a:pt x="1290563" y="67305"/>
                </a:cubicBezTo>
                <a:cubicBezTo>
                  <a:pt x="1299278" y="53075"/>
                  <a:pt x="1311942" y="45960"/>
                  <a:pt x="1328556" y="45960"/>
                </a:cubicBezTo>
                <a:cubicBezTo>
                  <a:pt x="1353136" y="45960"/>
                  <a:pt x="1365426" y="61143"/>
                  <a:pt x="1365426" y="91511"/>
                </a:cubicBezTo>
                <a:lnTo>
                  <a:pt x="1365426" y="161676"/>
                </a:lnTo>
                <a:close/>
                <a:moveTo>
                  <a:pt x="1397432" y="55560"/>
                </a:moveTo>
                <a:cubicBezTo>
                  <a:pt x="1402538" y="52700"/>
                  <a:pt x="1409364" y="50385"/>
                  <a:pt x="1417909" y="48615"/>
                </a:cubicBezTo>
                <a:cubicBezTo>
                  <a:pt x="1426454" y="46845"/>
                  <a:pt x="1433757" y="45960"/>
                  <a:pt x="1439817" y="45960"/>
                </a:cubicBezTo>
                <a:cubicBezTo>
                  <a:pt x="1471410" y="45960"/>
                  <a:pt x="1487206" y="61790"/>
                  <a:pt x="1487206" y="93451"/>
                </a:cubicBezTo>
                <a:lnTo>
                  <a:pt x="1487206" y="161676"/>
                </a:lnTo>
                <a:lnTo>
                  <a:pt x="1455851" y="161676"/>
                </a:lnTo>
                <a:lnTo>
                  <a:pt x="1455851" y="145232"/>
                </a:lnTo>
                <a:lnTo>
                  <a:pt x="1455443" y="145232"/>
                </a:lnTo>
                <a:cubicBezTo>
                  <a:pt x="1447749" y="158033"/>
                  <a:pt x="1436480" y="164433"/>
                  <a:pt x="1421637" y="164433"/>
                </a:cubicBezTo>
                <a:cubicBezTo>
                  <a:pt x="1410947" y="164433"/>
                  <a:pt x="1402385" y="161386"/>
                  <a:pt x="1395951" y="155292"/>
                </a:cubicBezTo>
                <a:cubicBezTo>
                  <a:pt x="1389516" y="149199"/>
                  <a:pt x="1386299" y="140909"/>
                  <a:pt x="1386299" y="130423"/>
                </a:cubicBezTo>
                <a:cubicBezTo>
                  <a:pt x="1386299" y="108771"/>
                  <a:pt x="1399202" y="96175"/>
                  <a:pt x="1425007" y="92634"/>
                </a:cubicBezTo>
                <a:lnTo>
                  <a:pt x="1456056" y="88447"/>
                </a:lnTo>
                <a:cubicBezTo>
                  <a:pt x="1456056" y="75306"/>
                  <a:pt x="1449213" y="68735"/>
                  <a:pt x="1435527" y="68735"/>
                </a:cubicBezTo>
                <a:cubicBezTo>
                  <a:pt x="1422046" y="68735"/>
                  <a:pt x="1409347" y="72820"/>
                  <a:pt x="1397432" y="80991"/>
                </a:cubicBezTo>
                <a:lnTo>
                  <a:pt x="1397432" y="55560"/>
                </a:lnTo>
                <a:moveTo>
                  <a:pt x="1434710" y="110507"/>
                </a:moveTo>
                <a:cubicBezTo>
                  <a:pt x="1422795" y="112073"/>
                  <a:pt x="1416837" y="117452"/>
                  <a:pt x="1416837" y="126644"/>
                </a:cubicBezTo>
                <a:cubicBezTo>
                  <a:pt x="1416837" y="130866"/>
                  <a:pt x="1418284" y="134270"/>
                  <a:pt x="1421177" y="136858"/>
                </a:cubicBezTo>
                <a:cubicBezTo>
                  <a:pt x="1424071" y="139445"/>
                  <a:pt x="1427969" y="140739"/>
                  <a:pt x="1432872" y="140739"/>
                </a:cubicBezTo>
                <a:cubicBezTo>
                  <a:pt x="1439612" y="140739"/>
                  <a:pt x="1445162" y="138355"/>
                  <a:pt x="1449519" y="133589"/>
                </a:cubicBezTo>
                <a:cubicBezTo>
                  <a:pt x="1453877" y="128823"/>
                  <a:pt x="1456056" y="122899"/>
                  <a:pt x="1456056" y="115818"/>
                </a:cubicBezTo>
                <a:lnTo>
                  <a:pt x="1456056" y="107750"/>
                </a:lnTo>
                <a:lnTo>
                  <a:pt x="1434710" y="110507"/>
                </a:lnTo>
                <a:close/>
                <a:moveTo>
                  <a:pt x="1587576" y="78642"/>
                </a:moveTo>
                <a:cubicBezTo>
                  <a:pt x="1583559" y="76327"/>
                  <a:pt x="1578691" y="75169"/>
                  <a:pt x="1572971" y="75169"/>
                </a:cubicBezTo>
                <a:cubicBezTo>
                  <a:pt x="1565481" y="75169"/>
                  <a:pt x="1559541" y="78029"/>
                  <a:pt x="1555149" y="83749"/>
                </a:cubicBezTo>
                <a:cubicBezTo>
                  <a:pt x="1550757" y="89468"/>
                  <a:pt x="1548562" y="97332"/>
                  <a:pt x="1548562" y="107341"/>
                </a:cubicBezTo>
                <a:lnTo>
                  <a:pt x="1548562" y="161676"/>
                </a:lnTo>
                <a:lnTo>
                  <a:pt x="1515573" y="161676"/>
                </a:lnTo>
                <a:lnTo>
                  <a:pt x="1515573" y="48717"/>
                </a:lnTo>
                <a:lnTo>
                  <a:pt x="1548562" y="48717"/>
                </a:lnTo>
                <a:lnTo>
                  <a:pt x="1548562" y="69961"/>
                </a:lnTo>
                <a:lnTo>
                  <a:pt x="1548970" y="69961"/>
                </a:lnTo>
                <a:cubicBezTo>
                  <a:pt x="1554417" y="54505"/>
                  <a:pt x="1564324" y="46777"/>
                  <a:pt x="1578691" y="46777"/>
                </a:cubicBezTo>
                <a:cubicBezTo>
                  <a:pt x="1582572" y="46777"/>
                  <a:pt x="1585533" y="47219"/>
                  <a:pt x="1587576" y="48104"/>
                </a:cubicBezTo>
                <a:lnTo>
                  <a:pt x="1587576" y="786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E7F95-1995-4890-A1FC-ACFD55C2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009" y="832097"/>
            <a:ext cx="401428" cy="392778"/>
          </a:xfrm>
          <a:custGeom xmlns:a="http://schemas.openxmlformats.org/drawingml/2006/main">
            <a:pathLst>
              <a:path w="401428" h="392778">
                <a:moveTo>
                  <a:pt x="0" y="196455"/>
                </a:moveTo>
                <a:cubicBezTo>
                  <a:pt x="0" y="87939"/>
                  <a:pt x="89774" y="0"/>
                  <a:pt x="200649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839"/>
                  <a:pt x="311523" y="392778"/>
                  <a:pt x="200649" y="392778"/>
                </a:cubicBezTo>
                <a:cubicBezTo>
                  <a:pt x="89774" y="392778"/>
                  <a:pt x="0" y="304839"/>
                  <a:pt x="0" y="1964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83417-DCDC-4D65-BB5B-ADCE87E8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009" y="832097"/>
            <a:ext cx="401428" cy="392778"/>
          </a:xfrm>
          <a:custGeom xmlns:a="http://schemas.openxmlformats.org/drawingml/2006/main">
            <a:pathLst>
              <a:path w="401428" h="392778" fill="none">
                <a:moveTo>
                  <a:pt x="0" y="196455"/>
                </a:moveTo>
                <a:cubicBezTo>
                  <a:pt x="0" y="87939"/>
                  <a:pt x="89774" y="0"/>
                  <a:pt x="200649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839"/>
                  <a:pt x="311523" y="392778"/>
                  <a:pt x="200649" y="392778"/>
                </a:cubicBezTo>
                <a:cubicBezTo>
                  <a:pt x="89774" y="392778"/>
                  <a:pt x="0" y="304839"/>
                  <a:pt x="0" y="1964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67" name="Text 1">
            <a:extLst xmlns:a="http://schemas.openxmlformats.org/drawingml/2006/main">
              <a:ext uri="{FF2B5EF4-FFF2-40B4-BE49-F238E27FC236}">
                <a16:creationId xmlns:a16="http://schemas.microsoft.com/office/drawing/2014/main" id="{C793C596-1686-4B8A-AC21-FD8CBC7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829" y="966956"/>
            <a:ext cx="88038" cy="134202"/>
          </a:xfrm>
          <a:custGeom xmlns:a="http://schemas.openxmlformats.org/drawingml/2006/main">
            <a:pathLst>
              <a:path w="88038" h="134202">
                <a:moveTo>
                  <a:pt x="88038" y="134202"/>
                </a:moveTo>
                <a:lnTo>
                  <a:pt x="4187" y="134202"/>
                </a:lnTo>
                <a:lnTo>
                  <a:pt x="4187" y="117657"/>
                </a:lnTo>
                <a:lnTo>
                  <a:pt x="38504" y="117657"/>
                </a:lnTo>
                <a:lnTo>
                  <a:pt x="38504" y="20120"/>
                </a:lnTo>
                <a:lnTo>
                  <a:pt x="6536" y="37585"/>
                </a:lnTo>
                <a:lnTo>
                  <a:pt x="0" y="22469"/>
                </a:lnTo>
                <a:lnTo>
                  <a:pt x="42487" y="0"/>
                </a:lnTo>
                <a:lnTo>
                  <a:pt x="58216" y="0"/>
                </a:lnTo>
                <a:lnTo>
                  <a:pt x="58216" y="117657"/>
                </a:lnTo>
                <a:lnTo>
                  <a:pt x="88038" y="117657"/>
                </a:lnTo>
                <a:lnTo>
                  <a:pt x="88038" y="1342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479A7-424D-43D1-8FEA-EBF55EE1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960" y="1224482"/>
            <a:ext cx="407850" cy="288981"/>
          </a:xfrm>
          <a:custGeom xmlns:a="http://schemas.openxmlformats.org/drawingml/2006/main">
            <a:pathLst>
              <a:path w="407850" h="288981">
                <a:moveTo>
                  <a:pt x="9567" y="51637"/>
                </a:moveTo>
                <a:lnTo>
                  <a:pt x="14809" y="64087"/>
                </a:lnTo>
                <a:lnTo>
                  <a:pt x="20838" y="76275"/>
                </a:lnTo>
                <a:lnTo>
                  <a:pt x="27915" y="88333"/>
                </a:lnTo>
                <a:lnTo>
                  <a:pt x="36041" y="100259"/>
                </a:lnTo>
                <a:lnTo>
                  <a:pt x="44953" y="111792"/>
                </a:lnTo>
                <a:lnTo>
                  <a:pt x="54782" y="123063"/>
                </a:lnTo>
                <a:lnTo>
                  <a:pt x="65266" y="134203"/>
                </a:lnTo>
                <a:lnTo>
                  <a:pt x="76668" y="144818"/>
                </a:lnTo>
                <a:lnTo>
                  <a:pt x="88726" y="155434"/>
                </a:lnTo>
                <a:lnTo>
                  <a:pt x="101438" y="165525"/>
                </a:lnTo>
                <a:lnTo>
                  <a:pt x="114937" y="175224"/>
                </a:lnTo>
                <a:lnTo>
                  <a:pt x="128960" y="184660"/>
                </a:lnTo>
                <a:lnTo>
                  <a:pt x="158579" y="202221"/>
                </a:lnTo>
                <a:lnTo>
                  <a:pt x="190295" y="218079"/>
                </a:lnTo>
                <a:lnTo>
                  <a:pt x="223846" y="231971"/>
                </a:lnTo>
                <a:lnTo>
                  <a:pt x="258707" y="243766"/>
                </a:lnTo>
                <a:lnTo>
                  <a:pt x="276793" y="248878"/>
                </a:lnTo>
                <a:lnTo>
                  <a:pt x="295010" y="253203"/>
                </a:lnTo>
                <a:lnTo>
                  <a:pt x="313620" y="257134"/>
                </a:lnTo>
                <a:lnTo>
                  <a:pt x="328703" y="259064"/>
                </a:lnTo>
                <a:lnTo>
                  <a:pt x="326201" y="288981"/>
                </a:lnTo>
                <a:lnTo>
                  <a:pt x="407850" y="256348"/>
                </a:lnTo>
                <a:lnTo>
                  <a:pt x="332754" y="210609"/>
                </a:lnTo>
                <a:lnTo>
                  <a:pt x="330347" y="239404"/>
                </a:lnTo>
                <a:lnTo>
                  <a:pt x="316529" y="237610"/>
                </a:lnTo>
                <a:lnTo>
                  <a:pt x="299073" y="234068"/>
                </a:lnTo>
                <a:lnTo>
                  <a:pt x="299466" y="234068"/>
                </a:lnTo>
                <a:lnTo>
                  <a:pt x="281511" y="229743"/>
                </a:lnTo>
                <a:lnTo>
                  <a:pt x="281904" y="229874"/>
                </a:lnTo>
                <a:lnTo>
                  <a:pt x="264387" y="224907"/>
                </a:lnTo>
                <a:lnTo>
                  <a:pt x="230524" y="213404"/>
                </a:lnTo>
                <a:lnTo>
                  <a:pt x="198159" y="199993"/>
                </a:lnTo>
                <a:lnTo>
                  <a:pt x="198814" y="200255"/>
                </a:lnTo>
                <a:lnTo>
                  <a:pt x="167622" y="184791"/>
                </a:lnTo>
                <a:lnTo>
                  <a:pt x="168277" y="185053"/>
                </a:lnTo>
                <a:lnTo>
                  <a:pt x="139213" y="167902"/>
                </a:lnTo>
                <a:lnTo>
                  <a:pt x="125946" y="158972"/>
                </a:lnTo>
                <a:lnTo>
                  <a:pt x="126339" y="159235"/>
                </a:lnTo>
                <a:lnTo>
                  <a:pt x="113233" y="149667"/>
                </a:lnTo>
                <a:lnTo>
                  <a:pt x="113496" y="149929"/>
                </a:lnTo>
                <a:lnTo>
                  <a:pt x="101045" y="140100"/>
                </a:lnTo>
                <a:lnTo>
                  <a:pt x="101438" y="140493"/>
                </a:lnTo>
                <a:lnTo>
                  <a:pt x="89774" y="130271"/>
                </a:lnTo>
                <a:lnTo>
                  <a:pt x="90036" y="130533"/>
                </a:lnTo>
                <a:lnTo>
                  <a:pt x="79231" y="120243"/>
                </a:lnTo>
                <a:lnTo>
                  <a:pt x="69198" y="109695"/>
                </a:lnTo>
                <a:lnTo>
                  <a:pt x="69460" y="110088"/>
                </a:lnTo>
                <a:lnTo>
                  <a:pt x="60024" y="99079"/>
                </a:lnTo>
                <a:lnTo>
                  <a:pt x="60417" y="99603"/>
                </a:lnTo>
                <a:lnTo>
                  <a:pt x="52065" y="88847"/>
                </a:lnTo>
                <a:lnTo>
                  <a:pt x="44428" y="77586"/>
                </a:lnTo>
                <a:lnTo>
                  <a:pt x="44691" y="78110"/>
                </a:lnTo>
                <a:lnTo>
                  <a:pt x="38007" y="66577"/>
                </a:lnTo>
                <a:lnTo>
                  <a:pt x="38269" y="67101"/>
                </a:lnTo>
                <a:lnTo>
                  <a:pt x="32502" y="55568"/>
                </a:lnTo>
                <a:lnTo>
                  <a:pt x="32764" y="56224"/>
                </a:lnTo>
                <a:lnTo>
                  <a:pt x="27784" y="44428"/>
                </a:lnTo>
                <a:lnTo>
                  <a:pt x="28177" y="45084"/>
                </a:lnTo>
                <a:lnTo>
                  <a:pt x="24508" y="34075"/>
                </a:lnTo>
                <a:lnTo>
                  <a:pt x="21624" y="22149"/>
                </a:lnTo>
                <a:lnTo>
                  <a:pt x="21887" y="23066"/>
                </a:lnTo>
                <a:lnTo>
                  <a:pt x="20183" y="11140"/>
                </a:lnTo>
                <a:lnTo>
                  <a:pt x="20183" y="12057"/>
                </a:lnTo>
                <a:lnTo>
                  <a:pt x="19659" y="0"/>
                </a:lnTo>
                <a:lnTo>
                  <a:pt x="0" y="917"/>
                </a:lnTo>
                <a:lnTo>
                  <a:pt x="655" y="13368"/>
                </a:lnTo>
                <a:lnTo>
                  <a:pt x="2359" y="26343"/>
                </a:lnTo>
                <a:lnTo>
                  <a:pt x="5504" y="39055"/>
                </a:lnTo>
                <a:lnTo>
                  <a:pt x="9567" y="51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BDBC6-B9DF-4E88-A651-A07FCB79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438" y="995787"/>
            <a:ext cx="407850" cy="289112"/>
          </a:xfrm>
          <a:custGeom xmlns:a="http://schemas.openxmlformats.org/drawingml/2006/main">
            <a:pathLst>
              <a:path w="407850" h="289112">
                <a:moveTo>
                  <a:pt x="0" y="32764"/>
                </a:moveTo>
                <a:lnTo>
                  <a:pt x="75227" y="78372"/>
                </a:lnTo>
                <a:lnTo>
                  <a:pt x="77585" y="49588"/>
                </a:lnTo>
                <a:lnTo>
                  <a:pt x="90921" y="51319"/>
                </a:lnTo>
                <a:lnTo>
                  <a:pt x="108646" y="55044"/>
                </a:lnTo>
                <a:lnTo>
                  <a:pt x="108384" y="55044"/>
                </a:lnTo>
                <a:lnTo>
                  <a:pt x="126208" y="59369"/>
                </a:lnTo>
                <a:lnTo>
                  <a:pt x="125815" y="59238"/>
                </a:lnTo>
                <a:lnTo>
                  <a:pt x="143489" y="64213"/>
                </a:lnTo>
                <a:lnTo>
                  <a:pt x="177306" y="75571"/>
                </a:lnTo>
                <a:lnTo>
                  <a:pt x="209692" y="89119"/>
                </a:lnTo>
                <a:lnTo>
                  <a:pt x="209036" y="88726"/>
                </a:lnTo>
                <a:lnTo>
                  <a:pt x="240228" y="104322"/>
                </a:lnTo>
                <a:lnTo>
                  <a:pt x="239573" y="103928"/>
                </a:lnTo>
                <a:lnTo>
                  <a:pt x="268667" y="121228"/>
                </a:lnTo>
                <a:lnTo>
                  <a:pt x="268143" y="120835"/>
                </a:lnTo>
                <a:lnTo>
                  <a:pt x="281904" y="130140"/>
                </a:lnTo>
                <a:lnTo>
                  <a:pt x="281642" y="129878"/>
                </a:lnTo>
                <a:lnTo>
                  <a:pt x="294617" y="139445"/>
                </a:lnTo>
                <a:lnTo>
                  <a:pt x="294355" y="139183"/>
                </a:lnTo>
                <a:lnTo>
                  <a:pt x="306674" y="149012"/>
                </a:lnTo>
                <a:lnTo>
                  <a:pt x="306412" y="148750"/>
                </a:lnTo>
                <a:lnTo>
                  <a:pt x="318207" y="158841"/>
                </a:lnTo>
                <a:lnTo>
                  <a:pt x="317814" y="158579"/>
                </a:lnTo>
                <a:lnTo>
                  <a:pt x="328701" y="168819"/>
                </a:lnTo>
                <a:lnTo>
                  <a:pt x="338783" y="179417"/>
                </a:lnTo>
                <a:lnTo>
                  <a:pt x="338390" y="179024"/>
                </a:lnTo>
                <a:lnTo>
                  <a:pt x="347826" y="190033"/>
                </a:lnTo>
                <a:lnTo>
                  <a:pt x="347564" y="189640"/>
                </a:lnTo>
                <a:lnTo>
                  <a:pt x="356082" y="200649"/>
                </a:lnTo>
                <a:lnTo>
                  <a:pt x="355689" y="200255"/>
                </a:lnTo>
                <a:lnTo>
                  <a:pt x="363553" y="211526"/>
                </a:lnTo>
                <a:lnTo>
                  <a:pt x="363160" y="211002"/>
                </a:lnTo>
                <a:lnTo>
                  <a:pt x="369975" y="222535"/>
                </a:lnTo>
                <a:lnTo>
                  <a:pt x="369581" y="221880"/>
                </a:lnTo>
                <a:lnTo>
                  <a:pt x="375348" y="233544"/>
                </a:lnTo>
                <a:lnTo>
                  <a:pt x="375086" y="233020"/>
                </a:lnTo>
                <a:lnTo>
                  <a:pt x="380021" y="244577"/>
                </a:lnTo>
                <a:lnTo>
                  <a:pt x="383604" y="255824"/>
                </a:lnTo>
                <a:lnTo>
                  <a:pt x="383342" y="255037"/>
                </a:lnTo>
                <a:lnTo>
                  <a:pt x="386203" y="266872"/>
                </a:lnTo>
                <a:lnTo>
                  <a:pt x="387667" y="277972"/>
                </a:lnTo>
                <a:lnTo>
                  <a:pt x="387667" y="277186"/>
                </a:lnTo>
                <a:lnTo>
                  <a:pt x="388191" y="289112"/>
                </a:lnTo>
                <a:lnTo>
                  <a:pt x="407850" y="288195"/>
                </a:lnTo>
                <a:lnTo>
                  <a:pt x="407195" y="275744"/>
                </a:lnTo>
                <a:lnTo>
                  <a:pt x="405491" y="262901"/>
                </a:lnTo>
                <a:lnTo>
                  <a:pt x="402477" y="250057"/>
                </a:lnTo>
                <a:lnTo>
                  <a:pt x="398283" y="237476"/>
                </a:lnTo>
                <a:lnTo>
                  <a:pt x="393172" y="225156"/>
                </a:lnTo>
                <a:lnTo>
                  <a:pt x="387012" y="212837"/>
                </a:lnTo>
                <a:lnTo>
                  <a:pt x="379935" y="200649"/>
                </a:lnTo>
                <a:lnTo>
                  <a:pt x="371809" y="188853"/>
                </a:lnTo>
                <a:lnTo>
                  <a:pt x="362897" y="177320"/>
                </a:lnTo>
                <a:lnTo>
                  <a:pt x="353199" y="165918"/>
                </a:lnTo>
                <a:lnTo>
                  <a:pt x="342584" y="154910"/>
                </a:lnTo>
                <a:lnTo>
                  <a:pt x="331182" y="144163"/>
                </a:lnTo>
                <a:lnTo>
                  <a:pt x="319124" y="133678"/>
                </a:lnTo>
                <a:lnTo>
                  <a:pt x="306412" y="123718"/>
                </a:lnTo>
                <a:lnTo>
                  <a:pt x="293044" y="113889"/>
                </a:lnTo>
                <a:lnTo>
                  <a:pt x="279021" y="104453"/>
                </a:lnTo>
                <a:lnTo>
                  <a:pt x="249271" y="86891"/>
                </a:lnTo>
                <a:lnTo>
                  <a:pt x="217555" y="71033"/>
                </a:lnTo>
                <a:lnTo>
                  <a:pt x="184004" y="57141"/>
                </a:lnTo>
                <a:lnTo>
                  <a:pt x="149143" y="45477"/>
                </a:lnTo>
                <a:lnTo>
                  <a:pt x="131057" y="40235"/>
                </a:lnTo>
                <a:lnTo>
                  <a:pt x="112840" y="35910"/>
                </a:lnTo>
                <a:lnTo>
                  <a:pt x="94230" y="31978"/>
                </a:lnTo>
                <a:lnTo>
                  <a:pt x="79186" y="30053"/>
                </a:lnTo>
                <a:lnTo>
                  <a:pt x="81649" y="0"/>
                </a:lnTo>
                <a:lnTo>
                  <a:pt x="0" y="32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05680-8286-4CF1-A3D2-F7CC13CB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241" y="1676760"/>
            <a:ext cx="550047" cy="361718"/>
          </a:xfrm>
          <a:custGeom xmlns:a="http://schemas.openxmlformats.org/drawingml/2006/main">
            <a:pathLst>
              <a:path w="550047" h="361718">
                <a:moveTo>
                  <a:pt x="152288" y="320435"/>
                </a:moveTo>
                <a:lnTo>
                  <a:pt x="176927" y="314799"/>
                </a:lnTo>
                <a:lnTo>
                  <a:pt x="201042" y="308378"/>
                </a:lnTo>
                <a:lnTo>
                  <a:pt x="224894" y="301301"/>
                </a:lnTo>
                <a:lnTo>
                  <a:pt x="248222" y="293437"/>
                </a:lnTo>
                <a:lnTo>
                  <a:pt x="271157" y="284918"/>
                </a:lnTo>
                <a:lnTo>
                  <a:pt x="293568" y="275744"/>
                </a:lnTo>
                <a:lnTo>
                  <a:pt x="315324" y="266046"/>
                </a:lnTo>
                <a:lnTo>
                  <a:pt x="336424" y="255693"/>
                </a:lnTo>
                <a:lnTo>
                  <a:pt x="356738" y="244815"/>
                </a:lnTo>
                <a:lnTo>
                  <a:pt x="376527" y="233413"/>
                </a:lnTo>
                <a:lnTo>
                  <a:pt x="395531" y="221487"/>
                </a:lnTo>
                <a:lnTo>
                  <a:pt x="413486" y="209036"/>
                </a:lnTo>
                <a:lnTo>
                  <a:pt x="430654" y="196193"/>
                </a:lnTo>
                <a:lnTo>
                  <a:pt x="447036" y="182956"/>
                </a:lnTo>
                <a:lnTo>
                  <a:pt x="462108" y="169326"/>
                </a:lnTo>
                <a:lnTo>
                  <a:pt x="476393" y="155303"/>
                </a:lnTo>
                <a:lnTo>
                  <a:pt x="489630" y="141018"/>
                </a:lnTo>
                <a:lnTo>
                  <a:pt x="501687" y="126339"/>
                </a:lnTo>
                <a:lnTo>
                  <a:pt x="512434" y="111399"/>
                </a:lnTo>
                <a:lnTo>
                  <a:pt x="522001" y="96065"/>
                </a:lnTo>
                <a:lnTo>
                  <a:pt x="530258" y="80731"/>
                </a:lnTo>
                <a:lnTo>
                  <a:pt x="537335" y="65004"/>
                </a:lnTo>
                <a:lnTo>
                  <a:pt x="542839" y="49015"/>
                </a:lnTo>
                <a:lnTo>
                  <a:pt x="546771" y="32895"/>
                </a:lnTo>
                <a:lnTo>
                  <a:pt x="549261" y="16775"/>
                </a:lnTo>
                <a:lnTo>
                  <a:pt x="550047" y="917"/>
                </a:lnTo>
                <a:lnTo>
                  <a:pt x="530389" y="0"/>
                </a:lnTo>
                <a:lnTo>
                  <a:pt x="529618" y="15029"/>
                </a:lnTo>
                <a:lnTo>
                  <a:pt x="527480" y="28806"/>
                </a:lnTo>
                <a:lnTo>
                  <a:pt x="523862" y="43797"/>
                </a:lnTo>
                <a:lnTo>
                  <a:pt x="518856" y="58189"/>
                </a:lnTo>
                <a:lnTo>
                  <a:pt x="519249" y="57403"/>
                </a:lnTo>
                <a:lnTo>
                  <a:pt x="512565" y="72344"/>
                </a:lnTo>
                <a:lnTo>
                  <a:pt x="512827" y="71688"/>
                </a:lnTo>
                <a:lnTo>
                  <a:pt x="504832" y="86498"/>
                </a:lnTo>
                <a:lnTo>
                  <a:pt x="505226" y="85974"/>
                </a:lnTo>
                <a:lnTo>
                  <a:pt x="495921" y="100652"/>
                </a:lnTo>
                <a:lnTo>
                  <a:pt x="496314" y="100128"/>
                </a:lnTo>
                <a:lnTo>
                  <a:pt x="486091" y="114311"/>
                </a:lnTo>
                <a:lnTo>
                  <a:pt x="474558" y="128436"/>
                </a:lnTo>
                <a:lnTo>
                  <a:pt x="474951" y="127912"/>
                </a:lnTo>
                <a:lnTo>
                  <a:pt x="462148" y="141760"/>
                </a:lnTo>
                <a:lnTo>
                  <a:pt x="448609" y="155172"/>
                </a:lnTo>
                <a:lnTo>
                  <a:pt x="448871" y="154910"/>
                </a:lnTo>
                <a:lnTo>
                  <a:pt x="434062" y="168277"/>
                </a:lnTo>
                <a:lnTo>
                  <a:pt x="434324" y="167884"/>
                </a:lnTo>
                <a:lnTo>
                  <a:pt x="418466" y="180859"/>
                </a:lnTo>
                <a:lnTo>
                  <a:pt x="418728" y="180597"/>
                </a:lnTo>
                <a:lnTo>
                  <a:pt x="401821" y="193178"/>
                </a:lnTo>
                <a:lnTo>
                  <a:pt x="402215" y="192916"/>
                </a:lnTo>
                <a:lnTo>
                  <a:pt x="384522" y="205105"/>
                </a:lnTo>
                <a:lnTo>
                  <a:pt x="384784" y="204973"/>
                </a:lnTo>
                <a:lnTo>
                  <a:pt x="366305" y="216638"/>
                </a:lnTo>
                <a:lnTo>
                  <a:pt x="366567" y="216507"/>
                </a:lnTo>
                <a:lnTo>
                  <a:pt x="347171" y="227646"/>
                </a:lnTo>
                <a:lnTo>
                  <a:pt x="347433" y="227515"/>
                </a:lnTo>
                <a:lnTo>
                  <a:pt x="327381" y="238262"/>
                </a:lnTo>
                <a:lnTo>
                  <a:pt x="327643" y="238000"/>
                </a:lnTo>
                <a:lnTo>
                  <a:pt x="306805" y="248222"/>
                </a:lnTo>
                <a:lnTo>
                  <a:pt x="307067" y="248091"/>
                </a:lnTo>
                <a:lnTo>
                  <a:pt x="285705" y="257790"/>
                </a:lnTo>
                <a:lnTo>
                  <a:pt x="285967" y="257658"/>
                </a:lnTo>
                <a:lnTo>
                  <a:pt x="263818" y="266701"/>
                </a:lnTo>
                <a:lnTo>
                  <a:pt x="264211" y="266570"/>
                </a:lnTo>
                <a:lnTo>
                  <a:pt x="241538" y="274958"/>
                </a:lnTo>
                <a:lnTo>
                  <a:pt x="241801" y="274827"/>
                </a:lnTo>
                <a:lnTo>
                  <a:pt x="219107" y="282435"/>
                </a:lnTo>
                <a:lnTo>
                  <a:pt x="195537" y="289505"/>
                </a:lnTo>
                <a:lnTo>
                  <a:pt x="195799" y="289374"/>
                </a:lnTo>
                <a:lnTo>
                  <a:pt x="171947" y="295796"/>
                </a:lnTo>
                <a:lnTo>
                  <a:pt x="172340" y="295665"/>
                </a:lnTo>
                <a:lnTo>
                  <a:pt x="147964" y="301301"/>
                </a:lnTo>
                <a:lnTo>
                  <a:pt x="148357" y="301169"/>
                </a:lnTo>
                <a:lnTo>
                  <a:pt x="123849" y="305888"/>
                </a:lnTo>
                <a:lnTo>
                  <a:pt x="124111" y="305888"/>
                </a:lnTo>
                <a:lnTo>
                  <a:pt x="99210" y="309950"/>
                </a:lnTo>
                <a:lnTo>
                  <a:pt x="99735" y="309819"/>
                </a:lnTo>
                <a:lnTo>
                  <a:pt x="77958" y="312005"/>
                </a:lnTo>
                <a:lnTo>
                  <a:pt x="76275" y="283215"/>
                </a:lnTo>
                <a:lnTo>
                  <a:pt x="0" y="326988"/>
                </a:lnTo>
                <a:lnTo>
                  <a:pt x="80862" y="361718"/>
                </a:lnTo>
                <a:lnTo>
                  <a:pt x="79109" y="331713"/>
                </a:lnTo>
                <a:lnTo>
                  <a:pt x="102094" y="329347"/>
                </a:lnTo>
                <a:lnTo>
                  <a:pt x="127388" y="325284"/>
                </a:lnTo>
                <a:lnTo>
                  <a:pt x="152288" y="3204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9A72D-DFD0-4DBA-A235-11536109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810" y="1284375"/>
            <a:ext cx="401428" cy="392778"/>
          </a:xfrm>
          <a:custGeom xmlns:a="http://schemas.openxmlformats.org/drawingml/2006/main">
            <a:pathLst>
              <a:path w="401428" h="392778">
                <a:moveTo>
                  <a:pt x="0" y="196455"/>
                </a:moveTo>
                <a:cubicBezTo>
                  <a:pt x="0" y="87939"/>
                  <a:pt x="89774" y="0"/>
                  <a:pt x="200649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839"/>
                  <a:pt x="311523" y="392778"/>
                  <a:pt x="200649" y="392778"/>
                </a:cubicBezTo>
                <a:cubicBezTo>
                  <a:pt x="89774" y="392778"/>
                  <a:pt x="0" y="304839"/>
                  <a:pt x="0" y="1964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4DC39-1672-420C-B03C-A873FE1C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810" y="1284375"/>
            <a:ext cx="401428" cy="392778"/>
          </a:xfrm>
          <a:custGeom xmlns:a="http://schemas.openxmlformats.org/drawingml/2006/main">
            <a:pathLst>
              <a:path w="401428" h="392778" fill="none">
                <a:moveTo>
                  <a:pt x="0" y="196455"/>
                </a:moveTo>
                <a:cubicBezTo>
                  <a:pt x="0" y="87939"/>
                  <a:pt x="89774" y="0"/>
                  <a:pt x="200649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839"/>
                  <a:pt x="311523" y="392778"/>
                  <a:pt x="200649" y="392778"/>
                </a:cubicBezTo>
                <a:cubicBezTo>
                  <a:pt x="89774" y="392778"/>
                  <a:pt x="0" y="304839"/>
                  <a:pt x="0" y="1964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73" name="Text 2">
            <a:extLst xmlns:a="http://schemas.openxmlformats.org/drawingml/2006/main">
              <a:ext uri="{FF2B5EF4-FFF2-40B4-BE49-F238E27FC236}">
                <a16:creationId xmlns:a16="http://schemas.microsoft.com/office/drawing/2014/main" id="{45EB34B7-0AA6-4FF4-A26F-B47F00A1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856" y="1418270"/>
            <a:ext cx="87936" cy="135428"/>
          </a:xfrm>
          <a:custGeom xmlns:a="http://schemas.openxmlformats.org/drawingml/2006/main">
            <a:pathLst>
              <a:path w="87936" h="135428">
                <a:moveTo>
                  <a:pt x="87936" y="135428"/>
                </a:moveTo>
                <a:lnTo>
                  <a:pt x="0" y="135428"/>
                </a:lnTo>
                <a:lnTo>
                  <a:pt x="0" y="119495"/>
                </a:lnTo>
                <a:lnTo>
                  <a:pt x="34521" y="85143"/>
                </a:lnTo>
                <a:cubicBezTo>
                  <a:pt x="40172" y="79554"/>
                  <a:pt x="44768" y="74715"/>
                  <a:pt x="48309" y="70628"/>
                </a:cubicBezTo>
                <a:cubicBezTo>
                  <a:pt x="51849" y="66538"/>
                  <a:pt x="54607" y="62807"/>
                  <a:pt x="56581" y="59435"/>
                </a:cubicBezTo>
                <a:cubicBezTo>
                  <a:pt x="58556" y="56060"/>
                  <a:pt x="59884" y="52874"/>
                  <a:pt x="60565" y="49876"/>
                </a:cubicBezTo>
                <a:cubicBezTo>
                  <a:pt x="61245" y="46878"/>
                  <a:pt x="61586" y="43641"/>
                  <a:pt x="61586" y="40167"/>
                </a:cubicBezTo>
                <a:cubicBezTo>
                  <a:pt x="61586" y="36894"/>
                  <a:pt x="61143" y="33776"/>
                  <a:pt x="60258" y="30812"/>
                </a:cubicBezTo>
                <a:cubicBezTo>
                  <a:pt x="59373" y="27846"/>
                  <a:pt x="58011" y="25238"/>
                  <a:pt x="56173" y="22989"/>
                </a:cubicBezTo>
                <a:cubicBezTo>
                  <a:pt x="54334" y="20738"/>
                  <a:pt x="51951" y="18966"/>
                  <a:pt x="49024" y="17672"/>
                </a:cubicBezTo>
                <a:cubicBezTo>
                  <a:pt x="46096" y="16376"/>
                  <a:pt x="42589" y="15728"/>
                  <a:pt x="38504" y="15728"/>
                </a:cubicBezTo>
                <a:cubicBezTo>
                  <a:pt x="32853" y="15728"/>
                  <a:pt x="27712" y="16998"/>
                  <a:pt x="23082" y="19536"/>
                </a:cubicBezTo>
                <a:cubicBezTo>
                  <a:pt x="18452" y="22074"/>
                  <a:pt x="14196" y="25367"/>
                  <a:pt x="10315" y="29414"/>
                </a:cubicBezTo>
                <a:lnTo>
                  <a:pt x="511" y="17627"/>
                </a:lnTo>
                <a:cubicBezTo>
                  <a:pt x="5549" y="12297"/>
                  <a:pt x="11354" y="8027"/>
                  <a:pt x="17924" y="4816"/>
                </a:cubicBezTo>
                <a:cubicBezTo>
                  <a:pt x="24495" y="1605"/>
                  <a:pt x="32138" y="0"/>
                  <a:pt x="40853" y="0"/>
                </a:cubicBezTo>
                <a:cubicBezTo>
                  <a:pt x="46777" y="0"/>
                  <a:pt x="52173" y="886"/>
                  <a:pt x="57041" y="2659"/>
                </a:cubicBezTo>
                <a:cubicBezTo>
                  <a:pt x="61909" y="4429"/>
                  <a:pt x="66114" y="6984"/>
                  <a:pt x="69654" y="10325"/>
                </a:cubicBezTo>
                <a:cubicBezTo>
                  <a:pt x="73195" y="13663"/>
                  <a:pt x="75935" y="17752"/>
                  <a:pt x="77876" y="22590"/>
                </a:cubicBezTo>
                <a:cubicBezTo>
                  <a:pt x="79817" y="27429"/>
                  <a:pt x="80787" y="32881"/>
                  <a:pt x="80787" y="38948"/>
                </a:cubicBezTo>
                <a:cubicBezTo>
                  <a:pt x="80787" y="44058"/>
                  <a:pt x="80106" y="48795"/>
                  <a:pt x="78744" y="53157"/>
                </a:cubicBezTo>
                <a:cubicBezTo>
                  <a:pt x="77382" y="57517"/>
                  <a:pt x="75323" y="61860"/>
                  <a:pt x="72565" y="66188"/>
                </a:cubicBezTo>
                <a:cubicBezTo>
                  <a:pt x="69808" y="70516"/>
                  <a:pt x="66335" y="74997"/>
                  <a:pt x="62148" y="79631"/>
                </a:cubicBezTo>
                <a:cubicBezTo>
                  <a:pt x="57960" y="84264"/>
                  <a:pt x="53007" y="89340"/>
                  <a:pt x="47287" y="94862"/>
                </a:cubicBezTo>
                <a:lnTo>
                  <a:pt x="23082" y="118474"/>
                </a:lnTo>
                <a:lnTo>
                  <a:pt x="87936" y="118474"/>
                </a:lnTo>
                <a:lnTo>
                  <a:pt x="87936" y="1354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CCA5C-DE49-4D79-8C19-7ECBB913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812" y="1807293"/>
            <a:ext cx="401428" cy="392910"/>
          </a:xfrm>
          <a:custGeom xmlns:a="http://schemas.openxmlformats.org/drawingml/2006/main">
            <a:pathLst>
              <a:path w="401428" h="392910">
                <a:moveTo>
                  <a:pt x="0" y="196455"/>
                </a:moveTo>
                <a:cubicBezTo>
                  <a:pt x="0" y="87939"/>
                  <a:pt x="89774" y="0"/>
                  <a:pt x="200649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970"/>
                  <a:pt x="311523" y="392910"/>
                  <a:pt x="200649" y="392910"/>
                </a:cubicBezTo>
                <a:cubicBezTo>
                  <a:pt x="89774" y="392910"/>
                  <a:pt x="0" y="304970"/>
                  <a:pt x="0" y="1964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F8E85-3BAE-4AA9-A2A6-42D2A17D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812" y="1807293"/>
            <a:ext cx="401428" cy="392910"/>
          </a:xfrm>
          <a:custGeom xmlns:a="http://schemas.openxmlformats.org/drawingml/2006/main">
            <a:pathLst>
              <a:path w="401428" h="392910" fill="none">
                <a:moveTo>
                  <a:pt x="0" y="196455"/>
                </a:moveTo>
                <a:cubicBezTo>
                  <a:pt x="0" y="87939"/>
                  <a:pt x="89774" y="0"/>
                  <a:pt x="200649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970"/>
                  <a:pt x="311523" y="392910"/>
                  <a:pt x="200649" y="392910"/>
                </a:cubicBezTo>
                <a:cubicBezTo>
                  <a:pt x="89774" y="392910"/>
                  <a:pt x="0" y="304970"/>
                  <a:pt x="0" y="1964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76" name="Text 3">
            <a:extLst xmlns:a="http://schemas.openxmlformats.org/drawingml/2006/main">
              <a:ext uri="{FF2B5EF4-FFF2-40B4-BE49-F238E27FC236}">
                <a16:creationId xmlns:a16="http://schemas.microsoft.com/office/drawing/2014/main" id="{FECED1A6-2DE0-4D16-926A-37A66071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32" y="1941320"/>
            <a:ext cx="83647" cy="137266"/>
          </a:xfrm>
          <a:custGeom xmlns:a="http://schemas.openxmlformats.org/drawingml/2006/main">
            <a:pathLst>
              <a:path w="83647" h="137266">
                <a:moveTo>
                  <a:pt x="83647" y="94881"/>
                </a:moveTo>
                <a:cubicBezTo>
                  <a:pt x="83647" y="100737"/>
                  <a:pt x="82455" y="106235"/>
                  <a:pt x="80072" y="111375"/>
                </a:cubicBezTo>
                <a:cubicBezTo>
                  <a:pt x="77689" y="116516"/>
                  <a:pt x="74114" y="121010"/>
                  <a:pt x="69348" y="124857"/>
                </a:cubicBezTo>
                <a:cubicBezTo>
                  <a:pt x="64582" y="128704"/>
                  <a:pt x="58590" y="131734"/>
                  <a:pt x="51373" y="133947"/>
                </a:cubicBezTo>
                <a:cubicBezTo>
                  <a:pt x="44155" y="136160"/>
                  <a:pt x="35746" y="137266"/>
                  <a:pt x="26146" y="137266"/>
                </a:cubicBezTo>
                <a:cubicBezTo>
                  <a:pt x="20835" y="137266"/>
                  <a:pt x="16069" y="137086"/>
                  <a:pt x="11847" y="136727"/>
                </a:cubicBezTo>
                <a:cubicBezTo>
                  <a:pt x="7626" y="136367"/>
                  <a:pt x="3677" y="135900"/>
                  <a:pt x="0" y="135326"/>
                </a:cubicBezTo>
                <a:lnTo>
                  <a:pt x="0" y="119393"/>
                </a:lnTo>
                <a:cubicBezTo>
                  <a:pt x="4221" y="120174"/>
                  <a:pt x="8681" y="120778"/>
                  <a:pt x="13379" y="121206"/>
                </a:cubicBezTo>
                <a:cubicBezTo>
                  <a:pt x="18077" y="121631"/>
                  <a:pt x="22878" y="121844"/>
                  <a:pt x="27780" y="121844"/>
                </a:cubicBezTo>
                <a:cubicBezTo>
                  <a:pt x="34453" y="121844"/>
                  <a:pt x="40155" y="121248"/>
                  <a:pt x="44887" y="120057"/>
                </a:cubicBezTo>
                <a:cubicBezTo>
                  <a:pt x="49619" y="118865"/>
                  <a:pt x="53483" y="117146"/>
                  <a:pt x="56479" y="114899"/>
                </a:cubicBezTo>
                <a:cubicBezTo>
                  <a:pt x="59475" y="112652"/>
                  <a:pt x="61654" y="109929"/>
                  <a:pt x="63016" y="106728"/>
                </a:cubicBezTo>
                <a:cubicBezTo>
                  <a:pt x="64378" y="103528"/>
                  <a:pt x="65058" y="99920"/>
                  <a:pt x="65058" y="95902"/>
                </a:cubicBezTo>
                <a:cubicBezTo>
                  <a:pt x="65058" y="92226"/>
                  <a:pt x="64241" y="89025"/>
                  <a:pt x="62607" y="86302"/>
                </a:cubicBezTo>
                <a:cubicBezTo>
                  <a:pt x="60973" y="83578"/>
                  <a:pt x="58675" y="81297"/>
                  <a:pt x="55713" y="79459"/>
                </a:cubicBezTo>
                <a:cubicBezTo>
                  <a:pt x="52751" y="77621"/>
                  <a:pt x="49211" y="76242"/>
                  <a:pt x="45091" y="75323"/>
                </a:cubicBezTo>
                <a:cubicBezTo>
                  <a:pt x="40972" y="74404"/>
                  <a:pt x="36461" y="73944"/>
                  <a:pt x="31559" y="73944"/>
                </a:cubicBezTo>
                <a:lnTo>
                  <a:pt x="16341" y="73944"/>
                </a:lnTo>
                <a:lnTo>
                  <a:pt x="16341" y="59339"/>
                </a:lnTo>
                <a:lnTo>
                  <a:pt x="31763" y="59339"/>
                </a:lnTo>
                <a:cubicBezTo>
                  <a:pt x="35780" y="59339"/>
                  <a:pt x="39440" y="58810"/>
                  <a:pt x="42742" y="57753"/>
                </a:cubicBezTo>
                <a:cubicBezTo>
                  <a:pt x="46045" y="56695"/>
                  <a:pt x="48870" y="55177"/>
                  <a:pt x="51219" y="53198"/>
                </a:cubicBezTo>
                <a:cubicBezTo>
                  <a:pt x="53568" y="51217"/>
                  <a:pt x="55373" y="48777"/>
                  <a:pt x="56632" y="45877"/>
                </a:cubicBezTo>
                <a:cubicBezTo>
                  <a:pt x="57892" y="42976"/>
                  <a:pt x="58522" y="39684"/>
                  <a:pt x="58522" y="35999"/>
                </a:cubicBezTo>
                <a:cubicBezTo>
                  <a:pt x="58522" y="28832"/>
                  <a:pt x="56343" y="23612"/>
                  <a:pt x="51985" y="20337"/>
                </a:cubicBezTo>
                <a:cubicBezTo>
                  <a:pt x="47628" y="17060"/>
                  <a:pt x="41227" y="15422"/>
                  <a:pt x="32785" y="15422"/>
                </a:cubicBezTo>
                <a:cubicBezTo>
                  <a:pt x="28291" y="15422"/>
                  <a:pt x="23661" y="15865"/>
                  <a:pt x="18895" y="16750"/>
                </a:cubicBezTo>
                <a:cubicBezTo>
                  <a:pt x="14128" y="17635"/>
                  <a:pt x="9022" y="18963"/>
                  <a:pt x="3575" y="20733"/>
                </a:cubicBezTo>
                <a:lnTo>
                  <a:pt x="3575" y="5209"/>
                </a:lnTo>
                <a:cubicBezTo>
                  <a:pt x="5890" y="4392"/>
                  <a:pt x="8358" y="3660"/>
                  <a:pt x="10979" y="3013"/>
                </a:cubicBezTo>
                <a:cubicBezTo>
                  <a:pt x="13601" y="2366"/>
                  <a:pt x="16222" y="1821"/>
                  <a:pt x="18843" y="1379"/>
                </a:cubicBezTo>
                <a:cubicBezTo>
                  <a:pt x="21465" y="936"/>
                  <a:pt x="24069" y="596"/>
                  <a:pt x="26657" y="357"/>
                </a:cubicBezTo>
                <a:cubicBezTo>
                  <a:pt x="29244" y="119"/>
                  <a:pt x="31729" y="0"/>
                  <a:pt x="34112" y="0"/>
                </a:cubicBezTo>
                <a:cubicBezTo>
                  <a:pt x="41193" y="0"/>
                  <a:pt x="47424" y="767"/>
                  <a:pt x="52802" y="2301"/>
                </a:cubicBezTo>
                <a:cubicBezTo>
                  <a:pt x="58181" y="3835"/>
                  <a:pt x="62675" y="6035"/>
                  <a:pt x="66284" y="8901"/>
                </a:cubicBezTo>
                <a:cubicBezTo>
                  <a:pt x="69893" y="11765"/>
                  <a:pt x="72616" y="15243"/>
                  <a:pt x="74455" y="19335"/>
                </a:cubicBezTo>
                <a:cubicBezTo>
                  <a:pt x="76293" y="23427"/>
                  <a:pt x="77212" y="28029"/>
                  <a:pt x="77212" y="33142"/>
                </a:cubicBezTo>
                <a:cubicBezTo>
                  <a:pt x="77212" y="40781"/>
                  <a:pt x="75255" y="47192"/>
                  <a:pt x="71340" y="52375"/>
                </a:cubicBezTo>
                <a:cubicBezTo>
                  <a:pt x="67424" y="57558"/>
                  <a:pt x="62063" y="61684"/>
                  <a:pt x="55254" y="64752"/>
                </a:cubicBezTo>
                <a:cubicBezTo>
                  <a:pt x="58726" y="65297"/>
                  <a:pt x="62148" y="66386"/>
                  <a:pt x="65518" y="68020"/>
                </a:cubicBezTo>
                <a:cubicBezTo>
                  <a:pt x="68888" y="69654"/>
                  <a:pt x="71918" y="71748"/>
                  <a:pt x="74608" y="74301"/>
                </a:cubicBezTo>
                <a:cubicBezTo>
                  <a:pt x="77297" y="76855"/>
                  <a:pt x="79476" y="79868"/>
                  <a:pt x="81144" y="83340"/>
                </a:cubicBezTo>
                <a:cubicBezTo>
                  <a:pt x="82812" y="86813"/>
                  <a:pt x="83647" y="90660"/>
                  <a:pt x="83647" y="94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C5E31-91F5-4301-87A1-34F403A9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711" y="2198237"/>
            <a:ext cx="401428" cy="392778"/>
          </a:xfrm>
          <a:custGeom xmlns:a="http://schemas.openxmlformats.org/drawingml/2006/main">
            <a:pathLst>
              <a:path w="401428" h="392778">
                <a:moveTo>
                  <a:pt x="0" y="196455"/>
                </a:moveTo>
                <a:cubicBezTo>
                  <a:pt x="0" y="87939"/>
                  <a:pt x="89774" y="0"/>
                  <a:pt x="200649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839"/>
                  <a:pt x="311523" y="392778"/>
                  <a:pt x="200649" y="392778"/>
                </a:cubicBezTo>
                <a:cubicBezTo>
                  <a:pt x="89774" y="392778"/>
                  <a:pt x="0" y="304839"/>
                  <a:pt x="0" y="1964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5076A-F130-4A8D-B7D8-904AAE7A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711" y="2198237"/>
            <a:ext cx="401428" cy="392778"/>
          </a:xfrm>
          <a:custGeom xmlns:a="http://schemas.openxmlformats.org/drawingml/2006/main">
            <a:pathLst>
              <a:path w="401428" h="392778" fill="none">
                <a:moveTo>
                  <a:pt x="0" y="196455"/>
                </a:moveTo>
                <a:cubicBezTo>
                  <a:pt x="0" y="87939"/>
                  <a:pt x="89774" y="0"/>
                  <a:pt x="200649" y="0"/>
                </a:cubicBezTo>
                <a:cubicBezTo>
                  <a:pt x="311523" y="0"/>
                  <a:pt x="401428" y="87939"/>
                  <a:pt x="401428" y="196455"/>
                </a:cubicBezTo>
                <a:cubicBezTo>
                  <a:pt x="401428" y="304839"/>
                  <a:pt x="311523" y="392778"/>
                  <a:pt x="200649" y="392778"/>
                </a:cubicBezTo>
                <a:cubicBezTo>
                  <a:pt x="89774" y="392778"/>
                  <a:pt x="0" y="304839"/>
                  <a:pt x="0" y="1964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79" name="Text 4">
            <a:extLst xmlns:a="http://schemas.openxmlformats.org/drawingml/2006/main">
              <a:ext uri="{FF2B5EF4-FFF2-40B4-BE49-F238E27FC236}">
                <a16:creationId xmlns:a16="http://schemas.microsoft.com/office/drawing/2014/main" id="{85D153B2-EB8B-4A27-ADEE-5E6F4C56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134" y="2334232"/>
            <a:ext cx="105196" cy="133589"/>
          </a:xfrm>
          <a:custGeom xmlns:a="http://schemas.openxmlformats.org/drawingml/2006/main">
            <a:pathLst>
              <a:path w="105196" h="133589">
                <a:moveTo>
                  <a:pt x="105196" y="103971"/>
                </a:moveTo>
                <a:lnTo>
                  <a:pt x="82421" y="103971"/>
                </a:lnTo>
                <a:lnTo>
                  <a:pt x="82421" y="133589"/>
                </a:lnTo>
                <a:lnTo>
                  <a:pt x="64241" y="133589"/>
                </a:lnTo>
                <a:lnTo>
                  <a:pt x="64241" y="103971"/>
                </a:lnTo>
                <a:lnTo>
                  <a:pt x="0" y="103971"/>
                </a:lnTo>
                <a:lnTo>
                  <a:pt x="0" y="88345"/>
                </a:lnTo>
                <a:lnTo>
                  <a:pt x="56888" y="0"/>
                </a:lnTo>
                <a:lnTo>
                  <a:pt x="82421" y="0"/>
                </a:lnTo>
                <a:lnTo>
                  <a:pt x="82421" y="88345"/>
                </a:lnTo>
                <a:lnTo>
                  <a:pt x="105196" y="88345"/>
                </a:lnTo>
                <a:lnTo>
                  <a:pt x="105196" y="103971"/>
                </a:lnTo>
                <a:moveTo>
                  <a:pt x="64241" y="17158"/>
                </a:moveTo>
                <a:lnTo>
                  <a:pt x="17771" y="88345"/>
                </a:lnTo>
                <a:lnTo>
                  <a:pt x="64241" y="88345"/>
                </a:lnTo>
                <a:lnTo>
                  <a:pt x="64241" y="171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C90D1-7380-4A3B-8004-AEBB019B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763" y="2199417"/>
            <a:ext cx="574948" cy="231709"/>
          </a:xfrm>
          <a:custGeom xmlns:a="http://schemas.openxmlformats.org/drawingml/2006/main">
            <a:pathLst>
              <a:path w="574948" h="231709">
                <a:moveTo>
                  <a:pt x="8257" y="32633"/>
                </a:moveTo>
                <a:lnTo>
                  <a:pt x="14416" y="42725"/>
                </a:lnTo>
                <a:lnTo>
                  <a:pt x="22018" y="52423"/>
                </a:lnTo>
                <a:lnTo>
                  <a:pt x="30798" y="61859"/>
                </a:lnTo>
                <a:lnTo>
                  <a:pt x="41152" y="71164"/>
                </a:lnTo>
                <a:lnTo>
                  <a:pt x="52554" y="80076"/>
                </a:lnTo>
                <a:lnTo>
                  <a:pt x="65135" y="88857"/>
                </a:lnTo>
                <a:lnTo>
                  <a:pt x="79028" y="97507"/>
                </a:lnTo>
                <a:lnTo>
                  <a:pt x="93837" y="105763"/>
                </a:lnTo>
                <a:lnTo>
                  <a:pt x="109826" y="113889"/>
                </a:lnTo>
                <a:lnTo>
                  <a:pt x="126863" y="121752"/>
                </a:lnTo>
                <a:lnTo>
                  <a:pt x="144687" y="129353"/>
                </a:lnTo>
                <a:lnTo>
                  <a:pt x="163559" y="136693"/>
                </a:lnTo>
                <a:lnTo>
                  <a:pt x="183218" y="143770"/>
                </a:lnTo>
                <a:lnTo>
                  <a:pt x="203663" y="150585"/>
                </a:lnTo>
                <a:lnTo>
                  <a:pt x="225025" y="157007"/>
                </a:lnTo>
                <a:lnTo>
                  <a:pt x="247043" y="163166"/>
                </a:lnTo>
                <a:lnTo>
                  <a:pt x="269585" y="168933"/>
                </a:lnTo>
                <a:lnTo>
                  <a:pt x="292913" y="174306"/>
                </a:lnTo>
                <a:lnTo>
                  <a:pt x="316765" y="179286"/>
                </a:lnTo>
                <a:lnTo>
                  <a:pt x="365912" y="188198"/>
                </a:lnTo>
                <a:lnTo>
                  <a:pt x="416762" y="195406"/>
                </a:lnTo>
                <a:lnTo>
                  <a:pt x="468792" y="200649"/>
                </a:lnTo>
                <a:lnTo>
                  <a:pt x="496042" y="202069"/>
                </a:lnTo>
                <a:lnTo>
                  <a:pt x="495003" y="231709"/>
                </a:lnTo>
                <a:lnTo>
                  <a:pt x="574948" y="195275"/>
                </a:lnTo>
                <a:lnTo>
                  <a:pt x="497755" y="153206"/>
                </a:lnTo>
                <a:lnTo>
                  <a:pt x="496732" y="182389"/>
                </a:lnTo>
                <a:lnTo>
                  <a:pt x="469971" y="180990"/>
                </a:lnTo>
                <a:lnTo>
                  <a:pt x="470495" y="180990"/>
                </a:lnTo>
                <a:lnTo>
                  <a:pt x="418859" y="175879"/>
                </a:lnTo>
                <a:lnTo>
                  <a:pt x="419252" y="175879"/>
                </a:lnTo>
                <a:lnTo>
                  <a:pt x="368795" y="168802"/>
                </a:lnTo>
                <a:lnTo>
                  <a:pt x="369188" y="168802"/>
                </a:lnTo>
                <a:lnTo>
                  <a:pt x="320435" y="160021"/>
                </a:lnTo>
                <a:lnTo>
                  <a:pt x="320697" y="160021"/>
                </a:lnTo>
                <a:lnTo>
                  <a:pt x="297107" y="155041"/>
                </a:lnTo>
                <a:lnTo>
                  <a:pt x="297238" y="155041"/>
                </a:lnTo>
                <a:lnTo>
                  <a:pt x="274172" y="149798"/>
                </a:lnTo>
                <a:lnTo>
                  <a:pt x="274303" y="149798"/>
                </a:lnTo>
                <a:lnTo>
                  <a:pt x="251892" y="144163"/>
                </a:lnTo>
                <a:lnTo>
                  <a:pt x="252154" y="144163"/>
                </a:lnTo>
                <a:lnTo>
                  <a:pt x="230399" y="138134"/>
                </a:lnTo>
                <a:lnTo>
                  <a:pt x="230530" y="138134"/>
                </a:lnTo>
                <a:lnTo>
                  <a:pt x="209560" y="131713"/>
                </a:lnTo>
                <a:lnTo>
                  <a:pt x="209823" y="131844"/>
                </a:lnTo>
                <a:lnTo>
                  <a:pt x="189509" y="125160"/>
                </a:lnTo>
                <a:lnTo>
                  <a:pt x="189771" y="125291"/>
                </a:lnTo>
                <a:lnTo>
                  <a:pt x="170243" y="118214"/>
                </a:lnTo>
                <a:lnTo>
                  <a:pt x="170505" y="118345"/>
                </a:lnTo>
                <a:lnTo>
                  <a:pt x="152026" y="111137"/>
                </a:lnTo>
                <a:lnTo>
                  <a:pt x="152288" y="111137"/>
                </a:lnTo>
                <a:lnTo>
                  <a:pt x="134596" y="103666"/>
                </a:lnTo>
                <a:lnTo>
                  <a:pt x="134989" y="103797"/>
                </a:lnTo>
                <a:lnTo>
                  <a:pt x="118239" y="96077"/>
                </a:lnTo>
                <a:lnTo>
                  <a:pt x="102880" y="88333"/>
                </a:lnTo>
                <a:lnTo>
                  <a:pt x="103273" y="88595"/>
                </a:lnTo>
                <a:lnTo>
                  <a:pt x="88857" y="80469"/>
                </a:lnTo>
                <a:lnTo>
                  <a:pt x="89250" y="80600"/>
                </a:lnTo>
                <a:lnTo>
                  <a:pt x="75896" y="72432"/>
                </a:lnTo>
                <a:lnTo>
                  <a:pt x="64172" y="64238"/>
                </a:lnTo>
                <a:lnTo>
                  <a:pt x="53471" y="55830"/>
                </a:lnTo>
                <a:lnTo>
                  <a:pt x="53996" y="56355"/>
                </a:lnTo>
                <a:lnTo>
                  <a:pt x="44596" y="47844"/>
                </a:lnTo>
                <a:lnTo>
                  <a:pt x="36781" y="39409"/>
                </a:lnTo>
                <a:lnTo>
                  <a:pt x="30716" y="31628"/>
                </a:lnTo>
                <a:lnTo>
                  <a:pt x="25465" y="23001"/>
                </a:lnTo>
                <a:lnTo>
                  <a:pt x="22463" y="16096"/>
                </a:lnTo>
                <a:lnTo>
                  <a:pt x="20204" y="7892"/>
                </a:lnTo>
                <a:lnTo>
                  <a:pt x="19528" y="0"/>
                </a:lnTo>
                <a:lnTo>
                  <a:pt x="0" y="1704"/>
                </a:lnTo>
                <a:lnTo>
                  <a:pt x="917" y="11664"/>
                </a:lnTo>
                <a:lnTo>
                  <a:pt x="3801" y="22280"/>
                </a:lnTo>
                <a:lnTo>
                  <a:pt x="8257" y="32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D3740-6F2F-4170-92DE-8284C17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080" y="1003126"/>
            <a:ext cx="387929" cy="1010451"/>
          </a:xfrm>
          <a:custGeom xmlns:a="http://schemas.openxmlformats.org/drawingml/2006/main">
            <a:pathLst>
              <a:path w="387929" h="1010451">
                <a:moveTo>
                  <a:pt x="205629" y="980701"/>
                </a:moveTo>
                <a:lnTo>
                  <a:pt x="206546" y="981094"/>
                </a:lnTo>
                <a:lnTo>
                  <a:pt x="195668" y="975066"/>
                </a:lnTo>
                <a:lnTo>
                  <a:pt x="196324" y="975590"/>
                </a:lnTo>
                <a:lnTo>
                  <a:pt x="185856" y="968482"/>
                </a:lnTo>
                <a:lnTo>
                  <a:pt x="175617" y="960518"/>
                </a:lnTo>
                <a:lnTo>
                  <a:pt x="176141" y="960912"/>
                </a:lnTo>
                <a:lnTo>
                  <a:pt x="165837" y="951520"/>
                </a:lnTo>
                <a:lnTo>
                  <a:pt x="155827" y="941384"/>
                </a:lnTo>
                <a:lnTo>
                  <a:pt x="156220" y="941777"/>
                </a:lnTo>
                <a:lnTo>
                  <a:pt x="146260" y="930244"/>
                </a:lnTo>
                <a:lnTo>
                  <a:pt x="146522" y="930506"/>
                </a:lnTo>
                <a:lnTo>
                  <a:pt x="136562" y="918056"/>
                </a:lnTo>
                <a:lnTo>
                  <a:pt x="136824" y="918449"/>
                </a:lnTo>
                <a:lnTo>
                  <a:pt x="127350" y="905082"/>
                </a:lnTo>
                <a:lnTo>
                  <a:pt x="118214" y="890927"/>
                </a:lnTo>
                <a:lnTo>
                  <a:pt x="118345" y="891189"/>
                </a:lnTo>
                <a:lnTo>
                  <a:pt x="109171" y="875986"/>
                </a:lnTo>
                <a:lnTo>
                  <a:pt x="109433" y="876380"/>
                </a:lnTo>
                <a:lnTo>
                  <a:pt x="100652" y="860391"/>
                </a:lnTo>
                <a:lnTo>
                  <a:pt x="92526" y="844140"/>
                </a:lnTo>
                <a:lnTo>
                  <a:pt x="84270" y="826578"/>
                </a:lnTo>
                <a:lnTo>
                  <a:pt x="84532" y="826971"/>
                </a:lnTo>
                <a:lnTo>
                  <a:pt x="76800" y="808754"/>
                </a:lnTo>
                <a:lnTo>
                  <a:pt x="76931" y="809016"/>
                </a:lnTo>
                <a:lnTo>
                  <a:pt x="69591" y="790275"/>
                </a:lnTo>
                <a:lnTo>
                  <a:pt x="69591" y="790537"/>
                </a:lnTo>
                <a:lnTo>
                  <a:pt x="62711" y="771324"/>
                </a:lnTo>
                <a:lnTo>
                  <a:pt x="50195" y="731168"/>
                </a:lnTo>
                <a:lnTo>
                  <a:pt x="50326" y="731692"/>
                </a:lnTo>
                <a:lnTo>
                  <a:pt x="39701" y="690099"/>
                </a:lnTo>
                <a:lnTo>
                  <a:pt x="31192" y="646767"/>
                </a:lnTo>
                <a:lnTo>
                  <a:pt x="31323" y="647029"/>
                </a:lnTo>
                <a:lnTo>
                  <a:pt x="27784" y="624881"/>
                </a:lnTo>
                <a:lnTo>
                  <a:pt x="27784" y="625143"/>
                </a:lnTo>
                <a:lnTo>
                  <a:pt x="24901" y="602732"/>
                </a:lnTo>
                <a:lnTo>
                  <a:pt x="24901" y="602994"/>
                </a:lnTo>
                <a:lnTo>
                  <a:pt x="22673" y="580452"/>
                </a:lnTo>
                <a:lnTo>
                  <a:pt x="22673" y="580715"/>
                </a:lnTo>
                <a:lnTo>
                  <a:pt x="21100" y="557911"/>
                </a:lnTo>
                <a:lnTo>
                  <a:pt x="21100" y="558173"/>
                </a:lnTo>
                <a:lnTo>
                  <a:pt x="19921" y="535369"/>
                </a:lnTo>
                <a:lnTo>
                  <a:pt x="19921" y="535762"/>
                </a:lnTo>
                <a:lnTo>
                  <a:pt x="19662" y="513238"/>
                </a:lnTo>
                <a:lnTo>
                  <a:pt x="20314" y="490416"/>
                </a:lnTo>
                <a:lnTo>
                  <a:pt x="20314" y="490809"/>
                </a:lnTo>
                <a:lnTo>
                  <a:pt x="21887" y="468005"/>
                </a:lnTo>
                <a:lnTo>
                  <a:pt x="21755" y="468530"/>
                </a:lnTo>
                <a:lnTo>
                  <a:pt x="24377" y="445857"/>
                </a:lnTo>
                <a:lnTo>
                  <a:pt x="24377" y="446250"/>
                </a:lnTo>
                <a:lnTo>
                  <a:pt x="28046" y="423708"/>
                </a:lnTo>
                <a:lnTo>
                  <a:pt x="27915" y="424232"/>
                </a:lnTo>
                <a:lnTo>
                  <a:pt x="32633" y="401821"/>
                </a:lnTo>
                <a:lnTo>
                  <a:pt x="32633" y="402084"/>
                </a:lnTo>
                <a:lnTo>
                  <a:pt x="38138" y="379935"/>
                </a:lnTo>
                <a:lnTo>
                  <a:pt x="38007" y="380328"/>
                </a:lnTo>
                <a:lnTo>
                  <a:pt x="44413" y="358493"/>
                </a:lnTo>
                <a:lnTo>
                  <a:pt x="51637" y="337210"/>
                </a:lnTo>
                <a:lnTo>
                  <a:pt x="51637" y="337472"/>
                </a:lnTo>
                <a:lnTo>
                  <a:pt x="59762" y="316241"/>
                </a:lnTo>
                <a:lnTo>
                  <a:pt x="59631" y="316634"/>
                </a:lnTo>
                <a:lnTo>
                  <a:pt x="68543" y="295796"/>
                </a:lnTo>
                <a:lnTo>
                  <a:pt x="68412" y="296189"/>
                </a:lnTo>
                <a:lnTo>
                  <a:pt x="78052" y="275998"/>
                </a:lnTo>
                <a:lnTo>
                  <a:pt x="88333" y="256217"/>
                </a:lnTo>
                <a:lnTo>
                  <a:pt x="88202" y="256479"/>
                </a:lnTo>
                <a:lnTo>
                  <a:pt x="99341" y="237214"/>
                </a:lnTo>
                <a:lnTo>
                  <a:pt x="99079" y="237476"/>
                </a:lnTo>
                <a:lnTo>
                  <a:pt x="110874" y="218735"/>
                </a:lnTo>
                <a:lnTo>
                  <a:pt x="110612" y="218997"/>
                </a:lnTo>
                <a:lnTo>
                  <a:pt x="123194" y="200911"/>
                </a:lnTo>
                <a:lnTo>
                  <a:pt x="122932" y="201173"/>
                </a:lnTo>
                <a:lnTo>
                  <a:pt x="135906" y="183611"/>
                </a:lnTo>
                <a:lnTo>
                  <a:pt x="135644" y="184004"/>
                </a:lnTo>
                <a:lnTo>
                  <a:pt x="149274" y="167229"/>
                </a:lnTo>
                <a:lnTo>
                  <a:pt x="149012" y="167491"/>
                </a:lnTo>
                <a:lnTo>
                  <a:pt x="163035" y="151502"/>
                </a:lnTo>
                <a:lnTo>
                  <a:pt x="162773" y="151764"/>
                </a:lnTo>
                <a:lnTo>
                  <a:pt x="177320" y="136693"/>
                </a:lnTo>
                <a:lnTo>
                  <a:pt x="176927" y="136955"/>
                </a:lnTo>
                <a:lnTo>
                  <a:pt x="191999" y="122539"/>
                </a:lnTo>
                <a:lnTo>
                  <a:pt x="191737" y="122801"/>
                </a:lnTo>
                <a:lnTo>
                  <a:pt x="207070" y="109302"/>
                </a:lnTo>
                <a:lnTo>
                  <a:pt x="206677" y="109695"/>
                </a:lnTo>
                <a:lnTo>
                  <a:pt x="222535" y="97113"/>
                </a:lnTo>
                <a:lnTo>
                  <a:pt x="222273" y="97376"/>
                </a:lnTo>
                <a:lnTo>
                  <a:pt x="238393" y="85842"/>
                </a:lnTo>
                <a:lnTo>
                  <a:pt x="237869" y="86105"/>
                </a:lnTo>
                <a:lnTo>
                  <a:pt x="254382" y="75620"/>
                </a:lnTo>
                <a:lnTo>
                  <a:pt x="253989" y="75882"/>
                </a:lnTo>
                <a:lnTo>
                  <a:pt x="270579" y="66477"/>
                </a:lnTo>
                <a:lnTo>
                  <a:pt x="287146" y="58320"/>
                </a:lnTo>
                <a:lnTo>
                  <a:pt x="286622" y="58583"/>
                </a:lnTo>
                <a:lnTo>
                  <a:pt x="302818" y="51783"/>
                </a:lnTo>
                <a:lnTo>
                  <a:pt x="312242" y="49453"/>
                </a:lnTo>
                <a:lnTo>
                  <a:pt x="317027" y="77455"/>
                </a:lnTo>
                <a:lnTo>
                  <a:pt x="387929" y="25425"/>
                </a:lnTo>
                <a:lnTo>
                  <a:pt x="303791" y="0"/>
                </a:lnTo>
                <a:lnTo>
                  <a:pt x="308922" y="30024"/>
                </a:lnTo>
                <a:lnTo>
                  <a:pt x="296976" y="33026"/>
                </a:lnTo>
                <a:lnTo>
                  <a:pt x="278759" y="40628"/>
                </a:lnTo>
                <a:lnTo>
                  <a:pt x="261197" y="49146"/>
                </a:lnTo>
                <a:lnTo>
                  <a:pt x="244029" y="58845"/>
                </a:lnTo>
                <a:lnTo>
                  <a:pt x="227122" y="69722"/>
                </a:lnTo>
                <a:lnTo>
                  <a:pt x="210609" y="81649"/>
                </a:lnTo>
                <a:lnTo>
                  <a:pt x="194358" y="94361"/>
                </a:lnTo>
                <a:lnTo>
                  <a:pt x="178631" y="108122"/>
                </a:lnTo>
                <a:lnTo>
                  <a:pt x="163166" y="122932"/>
                </a:lnTo>
                <a:lnTo>
                  <a:pt x="148357" y="138396"/>
                </a:lnTo>
                <a:lnTo>
                  <a:pt x="134072" y="154648"/>
                </a:lnTo>
                <a:lnTo>
                  <a:pt x="120179" y="171816"/>
                </a:lnTo>
                <a:lnTo>
                  <a:pt x="107074" y="189640"/>
                </a:lnTo>
                <a:lnTo>
                  <a:pt x="94361" y="208119"/>
                </a:lnTo>
                <a:lnTo>
                  <a:pt x="82304" y="227253"/>
                </a:lnTo>
                <a:lnTo>
                  <a:pt x="71033" y="246912"/>
                </a:lnTo>
                <a:lnTo>
                  <a:pt x="60417" y="267226"/>
                </a:lnTo>
                <a:lnTo>
                  <a:pt x="50588" y="287933"/>
                </a:lnTo>
                <a:lnTo>
                  <a:pt x="41414" y="309033"/>
                </a:lnTo>
                <a:lnTo>
                  <a:pt x="33157" y="330657"/>
                </a:lnTo>
                <a:lnTo>
                  <a:pt x="25687" y="352675"/>
                </a:lnTo>
                <a:lnTo>
                  <a:pt x="19003" y="374955"/>
                </a:lnTo>
                <a:lnTo>
                  <a:pt x="13499" y="397628"/>
                </a:lnTo>
                <a:lnTo>
                  <a:pt x="8650" y="420432"/>
                </a:lnTo>
                <a:lnTo>
                  <a:pt x="4980" y="443367"/>
                </a:lnTo>
                <a:lnTo>
                  <a:pt x="2228" y="466433"/>
                </a:lnTo>
                <a:lnTo>
                  <a:pt x="655" y="489761"/>
                </a:lnTo>
                <a:lnTo>
                  <a:pt x="0" y="513089"/>
                </a:lnTo>
                <a:lnTo>
                  <a:pt x="393" y="536155"/>
                </a:lnTo>
                <a:lnTo>
                  <a:pt x="1442" y="559352"/>
                </a:lnTo>
                <a:lnTo>
                  <a:pt x="3145" y="582287"/>
                </a:lnTo>
                <a:lnTo>
                  <a:pt x="5373" y="605091"/>
                </a:lnTo>
                <a:lnTo>
                  <a:pt x="8257" y="627764"/>
                </a:lnTo>
                <a:lnTo>
                  <a:pt x="11926" y="650306"/>
                </a:lnTo>
                <a:lnTo>
                  <a:pt x="20576" y="694210"/>
                </a:lnTo>
                <a:lnTo>
                  <a:pt x="31323" y="736804"/>
                </a:lnTo>
                <a:lnTo>
                  <a:pt x="44035" y="777562"/>
                </a:lnTo>
                <a:lnTo>
                  <a:pt x="51243" y="797221"/>
                </a:lnTo>
                <a:lnTo>
                  <a:pt x="58714" y="816355"/>
                </a:lnTo>
                <a:lnTo>
                  <a:pt x="66446" y="834703"/>
                </a:lnTo>
                <a:lnTo>
                  <a:pt x="74703" y="852527"/>
                </a:lnTo>
                <a:lnTo>
                  <a:pt x="83352" y="869696"/>
                </a:lnTo>
                <a:lnTo>
                  <a:pt x="92264" y="885947"/>
                </a:lnTo>
                <a:lnTo>
                  <a:pt x="101569" y="901412"/>
                </a:lnTo>
                <a:lnTo>
                  <a:pt x="111137" y="916221"/>
                </a:lnTo>
                <a:lnTo>
                  <a:pt x="121097" y="930113"/>
                </a:lnTo>
                <a:lnTo>
                  <a:pt x="131319" y="942957"/>
                </a:lnTo>
                <a:lnTo>
                  <a:pt x="141673" y="954883"/>
                </a:lnTo>
                <a:lnTo>
                  <a:pt x="152420" y="965892"/>
                </a:lnTo>
                <a:lnTo>
                  <a:pt x="163297" y="975721"/>
                </a:lnTo>
                <a:lnTo>
                  <a:pt x="174437" y="984502"/>
                </a:lnTo>
                <a:lnTo>
                  <a:pt x="185839" y="992103"/>
                </a:lnTo>
                <a:lnTo>
                  <a:pt x="197372" y="998525"/>
                </a:lnTo>
                <a:lnTo>
                  <a:pt x="209167" y="1003636"/>
                </a:lnTo>
                <a:lnTo>
                  <a:pt x="221225" y="1007437"/>
                </a:lnTo>
                <a:lnTo>
                  <a:pt x="233544" y="1009665"/>
                </a:lnTo>
                <a:lnTo>
                  <a:pt x="245208" y="1010451"/>
                </a:lnTo>
                <a:lnTo>
                  <a:pt x="246388" y="990793"/>
                </a:lnTo>
                <a:lnTo>
                  <a:pt x="236086" y="990179"/>
                </a:lnTo>
                <a:lnTo>
                  <a:pt x="226267" y="988331"/>
                </a:lnTo>
                <a:lnTo>
                  <a:pt x="215627" y="985038"/>
                </a:lnTo>
                <a:lnTo>
                  <a:pt x="205629" y="980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…">
            <a:extLst xmlns:a="http://schemas.openxmlformats.org/drawingml/2006/main">
              <a:ext uri="{FF2B5EF4-FFF2-40B4-BE49-F238E27FC236}">
                <a16:creationId xmlns:a16="http://schemas.microsoft.com/office/drawing/2014/main" id="{3C348A94-CDA4-4C58-8F90-33E20DF3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613" y="4066245"/>
            <a:ext cx="129396" cy="30937"/>
          </a:xfrm>
          <a:custGeom xmlns:a="http://schemas.openxmlformats.org/drawingml/2006/main">
            <a:pathLst>
              <a:path w="129396" h="30937">
                <a:moveTo>
                  <a:pt x="30552" y="15533"/>
                </a:moveTo>
                <a:cubicBezTo>
                  <a:pt x="30552" y="17587"/>
                  <a:pt x="30167" y="19555"/>
                  <a:pt x="29397" y="21438"/>
                </a:cubicBezTo>
                <a:cubicBezTo>
                  <a:pt x="28626" y="23320"/>
                  <a:pt x="27578" y="24968"/>
                  <a:pt x="26252" y="26380"/>
                </a:cubicBezTo>
                <a:cubicBezTo>
                  <a:pt x="24925" y="27792"/>
                  <a:pt x="23320" y="28905"/>
                  <a:pt x="21438" y="29718"/>
                </a:cubicBezTo>
                <a:cubicBezTo>
                  <a:pt x="19555" y="30531"/>
                  <a:pt x="17501" y="30937"/>
                  <a:pt x="15276" y="30937"/>
                </a:cubicBezTo>
                <a:cubicBezTo>
                  <a:pt x="13051" y="30937"/>
                  <a:pt x="10997" y="30531"/>
                  <a:pt x="9114" y="29718"/>
                </a:cubicBezTo>
                <a:cubicBezTo>
                  <a:pt x="7231" y="28905"/>
                  <a:pt x="5627" y="27813"/>
                  <a:pt x="4300" y="26444"/>
                </a:cubicBezTo>
                <a:cubicBezTo>
                  <a:pt x="2974" y="25075"/>
                  <a:pt x="1926" y="23449"/>
                  <a:pt x="1155" y="21566"/>
                </a:cubicBezTo>
                <a:cubicBezTo>
                  <a:pt x="385" y="19683"/>
                  <a:pt x="0" y="17672"/>
                  <a:pt x="0" y="15533"/>
                </a:cubicBezTo>
                <a:cubicBezTo>
                  <a:pt x="0" y="13393"/>
                  <a:pt x="385" y="11382"/>
                  <a:pt x="1155" y="9499"/>
                </a:cubicBezTo>
                <a:cubicBezTo>
                  <a:pt x="1926" y="7617"/>
                  <a:pt x="2974" y="5969"/>
                  <a:pt x="4300" y="4557"/>
                </a:cubicBezTo>
                <a:cubicBezTo>
                  <a:pt x="5627" y="3145"/>
                  <a:pt x="7231" y="2033"/>
                  <a:pt x="9114" y="1220"/>
                </a:cubicBezTo>
                <a:cubicBezTo>
                  <a:pt x="10997" y="407"/>
                  <a:pt x="13051" y="0"/>
                  <a:pt x="15276" y="0"/>
                </a:cubicBezTo>
                <a:cubicBezTo>
                  <a:pt x="17501" y="0"/>
                  <a:pt x="19555" y="407"/>
                  <a:pt x="21438" y="1220"/>
                </a:cubicBezTo>
                <a:cubicBezTo>
                  <a:pt x="23320" y="2033"/>
                  <a:pt x="24925" y="3124"/>
                  <a:pt x="26252" y="4493"/>
                </a:cubicBezTo>
                <a:cubicBezTo>
                  <a:pt x="27578" y="5862"/>
                  <a:pt x="28626" y="7510"/>
                  <a:pt x="29397" y="9435"/>
                </a:cubicBezTo>
                <a:cubicBezTo>
                  <a:pt x="30167" y="11361"/>
                  <a:pt x="30552" y="13393"/>
                  <a:pt x="30552" y="15533"/>
                </a:cubicBezTo>
                <a:moveTo>
                  <a:pt x="79974" y="15533"/>
                </a:moveTo>
                <a:cubicBezTo>
                  <a:pt x="79974" y="17587"/>
                  <a:pt x="79589" y="19555"/>
                  <a:pt x="78819" y="21438"/>
                </a:cubicBezTo>
                <a:cubicBezTo>
                  <a:pt x="78049" y="23320"/>
                  <a:pt x="77000" y="24968"/>
                  <a:pt x="75674" y="26380"/>
                </a:cubicBezTo>
                <a:cubicBezTo>
                  <a:pt x="74347" y="27792"/>
                  <a:pt x="72743" y="28905"/>
                  <a:pt x="70860" y="29718"/>
                </a:cubicBezTo>
                <a:cubicBezTo>
                  <a:pt x="68977" y="30531"/>
                  <a:pt x="66923" y="30937"/>
                  <a:pt x="64698" y="30937"/>
                </a:cubicBezTo>
                <a:cubicBezTo>
                  <a:pt x="62473" y="30937"/>
                  <a:pt x="60419" y="30531"/>
                  <a:pt x="58537" y="29718"/>
                </a:cubicBezTo>
                <a:cubicBezTo>
                  <a:pt x="56654" y="28905"/>
                  <a:pt x="55049" y="27813"/>
                  <a:pt x="53723" y="26444"/>
                </a:cubicBezTo>
                <a:cubicBezTo>
                  <a:pt x="52396" y="25075"/>
                  <a:pt x="51348" y="23449"/>
                  <a:pt x="50578" y="21566"/>
                </a:cubicBezTo>
                <a:cubicBezTo>
                  <a:pt x="49807" y="19683"/>
                  <a:pt x="49422" y="17672"/>
                  <a:pt x="49422" y="15533"/>
                </a:cubicBezTo>
                <a:cubicBezTo>
                  <a:pt x="49422" y="13393"/>
                  <a:pt x="49807" y="11382"/>
                  <a:pt x="50578" y="9499"/>
                </a:cubicBezTo>
                <a:cubicBezTo>
                  <a:pt x="51348" y="7617"/>
                  <a:pt x="52396" y="5969"/>
                  <a:pt x="53723" y="4557"/>
                </a:cubicBezTo>
                <a:cubicBezTo>
                  <a:pt x="55049" y="3145"/>
                  <a:pt x="56654" y="2033"/>
                  <a:pt x="58537" y="1220"/>
                </a:cubicBezTo>
                <a:cubicBezTo>
                  <a:pt x="60419" y="407"/>
                  <a:pt x="62473" y="0"/>
                  <a:pt x="64698" y="0"/>
                </a:cubicBezTo>
                <a:cubicBezTo>
                  <a:pt x="66923" y="0"/>
                  <a:pt x="68977" y="407"/>
                  <a:pt x="70860" y="1220"/>
                </a:cubicBezTo>
                <a:cubicBezTo>
                  <a:pt x="72743" y="2033"/>
                  <a:pt x="74347" y="3124"/>
                  <a:pt x="75674" y="4493"/>
                </a:cubicBezTo>
                <a:cubicBezTo>
                  <a:pt x="77000" y="5862"/>
                  <a:pt x="78049" y="7510"/>
                  <a:pt x="78819" y="9435"/>
                </a:cubicBezTo>
                <a:cubicBezTo>
                  <a:pt x="79589" y="11361"/>
                  <a:pt x="79974" y="13393"/>
                  <a:pt x="79974" y="15533"/>
                </a:cubicBezTo>
                <a:moveTo>
                  <a:pt x="129396" y="15533"/>
                </a:moveTo>
                <a:cubicBezTo>
                  <a:pt x="129396" y="17587"/>
                  <a:pt x="129011" y="19555"/>
                  <a:pt x="128241" y="21438"/>
                </a:cubicBezTo>
                <a:cubicBezTo>
                  <a:pt x="127471" y="23320"/>
                  <a:pt x="126423" y="24968"/>
                  <a:pt x="125096" y="26380"/>
                </a:cubicBezTo>
                <a:cubicBezTo>
                  <a:pt x="123770" y="27792"/>
                  <a:pt x="122165" y="28905"/>
                  <a:pt x="120282" y="29718"/>
                </a:cubicBezTo>
                <a:cubicBezTo>
                  <a:pt x="118399" y="30531"/>
                  <a:pt x="116346" y="30937"/>
                  <a:pt x="114121" y="30937"/>
                </a:cubicBezTo>
                <a:cubicBezTo>
                  <a:pt x="111895" y="30937"/>
                  <a:pt x="109842" y="30531"/>
                  <a:pt x="107959" y="29718"/>
                </a:cubicBezTo>
                <a:cubicBezTo>
                  <a:pt x="106076" y="28905"/>
                  <a:pt x="104471" y="27813"/>
                  <a:pt x="103145" y="26444"/>
                </a:cubicBezTo>
                <a:cubicBezTo>
                  <a:pt x="101818" y="25075"/>
                  <a:pt x="100770" y="23449"/>
                  <a:pt x="100000" y="21566"/>
                </a:cubicBezTo>
                <a:cubicBezTo>
                  <a:pt x="99230" y="19683"/>
                  <a:pt x="98845" y="17672"/>
                  <a:pt x="98845" y="15533"/>
                </a:cubicBezTo>
                <a:cubicBezTo>
                  <a:pt x="98845" y="13393"/>
                  <a:pt x="99230" y="11382"/>
                  <a:pt x="100000" y="9499"/>
                </a:cubicBezTo>
                <a:cubicBezTo>
                  <a:pt x="100770" y="7617"/>
                  <a:pt x="101818" y="5969"/>
                  <a:pt x="103145" y="4557"/>
                </a:cubicBezTo>
                <a:cubicBezTo>
                  <a:pt x="104471" y="3145"/>
                  <a:pt x="106076" y="2033"/>
                  <a:pt x="107959" y="1220"/>
                </a:cubicBezTo>
                <a:cubicBezTo>
                  <a:pt x="109842" y="407"/>
                  <a:pt x="111895" y="0"/>
                  <a:pt x="114121" y="0"/>
                </a:cubicBezTo>
                <a:cubicBezTo>
                  <a:pt x="116346" y="0"/>
                  <a:pt x="118399" y="407"/>
                  <a:pt x="120282" y="1220"/>
                </a:cubicBezTo>
                <a:cubicBezTo>
                  <a:pt x="122165" y="2033"/>
                  <a:pt x="123770" y="3124"/>
                  <a:pt x="125096" y="4493"/>
                </a:cubicBezTo>
                <a:cubicBezTo>
                  <a:pt x="126423" y="5862"/>
                  <a:pt x="127471" y="7510"/>
                  <a:pt x="128241" y="9435"/>
                </a:cubicBezTo>
                <a:cubicBezTo>
                  <a:pt x="129011" y="11361"/>
                  <a:pt x="129396" y="13393"/>
                  <a:pt x="129396" y="15533"/>
                </a:cubicBezTo>
                <a:close/>
              </a:path>
            </a:pathLst>
          </a:custGeom>
          <a:solidFill xmlns:a="http://schemas.openxmlformats.org/drawingml/2006/main">
            <a:srgbClr val="001D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CE97B-0408-4D09-8F76-85C29441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867" y="1269828"/>
            <a:ext cx="705350" cy="365256"/>
          </a:xfrm>
          <a:custGeom xmlns:a="http://schemas.openxmlformats.org/drawingml/2006/main">
            <a:pathLst>
              <a:path w="705350" h="365256">
                <a:moveTo>
                  <a:pt x="0" y="91347"/>
                </a:moveTo>
                <a:lnTo>
                  <a:pt x="522656" y="91347"/>
                </a:lnTo>
                <a:lnTo>
                  <a:pt x="522656" y="0"/>
                </a:lnTo>
                <a:lnTo>
                  <a:pt x="705350" y="182563"/>
                </a:lnTo>
                <a:lnTo>
                  <a:pt x="522656" y="365256"/>
                </a:lnTo>
                <a:lnTo>
                  <a:pt x="522656" y="273910"/>
                </a:lnTo>
                <a:lnTo>
                  <a:pt x="0" y="273910"/>
                </a:lnTo>
                <a:lnTo>
                  <a:pt x="0" y="91347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69B94-A5D0-47DA-8306-5542F98E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867" y="3794252"/>
            <a:ext cx="669965" cy="365309"/>
          </a:xfrm>
          <a:custGeom xmlns:a="http://schemas.openxmlformats.org/drawingml/2006/main">
            <a:pathLst>
              <a:path w="669965" h="365309">
                <a:moveTo>
                  <a:pt x="669965" y="273988"/>
                </a:moveTo>
                <a:lnTo>
                  <a:pt x="182694" y="273988"/>
                </a:lnTo>
                <a:lnTo>
                  <a:pt x="182694" y="365309"/>
                </a:lnTo>
                <a:lnTo>
                  <a:pt x="0" y="182668"/>
                </a:lnTo>
                <a:lnTo>
                  <a:pt x="182694" y="0"/>
                </a:lnTo>
                <a:lnTo>
                  <a:pt x="182694" y="91347"/>
                </a:lnTo>
                <a:lnTo>
                  <a:pt x="669965" y="91347"/>
                </a:lnTo>
                <a:lnTo>
                  <a:pt x="669965" y="273988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C9C82-E130-499B-AC52-BA958CEB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772" y="2167570"/>
            <a:ext cx="634186" cy="1447789"/>
          </a:xfrm>
          <a:custGeom xmlns:a="http://schemas.openxmlformats.org/drawingml/2006/main">
            <a:pathLst>
              <a:path w="634186" h="1447789">
                <a:moveTo>
                  <a:pt x="0" y="0"/>
                </a:moveTo>
                <a:lnTo>
                  <a:pt x="356740" y="0"/>
                </a:lnTo>
                <a:cubicBezTo>
                  <a:pt x="509944" y="0"/>
                  <a:pt x="634186" y="124242"/>
                  <a:pt x="634186" y="277448"/>
                </a:cubicBezTo>
                <a:lnTo>
                  <a:pt x="634186" y="1097473"/>
                </a:lnTo>
                <a:cubicBezTo>
                  <a:pt x="634186" y="1250810"/>
                  <a:pt x="509944" y="1374921"/>
                  <a:pt x="356740" y="1374921"/>
                </a:cubicBezTo>
                <a:lnTo>
                  <a:pt x="216244" y="1374921"/>
                </a:lnTo>
                <a:lnTo>
                  <a:pt x="216244" y="1447789"/>
                </a:lnTo>
                <a:lnTo>
                  <a:pt x="31978" y="1289210"/>
                </a:lnTo>
                <a:lnTo>
                  <a:pt x="216244" y="1130631"/>
                </a:lnTo>
                <a:lnTo>
                  <a:pt x="216244" y="1203498"/>
                </a:lnTo>
                <a:lnTo>
                  <a:pt x="356740" y="1203498"/>
                </a:lnTo>
                <a:cubicBezTo>
                  <a:pt x="415320" y="1203498"/>
                  <a:pt x="462763" y="1156056"/>
                  <a:pt x="462763" y="1097473"/>
                </a:cubicBezTo>
                <a:lnTo>
                  <a:pt x="462763" y="277448"/>
                </a:lnTo>
                <a:cubicBezTo>
                  <a:pt x="462763" y="218997"/>
                  <a:pt x="415320" y="171554"/>
                  <a:pt x="356740" y="171554"/>
                </a:cubicBezTo>
                <a:lnTo>
                  <a:pt x="0" y="1715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5EE6E-DF04-41D1-82DE-A6DBAE89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55" y="619653"/>
            <a:ext cx="1490003" cy="1872546"/>
          </a:xfrm>
          <a:custGeom xmlns:a="http://schemas.openxmlformats.org/drawingml/2006/main">
            <a:pathLst>
              <a:path w="1490003" h="1872546">
                <a:moveTo>
                  <a:pt x="0" y="0"/>
                </a:moveTo>
                <a:lnTo>
                  <a:pt x="1490003" y="0"/>
                </a:lnTo>
                <a:lnTo>
                  <a:pt x="1490003" y="1624192"/>
                </a:lnTo>
                <a:lnTo>
                  <a:pt x="1241649" y="1872546"/>
                </a:lnTo>
                <a:lnTo>
                  <a:pt x="0" y="1872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566DC-50C7-4D2B-B829-4B8640EA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804" y="2243845"/>
            <a:ext cx="248353" cy="248353"/>
          </a:xfrm>
          <a:custGeom xmlns:a="http://schemas.openxmlformats.org/drawingml/2006/main">
            <a:pathLst>
              <a:path w="248353" h="248353">
                <a:moveTo>
                  <a:pt x="0" y="248353"/>
                </a:moveTo>
                <a:lnTo>
                  <a:pt x="49671" y="49671"/>
                </a:lnTo>
                <a:lnTo>
                  <a:pt x="248353" y="0"/>
                </a:lnTo>
                <a:lnTo>
                  <a:pt x="0" y="248353"/>
                </a:lnTo>
                <a:close/>
              </a:path>
            </a:pathLst>
          </a:custGeom>
          <a:solidFill xmlns:a="http://schemas.openxmlformats.org/drawingml/2006/main">
            <a:srgbClr val="6A79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BFEDF-E165-4A32-82F0-296FFF8D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55" y="619653"/>
            <a:ext cx="1490003" cy="1872546"/>
          </a:xfrm>
          <a:custGeom xmlns:a="http://schemas.openxmlformats.org/drawingml/2006/main">
            <a:pathLst>
              <a:path w="1490003" h="1872546" fill="none">
                <a:moveTo>
                  <a:pt x="1241649" y="1872546"/>
                </a:moveTo>
                <a:lnTo>
                  <a:pt x="1291320" y="1673863"/>
                </a:lnTo>
                <a:lnTo>
                  <a:pt x="1490003" y="1624192"/>
                </a:lnTo>
                <a:lnTo>
                  <a:pt x="1241649" y="1872546"/>
                </a:lnTo>
                <a:lnTo>
                  <a:pt x="0" y="1872546"/>
                </a:lnTo>
                <a:lnTo>
                  <a:pt x="0" y="0"/>
                </a:lnTo>
                <a:lnTo>
                  <a:pt x="1490003" y="0"/>
                </a:lnTo>
                <a:lnTo>
                  <a:pt x="1490003" y="1624192"/>
                </a:lnTo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6C4F00"/>
            </a:solidFill>
            <a:miter/>
          </a:ln>
        </p:spPr>
      </p:sp>
      <p:sp>
        <p:nvSpPr>
          <p:cNvPr id="89" name="Text root">
            <a:extLst xmlns:a="http://schemas.openxmlformats.org/drawingml/2006/main">
              <a:ext uri="{FF2B5EF4-FFF2-40B4-BE49-F238E27FC236}">
                <a16:creationId xmlns:a16="http://schemas.microsoft.com/office/drawing/2014/main" id="{8253B679-CD5C-48ED-9A81-64FECD8A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03" y="826461"/>
            <a:ext cx="240683" cy="77578"/>
          </a:xfrm>
          <a:custGeom xmlns:a="http://schemas.openxmlformats.org/drawingml/2006/main">
            <a:pathLst>
              <a:path w="240683" h="77578">
                <a:moveTo>
                  <a:pt x="0" y="18586"/>
                </a:moveTo>
                <a:lnTo>
                  <a:pt x="9178" y="18586"/>
                </a:lnTo>
                <a:lnTo>
                  <a:pt x="9466" y="29238"/>
                </a:lnTo>
                <a:cubicBezTo>
                  <a:pt x="12891" y="25130"/>
                  <a:pt x="16268" y="22155"/>
                  <a:pt x="19596" y="20313"/>
                </a:cubicBezTo>
                <a:cubicBezTo>
                  <a:pt x="22925" y="18469"/>
                  <a:pt x="26283" y="17547"/>
                  <a:pt x="29669" y="17547"/>
                </a:cubicBezTo>
                <a:cubicBezTo>
                  <a:pt x="35672" y="17547"/>
                  <a:pt x="40222" y="19486"/>
                  <a:pt x="43320" y="23363"/>
                </a:cubicBezTo>
                <a:cubicBezTo>
                  <a:pt x="46418" y="27240"/>
                  <a:pt x="47851" y="32997"/>
                  <a:pt x="47620" y="40636"/>
                </a:cubicBezTo>
                <a:lnTo>
                  <a:pt x="37461" y="40636"/>
                </a:lnTo>
                <a:cubicBezTo>
                  <a:pt x="37577" y="35577"/>
                  <a:pt x="36836" y="31907"/>
                  <a:pt x="35239" y="29627"/>
                </a:cubicBezTo>
                <a:cubicBezTo>
                  <a:pt x="33642" y="27346"/>
                  <a:pt x="31304" y="26206"/>
                  <a:pt x="28226" y="26206"/>
                </a:cubicBezTo>
                <a:cubicBezTo>
                  <a:pt x="26879" y="26206"/>
                  <a:pt x="25523" y="26445"/>
                  <a:pt x="24156" y="26925"/>
                </a:cubicBezTo>
                <a:cubicBezTo>
                  <a:pt x="22790" y="27404"/>
                  <a:pt x="21386" y="28170"/>
                  <a:pt x="19943" y="29223"/>
                </a:cubicBezTo>
                <a:cubicBezTo>
                  <a:pt x="18500" y="30277"/>
                  <a:pt x="16970" y="31628"/>
                  <a:pt x="15354" y="33276"/>
                </a:cubicBezTo>
                <a:cubicBezTo>
                  <a:pt x="13738" y="34924"/>
                  <a:pt x="12006" y="36917"/>
                  <a:pt x="10159" y="39254"/>
                </a:cubicBezTo>
                <a:lnTo>
                  <a:pt x="10159" y="76539"/>
                </a:lnTo>
                <a:lnTo>
                  <a:pt x="0" y="76539"/>
                </a:lnTo>
                <a:lnTo>
                  <a:pt x="0" y="18586"/>
                </a:lnTo>
                <a:close/>
                <a:moveTo>
                  <a:pt x="112508" y="47101"/>
                </a:moveTo>
                <a:cubicBezTo>
                  <a:pt x="112508" y="51603"/>
                  <a:pt x="111873" y="55730"/>
                  <a:pt x="110604" y="59482"/>
                </a:cubicBezTo>
                <a:cubicBezTo>
                  <a:pt x="109334" y="63234"/>
                  <a:pt x="107506" y="66447"/>
                  <a:pt x="105120" y="69121"/>
                </a:cubicBezTo>
                <a:cubicBezTo>
                  <a:pt x="102734" y="71796"/>
                  <a:pt x="99829" y="73874"/>
                  <a:pt x="96404" y="75355"/>
                </a:cubicBezTo>
                <a:cubicBezTo>
                  <a:pt x="92979" y="76837"/>
                  <a:pt x="89093" y="77578"/>
                  <a:pt x="84744" y="77578"/>
                </a:cubicBezTo>
                <a:cubicBezTo>
                  <a:pt x="80588" y="77578"/>
                  <a:pt x="76865" y="76933"/>
                  <a:pt x="73575" y="75644"/>
                </a:cubicBezTo>
                <a:cubicBezTo>
                  <a:pt x="70285" y="74355"/>
                  <a:pt x="67495" y="72460"/>
                  <a:pt x="65206" y="69958"/>
                </a:cubicBezTo>
                <a:cubicBezTo>
                  <a:pt x="62916" y="67457"/>
                  <a:pt x="61165" y="64359"/>
                  <a:pt x="59953" y="60665"/>
                </a:cubicBezTo>
                <a:cubicBezTo>
                  <a:pt x="58741" y="56971"/>
                  <a:pt x="58135" y="52719"/>
                  <a:pt x="58135" y="47909"/>
                </a:cubicBezTo>
                <a:cubicBezTo>
                  <a:pt x="58135" y="43407"/>
                  <a:pt x="58770" y="39299"/>
                  <a:pt x="60040" y="35585"/>
                </a:cubicBezTo>
                <a:cubicBezTo>
                  <a:pt x="61309" y="31872"/>
                  <a:pt x="63137" y="28678"/>
                  <a:pt x="65523" y="26004"/>
                </a:cubicBezTo>
                <a:cubicBezTo>
                  <a:pt x="67909" y="23329"/>
                  <a:pt x="70814" y="21251"/>
                  <a:pt x="74239" y="19770"/>
                </a:cubicBezTo>
                <a:cubicBezTo>
                  <a:pt x="77664" y="18288"/>
                  <a:pt x="81550" y="17547"/>
                  <a:pt x="85899" y="17547"/>
                </a:cubicBezTo>
                <a:cubicBezTo>
                  <a:pt x="90055" y="17547"/>
                  <a:pt x="93778" y="18192"/>
                  <a:pt x="97068" y="19481"/>
                </a:cubicBezTo>
                <a:cubicBezTo>
                  <a:pt x="100358" y="20770"/>
                  <a:pt x="103148" y="22656"/>
                  <a:pt x="105437" y="25138"/>
                </a:cubicBezTo>
                <a:cubicBezTo>
                  <a:pt x="107727" y="27620"/>
                  <a:pt x="109478" y="30708"/>
                  <a:pt x="110690" y="34402"/>
                </a:cubicBezTo>
                <a:cubicBezTo>
                  <a:pt x="111902" y="38096"/>
                  <a:pt x="112508" y="42329"/>
                  <a:pt x="112508" y="47101"/>
                </a:cubicBezTo>
                <a:moveTo>
                  <a:pt x="102234" y="47563"/>
                </a:moveTo>
                <a:cubicBezTo>
                  <a:pt x="102234" y="43984"/>
                  <a:pt x="101839" y="40857"/>
                  <a:pt x="101051" y="38183"/>
                </a:cubicBezTo>
                <a:cubicBezTo>
                  <a:pt x="100262" y="35508"/>
                  <a:pt x="99136" y="33276"/>
                  <a:pt x="97674" y="31487"/>
                </a:cubicBezTo>
                <a:cubicBezTo>
                  <a:pt x="96212" y="29698"/>
                  <a:pt x="94432" y="28351"/>
                  <a:pt x="92335" y="27447"/>
                </a:cubicBezTo>
                <a:cubicBezTo>
                  <a:pt x="90237" y="26542"/>
                  <a:pt x="87900" y="26090"/>
                  <a:pt x="85322" y="26090"/>
                </a:cubicBezTo>
                <a:cubicBezTo>
                  <a:pt x="82320" y="26090"/>
                  <a:pt x="79751" y="26677"/>
                  <a:pt x="77616" y="27851"/>
                </a:cubicBezTo>
                <a:cubicBezTo>
                  <a:pt x="75480" y="29024"/>
                  <a:pt x="73729" y="30592"/>
                  <a:pt x="72363" y="32555"/>
                </a:cubicBezTo>
                <a:cubicBezTo>
                  <a:pt x="70997" y="34517"/>
                  <a:pt x="69996" y="36797"/>
                  <a:pt x="69362" y="39395"/>
                </a:cubicBezTo>
                <a:cubicBezTo>
                  <a:pt x="68727" y="41992"/>
                  <a:pt x="68409" y="44715"/>
                  <a:pt x="68409" y="47563"/>
                </a:cubicBezTo>
                <a:cubicBezTo>
                  <a:pt x="68409" y="51141"/>
                  <a:pt x="68804" y="54277"/>
                  <a:pt x="69592" y="56971"/>
                </a:cubicBezTo>
                <a:cubicBezTo>
                  <a:pt x="70381" y="59665"/>
                  <a:pt x="71507" y="61906"/>
                  <a:pt x="72969" y="63696"/>
                </a:cubicBezTo>
                <a:cubicBezTo>
                  <a:pt x="74431" y="65485"/>
                  <a:pt x="76202" y="66832"/>
                  <a:pt x="78279" y="67736"/>
                </a:cubicBezTo>
                <a:cubicBezTo>
                  <a:pt x="80357" y="68640"/>
                  <a:pt x="82705" y="69093"/>
                  <a:pt x="85322" y="69093"/>
                </a:cubicBezTo>
                <a:cubicBezTo>
                  <a:pt x="88323" y="69093"/>
                  <a:pt x="90892" y="68506"/>
                  <a:pt x="93027" y="67332"/>
                </a:cubicBezTo>
                <a:cubicBezTo>
                  <a:pt x="95163" y="66158"/>
                  <a:pt x="96914" y="64590"/>
                  <a:pt x="98280" y="62628"/>
                </a:cubicBezTo>
                <a:cubicBezTo>
                  <a:pt x="99646" y="60665"/>
                  <a:pt x="100647" y="58385"/>
                  <a:pt x="101282" y="55788"/>
                </a:cubicBezTo>
                <a:cubicBezTo>
                  <a:pt x="101916" y="53190"/>
                  <a:pt x="102234" y="50449"/>
                  <a:pt x="102234" y="47563"/>
                </a:cubicBezTo>
                <a:close/>
                <a:moveTo>
                  <a:pt x="178472" y="47101"/>
                </a:moveTo>
                <a:cubicBezTo>
                  <a:pt x="178472" y="51603"/>
                  <a:pt x="177837" y="55730"/>
                  <a:pt x="176567" y="59482"/>
                </a:cubicBezTo>
                <a:cubicBezTo>
                  <a:pt x="175297" y="63234"/>
                  <a:pt x="173469" y="66447"/>
                  <a:pt x="171083" y="69121"/>
                </a:cubicBezTo>
                <a:cubicBezTo>
                  <a:pt x="168697" y="71796"/>
                  <a:pt x="165792" y="73874"/>
                  <a:pt x="162367" y="75355"/>
                </a:cubicBezTo>
                <a:cubicBezTo>
                  <a:pt x="158942" y="76837"/>
                  <a:pt x="155056" y="77578"/>
                  <a:pt x="150708" y="77578"/>
                </a:cubicBezTo>
                <a:cubicBezTo>
                  <a:pt x="146552" y="77578"/>
                  <a:pt x="142829" y="76933"/>
                  <a:pt x="139538" y="75644"/>
                </a:cubicBezTo>
                <a:cubicBezTo>
                  <a:pt x="136248" y="74355"/>
                  <a:pt x="133458" y="72460"/>
                  <a:pt x="131169" y="69958"/>
                </a:cubicBezTo>
                <a:cubicBezTo>
                  <a:pt x="128879" y="67457"/>
                  <a:pt x="127128" y="64359"/>
                  <a:pt x="125916" y="60665"/>
                </a:cubicBezTo>
                <a:cubicBezTo>
                  <a:pt x="124704" y="56971"/>
                  <a:pt x="124098" y="52719"/>
                  <a:pt x="124098" y="47909"/>
                </a:cubicBezTo>
                <a:cubicBezTo>
                  <a:pt x="124098" y="43407"/>
                  <a:pt x="124733" y="39299"/>
                  <a:pt x="126003" y="35585"/>
                </a:cubicBezTo>
                <a:cubicBezTo>
                  <a:pt x="127273" y="31872"/>
                  <a:pt x="129100" y="28678"/>
                  <a:pt x="131486" y="26004"/>
                </a:cubicBezTo>
                <a:cubicBezTo>
                  <a:pt x="133872" y="23329"/>
                  <a:pt x="136777" y="21251"/>
                  <a:pt x="140202" y="19770"/>
                </a:cubicBezTo>
                <a:cubicBezTo>
                  <a:pt x="143627" y="18288"/>
                  <a:pt x="147514" y="17547"/>
                  <a:pt x="151862" y="17547"/>
                </a:cubicBezTo>
                <a:cubicBezTo>
                  <a:pt x="156018" y="17547"/>
                  <a:pt x="159741" y="18192"/>
                  <a:pt x="163031" y="19481"/>
                </a:cubicBezTo>
                <a:cubicBezTo>
                  <a:pt x="166321" y="20770"/>
                  <a:pt x="169111" y="22656"/>
                  <a:pt x="171401" y="25138"/>
                </a:cubicBezTo>
                <a:cubicBezTo>
                  <a:pt x="173690" y="27620"/>
                  <a:pt x="175441" y="30708"/>
                  <a:pt x="176653" y="34402"/>
                </a:cubicBezTo>
                <a:cubicBezTo>
                  <a:pt x="177865" y="38096"/>
                  <a:pt x="178472" y="42329"/>
                  <a:pt x="178472" y="47101"/>
                </a:cubicBezTo>
                <a:moveTo>
                  <a:pt x="168197" y="47563"/>
                </a:moveTo>
                <a:cubicBezTo>
                  <a:pt x="168197" y="43984"/>
                  <a:pt x="167803" y="40857"/>
                  <a:pt x="167014" y="38183"/>
                </a:cubicBezTo>
                <a:cubicBezTo>
                  <a:pt x="166225" y="35508"/>
                  <a:pt x="165099" y="33276"/>
                  <a:pt x="163637" y="31487"/>
                </a:cubicBezTo>
                <a:cubicBezTo>
                  <a:pt x="162175" y="29698"/>
                  <a:pt x="160395" y="28351"/>
                  <a:pt x="158298" y="27447"/>
                </a:cubicBezTo>
                <a:cubicBezTo>
                  <a:pt x="156201" y="26542"/>
                  <a:pt x="153863" y="26090"/>
                  <a:pt x="151285" y="26090"/>
                </a:cubicBezTo>
                <a:cubicBezTo>
                  <a:pt x="148283" y="26090"/>
                  <a:pt x="145715" y="26677"/>
                  <a:pt x="143579" y="27851"/>
                </a:cubicBezTo>
                <a:cubicBezTo>
                  <a:pt x="141443" y="29024"/>
                  <a:pt x="139692" y="30592"/>
                  <a:pt x="138326" y="32555"/>
                </a:cubicBezTo>
                <a:cubicBezTo>
                  <a:pt x="136960" y="34517"/>
                  <a:pt x="135960" y="36797"/>
                  <a:pt x="135325" y="39395"/>
                </a:cubicBezTo>
                <a:cubicBezTo>
                  <a:pt x="134690" y="41992"/>
                  <a:pt x="134372" y="44715"/>
                  <a:pt x="134372" y="47563"/>
                </a:cubicBezTo>
                <a:cubicBezTo>
                  <a:pt x="134372" y="51141"/>
                  <a:pt x="134767" y="54277"/>
                  <a:pt x="135556" y="56971"/>
                </a:cubicBezTo>
                <a:cubicBezTo>
                  <a:pt x="136344" y="59665"/>
                  <a:pt x="137470" y="61906"/>
                  <a:pt x="138932" y="63696"/>
                </a:cubicBezTo>
                <a:cubicBezTo>
                  <a:pt x="140395" y="65485"/>
                  <a:pt x="142165" y="66832"/>
                  <a:pt x="144243" y="67736"/>
                </a:cubicBezTo>
                <a:cubicBezTo>
                  <a:pt x="146321" y="68640"/>
                  <a:pt x="148668" y="69093"/>
                  <a:pt x="151285" y="69093"/>
                </a:cubicBezTo>
                <a:cubicBezTo>
                  <a:pt x="154286" y="69093"/>
                  <a:pt x="156855" y="68506"/>
                  <a:pt x="158991" y="67332"/>
                </a:cubicBezTo>
                <a:cubicBezTo>
                  <a:pt x="161126" y="66158"/>
                  <a:pt x="162877" y="64590"/>
                  <a:pt x="164243" y="62628"/>
                </a:cubicBezTo>
                <a:cubicBezTo>
                  <a:pt x="165609" y="60665"/>
                  <a:pt x="166610" y="58385"/>
                  <a:pt x="167245" y="55788"/>
                </a:cubicBezTo>
                <a:cubicBezTo>
                  <a:pt x="167880" y="53190"/>
                  <a:pt x="168197" y="50449"/>
                  <a:pt x="168197" y="47563"/>
                </a:cubicBezTo>
                <a:close/>
                <a:moveTo>
                  <a:pt x="240683" y="75673"/>
                </a:moveTo>
                <a:cubicBezTo>
                  <a:pt x="238412" y="76271"/>
                  <a:pt x="236065" y="76699"/>
                  <a:pt x="233641" y="76957"/>
                </a:cubicBezTo>
                <a:cubicBezTo>
                  <a:pt x="231217" y="77217"/>
                  <a:pt x="228754" y="77347"/>
                  <a:pt x="226252" y="77347"/>
                </a:cubicBezTo>
                <a:cubicBezTo>
                  <a:pt x="218980" y="77347"/>
                  <a:pt x="213554" y="75702"/>
                  <a:pt x="209975" y="72412"/>
                </a:cubicBezTo>
                <a:cubicBezTo>
                  <a:pt x="206396" y="69121"/>
                  <a:pt x="204607" y="64071"/>
                  <a:pt x="204607" y="57260"/>
                </a:cubicBezTo>
                <a:lnTo>
                  <a:pt x="204607" y="27014"/>
                </a:lnTo>
                <a:lnTo>
                  <a:pt x="188387" y="27014"/>
                </a:lnTo>
                <a:lnTo>
                  <a:pt x="188387" y="18586"/>
                </a:lnTo>
                <a:lnTo>
                  <a:pt x="204607" y="18586"/>
                </a:lnTo>
                <a:lnTo>
                  <a:pt x="204607" y="2605"/>
                </a:lnTo>
                <a:lnTo>
                  <a:pt x="214650" y="0"/>
                </a:lnTo>
                <a:lnTo>
                  <a:pt x="214650" y="18586"/>
                </a:lnTo>
                <a:lnTo>
                  <a:pt x="240683" y="18586"/>
                </a:lnTo>
                <a:lnTo>
                  <a:pt x="240683" y="27014"/>
                </a:lnTo>
                <a:lnTo>
                  <a:pt x="214650" y="27014"/>
                </a:lnTo>
                <a:lnTo>
                  <a:pt x="214650" y="56452"/>
                </a:lnTo>
                <a:cubicBezTo>
                  <a:pt x="214650" y="60608"/>
                  <a:pt x="215757" y="63715"/>
                  <a:pt x="217969" y="65774"/>
                </a:cubicBezTo>
                <a:cubicBezTo>
                  <a:pt x="220182" y="67832"/>
                  <a:pt x="223443" y="68862"/>
                  <a:pt x="227753" y="68862"/>
                </a:cubicBezTo>
                <a:cubicBezTo>
                  <a:pt x="229600" y="68862"/>
                  <a:pt x="231621" y="68713"/>
                  <a:pt x="233814" y="68416"/>
                </a:cubicBezTo>
                <a:cubicBezTo>
                  <a:pt x="236007" y="68118"/>
                  <a:pt x="238297" y="67651"/>
                  <a:pt x="240683" y="67015"/>
                </a:cubicBezTo>
                <a:lnTo>
                  <a:pt x="240683" y="756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::=object">
            <a:extLst xmlns:a="http://schemas.openxmlformats.org/drawingml/2006/main">
              <a:ext uri="{FF2B5EF4-FFF2-40B4-BE49-F238E27FC236}">
                <a16:creationId xmlns:a16="http://schemas.microsoft.com/office/drawing/2014/main" id="{9D936495-A4B6-490E-9769-F5DDA450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19" y="820689"/>
            <a:ext cx="621647" cy="106554"/>
          </a:xfrm>
          <a:custGeom xmlns:a="http://schemas.openxmlformats.org/drawingml/2006/main">
            <a:pathLst>
              <a:path w="621647" h="106554">
                <a:moveTo>
                  <a:pt x="8831" y="23319"/>
                </a:moveTo>
                <a:cubicBezTo>
                  <a:pt x="10024" y="23319"/>
                  <a:pt x="11159" y="23560"/>
                  <a:pt x="12237" y="24041"/>
                </a:cubicBezTo>
                <a:cubicBezTo>
                  <a:pt x="13314" y="24522"/>
                  <a:pt x="14257" y="25167"/>
                  <a:pt x="15065" y="25975"/>
                </a:cubicBezTo>
                <a:cubicBezTo>
                  <a:pt x="15873" y="26783"/>
                  <a:pt x="16518" y="27726"/>
                  <a:pt x="16999" y="28803"/>
                </a:cubicBezTo>
                <a:cubicBezTo>
                  <a:pt x="17480" y="29880"/>
                  <a:pt x="17721" y="31016"/>
                  <a:pt x="17721" y="32209"/>
                </a:cubicBezTo>
                <a:cubicBezTo>
                  <a:pt x="17721" y="33440"/>
                  <a:pt x="17480" y="34585"/>
                  <a:pt x="16999" y="35643"/>
                </a:cubicBezTo>
                <a:cubicBezTo>
                  <a:pt x="16518" y="36701"/>
                  <a:pt x="15873" y="37634"/>
                  <a:pt x="15065" y="38443"/>
                </a:cubicBezTo>
                <a:cubicBezTo>
                  <a:pt x="14257" y="39251"/>
                  <a:pt x="13314" y="39886"/>
                  <a:pt x="12237" y="40347"/>
                </a:cubicBezTo>
                <a:cubicBezTo>
                  <a:pt x="11159" y="40809"/>
                  <a:pt x="10024" y="41040"/>
                  <a:pt x="8831" y="41040"/>
                </a:cubicBezTo>
                <a:cubicBezTo>
                  <a:pt x="7600" y="41040"/>
                  <a:pt x="6455" y="40809"/>
                  <a:pt x="5397" y="40347"/>
                </a:cubicBezTo>
                <a:cubicBezTo>
                  <a:pt x="4339" y="39886"/>
                  <a:pt x="3406" y="39251"/>
                  <a:pt x="2597" y="38443"/>
                </a:cubicBezTo>
                <a:cubicBezTo>
                  <a:pt x="1789" y="37634"/>
                  <a:pt x="1154" y="36701"/>
                  <a:pt x="693" y="35643"/>
                </a:cubicBezTo>
                <a:cubicBezTo>
                  <a:pt x="231" y="34585"/>
                  <a:pt x="0" y="33440"/>
                  <a:pt x="0" y="32209"/>
                </a:cubicBezTo>
                <a:cubicBezTo>
                  <a:pt x="0" y="31016"/>
                  <a:pt x="231" y="29880"/>
                  <a:pt x="693" y="28803"/>
                </a:cubicBezTo>
                <a:cubicBezTo>
                  <a:pt x="1154" y="27726"/>
                  <a:pt x="1789" y="26783"/>
                  <a:pt x="2597" y="25975"/>
                </a:cubicBezTo>
                <a:cubicBezTo>
                  <a:pt x="3406" y="25167"/>
                  <a:pt x="4339" y="24522"/>
                  <a:pt x="5397" y="24041"/>
                </a:cubicBezTo>
                <a:cubicBezTo>
                  <a:pt x="6455" y="23560"/>
                  <a:pt x="7600" y="23319"/>
                  <a:pt x="8831" y="23319"/>
                </a:cubicBezTo>
                <a:moveTo>
                  <a:pt x="8831" y="65629"/>
                </a:moveTo>
                <a:cubicBezTo>
                  <a:pt x="10024" y="65629"/>
                  <a:pt x="11159" y="65870"/>
                  <a:pt x="12237" y="66351"/>
                </a:cubicBezTo>
                <a:cubicBezTo>
                  <a:pt x="13314" y="66832"/>
                  <a:pt x="14257" y="67476"/>
                  <a:pt x="15065" y="68285"/>
                </a:cubicBezTo>
                <a:cubicBezTo>
                  <a:pt x="15873" y="69093"/>
                  <a:pt x="16518" y="70035"/>
                  <a:pt x="16999" y="71113"/>
                </a:cubicBezTo>
                <a:cubicBezTo>
                  <a:pt x="17480" y="72190"/>
                  <a:pt x="17721" y="73326"/>
                  <a:pt x="17721" y="74518"/>
                </a:cubicBezTo>
                <a:cubicBezTo>
                  <a:pt x="17721" y="75750"/>
                  <a:pt x="17480" y="76895"/>
                  <a:pt x="16999" y="77953"/>
                </a:cubicBezTo>
                <a:cubicBezTo>
                  <a:pt x="16518" y="79011"/>
                  <a:pt x="15873" y="79944"/>
                  <a:pt x="15065" y="80752"/>
                </a:cubicBezTo>
                <a:cubicBezTo>
                  <a:pt x="14257" y="81560"/>
                  <a:pt x="13314" y="82195"/>
                  <a:pt x="12237" y="82657"/>
                </a:cubicBezTo>
                <a:cubicBezTo>
                  <a:pt x="11159" y="83119"/>
                  <a:pt x="10024" y="83350"/>
                  <a:pt x="8831" y="83350"/>
                </a:cubicBezTo>
                <a:cubicBezTo>
                  <a:pt x="7600" y="83350"/>
                  <a:pt x="6455" y="83119"/>
                  <a:pt x="5397" y="82657"/>
                </a:cubicBezTo>
                <a:cubicBezTo>
                  <a:pt x="4339" y="82195"/>
                  <a:pt x="3406" y="81560"/>
                  <a:pt x="2597" y="80752"/>
                </a:cubicBezTo>
                <a:cubicBezTo>
                  <a:pt x="1789" y="79944"/>
                  <a:pt x="1154" y="79011"/>
                  <a:pt x="693" y="77953"/>
                </a:cubicBezTo>
                <a:cubicBezTo>
                  <a:pt x="231" y="76895"/>
                  <a:pt x="0" y="75750"/>
                  <a:pt x="0" y="74518"/>
                </a:cubicBezTo>
                <a:cubicBezTo>
                  <a:pt x="0" y="73326"/>
                  <a:pt x="231" y="72190"/>
                  <a:pt x="693" y="71113"/>
                </a:cubicBezTo>
                <a:cubicBezTo>
                  <a:pt x="1154" y="70035"/>
                  <a:pt x="1789" y="69093"/>
                  <a:pt x="2597" y="68285"/>
                </a:cubicBezTo>
                <a:cubicBezTo>
                  <a:pt x="3406" y="67476"/>
                  <a:pt x="4339" y="66832"/>
                  <a:pt x="5397" y="66351"/>
                </a:cubicBezTo>
                <a:cubicBezTo>
                  <a:pt x="6455" y="65870"/>
                  <a:pt x="7600" y="65629"/>
                  <a:pt x="8831" y="65629"/>
                </a:cubicBezTo>
                <a:close/>
                <a:moveTo>
                  <a:pt x="74794" y="23319"/>
                </a:moveTo>
                <a:cubicBezTo>
                  <a:pt x="75987" y="23319"/>
                  <a:pt x="77123" y="23560"/>
                  <a:pt x="78200" y="24041"/>
                </a:cubicBezTo>
                <a:cubicBezTo>
                  <a:pt x="79278" y="24522"/>
                  <a:pt x="80220" y="25167"/>
                  <a:pt x="81028" y="25975"/>
                </a:cubicBezTo>
                <a:cubicBezTo>
                  <a:pt x="81837" y="26783"/>
                  <a:pt x="82481" y="27726"/>
                  <a:pt x="82962" y="28803"/>
                </a:cubicBezTo>
                <a:cubicBezTo>
                  <a:pt x="83443" y="29880"/>
                  <a:pt x="83684" y="31016"/>
                  <a:pt x="83684" y="32209"/>
                </a:cubicBezTo>
                <a:cubicBezTo>
                  <a:pt x="83684" y="33440"/>
                  <a:pt x="83443" y="34585"/>
                  <a:pt x="82962" y="35643"/>
                </a:cubicBezTo>
                <a:cubicBezTo>
                  <a:pt x="82481" y="36701"/>
                  <a:pt x="81837" y="37634"/>
                  <a:pt x="81028" y="38443"/>
                </a:cubicBezTo>
                <a:cubicBezTo>
                  <a:pt x="80220" y="39251"/>
                  <a:pt x="79278" y="39886"/>
                  <a:pt x="78200" y="40347"/>
                </a:cubicBezTo>
                <a:cubicBezTo>
                  <a:pt x="77123" y="40809"/>
                  <a:pt x="75987" y="41040"/>
                  <a:pt x="74794" y="41040"/>
                </a:cubicBezTo>
                <a:cubicBezTo>
                  <a:pt x="73563" y="41040"/>
                  <a:pt x="72418" y="40809"/>
                  <a:pt x="71360" y="40347"/>
                </a:cubicBezTo>
                <a:cubicBezTo>
                  <a:pt x="70302" y="39886"/>
                  <a:pt x="69369" y="39251"/>
                  <a:pt x="68561" y="38443"/>
                </a:cubicBezTo>
                <a:cubicBezTo>
                  <a:pt x="67752" y="37634"/>
                  <a:pt x="67118" y="36701"/>
                  <a:pt x="66656" y="35643"/>
                </a:cubicBezTo>
                <a:cubicBezTo>
                  <a:pt x="66194" y="34585"/>
                  <a:pt x="65963" y="33440"/>
                  <a:pt x="65963" y="32209"/>
                </a:cubicBezTo>
                <a:cubicBezTo>
                  <a:pt x="65963" y="31016"/>
                  <a:pt x="66194" y="29880"/>
                  <a:pt x="66656" y="28803"/>
                </a:cubicBezTo>
                <a:cubicBezTo>
                  <a:pt x="67118" y="27726"/>
                  <a:pt x="67752" y="26783"/>
                  <a:pt x="68561" y="25975"/>
                </a:cubicBezTo>
                <a:cubicBezTo>
                  <a:pt x="69369" y="25167"/>
                  <a:pt x="70302" y="24522"/>
                  <a:pt x="71360" y="24041"/>
                </a:cubicBezTo>
                <a:cubicBezTo>
                  <a:pt x="72418" y="23560"/>
                  <a:pt x="73563" y="23319"/>
                  <a:pt x="74794" y="23319"/>
                </a:cubicBezTo>
                <a:moveTo>
                  <a:pt x="74794" y="65629"/>
                </a:moveTo>
                <a:cubicBezTo>
                  <a:pt x="75987" y="65629"/>
                  <a:pt x="77123" y="65870"/>
                  <a:pt x="78200" y="66351"/>
                </a:cubicBezTo>
                <a:cubicBezTo>
                  <a:pt x="79278" y="66832"/>
                  <a:pt x="80220" y="67476"/>
                  <a:pt x="81028" y="68285"/>
                </a:cubicBezTo>
                <a:cubicBezTo>
                  <a:pt x="81837" y="69093"/>
                  <a:pt x="82481" y="70035"/>
                  <a:pt x="82962" y="71113"/>
                </a:cubicBezTo>
                <a:cubicBezTo>
                  <a:pt x="83443" y="72190"/>
                  <a:pt x="83684" y="73326"/>
                  <a:pt x="83684" y="74518"/>
                </a:cubicBezTo>
                <a:cubicBezTo>
                  <a:pt x="83684" y="75750"/>
                  <a:pt x="83443" y="76895"/>
                  <a:pt x="82962" y="77953"/>
                </a:cubicBezTo>
                <a:cubicBezTo>
                  <a:pt x="82481" y="79011"/>
                  <a:pt x="81837" y="79944"/>
                  <a:pt x="81028" y="80752"/>
                </a:cubicBezTo>
                <a:cubicBezTo>
                  <a:pt x="80220" y="81560"/>
                  <a:pt x="79278" y="82195"/>
                  <a:pt x="78200" y="82657"/>
                </a:cubicBezTo>
                <a:cubicBezTo>
                  <a:pt x="77123" y="83119"/>
                  <a:pt x="75987" y="83350"/>
                  <a:pt x="74794" y="83350"/>
                </a:cubicBezTo>
                <a:cubicBezTo>
                  <a:pt x="73563" y="83350"/>
                  <a:pt x="72418" y="83119"/>
                  <a:pt x="71360" y="82657"/>
                </a:cubicBezTo>
                <a:cubicBezTo>
                  <a:pt x="70302" y="82195"/>
                  <a:pt x="69369" y="81560"/>
                  <a:pt x="68561" y="80752"/>
                </a:cubicBezTo>
                <a:cubicBezTo>
                  <a:pt x="67752" y="79944"/>
                  <a:pt x="67118" y="79011"/>
                  <a:pt x="66656" y="77953"/>
                </a:cubicBezTo>
                <a:cubicBezTo>
                  <a:pt x="66194" y="76895"/>
                  <a:pt x="65963" y="75750"/>
                  <a:pt x="65963" y="74518"/>
                </a:cubicBezTo>
                <a:cubicBezTo>
                  <a:pt x="65963" y="73326"/>
                  <a:pt x="66194" y="72190"/>
                  <a:pt x="66656" y="71113"/>
                </a:cubicBezTo>
                <a:cubicBezTo>
                  <a:pt x="67118" y="70035"/>
                  <a:pt x="67752" y="69093"/>
                  <a:pt x="68561" y="68285"/>
                </a:cubicBezTo>
                <a:cubicBezTo>
                  <a:pt x="69369" y="67476"/>
                  <a:pt x="70302" y="66832"/>
                  <a:pt x="71360" y="66351"/>
                </a:cubicBezTo>
                <a:cubicBezTo>
                  <a:pt x="72418" y="65870"/>
                  <a:pt x="73563" y="65629"/>
                  <a:pt x="74794" y="65629"/>
                </a:cubicBezTo>
                <a:close/>
                <a:moveTo>
                  <a:pt x="165578" y="45023"/>
                </a:moveTo>
                <a:lnTo>
                  <a:pt x="115937" y="45023"/>
                </a:lnTo>
                <a:lnTo>
                  <a:pt x="115937" y="36538"/>
                </a:lnTo>
                <a:lnTo>
                  <a:pt x="165578" y="36538"/>
                </a:lnTo>
                <a:lnTo>
                  <a:pt x="165578" y="45023"/>
                </a:lnTo>
                <a:moveTo>
                  <a:pt x="165578" y="65168"/>
                </a:moveTo>
                <a:lnTo>
                  <a:pt x="115937" y="65168"/>
                </a:lnTo>
                <a:lnTo>
                  <a:pt x="115937" y="56683"/>
                </a:lnTo>
                <a:lnTo>
                  <a:pt x="165578" y="56683"/>
                </a:lnTo>
                <a:lnTo>
                  <a:pt x="165578" y="65168"/>
                </a:lnTo>
                <a:close/>
                <a:moveTo>
                  <a:pt x="298657" y="52873"/>
                </a:moveTo>
                <a:cubicBezTo>
                  <a:pt x="298657" y="57375"/>
                  <a:pt x="298022" y="61502"/>
                  <a:pt x="296752" y="65254"/>
                </a:cubicBezTo>
                <a:cubicBezTo>
                  <a:pt x="295482" y="69006"/>
                  <a:pt x="293654" y="72219"/>
                  <a:pt x="291269" y="74894"/>
                </a:cubicBezTo>
                <a:cubicBezTo>
                  <a:pt x="288883" y="77568"/>
                  <a:pt x="285977" y="79646"/>
                  <a:pt x="282553" y="81128"/>
                </a:cubicBezTo>
                <a:cubicBezTo>
                  <a:pt x="279128" y="82609"/>
                  <a:pt x="275241" y="83350"/>
                  <a:pt x="270893" y="83350"/>
                </a:cubicBezTo>
                <a:cubicBezTo>
                  <a:pt x="266737" y="83350"/>
                  <a:pt x="263014" y="82705"/>
                  <a:pt x="259724" y="81416"/>
                </a:cubicBezTo>
                <a:cubicBezTo>
                  <a:pt x="256434" y="80127"/>
                  <a:pt x="253644" y="78232"/>
                  <a:pt x="251354" y="75731"/>
                </a:cubicBezTo>
                <a:cubicBezTo>
                  <a:pt x="249064" y="73229"/>
                  <a:pt x="247314" y="70132"/>
                  <a:pt x="246101" y="66437"/>
                </a:cubicBezTo>
                <a:cubicBezTo>
                  <a:pt x="244889" y="62743"/>
                  <a:pt x="244283" y="58491"/>
                  <a:pt x="244283" y="53681"/>
                </a:cubicBezTo>
                <a:cubicBezTo>
                  <a:pt x="244283" y="49179"/>
                  <a:pt x="244918" y="45071"/>
                  <a:pt x="246188" y="41357"/>
                </a:cubicBezTo>
                <a:cubicBezTo>
                  <a:pt x="247458" y="37644"/>
                  <a:pt x="249286" y="34450"/>
                  <a:pt x="251672" y="31776"/>
                </a:cubicBezTo>
                <a:cubicBezTo>
                  <a:pt x="254057" y="29101"/>
                  <a:pt x="256963" y="27023"/>
                  <a:pt x="260388" y="25542"/>
                </a:cubicBezTo>
                <a:cubicBezTo>
                  <a:pt x="263812" y="24060"/>
                  <a:pt x="267699" y="23319"/>
                  <a:pt x="272047" y="23319"/>
                </a:cubicBezTo>
                <a:cubicBezTo>
                  <a:pt x="276203" y="23319"/>
                  <a:pt x="279926" y="23964"/>
                  <a:pt x="283216" y="25253"/>
                </a:cubicBezTo>
                <a:cubicBezTo>
                  <a:pt x="286506" y="26542"/>
                  <a:pt x="289296" y="28428"/>
                  <a:pt x="291586" y="30910"/>
                </a:cubicBezTo>
                <a:cubicBezTo>
                  <a:pt x="293876" y="33392"/>
                  <a:pt x="295626" y="36480"/>
                  <a:pt x="296839" y="40174"/>
                </a:cubicBezTo>
                <a:cubicBezTo>
                  <a:pt x="298051" y="43868"/>
                  <a:pt x="298657" y="48101"/>
                  <a:pt x="298657" y="52873"/>
                </a:cubicBezTo>
                <a:moveTo>
                  <a:pt x="288382" y="53335"/>
                </a:moveTo>
                <a:cubicBezTo>
                  <a:pt x="288382" y="49756"/>
                  <a:pt x="287988" y="46629"/>
                  <a:pt x="287199" y="43955"/>
                </a:cubicBezTo>
                <a:cubicBezTo>
                  <a:pt x="286410" y="41280"/>
                  <a:pt x="285285" y="39049"/>
                  <a:pt x="283822" y="37259"/>
                </a:cubicBezTo>
                <a:cubicBezTo>
                  <a:pt x="282360" y="35470"/>
                  <a:pt x="280580" y="34123"/>
                  <a:pt x="278483" y="33219"/>
                </a:cubicBezTo>
                <a:cubicBezTo>
                  <a:pt x="276386" y="32314"/>
                  <a:pt x="274048" y="31862"/>
                  <a:pt x="271470" y="31862"/>
                </a:cubicBezTo>
                <a:cubicBezTo>
                  <a:pt x="268469" y="31862"/>
                  <a:pt x="265900" y="32449"/>
                  <a:pt x="263764" y="33623"/>
                </a:cubicBezTo>
                <a:cubicBezTo>
                  <a:pt x="261629" y="34796"/>
                  <a:pt x="259878" y="36365"/>
                  <a:pt x="258512" y="38327"/>
                </a:cubicBezTo>
                <a:cubicBezTo>
                  <a:pt x="257145" y="40290"/>
                  <a:pt x="256145" y="42570"/>
                  <a:pt x="255510" y="45167"/>
                </a:cubicBezTo>
                <a:cubicBezTo>
                  <a:pt x="254875" y="47765"/>
                  <a:pt x="254558" y="50487"/>
                  <a:pt x="254558" y="53335"/>
                </a:cubicBezTo>
                <a:cubicBezTo>
                  <a:pt x="254558" y="56913"/>
                  <a:pt x="254952" y="60050"/>
                  <a:pt x="255741" y="62743"/>
                </a:cubicBezTo>
                <a:cubicBezTo>
                  <a:pt x="256530" y="65437"/>
                  <a:pt x="257655" y="67678"/>
                  <a:pt x="259118" y="69468"/>
                </a:cubicBezTo>
                <a:cubicBezTo>
                  <a:pt x="260580" y="71257"/>
                  <a:pt x="262350" y="72604"/>
                  <a:pt x="264428" y="73508"/>
                </a:cubicBezTo>
                <a:cubicBezTo>
                  <a:pt x="266506" y="74413"/>
                  <a:pt x="268853" y="74865"/>
                  <a:pt x="271470" y="74865"/>
                </a:cubicBezTo>
                <a:cubicBezTo>
                  <a:pt x="274472" y="74865"/>
                  <a:pt x="277040" y="74278"/>
                  <a:pt x="279176" y="73104"/>
                </a:cubicBezTo>
                <a:cubicBezTo>
                  <a:pt x="281312" y="71931"/>
                  <a:pt x="283062" y="70363"/>
                  <a:pt x="284429" y="68400"/>
                </a:cubicBezTo>
                <a:cubicBezTo>
                  <a:pt x="285795" y="66437"/>
                  <a:pt x="286795" y="64157"/>
                  <a:pt x="287430" y="61560"/>
                </a:cubicBezTo>
                <a:cubicBezTo>
                  <a:pt x="288065" y="58963"/>
                  <a:pt x="288382" y="56221"/>
                  <a:pt x="288382" y="53335"/>
                </a:cubicBezTo>
                <a:close/>
                <a:moveTo>
                  <a:pt x="363696" y="52296"/>
                </a:moveTo>
                <a:cubicBezTo>
                  <a:pt x="363696" y="57106"/>
                  <a:pt x="363033" y="61406"/>
                  <a:pt x="361705" y="65196"/>
                </a:cubicBezTo>
                <a:cubicBezTo>
                  <a:pt x="360377" y="68987"/>
                  <a:pt x="358492" y="72200"/>
                  <a:pt x="356048" y="74836"/>
                </a:cubicBezTo>
                <a:cubicBezTo>
                  <a:pt x="353605" y="77472"/>
                  <a:pt x="350632" y="79492"/>
                  <a:pt x="347130" y="80897"/>
                </a:cubicBezTo>
                <a:cubicBezTo>
                  <a:pt x="343629" y="82301"/>
                  <a:pt x="339684" y="83004"/>
                  <a:pt x="335298" y="83004"/>
                </a:cubicBezTo>
                <a:cubicBezTo>
                  <a:pt x="331873" y="83004"/>
                  <a:pt x="328371" y="82676"/>
                  <a:pt x="324792" y="82022"/>
                </a:cubicBezTo>
                <a:cubicBezTo>
                  <a:pt x="321213" y="81368"/>
                  <a:pt x="317673" y="80329"/>
                  <a:pt x="314171" y="78905"/>
                </a:cubicBezTo>
                <a:lnTo>
                  <a:pt x="314171" y="693"/>
                </a:lnTo>
                <a:lnTo>
                  <a:pt x="324215" y="693"/>
                </a:lnTo>
                <a:lnTo>
                  <a:pt x="324215" y="23186"/>
                </a:lnTo>
                <a:lnTo>
                  <a:pt x="323753" y="33940"/>
                </a:lnTo>
                <a:cubicBezTo>
                  <a:pt x="326639" y="30054"/>
                  <a:pt x="329727" y="27312"/>
                  <a:pt x="333018" y="25715"/>
                </a:cubicBezTo>
                <a:cubicBezTo>
                  <a:pt x="336308" y="24118"/>
                  <a:pt x="339838" y="23319"/>
                  <a:pt x="343609" y="23319"/>
                </a:cubicBezTo>
                <a:cubicBezTo>
                  <a:pt x="346919" y="23319"/>
                  <a:pt x="349824" y="24012"/>
                  <a:pt x="352325" y="25397"/>
                </a:cubicBezTo>
                <a:cubicBezTo>
                  <a:pt x="354827" y="26783"/>
                  <a:pt x="356924" y="28736"/>
                  <a:pt x="358617" y="31256"/>
                </a:cubicBezTo>
                <a:cubicBezTo>
                  <a:pt x="360310" y="33777"/>
                  <a:pt x="361580" y="36817"/>
                  <a:pt x="362427" y="40376"/>
                </a:cubicBezTo>
                <a:cubicBezTo>
                  <a:pt x="363273" y="43936"/>
                  <a:pt x="363696" y="47909"/>
                  <a:pt x="363696" y="52296"/>
                </a:cubicBezTo>
                <a:moveTo>
                  <a:pt x="353422" y="52757"/>
                </a:moveTo>
                <a:cubicBezTo>
                  <a:pt x="353422" y="49717"/>
                  <a:pt x="353201" y="46928"/>
                  <a:pt x="352758" y="44388"/>
                </a:cubicBezTo>
                <a:cubicBezTo>
                  <a:pt x="352316" y="41848"/>
                  <a:pt x="351613" y="39674"/>
                  <a:pt x="350651" y="37865"/>
                </a:cubicBezTo>
                <a:cubicBezTo>
                  <a:pt x="349689" y="36057"/>
                  <a:pt x="348458" y="34643"/>
                  <a:pt x="346957" y="33623"/>
                </a:cubicBezTo>
                <a:cubicBezTo>
                  <a:pt x="345456" y="32603"/>
                  <a:pt x="343667" y="32093"/>
                  <a:pt x="341589" y="32093"/>
                </a:cubicBezTo>
                <a:cubicBezTo>
                  <a:pt x="340319" y="32093"/>
                  <a:pt x="339030" y="32295"/>
                  <a:pt x="337722" y="32699"/>
                </a:cubicBezTo>
                <a:cubicBezTo>
                  <a:pt x="336413" y="33103"/>
                  <a:pt x="335057" y="33777"/>
                  <a:pt x="333652" y="34719"/>
                </a:cubicBezTo>
                <a:cubicBezTo>
                  <a:pt x="332248" y="35662"/>
                  <a:pt x="330766" y="36913"/>
                  <a:pt x="329208" y="38471"/>
                </a:cubicBezTo>
                <a:cubicBezTo>
                  <a:pt x="327649" y="40030"/>
                  <a:pt x="325985" y="41964"/>
                  <a:pt x="324215" y="44272"/>
                </a:cubicBezTo>
                <a:lnTo>
                  <a:pt x="324215" y="72383"/>
                </a:lnTo>
                <a:cubicBezTo>
                  <a:pt x="326178" y="73152"/>
                  <a:pt x="328179" y="73758"/>
                  <a:pt x="330218" y="74201"/>
                </a:cubicBezTo>
                <a:cubicBezTo>
                  <a:pt x="332258" y="74644"/>
                  <a:pt x="334201" y="74865"/>
                  <a:pt x="336048" y="74865"/>
                </a:cubicBezTo>
                <a:cubicBezTo>
                  <a:pt x="338357" y="74865"/>
                  <a:pt x="340560" y="74499"/>
                  <a:pt x="342657" y="73768"/>
                </a:cubicBezTo>
                <a:cubicBezTo>
                  <a:pt x="344754" y="73037"/>
                  <a:pt x="346601" y="71815"/>
                  <a:pt x="348198" y="70103"/>
                </a:cubicBezTo>
                <a:cubicBezTo>
                  <a:pt x="349795" y="68390"/>
                  <a:pt x="351065" y="66120"/>
                  <a:pt x="352008" y="63292"/>
                </a:cubicBezTo>
                <a:cubicBezTo>
                  <a:pt x="352951" y="60463"/>
                  <a:pt x="353422" y="56952"/>
                  <a:pt x="353422" y="52757"/>
                </a:cubicBezTo>
                <a:close/>
                <a:moveTo>
                  <a:pt x="417849" y="24358"/>
                </a:moveTo>
                <a:lnTo>
                  <a:pt x="417849" y="81272"/>
                </a:lnTo>
                <a:cubicBezTo>
                  <a:pt x="417849" y="85312"/>
                  <a:pt x="417271" y="88901"/>
                  <a:pt x="416117" y="92037"/>
                </a:cubicBezTo>
                <a:cubicBezTo>
                  <a:pt x="414962" y="95173"/>
                  <a:pt x="413308" y="97819"/>
                  <a:pt x="411153" y="99974"/>
                </a:cubicBezTo>
                <a:cubicBezTo>
                  <a:pt x="408998" y="102129"/>
                  <a:pt x="406352" y="103764"/>
                  <a:pt x="403216" y="104880"/>
                </a:cubicBezTo>
                <a:cubicBezTo>
                  <a:pt x="400080" y="105996"/>
                  <a:pt x="396549" y="106554"/>
                  <a:pt x="392624" y="106554"/>
                </a:cubicBezTo>
                <a:cubicBezTo>
                  <a:pt x="389777" y="106554"/>
                  <a:pt x="386996" y="106289"/>
                  <a:pt x="384283" y="105758"/>
                </a:cubicBezTo>
                <a:cubicBezTo>
                  <a:pt x="381571" y="105229"/>
                  <a:pt x="379117" y="104494"/>
                  <a:pt x="376924" y="103552"/>
                </a:cubicBezTo>
                <a:lnTo>
                  <a:pt x="376924" y="93971"/>
                </a:lnTo>
                <a:cubicBezTo>
                  <a:pt x="378117" y="94595"/>
                  <a:pt x="379396" y="95161"/>
                  <a:pt x="380762" y="95668"/>
                </a:cubicBezTo>
                <a:cubicBezTo>
                  <a:pt x="382129" y="96175"/>
                  <a:pt x="383533" y="96605"/>
                  <a:pt x="384976" y="96956"/>
                </a:cubicBezTo>
                <a:cubicBezTo>
                  <a:pt x="386419" y="97308"/>
                  <a:pt x="387872" y="97572"/>
                  <a:pt x="389334" y="97748"/>
                </a:cubicBezTo>
                <a:cubicBezTo>
                  <a:pt x="390796" y="97923"/>
                  <a:pt x="392220" y="98011"/>
                  <a:pt x="393605" y="98011"/>
                </a:cubicBezTo>
                <a:cubicBezTo>
                  <a:pt x="397992" y="98011"/>
                  <a:pt x="401436" y="96626"/>
                  <a:pt x="403938" y="93855"/>
                </a:cubicBezTo>
                <a:cubicBezTo>
                  <a:pt x="406439" y="91085"/>
                  <a:pt x="407690" y="87006"/>
                  <a:pt x="407690" y="81618"/>
                </a:cubicBezTo>
                <a:lnTo>
                  <a:pt x="407690" y="32670"/>
                </a:lnTo>
                <a:lnTo>
                  <a:pt x="379291" y="32670"/>
                </a:lnTo>
                <a:lnTo>
                  <a:pt x="379291" y="24358"/>
                </a:lnTo>
                <a:lnTo>
                  <a:pt x="417849" y="24358"/>
                </a:lnTo>
                <a:moveTo>
                  <a:pt x="411788" y="0"/>
                </a:moveTo>
                <a:cubicBezTo>
                  <a:pt x="412904" y="0"/>
                  <a:pt x="413943" y="202"/>
                  <a:pt x="414905" y="606"/>
                </a:cubicBezTo>
                <a:cubicBezTo>
                  <a:pt x="415867" y="1010"/>
                  <a:pt x="416704" y="1578"/>
                  <a:pt x="417416" y="2309"/>
                </a:cubicBezTo>
                <a:cubicBezTo>
                  <a:pt x="418127" y="3040"/>
                  <a:pt x="418685" y="3887"/>
                  <a:pt x="419090" y="4849"/>
                </a:cubicBezTo>
                <a:cubicBezTo>
                  <a:pt x="419494" y="5811"/>
                  <a:pt x="419696" y="6830"/>
                  <a:pt x="419696" y="7908"/>
                </a:cubicBezTo>
                <a:cubicBezTo>
                  <a:pt x="419696" y="9024"/>
                  <a:pt x="419494" y="10053"/>
                  <a:pt x="419090" y="10996"/>
                </a:cubicBezTo>
                <a:cubicBezTo>
                  <a:pt x="418685" y="11939"/>
                  <a:pt x="418127" y="12776"/>
                  <a:pt x="417416" y="13507"/>
                </a:cubicBezTo>
                <a:cubicBezTo>
                  <a:pt x="416704" y="14238"/>
                  <a:pt x="415867" y="14806"/>
                  <a:pt x="414905" y="15210"/>
                </a:cubicBezTo>
                <a:cubicBezTo>
                  <a:pt x="413943" y="15614"/>
                  <a:pt x="412904" y="15816"/>
                  <a:pt x="411788" y="15816"/>
                </a:cubicBezTo>
                <a:cubicBezTo>
                  <a:pt x="410672" y="15816"/>
                  <a:pt x="409633" y="15614"/>
                  <a:pt x="408671" y="15210"/>
                </a:cubicBezTo>
                <a:cubicBezTo>
                  <a:pt x="407709" y="14806"/>
                  <a:pt x="406872" y="14238"/>
                  <a:pt x="406160" y="13507"/>
                </a:cubicBezTo>
                <a:cubicBezTo>
                  <a:pt x="405448" y="12776"/>
                  <a:pt x="404890" y="11939"/>
                  <a:pt x="404486" y="10996"/>
                </a:cubicBezTo>
                <a:cubicBezTo>
                  <a:pt x="404082" y="10053"/>
                  <a:pt x="403880" y="9024"/>
                  <a:pt x="403880" y="7908"/>
                </a:cubicBezTo>
                <a:cubicBezTo>
                  <a:pt x="403880" y="6830"/>
                  <a:pt x="404082" y="5811"/>
                  <a:pt x="404486" y="4849"/>
                </a:cubicBezTo>
                <a:cubicBezTo>
                  <a:pt x="404890" y="3887"/>
                  <a:pt x="405448" y="3040"/>
                  <a:pt x="406160" y="2309"/>
                </a:cubicBezTo>
                <a:cubicBezTo>
                  <a:pt x="406872" y="1578"/>
                  <a:pt x="407709" y="1010"/>
                  <a:pt x="408671" y="606"/>
                </a:cubicBezTo>
                <a:cubicBezTo>
                  <a:pt x="409633" y="202"/>
                  <a:pt x="410672" y="0"/>
                  <a:pt x="411788" y="0"/>
                </a:cubicBezTo>
                <a:close/>
                <a:moveTo>
                  <a:pt x="493509" y="50275"/>
                </a:moveTo>
                <a:cubicBezTo>
                  <a:pt x="493509" y="51699"/>
                  <a:pt x="493490" y="52892"/>
                  <a:pt x="493451" y="53854"/>
                </a:cubicBezTo>
                <a:cubicBezTo>
                  <a:pt x="493413" y="54816"/>
                  <a:pt x="493355" y="55720"/>
                  <a:pt x="493278" y="56567"/>
                </a:cubicBezTo>
                <a:lnTo>
                  <a:pt x="452584" y="56567"/>
                </a:lnTo>
                <a:cubicBezTo>
                  <a:pt x="452584" y="62493"/>
                  <a:pt x="454239" y="67044"/>
                  <a:pt x="457548" y="70218"/>
                </a:cubicBezTo>
                <a:cubicBezTo>
                  <a:pt x="460858" y="73393"/>
                  <a:pt x="465629" y="74980"/>
                  <a:pt x="471863" y="74980"/>
                </a:cubicBezTo>
                <a:cubicBezTo>
                  <a:pt x="473557" y="74980"/>
                  <a:pt x="475250" y="74912"/>
                  <a:pt x="476943" y="74775"/>
                </a:cubicBezTo>
                <a:cubicBezTo>
                  <a:pt x="478636" y="74636"/>
                  <a:pt x="480271" y="74449"/>
                  <a:pt x="481849" y="74214"/>
                </a:cubicBezTo>
                <a:cubicBezTo>
                  <a:pt x="483427" y="73977"/>
                  <a:pt x="484937" y="73711"/>
                  <a:pt x="486380" y="73416"/>
                </a:cubicBezTo>
                <a:cubicBezTo>
                  <a:pt x="487823" y="73121"/>
                  <a:pt x="489161" y="72795"/>
                  <a:pt x="490392" y="72440"/>
                </a:cubicBezTo>
                <a:lnTo>
                  <a:pt x="490392" y="80695"/>
                </a:lnTo>
                <a:cubicBezTo>
                  <a:pt x="487660" y="81481"/>
                  <a:pt x="484572" y="82120"/>
                  <a:pt x="481128" y="82612"/>
                </a:cubicBezTo>
                <a:cubicBezTo>
                  <a:pt x="477684" y="83104"/>
                  <a:pt x="474115" y="83350"/>
                  <a:pt x="470420" y="83350"/>
                </a:cubicBezTo>
                <a:cubicBezTo>
                  <a:pt x="465456" y="83350"/>
                  <a:pt x="461185" y="82676"/>
                  <a:pt x="457606" y="81330"/>
                </a:cubicBezTo>
                <a:cubicBezTo>
                  <a:pt x="454027" y="79983"/>
                  <a:pt x="451093" y="78030"/>
                  <a:pt x="448804" y="75471"/>
                </a:cubicBezTo>
                <a:cubicBezTo>
                  <a:pt x="446514" y="72912"/>
                  <a:pt x="444821" y="69776"/>
                  <a:pt x="443724" y="66062"/>
                </a:cubicBezTo>
                <a:cubicBezTo>
                  <a:pt x="442627" y="62349"/>
                  <a:pt x="442079" y="58145"/>
                  <a:pt x="442079" y="53450"/>
                </a:cubicBezTo>
                <a:cubicBezTo>
                  <a:pt x="442079" y="49371"/>
                  <a:pt x="442666" y="45513"/>
                  <a:pt x="443840" y="41877"/>
                </a:cubicBezTo>
                <a:cubicBezTo>
                  <a:pt x="445013" y="38240"/>
                  <a:pt x="446726" y="35047"/>
                  <a:pt x="448977" y="32295"/>
                </a:cubicBezTo>
                <a:cubicBezTo>
                  <a:pt x="451228" y="29544"/>
                  <a:pt x="453989" y="27360"/>
                  <a:pt x="457260" y="25744"/>
                </a:cubicBezTo>
                <a:cubicBezTo>
                  <a:pt x="460531" y="24128"/>
                  <a:pt x="464244" y="23319"/>
                  <a:pt x="468400" y="23319"/>
                </a:cubicBezTo>
                <a:cubicBezTo>
                  <a:pt x="472441" y="23319"/>
                  <a:pt x="476019" y="23954"/>
                  <a:pt x="479136" y="25224"/>
                </a:cubicBezTo>
                <a:cubicBezTo>
                  <a:pt x="482253" y="26494"/>
                  <a:pt x="484880" y="28293"/>
                  <a:pt x="487015" y="30621"/>
                </a:cubicBezTo>
                <a:cubicBezTo>
                  <a:pt x="489151" y="32949"/>
                  <a:pt x="490767" y="35778"/>
                  <a:pt x="491864" y="39106"/>
                </a:cubicBezTo>
                <a:cubicBezTo>
                  <a:pt x="492961" y="42435"/>
                  <a:pt x="493509" y="46158"/>
                  <a:pt x="493509" y="50275"/>
                </a:cubicBezTo>
                <a:moveTo>
                  <a:pt x="483061" y="48832"/>
                </a:moveTo>
                <a:cubicBezTo>
                  <a:pt x="483177" y="46254"/>
                  <a:pt x="482927" y="43897"/>
                  <a:pt x="482311" y="41762"/>
                </a:cubicBezTo>
                <a:cubicBezTo>
                  <a:pt x="481695" y="39626"/>
                  <a:pt x="480743" y="37788"/>
                  <a:pt x="479454" y="36249"/>
                </a:cubicBezTo>
                <a:cubicBezTo>
                  <a:pt x="478165" y="34710"/>
                  <a:pt x="476558" y="33507"/>
                  <a:pt x="474634" y="32642"/>
                </a:cubicBezTo>
                <a:cubicBezTo>
                  <a:pt x="472710" y="31776"/>
                  <a:pt x="470478" y="31343"/>
                  <a:pt x="467938" y="31343"/>
                </a:cubicBezTo>
                <a:cubicBezTo>
                  <a:pt x="465745" y="31343"/>
                  <a:pt x="463744" y="31766"/>
                  <a:pt x="461935" y="32613"/>
                </a:cubicBezTo>
                <a:cubicBezTo>
                  <a:pt x="460127" y="33459"/>
                  <a:pt x="458568" y="34652"/>
                  <a:pt x="457260" y="36191"/>
                </a:cubicBezTo>
                <a:cubicBezTo>
                  <a:pt x="455951" y="37731"/>
                  <a:pt x="454893" y="39578"/>
                  <a:pt x="454085" y="41733"/>
                </a:cubicBezTo>
                <a:cubicBezTo>
                  <a:pt x="453277" y="43888"/>
                  <a:pt x="452777" y="46254"/>
                  <a:pt x="452584" y="48832"/>
                </a:cubicBezTo>
                <a:lnTo>
                  <a:pt x="483061" y="48832"/>
                </a:lnTo>
                <a:close/>
                <a:moveTo>
                  <a:pt x="555547" y="80175"/>
                </a:moveTo>
                <a:cubicBezTo>
                  <a:pt x="552930" y="81176"/>
                  <a:pt x="550246" y="81916"/>
                  <a:pt x="547495" y="82397"/>
                </a:cubicBezTo>
                <a:cubicBezTo>
                  <a:pt x="544743" y="82878"/>
                  <a:pt x="541906" y="83119"/>
                  <a:pt x="538981" y="83119"/>
                </a:cubicBezTo>
                <a:cubicBezTo>
                  <a:pt x="529822" y="83119"/>
                  <a:pt x="522771" y="80637"/>
                  <a:pt x="517826" y="75673"/>
                </a:cubicBezTo>
                <a:cubicBezTo>
                  <a:pt x="512881" y="70709"/>
                  <a:pt x="510409" y="63455"/>
                  <a:pt x="510409" y="53912"/>
                </a:cubicBezTo>
                <a:cubicBezTo>
                  <a:pt x="510409" y="49333"/>
                  <a:pt x="511121" y="45177"/>
                  <a:pt x="512545" y="41444"/>
                </a:cubicBezTo>
                <a:cubicBezTo>
                  <a:pt x="513968" y="37711"/>
                  <a:pt x="515969" y="34517"/>
                  <a:pt x="518548" y="31862"/>
                </a:cubicBezTo>
                <a:cubicBezTo>
                  <a:pt x="521126" y="29207"/>
                  <a:pt x="524204" y="27158"/>
                  <a:pt x="527783" y="25715"/>
                </a:cubicBezTo>
                <a:cubicBezTo>
                  <a:pt x="531362" y="24272"/>
                  <a:pt x="535306" y="23550"/>
                  <a:pt x="539616" y="23550"/>
                </a:cubicBezTo>
                <a:cubicBezTo>
                  <a:pt x="542617" y="23550"/>
                  <a:pt x="545427" y="23767"/>
                  <a:pt x="548043" y="24200"/>
                </a:cubicBezTo>
                <a:cubicBezTo>
                  <a:pt x="550660" y="24631"/>
                  <a:pt x="553161" y="25339"/>
                  <a:pt x="555547" y="26321"/>
                </a:cubicBezTo>
                <a:lnTo>
                  <a:pt x="555547" y="35903"/>
                </a:lnTo>
                <a:cubicBezTo>
                  <a:pt x="553046" y="34574"/>
                  <a:pt x="550496" y="33607"/>
                  <a:pt x="547899" y="33002"/>
                </a:cubicBezTo>
                <a:cubicBezTo>
                  <a:pt x="545301" y="32396"/>
                  <a:pt x="542617" y="32093"/>
                  <a:pt x="539847" y="32093"/>
                </a:cubicBezTo>
                <a:cubicBezTo>
                  <a:pt x="537269" y="32093"/>
                  <a:pt x="534835" y="32584"/>
                  <a:pt x="532545" y="33565"/>
                </a:cubicBezTo>
                <a:cubicBezTo>
                  <a:pt x="530255" y="34546"/>
                  <a:pt x="528245" y="35960"/>
                  <a:pt x="526513" y="37808"/>
                </a:cubicBezTo>
                <a:cubicBezTo>
                  <a:pt x="524781" y="39655"/>
                  <a:pt x="523415" y="41906"/>
                  <a:pt x="522415" y="44561"/>
                </a:cubicBezTo>
                <a:cubicBezTo>
                  <a:pt x="521414" y="47216"/>
                  <a:pt x="520914" y="50218"/>
                  <a:pt x="520914" y="53566"/>
                </a:cubicBezTo>
                <a:cubicBezTo>
                  <a:pt x="520914" y="60569"/>
                  <a:pt x="522617" y="65812"/>
                  <a:pt x="526022" y="69295"/>
                </a:cubicBezTo>
                <a:cubicBezTo>
                  <a:pt x="529428" y="72777"/>
                  <a:pt x="534152" y="74518"/>
                  <a:pt x="540193" y="74518"/>
                </a:cubicBezTo>
                <a:cubicBezTo>
                  <a:pt x="542925" y="74518"/>
                  <a:pt x="545571" y="74211"/>
                  <a:pt x="548130" y="73595"/>
                </a:cubicBezTo>
                <a:cubicBezTo>
                  <a:pt x="550689" y="72979"/>
                  <a:pt x="553161" y="72056"/>
                  <a:pt x="555547" y="70824"/>
                </a:cubicBezTo>
                <a:lnTo>
                  <a:pt x="555547" y="80175"/>
                </a:lnTo>
                <a:close/>
                <a:moveTo>
                  <a:pt x="621647" y="81445"/>
                </a:moveTo>
                <a:cubicBezTo>
                  <a:pt x="619377" y="82043"/>
                  <a:pt x="617030" y="82471"/>
                  <a:pt x="614605" y="82729"/>
                </a:cubicBezTo>
                <a:cubicBezTo>
                  <a:pt x="612181" y="82989"/>
                  <a:pt x="609718" y="83119"/>
                  <a:pt x="607217" y="83119"/>
                </a:cubicBezTo>
                <a:cubicBezTo>
                  <a:pt x="599944" y="83119"/>
                  <a:pt x="594518" y="81474"/>
                  <a:pt x="590940" y="78184"/>
                </a:cubicBezTo>
                <a:cubicBezTo>
                  <a:pt x="587361" y="74894"/>
                  <a:pt x="585571" y="69843"/>
                  <a:pt x="585571" y="63032"/>
                </a:cubicBezTo>
                <a:lnTo>
                  <a:pt x="585571" y="32786"/>
                </a:lnTo>
                <a:lnTo>
                  <a:pt x="569352" y="32786"/>
                </a:lnTo>
                <a:lnTo>
                  <a:pt x="569352" y="24358"/>
                </a:lnTo>
                <a:lnTo>
                  <a:pt x="585571" y="24358"/>
                </a:lnTo>
                <a:lnTo>
                  <a:pt x="585571" y="8377"/>
                </a:lnTo>
                <a:lnTo>
                  <a:pt x="595615" y="5772"/>
                </a:lnTo>
                <a:lnTo>
                  <a:pt x="595615" y="24358"/>
                </a:lnTo>
                <a:lnTo>
                  <a:pt x="621647" y="24358"/>
                </a:lnTo>
                <a:lnTo>
                  <a:pt x="621647" y="32786"/>
                </a:lnTo>
                <a:lnTo>
                  <a:pt x="595615" y="32786"/>
                </a:lnTo>
                <a:lnTo>
                  <a:pt x="595615" y="62224"/>
                </a:lnTo>
                <a:cubicBezTo>
                  <a:pt x="595615" y="66380"/>
                  <a:pt x="596721" y="69487"/>
                  <a:pt x="598934" y="71546"/>
                </a:cubicBezTo>
                <a:cubicBezTo>
                  <a:pt x="601147" y="73605"/>
                  <a:pt x="604408" y="74634"/>
                  <a:pt x="608718" y="74634"/>
                </a:cubicBezTo>
                <a:cubicBezTo>
                  <a:pt x="610565" y="74634"/>
                  <a:pt x="612585" y="74485"/>
                  <a:pt x="614779" y="74188"/>
                </a:cubicBezTo>
                <a:cubicBezTo>
                  <a:pt x="616972" y="73890"/>
                  <a:pt x="619262" y="73423"/>
                  <a:pt x="621647" y="72787"/>
                </a:cubicBezTo>
                <a:lnTo>
                  <a:pt x="621647" y="814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array::=">
            <a:extLst xmlns:a="http://schemas.openxmlformats.org/drawingml/2006/main">
              <a:ext uri="{FF2B5EF4-FFF2-40B4-BE49-F238E27FC236}">
                <a16:creationId xmlns:a16="http://schemas.microsoft.com/office/drawing/2014/main" id="{AE8BF809-2E4B-4BFE-9D54-C494EF8A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61" y="1127484"/>
            <a:ext cx="638698" cy="82819"/>
          </a:xfrm>
          <a:custGeom xmlns:a="http://schemas.openxmlformats.org/drawingml/2006/main">
            <a:pathLst>
              <a:path w="638698" h="82819">
                <a:moveTo>
                  <a:pt x="38703" y="58861"/>
                </a:moveTo>
                <a:lnTo>
                  <a:pt x="38472" y="51069"/>
                </a:lnTo>
                <a:cubicBezTo>
                  <a:pt x="35324" y="54185"/>
                  <a:pt x="32128" y="56436"/>
                  <a:pt x="28883" y="57820"/>
                </a:cubicBezTo>
                <a:cubicBezTo>
                  <a:pt x="25639" y="59205"/>
                  <a:pt x="22231" y="59897"/>
                  <a:pt x="18660" y="59897"/>
                </a:cubicBezTo>
                <a:cubicBezTo>
                  <a:pt x="15358" y="59897"/>
                  <a:pt x="12536" y="59474"/>
                  <a:pt x="10194" y="58628"/>
                </a:cubicBezTo>
                <a:cubicBezTo>
                  <a:pt x="7852" y="57782"/>
                  <a:pt x="5923" y="56619"/>
                  <a:pt x="4406" y="55139"/>
                </a:cubicBezTo>
                <a:cubicBezTo>
                  <a:pt x="2889" y="53658"/>
                  <a:pt x="1776" y="51918"/>
                  <a:pt x="1065" y="49917"/>
                </a:cubicBezTo>
                <a:cubicBezTo>
                  <a:pt x="355" y="47917"/>
                  <a:pt x="0" y="45744"/>
                  <a:pt x="0" y="43399"/>
                </a:cubicBezTo>
                <a:cubicBezTo>
                  <a:pt x="0" y="37591"/>
                  <a:pt x="2160" y="33044"/>
                  <a:pt x="6479" y="29756"/>
                </a:cubicBezTo>
                <a:cubicBezTo>
                  <a:pt x="10799" y="26467"/>
                  <a:pt x="17182" y="24823"/>
                  <a:pt x="25629" y="24823"/>
                </a:cubicBezTo>
                <a:lnTo>
                  <a:pt x="37609" y="24823"/>
                </a:lnTo>
                <a:lnTo>
                  <a:pt x="37609" y="19773"/>
                </a:lnTo>
                <a:cubicBezTo>
                  <a:pt x="37609" y="16367"/>
                  <a:pt x="36514" y="13641"/>
                  <a:pt x="34326" y="11594"/>
                </a:cubicBezTo>
                <a:cubicBezTo>
                  <a:pt x="32137" y="9547"/>
                  <a:pt x="28797" y="8524"/>
                  <a:pt x="24304" y="8524"/>
                </a:cubicBezTo>
                <a:cubicBezTo>
                  <a:pt x="21041" y="8524"/>
                  <a:pt x="17825" y="8894"/>
                  <a:pt x="14658" y="9634"/>
                </a:cubicBezTo>
                <a:cubicBezTo>
                  <a:pt x="11490" y="10373"/>
                  <a:pt x="8217" y="11424"/>
                  <a:pt x="4838" y="12786"/>
                </a:cubicBezTo>
                <a:lnTo>
                  <a:pt x="4838" y="3744"/>
                </a:lnTo>
                <a:cubicBezTo>
                  <a:pt x="6105" y="3276"/>
                  <a:pt x="7516" y="2817"/>
                  <a:pt x="9071" y="2369"/>
                </a:cubicBezTo>
                <a:cubicBezTo>
                  <a:pt x="10626" y="1920"/>
                  <a:pt x="12267" y="1520"/>
                  <a:pt x="13995" y="1170"/>
                </a:cubicBezTo>
                <a:cubicBezTo>
                  <a:pt x="15723" y="818"/>
                  <a:pt x="17528" y="536"/>
                  <a:pt x="19409" y="322"/>
                </a:cubicBezTo>
                <a:cubicBezTo>
                  <a:pt x="21290" y="107"/>
                  <a:pt x="23191" y="0"/>
                  <a:pt x="25111" y="0"/>
                </a:cubicBezTo>
                <a:cubicBezTo>
                  <a:pt x="28605" y="0"/>
                  <a:pt x="31753" y="384"/>
                  <a:pt x="34556" y="1152"/>
                </a:cubicBezTo>
                <a:cubicBezTo>
                  <a:pt x="37359" y="1920"/>
                  <a:pt x="39730" y="3091"/>
                  <a:pt x="41669" y="4665"/>
                </a:cubicBezTo>
                <a:cubicBezTo>
                  <a:pt x="43608" y="6239"/>
                  <a:pt x="45096" y="8217"/>
                  <a:pt x="46132" y="10597"/>
                </a:cubicBezTo>
                <a:cubicBezTo>
                  <a:pt x="47169" y="12978"/>
                  <a:pt x="47687" y="15781"/>
                  <a:pt x="47687" y="19006"/>
                </a:cubicBezTo>
                <a:lnTo>
                  <a:pt x="47687" y="58861"/>
                </a:lnTo>
                <a:lnTo>
                  <a:pt x="38703" y="58861"/>
                </a:lnTo>
                <a:moveTo>
                  <a:pt x="37609" y="32483"/>
                </a:moveTo>
                <a:lnTo>
                  <a:pt x="24880" y="32483"/>
                </a:lnTo>
                <a:cubicBezTo>
                  <a:pt x="22385" y="32483"/>
                  <a:pt x="20235" y="32734"/>
                  <a:pt x="18430" y="33235"/>
                </a:cubicBezTo>
                <a:cubicBezTo>
                  <a:pt x="16625" y="33735"/>
                  <a:pt x="15147" y="34448"/>
                  <a:pt x="13995" y="35371"/>
                </a:cubicBezTo>
                <a:cubicBezTo>
                  <a:pt x="12843" y="36295"/>
                  <a:pt x="11989" y="37403"/>
                  <a:pt x="11432" y="38694"/>
                </a:cubicBezTo>
                <a:cubicBezTo>
                  <a:pt x="10876" y="39984"/>
                  <a:pt x="10597" y="41437"/>
                  <a:pt x="10597" y="43055"/>
                </a:cubicBezTo>
                <a:cubicBezTo>
                  <a:pt x="10597" y="44172"/>
                  <a:pt x="10770" y="45241"/>
                  <a:pt x="11116" y="46262"/>
                </a:cubicBezTo>
                <a:cubicBezTo>
                  <a:pt x="11461" y="47282"/>
                  <a:pt x="12018" y="48187"/>
                  <a:pt x="12786" y="48976"/>
                </a:cubicBezTo>
                <a:cubicBezTo>
                  <a:pt x="13554" y="49766"/>
                  <a:pt x="14552" y="50391"/>
                  <a:pt x="15781" y="50853"/>
                </a:cubicBezTo>
                <a:cubicBezTo>
                  <a:pt x="17009" y="51315"/>
                  <a:pt x="18507" y="51546"/>
                  <a:pt x="20273" y="51546"/>
                </a:cubicBezTo>
                <a:cubicBezTo>
                  <a:pt x="22577" y="51546"/>
                  <a:pt x="25216" y="50844"/>
                  <a:pt x="28192" y="49439"/>
                </a:cubicBezTo>
                <a:cubicBezTo>
                  <a:pt x="31168" y="48032"/>
                  <a:pt x="34307" y="45808"/>
                  <a:pt x="37609" y="42765"/>
                </a:cubicBezTo>
                <a:lnTo>
                  <a:pt x="37609" y="32483"/>
                </a:lnTo>
                <a:close/>
                <a:moveTo>
                  <a:pt x="68436" y="1037"/>
                </a:moveTo>
                <a:lnTo>
                  <a:pt x="77593" y="1037"/>
                </a:lnTo>
                <a:lnTo>
                  <a:pt x="77881" y="11664"/>
                </a:lnTo>
                <a:cubicBezTo>
                  <a:pt x="81298" y="7566"/>
                  <a:pt x="84668" y="4597"/>
                  <a:pt x="87989" y="2759"/>
                </a:cubicBezTo>
                <a:cubicBezTo>
                  <a:pt x="91310" y="920"/>
                  <a:pt x="94660" y="0"/>
                  <a:pt x="98039" y="0"/>
                </a:cubicBezTo>
                <a:cubicBezTo>
                  <a:pt x="104029" y="0"/>
                  <a:pt x="108569" y="1934"/>
                  <a:pt x="111660" y="5803"/>
                </a:cubicBezTo>
                <a:cubicBezTo>
                  <a:pt x="114751" y="9671"/>
                  <a:pt x="116181" y="15416"/>
                  <a:pt x="115950" y="23037"/>
                </a:cubicBezTo>
                <a:lnTo>
                  <a:pt x="105814" y="23037"/>
                </a:lnTo>
                <a:cubicBezTo>
                  <a:pt x="105929" y="17990"/>
                  <a:pt x="105190" y="14328"/>
                  <a:pt x="103597" y="12053"/>
                </a:cubicBezTo>
                <a:cubicBezTo>
                  <a:pt x="102003" y="9777"/>
                  <a:pt x="99671" y="8639"/>
                  <a:pt x="96599" y="8639"/>
                </a:cubicBezTo>
                <a:cubicBezTo>
                  <a:pt x="95255" y="8639"/>
                  <a:pt x="93902" y="8878"/>
                  <a:pt x="92539" y="9357"/>
                </a:cubicBezTo>
                <a:cubicBezTo>
                  <a:pt x="91176" y="9835"/>
                  <a:pt x="89774" y="10599"/>
                  <a:pt x="88334" y="11650"/>
                </a:cubicBezTo>
                <a:cubicBezTo>
                  <a:pt x="86894" y="12701"/>
                  <a:pt x="85368" y="14049"/>
                  <a:pt x="83756" y="15694"/>
                </a:cubicBezTo>
                <a:cubicBezTo>
                  <a:pt x="82143" y="17338"/>
                  <a:pt x="80415" y="19326"/>
                  <a:pt x="78572" y="21659"/>
                </a:cubicBezTo>
                <a:lnTo>
                  <a:pt x="78572" y="58861"/>
                </a:lnTo>
                <a:lnTo>
                  <a:pt x="68436" y="58861"/>
                </a:lnTo>
                <a:lnTo>
                  <a:pt x="68436" y="1037"/>
                </a:lnTo>
                <a:close/>
                <a:moveTo>
                  <a:pt x="134371" y="1037"/>
                </a:moveTo>
                <a:lnTo>
                  <a:pt x="143528" y="1037"/>
                </a:lnTo>
                <a:lnTo>
                  <a:pt x="143816" y="11664"/>
                </a:lnTo>
                <a:cubicBezTo>
                  <a:pt x="147233" y="7566"/>
                  <a:pt x="150602" y="4597"/>
                  <a:pt x="153924" y="2759"/>
                </a:cubicBezTo>
                <a:cubicBezTo>
                  <a:pt x="157245" y="920"/>
                  <a:pt x="160595" y="0"/>
                  <a:pt x="163974" y="0"/>
                </a:cubicBezTo>
                <a:cubicBezTo>
                  <a:pt x="169964" y="0"/>
                  <a:pt x="174504" y="1934"/>
                  <a:pt x="177595" y="5803"/>
                </a:cubicBezTo>
                <a:cubicBezTo>
                  <a:pt x="180685" y="9671"/>
                  <a:pt x="182116" y="15416"/>
                  <a:pt x="181885" y="23037"/>
                </a:cubicBezTo>
                <a:lnTo>
                  <a:pt x="171749" y="23037"/>
                </a:lnTo>
                <a:cubicBezTo>
                  <a:pt x="171864" y="17990"/>
                  <a:pt x="171125" y="14328"/>
                  <a:pt x="169532" y="12053"/>
                </a:cubicBezTo>
                <a:cubicBezTo>
                  <a:pt x="167938" y="9777"/>
                  <a:pt x="165606" y="8639"/>
                  <a:pt x="162534" y="8639"/>
                </a:cubicBezTo>
                <a:cubicBezTo>
                  <a:pt x="161190" y="8639"/>
                  <a:pt x="159837" y="8878"/>
                  <a:pt x="158474" y="9357"/>
                </a:cubicBezTo>
                <a:cubicBezTo>
                  <a:pt x="157111" y="9835"/>
                  <a:pt x="155709" y="10599"/>
                  <a:pt x="154269" y="11650"/>
                </a:cubicBezTo>
                <a:cubicBezTo>
                  <a:pt x="152829" y="12701"/>
                  <a:pt x="151303" y="14049"/>
                  <a:pt x="149691" y="15694"/>
                </a:cubicBezTo>
                <a:cubicBezTo>
                  <a:pt x="148078" y="17338"/>
                  <a:pt x="146350" y="19326"/>
                  <a:pt x="144507" y="21659"/>
                </a:cubicBezTo>
                <a:lnTo>
                  <a:pt x="144507" y="58861"/>
                </a:lnTo>
                <a:lnTo>
                  <a:pt x="134371" y="58861"/>
                </a:lnTo>
                <a:lnTo>
                  <a:pt x="134371" y="1037"/>
                </a:lnTo>
                <a:close/>
                <a:moveTo>
                  <a:pt x="235092" y="58861"/>
                </a:moveTo>
                <a:lnTo>
                  <a:pt x="234862" y="51069"/>
                </a:lnTo>
                <a:cubicBezTo>
                  <a:pt x="231713" y="54185"/>
                  <a:pt x="228517" y="56436"/>
                  <a:pt x="225272" y="57820"/>
                </a:cubicBezTo>
                <a:cubicBezTo>
                  <a:pt x="222028" y="59205"/>
                  <a:pt x="218620" y="59897"/>
                  <a:pt x="215050" y="59897"/>
                </a:cubicBezTo>
                <a:cubicBezTo>
                  <a:pt x="211748" y="59897"/>
                  <a:pt x="208925" y="59474"/>
                  <a:pt x="206583" y="58628"/>
                </a:cubicBezTo>
                <a:cubicBezTo>
                  <a:pt x="204241" y="57782"/>
                  <a:pt x="202312" y="56619"/>
                  <a:pt x="200795" y="55139"/>
                </a:cubicBezTo>
                <a:cubicBezTo>
                  <a:pt x="199279" y="53658"/>
                  <a:pt x="198165" y="51918"/>
                  <a:pt x="197455" y="49917"/>
                </a:cubicBezTo>
                <a:cubicBezTo>
                  <a:pt x="196744" y="47917"/>
                  <a:pt x="196389" y="45744"/>
                  <a:pt x="196389" y="43399"/>
                </a:cubicBezTo>
                <a:cubicBezTo>
                  <a:pt x="196389" y="37591"/>
                  <a:pt x="198549" y="33044"/>
                  <a:pt x="202869" y="29756"/>
                </a:cubicBezTo>
                <a:cubicBezTo>
                  <a:pt x="207188" y="26467"/>
                  <a:pt x="213571" y="24823"/>
                  <a:pt x="222018" y="24823"/>
                </a:cubicBezTo>
                <a:lnTo>
                  <a:pt x="233998" y="24823"/>
                </a:lnTo>
                <a:lnTo>
                  <a:pt x="233998" y="19773"/>
                </a:lnTo>
                <a:cubicBezTo>
                  <a:pt x="233998" y="16367"/>
                  <a:pt x="232904" y="13641"/>
                  <a:pt x="230715" y="11594"/>
                </a:cubicBezTo>
                <a:cubicBezTo>
                  <a:pt x="228526" y="9547"/>
                  <a:pt x="225186" y="8524"/>
                  <a:pt x="220694" y="8524"/>
                </a:cubicBezTo>
                <a:cubicBezTo>
                  <a:pt x="217430" y="8524"/>
                  <a:pt x="214214" y="8894"/>
                  <a:pt x="211047" y="9634"/>
                </a:cubicBezTo>
                <a:cubicBezTo>
                  <a:pt x="207879" y="10373"/>
                  <a:pt x="204606" y="11424"/>
                  <a:pt x="201227" y="12786"/>
                </a:cubicBezTo>
                <a:lnTo>
                  <a:pt x="201227" y="3744"/>
                </a:lnTo>
                <a:cubicBezTo>
                  <a:pt x="202494" y="3276"/>
                  <a:pt x="203905" y="2817"/>
                  <a:pt x="205460" y="2369"/>
                </a:cubicBezTo>
                <a:cubicBezTo>
                  <a:pt x="207015" y="1920"/>
                  <a:pt x="208657" y="1520"/>
                  <a:pt x="210385" y="1170"/>
                </a:cubicBezTo>
                <a:cubicBezTo>
                  <a:pt x="212112" y="818"/>
                  <a:pt x="213917" y="536"/>
                  <a:pt x="215798" y="322"/>
                </a:cubicBezTo>
                <a:cubicBezTo>
                  <a:pt x="217680" y="107"/>
                  <a:pt x="219580" y="0"/>
                  <a:pt x="221500" y="0"/>
                </a:cubicBezTo>
                <a:cubicBezTo>
                  <a:pt x="224994" y="0"/>
                  <a:pt x="228143" y="384"/>
                  <a:pt x="230945" y="1152"/>
                </a:cubicBezTo>
                <a:cubicBezTo>
                  <a:pt x="233748" y="1920"/>
                  <a:pt x="236119" y="3091"/>
                  <a:pt x="238058" y="4665"/>
                </a:cubicBezTo>
                <a:cubicBezTo>
                  <a:pt x="239997" y="6239"/>
                  <a:pt x="241485" y="8217"/>
                  <a:pt x="242522" y="10597"/>
                </a:cubicBezTo>
                <a:cubicBezTo>
                  <a:pt x="243558" y="12978"/>
                  <a:pt x="244077" y="15781"/>
                  <a:pt x="244077" y="19006"/>
                </a:cubicBezTo>
                <a:lnTo>
                  <a:pt x="244077" y="58861"/>
                </a:lnTo>
                <a:lnTo>
                  <a:pt x="235092" y="58861"/>
                </a:lnTo>
                <a:moveTo>
                  <a:pt x="233998" y="32483"/>
                </a:moveTo>
                <a:lnTo>
                  <a:pt x="221270" y="32483"/>
                </a:lnTo>
                <a:cubicBezTo>
                  <a:pt x="218774" y="32483"/>
                  <a:pt x="216624" y="32734"/>
                  <a:pt x="214819" y="33235"/>
                </a:cubicBezTo>
                <a:cubicBezTo>
                  <a:pt x="213015" y="33735"/>
                  <a:pt x="211536" y="34448"/>
                  <a:pt x="210385" y="35371"/>
                </a:cubicBezTo>
                <a:cubicBezTo>
                  <a:pt x="209233" y="36295"/>
                  <a:pt x="208378" y="37403"/>
                  <a:pt x="207822" y="38694"/>
                </a:cubicBezTo>
                <a:cubicBezTo>
                  <a:pt x="207265" y="39984"/>
                  <a:pt x="206986" y="41437"/>
                  <a:pt x="206986" y="43055"/>
                </a:cubicBezTo>
                <a:cubicBezTo>
                  <a:pt x="206986" y="44172"/>
                  <a:pt x="207159" y="45241"/>
                  <a:pt x="207505" y="46262"/>
                </a:cubicBezTo>
                <a:cubicBezTo>
                  <a:pt x="207850" y="47282"/>
                  <a:pt x="208407" y="48187"/>
                  <a:pt x="209175" y="48976"/>
                </a:cubicBezTo>
                <a:cubicBezTo>
                  <a:pt x="209943" y="49766"/>
                  <a:pt x="210941" y="50391"/>
                  <a:pt x="212170" y="50853"/>
                </a:cubicBezTo>
                <a:cubicBezTo>
                  <a:pt x="213399" y="51315"/>
                  <a:pt x="214896" y="51546"/>
                  <a:pt x="216662" y="51546"/>
                </a:cubicBezTo>
                <a:cubicBezTo>
                  <a:pt x="218966" y="51546"/>
                  <a:pt x="221606" y="50844"/>
                  <a:pt x="224581" y="49439"/>
                </a:cubicBezTo>
                <a:cubicBezTo>
                  <a:pt x="227557" y="48032"/>
                  <a:pt x="230696" y="45808"/>
                  <a:pt x="233998" y="42765"/>
                </a:cubicBezTo>
                <a:lnTo>
                  <a:pt x="233998" y="32483"/>
                </a:lnTo>
                <a:close/>
                <a:moveTo>
                  <a:pt x="313895" y="1037"/>
                </a:moveTo>
                <a:lnTo>
                  <a:pt x="294198" y="52756"/>
                </a:lnTo>
                <a:cubicBezTo>
                  <a:pt x="292163" y="58016"/>
                  <a:pt x="290061" y="62547"/>
                  <a:pt x="287891" y="66348"/>
                </a:cubicBezTo>
                <a:cubicBezTo>
                  <a:pt x="285722" y="70149"/>
                  <a:pt x="283351" y="73269"/>
                  <a:pt x="280779" y="75707"/>
                </a:cubicBezTo>
                <a:cubicBezTo>
                  <a:pt x="278206" y="78145"/>
                  <a:pt x="275384" y="79940"/>
                  <a:pt x="272312" y="81092"/>
                </a:cubicBezTo>
                <a:cubicBezTo>
                  <a:pt x="269241" y="82244"/>
                  <a:pt x="265804" y="82819"/>
                  <a:pt x="262003" y="82819"/>
                </a:cubicBezTo>
                <a:cubicBezTo>
                  <a:pt x="261005" y="82819"/>
                  <a:pt x="260102" y="82800"/>
                  <a:pt x="259296" y="82762"/>
                </a:cubicBezTo>
                <a:cubicBezTo>
                  <a:pt x="258490" y="82723"/>
                  <a:pt x="257607" y="82666"/>
                  <a:pt x="256647" y="82589"/>
                </a:cubicBezTo>
                <a:lnTo>
                  <a:pt x="256647" y="73489"/>
                </a:lnTo>
                <a:cubicBezTo>
                  <a:pt x="257492" y="73604"/>
                  <a:pt x="258413" y="73710"/>
                  <a:pt x="259411" y="73806"/>
                </a:cubicBezTo>
                <a:cubicBezTo>
                  <a:pt x="260410" y="73902"/>
                  <a:pt x="261465" y="73950"/>
                  <a:pt x="262579" y="73950"/>
                </a:cubicBezTo>
                <a:cubicBezTo>
                  <a:pt x="264422" y="73950"/>
                  <a:pt x="266140" y="73681"/>
                  <a:pt x="267734" y="73144"/>
                </a:cubicBezTo>
                <a:cubicBezTo>
                  <a:pt x="269327" y="72606"/>
                  <a:pt x="270834" y="71733"/>
                  <a:pt x="272255" y="70523"/>
                </a:cubicBezTo>
                <a:cubicBezTo>
                  <a:pt x="273675" y="69314"/>
                  <a:pt x="275038" y="67749"/>
                  <a:pt x="276344" y="65829"/>
                </a:cubicBezTo>
                <a:cubicBezTo>
                  <a:pt x="277649" y="63910"/>
                  <a:pt x="278916" y="61587"/>
                  <a:pt x="280145" y="58861"/>
                </a:cubicBezTo>
                <a:lnTo>
                  <a:pt x="257050" y="1037"/>
                </a:lnTo>
                <a:lnTo>
                  <a:pt x="268454" y="1037"/>
                </a:lnTo>
                <a:lnTo>
                  <a:pt x="283082" y="39279"/>
                </a:lnTo>
                <a:lnTo>
                  <a:pt x="286020" y="48263"/>
                </a:lnTo>
                <a:lnTo>
                  <a:pt x="289360" y="39048"/>
                </a:lnTo>
                <a:lnTo>
                  <a:pt x="302894" y="1037"/>
                </a:lnTo>
                <a:lnTo>
                  <a:pt x="313895" y="1037"/>
                </a:lnTo>
                <a:close/>
                <a:moveTo>
                  <a:pt x="482063" y="0"/>
                </a:moveTo>
                <a:cubicBezTo>
                  <a:pt x="483253" y="0"/>
                  <a:pt x="484386" y="240"/>
                  <a:pt x="485461" y="720"/>
                </a:cubicBezTo>
                <a:cubicBezTo>
                  <a:pt x="486536" y="1200"/>
                  <a:pt x="487477" y="1843"/>
                  <a:pt x="488283" y="2649"/>
                </a:cubicBezTo>
                <a:cubicBezTo>
                  <a:pt x="489090" y="3456"/>
                  <a:pt x="489733" y="4396"/>
                  <a:pt x="490213" y="5471"/>
                </a:cubicBezTo>
                <a:cubicBezTo>
                  <a:pt x="490693" y="6546"/>
                  <a:pt x="490933" y="7679"/>
                  <a:pt x="490933" y="8869"/>
                </a:cubicBezTo>
                <a:cubicBezTo>
                  <a:pt x="490933" y="10098"/>
                  <a:pt x="490693" y="11240"/>
                  <a:pt x="490213" y="12296"/>
                </a:cubicBezTo>
                <a:cubicBezTo>
                  <a:pt x="489733" y="13352"/>
                  <a:pt x="489090" y="14283"/>
                  <a:pt x="488283" y="15089"/>
                </a:cubicBezTo>
                <a:cubicBezTo>
                  <a:pt x="487477" y="15896"/>
                  <a:pt x="486536" y="16529"/>
                  <a:pt x="485461" y="16990"/>
                </a:cubicBezTo>
                <a:cubicBezTo>
                  <a:pt x="484386" y="17451"/>
                  <a:pt x="483253" y="17681"/>
                  <a:pt x="482063" y="17681"/>
                </a:cubicBezTo>
                <a:cubicBezTo>
                  <a:pt x="480834" y="17681"/>
                  <a:pt x="479692" y="17451"/>
                  <a:pt x="478636" y="16990"/>
                </a:cubicBezTo>
                <a:cubicBezTo>
                  <a:pt x="477580" y="16529"/>
                  <a:pt x="476649" y="15896"/>
                  <a:pt x="475843" y="15089"/>
                </a:cubicBezTo>
                <a:cubicBezTo>
                  <a:pt x="475037" y="14283"/>
                  <a:pt x="474403" y="13352"/>
                  <a:pt x="473942" y="12296"/>
                </a:cubicBezTo>
                <a:cubicBezTo>
                  <a:pt x="473482" y="11240"/>
                  <a:pt x="473251" y="10098"/>
                  <a:pt x="473251" y="8869"/>
                </a:cubicBezTo>
                <a:cubicBezTo>
                  <a:pt x="473251" y="7679"/>
                  <a:pt x="473482" y="6546"/>
                  <a:pt x="473942" y="5471"/>
                </a:cubicBezTo>
                <a:cubicBezTo>
                  <a:pt x="474403" y="4396"/>
                  <a:pt x="475037" y="3456"/>
                  <a:pt x="475843" y="2649"/>
                </a:cubicBezTo>
                <a:cubicBezTo>
                  <a:pt x="476649" y="1843"/>
                  <a:pt x="477580" y="1200"/>
                  <a:pt x="478636" y="720"/>
                </a:cubicBezTo>
                <a:cubicBezTo>
                  <a:pt x="479692" y="240"/>
                  <a:pt x="480834" y="0"/>
                  <a:pt x="482063" y="0"/>
                </a:cubicBezTo>
                <a:moveTo>
                  <a:pt x="482063" y="42216"/>
                </a:moveTo>
                <a:cubicBezTo>
                  <a:pt x="483253" y="42216"/>
                  <a:pt x="484386" y="42456"/>
                  <a:pt x="485461" y="42936"/>
                </a:cubicBezTo>
                <a:cubicBezTo>
                  <a:pt x="486536" y="43416"/>
                  <a:pt x="487477" y="44059"/>
                  <a:pt x="488283" y="44865"/>
                </a:cubicBezTo>
                <a:cubicBezTo>
                  <a:pt x="489090" y="45672"/>
                  <a:pt x="489733" y="46612"/>
                  <a:pt x="490213" y="47687"/>
                </a:cubicBezTo>
                <a:cubicBezTo>
                  <a:pt x="490693" y="48762"/>
                  <a:pt x="490933" y="49895"/>
                  <a:pt x="490933" y="51085"/>
                </a:cubicBezTo>
                <a:cubicBezTo>
                  <a:pt x="490933" y="52314"/>
                  <a:pt x="490693" y="53456"/>
                  <a:pt x="490213" y="54512"/>
                </a:cubicBezTo>
                <a:cubicBezTo>
                  <a:pt x="489733" y="55568"/>
                  <a:pt x="489090" y="56499"/>
                  <a:pt x="488283" y="57306"/>
                </a:cubicBezTo>
                <a:cubicBezTo>
                  <a:pt x="487477" y="58112"/>
                  <a:pt x="486536" y="58745"/>
                  <a:pt x="485461" y="59206"/>
                </a:cubicBezTo>
                <a:cubicBezTo>
                  <a:pt x="484386" y="59667"/>
                  <a:pt x="483253" y="59897"/>
                  <a:pt x="482063" y="59897"/>
                </a:cubicBezTo>
                <a:cubicBezTo>
                  <a:pt x="480834" y="59897"/>
                  <a:pt x="479692" y="59667"/>
                  <a:pt x="478636" y="59206"/>
                </a:cubicBezTo>
                <a:cubicBezTo>
                  <a:pt x="477580" y="58745"/>
                  <a:pt x="476649" y="58112"/>
                  <a:pt x="475843" y="57306"/>
                </a:cubicBezTo>
                <a:cubicBezTo>
                  <a:pt x="475037" y="56499"/>
                  <a:pt x="474403" y="55568"/>
                  <a:pt x="473942" y="54512"/>
                </a:cubicBezTo>
                <a:cubicBezTo>
                  <a:pt x="473482" y="53456"/>
                  <a:pt x="473251" y="52314"/>
                  <a:pt x="473251" y="51085"/>
                </a:cubicBezTo>
                <a:cubicBezTo>
                  <a:pt x="473251" y="49895"/>
                  <a:pt x="473482" y="48762"/>
                  <a:pt x="473942" y="47687"/>
                </a:cubicBezTo>
                <a:cubicBezTo>
                  <a:pt x="474403" y="46612"/>
                  <a:pt x="475037" y="45672"/>
                  <a:pt x="475843" y="44865"/>
                </a:cubicBezTo>
                <a:cubicBezTo>
                  <a:pt x="476649" y="44059"/>
                  <a:pt x="477580" y="43416"/>
                  <a:pt x="478636" y="42936"/>
                </a:cubicBezTo>
                <a:cubicBezTo>
                  <a:pt x="479692" y="42456"/>
                  <a:pt x="480834" y="42216"/>
                  <a:pt x="482063" y="42216"/>
                </a:cubicBezTo>
                <a:close/>
                <a:moveTo>
                  <a:pt x="547998" y="0"/>
                </a:moveTo>
                <a:cubicBezTo>
                  <a:pt x="549188" y="0"/>
                  <a:pt x="550321" y="240"/>
                  <a:pt x="551396" y="720"/>
                </a:cubicBezTo>
                <a:cubicBezTo>
                  <a:pt x="552471" y="1200"/>
                  <a:pt x="553412" y="1843"/>
                  <a:pt x="554218" y="2649"/>
                </a:cubicBezTo>
                <a:cubicBezTo>
                  <a:pt x="555024" y="3456"/>
                  <a:pt x="555668" y="4396"/>
                  <a:pt x="556148" y="5471"/>
                </a:cubicBezTo>
                <a:cubicBezTo>
                  <a:pt x="556627" y="6546"/>
                  <a:pt x="556867" y="7679"/>
                  <a:pt x="556867" y="8869"/>
                </a:cubicBezTo>
                <a:cubicBezTo>
                  <a:pt x="556867" y="10098"/>
                  <a:pt x="556627" y="11240"/>
                  <a:pt x="556148" y="12296"/>
                </a:cubicBezTo>
                <a:cubicBezTo>
                  <a:pt x="555668" y="13352"/>
                  <a:pt x="555024" y="14283"/>
                  <a:pt x="554218" y="15089"/>
                </a:cubicBezTo>
                <a:cubicBezTo>
                  <a:pt x="553412" y="15896"/>
                  <a:pt x="552471" y="16529"/>
                  <a:pt x="551396" y="16990"/>
                </a:cubicBezTo>
                <a:cubicBezTo>
                  <a:pt x="550321" y="17451"/>
                  <a:pt x="549188" y="17681"/>
                  <a:pt x="547998" y="17681"/>
                </a:cubicBezTo>
                <a:cubicBezTo>
                  <a:pt x="546769" y="17681"/>
                  <a:pt x="545627" y="17451"/>
                  <a:pt x="544571" y="16990"/>
                </a:cubicBezTo>
                <a:cubicBezTo>
                  <a:pt x="543515" y="16529"/>
                  <a:pt x="542584" y="15896"/>
                  <a:pt x="541778" y="15089"/>
                </a:cubicBezTo>
                <a:cubicBezTo>
                  <a:pt x="540972" y="14283"/>
                  <a:pt x="540338" y="13352"/>
                  <a:pt x="539877" y="12296"/>
                </a:cubicBezTo>
                <a:cubicBezTo>
                  <a:pt x="539417" y="11240"/>
                  <a:pt x="539186" y="10098"/>
                  <a:pt x="539186" y="8869"/>
                </a:cubicBezTo>
                <a:cubicBezTo>
                  <a:pt x="539186" y="7679"/>
                  <a:pt x="539417" y="6546"/>
                  <a:pt x="539877" y="5471"/>
                </a:cubicBezTo>
                <a:cubicBezTo>
                  <a:pt x="540338" y="4396"/>
                  <a:pt x="540972" y="3456"/>
                  <a:pt x="541778" y="2649"/>
                </a:cubicBezTo>
                <a:cubicBezTo>
                  <a:pt x="542584" y="1843"/>
                  <a:pt x="543515" y="1200"/>
                  <a:pt x="544571" y="720"/>
                </a:cubicBezTo>
                <a:cubicBezTo>
                  <a:pt x="545627" y="240"/>
                  <a:pt x="546769" y="0"/>
                  <a:pt x="547998" y="0"/>
                </a:cubicBezTo>
                <a:moveTo>
                  <a:pt x="547998" y="42216"/>
                </a:moveTo>
                <a:cubicBezTo>
                  <a:pt x="549188" y="42216"/>
                  <a:pt x="550321" y="42456"/>
                  <a:pt x="551396" y="42936"/>
                </a:cubicBezTo>
                <a:cubicBezTo>
                  <a:pt x="552471" y="43416"/>
                  <a:pt x="553412" y="44059"/>
                  <a:pt x="554218" y="44865"/>
                </a:cubicBezTo>
                <a:cubicBezTo>
                  <a:pt x="555024" y="45672"/>
                  <a:pt x="555668" y="46612"/>
                  <a:pt x="556148" y="47687"/>
                </a:cubicBezTo>
                <a:cubicBezTo>
                  <a:pt x="556627" y="48762"/>
                  <a:pt x="556867" y="49895"/>
                  <a:pt x="556867" y="51085"/>
                </a:cubicBezTo>
                <a:cubicBezTo>
                  <a:pt x="556867" y="52314"/>
                  <a:pt x="556627" y="53456"/>
                  <a:pt x="556148" y="54512"/>
                </a:cubicBezTo>
                <a:cubicBezTo>
                  <a:pt x="555668" y="55568"/>
                  <a:pt x="555024" y="56499"/>
                  <a:pt x="554218" y="57306"/>
                </a:cubicBezTo>
                <a:cubicBezTo>
                  <a:pt x="553412" y="58112"/>
                  <a:pt x="552471" y="58745"/>
                  <a:pt x="551396" y="59206"/>
                </a:cubicBezTo>
                <a:cubicBezTo>
                  <a:pt x="550321" y="59667"/>
                  <a:pt x="549188" y="59897"/>
                  <a:pt x="547998" y="59897"/>
                </a:cubicBezTo>
                <a:cubicBezTo>
                  <a:pt x="546769" y="59897"/>
                  <a:pt x="545627" y="59667"/>
                  <a:pt x="544571" y="59206"/>
                </a:cubicBezTo>
                <a:cubicBezTo>
                  <a:pt x="543515" y="58745"/>
                  <a:pt x="542584" y="58112"/>
                  <a:pt x="541778" y="57306"/>
                </a:cubicBezTo>
                <a:cubicBezTo>
                  <a:pt x="540972" y="56499"/>
                  <a:pt x="540338" y="55568"/>
                  <a:pt x="539877" y="54512"/>
                </a:cubicBezTo>
                <a:cubicBezTo>
                  <a:pt x="539417" y="53456"/>
                  <a:pt x="539186" y="52314"/>
                  <a:pt x="539186" y="51085"/>
                </a:cubicBezTo>
                <a:cubicBezTo>
                  <a:pt x="539186" y="49895"/>
                  <a:pt x="539417" y="48762"/>
                  <a:pt x="539877" y="47687"/>
                </a:cubicBezTo>
                <a:cubicBezTo>
                  <a:pt x="540338" y="46612"/>
                  <a:pt x="540972" y="45672"/>
                  <a:pt x="541778" y="44865"/>
                </a:cubicBezTo>
                <a:cubicBezTo>
                  <a:pt x="542584" y="44059"/>
                  <a:pt x="543515" y="43416"/>
                  <a:pt x="544571" y="42936"/>
                </a:cubicBezTo>
                <a:cubicBezTo>
                  <a:pt x="545627" y="42456"/>
                  <a:pt x="546769" y="42216"/>
                  <a:pt x="547998" y="42216"/>
                </a:cubicBezTo>
                <a:close/>
                <a:moveTo>
                  <a:pt x="638698" y="21655"/>
                </a:moveTo>
                <a:lnTo>
                  <a:pt x="589168" y="21655"/>
                </a:lnTo>
                <a:lnTo>
                  <a:pt x="589168" y="13189"/>
                </a:lnTo>
                <a:lnTo>
                  <a:pt x="638698" y="13189"/>
                </a:lnTo>
                <a:lnTo>
                  <a:pt x="638698" y="21655"/>
                </a:lnTo>
                <a:moveTo>
                  <a:pt x="638698" y="41755"/>
                </a:moveTo>
                <a:lnTo>
                  <a:pt x="589168" y="41755"/>
                </a:lnTo>
                <a:lnTo>
                  <a:pt x="589168" y="33289"/>
                </a:lnTo>
                <a:lnTo>
                  <a:pt x="638698" y="33289"/>
                </a:lnTo>
                <a:lnTo>
                  <a:pt x="638698" y="417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&quot;[&quot;ws(">
            <a:extLst xmlns:a="http://schemas.openxmlformats.org/drawingml/2006/main">
              <a:ext uri="{FF2B5EF4-FFF2-40B4-BE49-F238E27FC236}">
                <a16:creationId xmlns:a16="http://schemas.microsoft.com/office/drawing/2014/main" id="{BB2506CC-77A6-4B4F-AC99-D7D21DA7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93" y="1242072"/>
            <a:ext cx="493730" cy="110004"/>
          </a:xfrm>
          <a:custGeom xmlns:a="http://schemas.openxmlformats.org/drawingml/2006/main">
            <a:pathLst>
              <a:path w="493730" h="110004">
                <a:moveTo>
                  <a:pt x="12728" y="4377"/>
                </a:moveTo>
                <a:lnTo>
                  <a:pt x="11116" y="31446"/>
                </a:lnTo>
                <a:lnTo>
                  <a:pt x="1670" y="31446"/>
                </a:lnTo>
                <a:lnTo>
                  <a:pt x="0" y="4377"/>
                </a:lnTo>
                <a:lnTo>
                  <a:pt x="12728" y="4377"/>
                </a:lnTo>
                <a:moveTo>
                  <a:pt x="35132" y="4377"/>
                </a:moveTo>
                <a:lnTo>
                  <a:pt x="33519" y="31446"/>
                </a:lnTo>
                <a:lnTo>
                  <a:pt x="24074" y="31446"/>
                </a:lnTo>
                <a:lnTo>
                  <a:pt x="22404" y="4377"/>
                </a:lnTo>
                <a:lnTo>
                  <a:pt x="35132" y="4377"/>
                </a:lnTo>
                <a:close/>
                <a:moveTo>
                  <a:pt x="99339" y="109428"/>
                </a:moveTo>
                <a:lnTo>
                  <a:pt x="70946" y="109428"/>
                </a:lnTo>
                <a:lnTo>
                  <a:pt x="70946" y="2419"/>
                </a:lnTo>
                <a:lnTo>
                  <a:pt x="99339" y="2419"/>
                </a:lnTo>
                <a:lnTo>
                  <a:pt x="99339" y="10482"/>
                </a:lnTo>
                <a:lnTo>
                  <a:pt x="80506" y="10482"/>
                </a:lnTo>
                <a:lnTo>
                  <a:pt x="80506" y="101365"/>
                </a:lnTo>
                <a:lnTo>
                  <a:pt x="99339" y="101365"/>
                </a:lnTo>
                <a:lnTo>
                  <a:pt x="99339" y="109428"/>
                </a:lnTo>
                <a:close/>
                <a:moveTo>
                  <a:pt x="143183" y="4377"/>
                </a:moveTo>
                <a:lnTo>
                  <a:pt x="141570" y="31446"/>
                </a:lnTo>
                <a:lnTo>
                  <a:pt x="132125" y="31446"/>
                </a:lnTo>
                <a:lnTo>
                  <a:pt x="130454" y="4377"/>
                </a:lnTo>
                <a:lnTo>
                  <a:pt x="143183" y="4377"/>
                </a:lnTo>
                <a:moveTo>
                  <a:pt x="165586" y="4377"/>
                </a:moveTo>
                <a:lnTo>
                  <a:pt x="163974" y="31446"/>
                </a:lnTo>
                <a:lnTo>
                  <a:pt x="154528" y="31446"/>
                </a:lnTo>
                <a:lnTo>
                  <a:pt x="152858" y="4377"/>
                </a:lnTo>
                <a:lnTo>
                  <a:pt x="165586" y="4377"/>
                </a:lnTo>
                <a:close/>
                <a:moveTo>
                  <a:pt x="310242" y="27990"/>
                </a:moveTo>
                <a:lnTo>
                  <a:pt x="301833" y="85814"/>
                </a:lnTo>
                <a:lnTo>
                  <a:pt x="289681" y="85814"/>
                </a:lnTo>
                <a:lnTo>
                  <a:pt x="281330" y="61625"/>
                </a:lnTo>
                <a:lnTo>
                  <a:pt x="279660" y="55751"/>
                </a:lnTo>
                <a:lnTo>
                  <a:pt x="277759" y="61971"/>
                </a:lnTo>
                <a:lnTo>
                  <a:pt x="269754" y="85814"/>
                </a:lnTo>
                <a:lnTo>
                  <a:pt x="257947" y="85814"/>
                </a:lnTo>
                <a:lnTo>
                  <a:pt x="249596" y="27990"/>
                </a:lnTo>
                <a:lnTo>
                  <a:pt x="259387" y="27990"/>
                </a:lnTo>
                <a:lnTo>
                  <a:pt x="264225" y="67269"/>
                </a:lnTo>
                <a:lnTo>
                  <a:pt x="265261" y="76023"/>
                </a:lnTo>
                <a:lnTo>
                  <a:pt x="267738" y="68363"/>
                </a:lnTo>
                <a:lnTo>
                  <a:pt x="276147" y="42389"/>
                </a:lnTo>
                <a:lnTo>
                  <a:pt x="283346" y="42389"/>
                </a:lnTo>
                <a:lnTo>
                  <a:pt x="292388" y="68018"/>
                </a:lnTo>
                <a:lnTo>
                  <a:pt x="294980" y="75678"/>
                </a:lnTo>
                <a:lnTo>
                  <a:pt x="295844" y="67557"/>
                </a:lnTo>
                <a:lnTo>
                  <a:pt x="300336" y="27990"/>
                </a:lnTo>
                <a:lnTo>
                  <a:pt x="310242" y="27990"/>
                </a:lnTo>
                <a:close/>
                <a:moveTo>
                  <a:pt x="366986" y="70034"/>
                </a:moveTo>
                <a:cubicBezTo>
                  <a:pt x="366986" y="72069"/>
                  <a:pt x="366641" y="73892"/>
                  <a:pt x="365950" y="75505"/>
                </a:cubicBezTo>
                <a:cubicBezTo>
                  <a:pt x="365259" y="77118"/>
                  <a:pt x="364318" y="78548"/>
                  <a:pt x="363128" y="79796"/>
                </a:cubicBezTo>
                <a:cubicBezTo>
                  <a:pt x="361937" y="81044"/>
                  <a:pt x="360555" y="82109"/>
                  <a:pt x="358981" y="82992"/>
                </a:cubicBezTo>
                <a:cubicBezTo>
                  <a:pt x="357407" y="83875"/>
                  <a:pt x="355727" y="84605"/>
                  <a:pt x="353941" y="85181"/>
                </a:cubicBezTo>
                <a:cubicBezTo>
                  <a:pt x="352156" y="85757"/>
                  <a:pt x="350323" y="86179"/>
                  <a:pt x="348441" y="86448"/>
                </a:cubicBezTo>
                <a:cubicBezTo>
                  <a:pt x="346560" y="86717"/>
                  <a:pt x="344717" y="86851"/>
                  <a:pt x="342912" y="86851"/>
                </a:cubicBezTo>
                <a:cubicBezTo>
                  <a:pt x="338996" y="86851"/>
                  <a:pt x="335396" y="86678"/>
                  <a:pt x="332113" y="86333"/>
                </a:cubicBezTo>
                <a:cubicBezTo>
                  <a:pt x="328831" y="85987"/>
                  <a:pt x="325615" y="85430"/>
                  <a:pt x="322467" y="84662"/>
                </a:cubicBezTo>
                <a:lnTo>
                  <a:pt x="322467" y="75447"/>
                </a:lnTo>
                <a:cubicBezTo>
                  <a:pt x="325845" y="76407"/>
                  <a:pt x="329205" y="77137"/>
                  <a:pt x="332545" y="77636"/>
                </a:cubicBezTo>
                <a:cubicBezTo>
                  <a:pt x="335886" y="78135"/>
                  <a:pt x="339207" y="78385"/>
                  <a:pt x="342509" y="78385"/>
                </a:cubicBezTo>
                <a:cubicBezTo>
                  <a:pt x="347309" y="78385"/>
                  <a:pt x="350860" y="77732"/>
                  <a:pt x="353164" y="76427"/>
                </a:cubicBezTo>
                <a:cubicBezTo>
                  <a:pt x="355468" y="75121"/>
                  <a:pt x="356619" y="73259"/>
                  <a:pt x="356619" y="70840"/>
                </a:cubicBezTo>
                <a:cubicBezTo>
                  <a:pt x="356619" y="69803"/>
                  <a:pt x="356437" y="68872"/>
                  <a:pt x="356072" y="68047"/>
                </a:cubicBezTo>
                <a:cubicBezTo>
                  <a:pt x="355708" y="67221"/>
                  <a:pt x="355045" y="66434"/>
                  <a:pt x="354085" y="65685"/>
                </a:cubicBezTo>
                <a:cubicBezTo>
                  <a:pt x="353125" y="64937"/>
                  <a:pt x="351638" y="64159"/>
                  <a:pt x="349622" y="63353"/>
                </a:cubicBezTo>
                <a:cubicBezTo>
                  <a:pt x="347606" y="62547"/>
                  <a:pt x="344851" y="61625"/>
                  <a:pt x="341357" y="60588"/>
                </a:cubicBezTo>
                <a:cubicBezTo>
                  <a:pt x="338746" y="59820"/>
                  <a:pt x="336337" y="58947"/>
                  <a:pt x="334129" y="57968"/>
                </a:cubicBezTo>
                <a:cubicBezTo>
                  <a:pt x="331921" y="56989"/>
                  <a:pt x="330011" y="55827"/>
                  <a:pt x="328399" y="54483"/>
                </a:cubicBezTo>
                <a:cubicBezTo>
                  <a:pt x="326786" y="53140"/>
                  <a:pt x="325519" y="51565"/>
                  <a:pt x="324598" y="49761"/>
                </a:cubicBezTo>
                <a:cubicBezTo>
                  <a:pt x="323676" y="47956"/>
                  <a:pt x="323215" y="45825"/>
                  <a:pt x="323215" y="43368"/>
                </a:cubicBezTo>
                <a:cubicBezTo>
                  <a:pt x="323215" y="41755"/>
                  <a:pt x="323590" y="39989"/>
                  <a:pt x="324338" y="38069"/>
                </a:cubicBezTo>
                <a:cubicBezTo>
                  <a:pt x="325087" y="36150"/>
                  <a:pt x="326364" y="34364"/>
                  <a:pt x="328168" y="32713"/>
                </a:cubicBezTo>
                <a:cubicBezTo>
                  <a:pt x="329973" y="31062"/>
                  <a:pt x="332411" y="29689"/>
                  <a:pt x="335483" y="28595"/>
                </a:cubicBezTo>
                <a:cubicBezTo>
                  <a:pt x="338554" y="27501"/>
                  <a:pt x="342394" y="26954"/>
                  <a:pt x="347001" y="26954"/>
                </a:cubicBezTo>
                <a:cubicBezTo>
                  <a:pt x="349267" y="26954"/>
                  <a:pt x="351782" y="27079"/>
                  <a:pt x="354546" y="27328"/>
                </a:cubicBezTo>
                <a:cubicBezTo>
                  <a:pt x="357311" y="27578"/>
                  <a:pt x="360190" y="28010"/>
                  <a:pt x="363185" y="28624"/>
                </a:cubicBezTo>
                <a:lnTo>
                  <a:pt x="363185" y="37551"/>
                </a:lnTo>
                <a:cubicBezTo>
                  <a:pt x="360037" y="36783"/>
                  <a:pt x="357051" y="36217"/>
                  <a:pt x="354229" y="35852"/>
                </a:cubicBezTo>
                <a:cubicBezTo>
                  <a:pt x="351407" y="35487"/>
                  <a:pt x="348960" y="35305"/>
                  <a:pt x="346886" y="35305"/>
                </a:cubicBezTo>
                <a:cubicBezTo>
                  <a:pt x="344390" y="35305"/>
                  <a:pt x="342288" y="35497"/>
                  <a:pt x="340580" y="35881"/>
                </a:cubicBezTo>
                <a:cubicBezTo>
                  <a:pt x="338871" y="36265"/>
                  <a:pt x="337489" y="36793"/>
                  <a:pt x="336433" y="37465"/>
                </a:cubicBezTo>
                <a:cubicBezTo>
                  <a:pt x="335377" y="38136"/>
                  <a:pt x="334619" y="38924"/>
                  <a:pt x="334158" y="39826"/>
                </a:cubicBezTo>
                <a:cubicBezTo>
                  <a:pt x="333697" y="40728"/>
                  <a:pt x="333467" y="41698"/>
                  <a:pt x="333467" y="42734"/>
                </a:cubicBezTo>
                <a:cubicBezTo>
                  <a:pt x="333467" y="43771"/>
                  <a:pt x="333668" y="44712"/>
                  <a:pt x="334072" y="45556"/>
                </a:cubicBezTo>
                <a:cubicBezTo>
                  <a:pt x="334475" y="46401"/>
                  <a:pt x="335224" y="47217"/>
                  <a:pt x="336318" y="48004"/>
                </a:cubicBezTo>
                <a:cubicBezTo>
                  <a:pt x="337412" y="48791"/>
                  <a:pt x="338938" y="49578"/>
                  <a:pt x="340896" y="50366"/>
                </a:cubicBezTo>
                <a:cubicBezTo>
                  <a:pt x="342855" y="51153"/>
                  <a:pt x="345408" y="52007"/>
                  <a:pt x="348556" y="52928"/>
                </a:cubicBezTo>
                <a:cubicBezTo>
                  <a:pt x="351974" y="53927"/>
                  <a:pt x="354853" y="54973"/>
                  <a:pt x="357195" y="56067"/>
                </a:cubicBezTo>
                <a:cubicBezTo>
                  <a:pt x="359538" y="57162"/>
                  <a:pt x="361438" y="58381"/>
                  <a:pt x="362897" y="59724"/>
                </a:cubicBezTo>
                <a:cubicBezTo>
                  <a:pt x="364356" y="61068"/>
                  <a:pt x="365402" y="62585"/>
                  <a:pt x="366036" y="64274"/>
                </a:cubicBezTo>
                <a:cubicBezTo>
                  <a:pt x="366670" y="65964"/>
                  <a:pt x="366986" y="67884"/>
                  <a:pt x="366986" y="70034"/>
                </a:cubicBezTo>
                <a:close/>
                <a:moveTo>
                  <a:pt x="487683" y="110004"/>
                </a:moveTo>
                <a:cubicBezTo>
                  <a:pt x="469983" y="93600"/>
                  <a:pt x="461132" y="75468"/>
                  <a:pt x="461132" y="55607"/>
                </a:cubicBezTo>
                <a:cubicBezTo>
                  <a:pt x="461132" y="50958"/>
                  <a:pt x="461603" y="46320"/>
                  <a:pt x="462543" y="41690"/>
                </a:cubicBezTo>
                <a:cubicBezTo>
                  <a:pt x="463484" y="37061"/>
                  <a:pt x="465001" y="32423"/>
                  <a:pt x="467093" y="27774"/>
                </a:cubicBezTo>
                <a:cubicBezTo>
                  <a:pt x="469186" y="23126"/>
                  <a:pt x="471950" y="18478"/>
                  <a:pt x="475387" y="13830"/>
                </a:cubicBezTo>
                <a:cubicBezTo>
                  <a:pt x="478823" y="9181"/>
                  <a:pt x="482999" y="4571"/>
                  <a:pt x="487913" y="0"/>
                </a:cubicBezTo>
                <a:lnTo>
                  <a:pt x="493730" y="5936"/>
                </a:lnTo>
                <a:cubicBezTo>
                  <a:pt x="478833" y="20648"/>
                  <a:pt x="471384" y="36956"/>
                  <a:pt x="471384" y="54858"/>
                </a:cubicBezTo>
                <a:cubicBezTo>
                  <a:pt x="471384" y="63770"/>
                  <a:pt x="473265" y="72337"/>
                  <a:pt x="477028" y="80559"/>
                </a:cubicBezTo>
                <a:cubicBezTo>
                  <a:pt x="480791" y="88779"/>
                  <a:pt x="486358" y="96539"/>
                  <a:pt x="493730" y="103837"/>
                </a:cubicBezTo>
                <a:lnTo>
                  <a:pt x="487683" y="1100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value">
            <a:extLst xmlns:a="http://schemas.openxmlformats.org/drawingml/2006/main">
              <a:ext uri="{FF2B5EF4-FFF2-40B4-BE49-F238E27FC236}">
                <a16:creationId xmlns:a16="http://schemas.microsoft.com/office/drawing/2014/main" id="{6611944C-14D6-4F37-8959-CD66D579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6" y="1387990"/>
            <a:ext cx="315162" cy="82474"/>
          </a:xfrm>
          <a:custGeom xmlns:a="http://schemas.openxmlformats.org/drawingml/2006/main">
            <a:pathLst>
              <a:path w="315162" h="82474">
                <a:moveTo>
                  <a:pt x="0" y="23613"/>
                </a:moveTo>
                <a:lnTo>
                  <a:pt x="11404" y="23613"/>
                </a:lnTo>
                <a:lnTo>
                  <a:pt x="25572" y="61855"/>
                </a:lnTo>
                <a:lnTo>
                  <a:pt x="28624" y="71186"/>
                </a:lnTo>
                <a:lnTo>
                  <a:pt x="31792" y="61625"/>
                </a:lnTo>
                <a:lnTo>
                  <a:pt x="45844" y="23613"/>
                </a:lnTo>
                <a:lnTo>
                  <a:pt x="56845" y="23613"/>
                </a:lnTo>
                <a:lnTo>
                  <a:pt x="34153" y="81437"/>
                </a:lnTo>
                <a:lnTo>
                  <a:pt x="22634" y="81437"/>
                </a:lnTo>
                <a:lnTo>
                  <a:pt x="0" y="23613"/>
                </a:lnTo>
                <a:close/>
                <a:moveTo>
                  <a:pt x="107081" y="81437"/>
                </a:moveTo>
                <a:lnTo>
                  <a:pt x="106851" y="73646"/>
                </a:lnTo>
                <a:cubicBezTo>
                  <a:pt x="103702" y="76762"/>
                  <a:pt x="100506" y="79012"/>
                  <a:pt x="97261" y="80397"/>
                </a:cubicBezTo>
                <a:cubicBezTo>
                  <a:pt x="94017" y="81782"/>
                  <a:pt x="90609" y="82474"/>
                  <a:pt x="87039" y="82474"/>
                </a:cubicBezTo>
                <a:cubicBezTo>
                  <a:pt x="83737" y="82474"/>
                  <a:pt x="80914" y="82051"/>
                  <a:pt x="78572" y="81205"/>
                </a:cubicBezTo>
                <a:cubicBezTo>
                  <a:pt x="76230" y="80359"/>
                  <a:pt x="74301" y="79196"/>
                  <a:pt x="72784" y="77715"/>
                </a:cubicBezTo>
                <a:cubicBezTo>
                  <a:pt x="71268" y="76235"/>
                  <a:pt x="70154" y="74494"/>
                  <a:pt x="69444" y="72494"/>
                </a:cubicBezTo>
                <a:cubicBezTo>
                  <a:pt x="68733" y="70494"/>
                  <a:pt x="68378" y="68321"/>
                  <a:pt x="68378" y="65975"/>
                </a:cubicBezTo>
                <a:cubicBezTo>
                  <a:pt x="68378" y="60168"/>
                  <a:pt x="70538" y="55620"/>
                  <a:pt x="74858" y="52333"/>
                </a:cubicBezTo>
                <a:cubicBezTo>
                  <a:pt x="79177" y="49044"/>
                  <a:pt x="85560" y="47399"/>
                  <a:pt x="94007" y="47399"/>
                </a:cubicBezTo>
                <a:lnTo>
                  <a:pt x="105987" y="47399"/>
                </a:lnTo>
                <a:lnTo>
                  <a:pt x="105987" y="42349"/>
                </a:lnTo>
                <a:cubicBezTo>
                  <a:pt x="105987" y="38944"/>
                  <a:pt x="104893" y="36218"/>
                  <a:pt x="102704" y="34171"/>
                </a:cubicBezTo>
                <a:cubicBezTo>
                  <a:pt x="100515" y="32124"/>
                  <a:pt x="97175" y="31100"/>
                  <a:pt x="92683" y="31100"/>
                </a:cubicBezTo>
                <a:cubicBezTo>
                  <a:pt x="89419" y="31100"/>
                  <a:pt x="86203" y="31471"/>
                  <a:pt x="83036" y="32211"/>
                </a:cubicBezTo>
                <a:cubicBezTo>
                  <a:pt x="79868" y="32950"/>
                  <a:pt x="76595" y="34001"/>
                  <a:pt x="73216" y="35362"/>
                </a:cubicBezTo>
                <a:lnTo>
                  <a:pt x="73216" y="26320"/>
                </a:lnTo>
                <a:cubicBezTo>
                  <a:pt x="74483" y="25852"/>
                  <a:pt x="75894" y="25394"/>
                  <a:pt x="77449" y="24945"/>
                </a:cubicBezTo>
                <a:cubicBezTo>
                  <a:pt x="79004" y="24496"/>
                  <a:pt x="80646" y="24097"/>
                  <a:pt x="82373" y="23747"/>
                </a:cubicBezTo>
                <a:cubicBezTo>
                  <a:pt x="84101" y="23395"/>
                  <a:pt x="85906" y="23112"/>
                  <a:pt x="87787" y="22899"/>
                </a:cubicBezTo>
                <a:cubicBezTo>
                  <a:pt x="89669" y="22684"/>
                  <a:pt x="91569" y="22577"/>
                  <a:pt x="93489" y="22577"/>
                </a:cubicBezTo>
                <a:cubicBezTo>
                  <a:pt x="96983" y="22577"/>
                  <a:pt x="100131" y="22961"/>
                  <a:pt x="102934" y="23729"/>
                </a:cubicBezTo>
                <a:cubicBezTo>
                  <a:pt x="105737" y="24496"/>
                  <a:pt x="108108" y="25668"/>
                  <a:pt x="110047" y="27242"/>
                </a:cubicBezTo>
                <a:cubicBezTo>
                  <a:pt x="111986" y="28816"/>
                  <a:pt x="113474" y="30793"/>
                  <a:pt x="114511" y="33174"/>
                </a:cubicBezTo>
                <a:cubicBezTo>
                  <a:pt x="115547" y="35554"/>
                  <a:pt x="116066" y="38357"/>
                  <a:pt x="116066" y="41583"/>
                </a:cubicBezTo>
                <a:lnTo>
                  <a:pt x="116066" y="81437"/>
                </a:lnTo>
                <a:lnTo>
                  <a:pt x="107081" y="81437"/>
                </a:lnTo>
                <a:moveTo>
                  <a:pt x="105987" y="55059"/>
                </a:moveTo>
                <a:lnTo>
                  <a:pt x="93259" y="55059"/>
                </a:lnTo>
                <a:cubicBezTo>
                  <a:pt x="90763" y="55059"/>
                  <a:pt x="88613" y="55310"/>
                  <a:pt x="86808" y="55812"/>
                </a:cubicBezTo>
                <a:cubicBezTo>
                  <a:pt x="85004" y="56312"/>
                  <a:pt x="83525" y="57024"/>
                  <a:pt x="82373" y="57948"/>
                </a:cubicBezTo>
                <a:cubicBezTo>
                  <a:pt x="81222" y="58872"/>
                  <a:pt x="80367" y="59979"/>
                  <a:pt x="79811" y="61270"/>
                </a:cubicBezTo>
                <a:cubicBezTo>
                  <a:pt x="79254" y="62560"/>
                  <a:pt x="78975" y="64014"/>
                  <a:pt x="78975" y="65631"/>
                </a:cubicBezTo>
                <a:cubicBezTo>
                  <a:pt x="78975" y="66748"/>
                  <a:pt x="79148" y="67818"/>
                  <a:pt x="79494" y="68839"/>
                </a:cubicBezTo>
                <a:cubicBezTo>
                  <a:pt x="79839" y="69859"/>
                  <a:pt x="80396" y="70763"/>
                  <a:pt x="81164" y="71553"/>
                </a:cubicBezTo>
                <a:cubicBezTo>
                  <a:pt x="81932" y="72342"/>
                  <a:pt x="82930" y="72968"/>
                  <a:pt x="84159" y="73430"/>
                </a:cubicBezTo>
                <a:cubicBezTo>
                  <a:pt x="85388" y="73892"/>
                  <a:pt x="86885" y="74123"/>
                  <a:pt x="88651" y="74123"/>
                </a:cubicBezTo>
                <a:cubicBezTo>
                  <a:pt x="90955" y="74123"/>
                  <a:pt x="93595" y="73420"/>
                  <a:pt x="96570" y="72015"/>
                </a:cubicBezTo>
                <a:cubicBezTo>
                  <a:pt x="99546" y="70609"/>
                  <a:pt x="102685" y="68384"/>
                  <a:pt x="105987" y="65342"/>
                </a:cubicBezTo>
                <a:lnTo>
                  <a:pt x="105987" y="55059"/>
                </a:lnTo>
                <a:close/>
                <a:moveTo>
                  <a:pt x="155565" y="8236"/>
                </a:moveTo>
                <a:lnTo>
                  <a:pt x="138460" y="8236"/>
                </a:lnTo>
                <a:lnTo>
                  <a:pt x="138460" y="0"/>
                </a:lnTo>
                <a:lnTo>
                  <a:pt x="165702" y="0"/>
                </a:lnTo>
                <a:lnTo>
                  <a:pt x="165702" y="73086"/>
                </a:lnTo>
                <a:lnTo>
                  <a:pt x="182922" y="73086"/>
                </a:lnTo>
                <a:lnTo>
                  <a:pt x="182922" y="81437"/>
                </a:lnTo>
                <a:lnTo>
                  <a:pt x="136559" y="81437"/>
                </a:lnTo>
                <a:lnTo>
                  <a:pt x="136559" y="73086"/>
                </a:lnTo>
                <a:lnTo>
                  <a:pt x="155565" y="73086"/>
                </a:lnTo>
                <a:lnTo>
                  <a:pt x="155565" y="8236"/>
                </a:lnTo>
                <a:close/>
                <a:moveTo>
                  <a:pt x="248281" y="81437"/>
                </a:moveTo>
                <a:lnTo>
                  <a:pt x="239296" y="81437"/>
                </a:lnTo>
                <a:lnTo>
                  <a:pt x="238951" y="72107"/>
                </a:lnTo>
                <a:cubicBezTo>
                  <a:pt x="237223" y="74104"/>
                  <a:pt x="235581" y="75764"/>
                  <a:pt x="234026" y="77089"/>
                </a:cubicBezTo>
                <a:cubicBezTo>
                  <a:pt x="232471" y="78414"/>
                  <a:pt x="230926" y="79479"/>
                  <a:pt x="229390" y="80285"/>
                </a:cubicBezTo>
                <a:cubicBezTo>
                  <a:pt x="227854" y="81092"/>
                  <a:pt x="226309" y="81658"/>
                  <a:pt x="224754" y="81984"/>
                </a:cubicBezTo>
                <a:cubicBezTo>
                  <a:pt x="223199" y="82311"/>
                  <a:pt x="221557" y="82474"/>
                  <a:pt x="219830" y="82474"/>
                </a:cubicBezTo>
                <a:cubicBezTo>
                  <a:pt x="213878" y="82474"/>
                  <a:pt x="209386" y="80727"/>
                  <a:pt x="206353" y="77233"/>
                </a:cubicBezTo>
                <a:cubicBezTo>
                  <a:pt x="203320" y="73739"/>
                  <a:pt x="201803" y="68459"/>
                  <a:pt x="201803" y="61395"/>
                </a:cubicBezTo>
                <a:lnTo>
                  <a:pt x="201803" y="23613"/>
                </a:lnTo>
                <a:lnTo>
                  <a:pt x="211824" y="23613"/>
                </a:lnTo>
                <a:lnTo>
                  <a:pt x="211824" y="60588"/>
                </a:lnTo>
                <a:cubicBezTo>
                  <a:pt x="211824" y="69458"/>
                  <a:pt x="215165" y="73892"/>
                  <a:pt x="221845" y="73892"/>
                </a:cubicBezTo>
                <a:cubicBezTo>
                  <a:pt x="223074" y="73892"/>
                  <a:pt x="224274" y="73710"/>
                  <a:pt x="225445" y="73345"/>
                </a:cubicBezTo>
                <a:cubicBezTo>
                  <a:pt x="226616" y="72981"/>
                  <a:pt x="227845" y="72347"/>
                  <a:pt x="229131" y="71445"/>
                </a:cubicBezTo>
                <a:cubicBezTo>
                  <a:pt x="230417" y="70542"/>
                  <a:pt x="231800" y="69323"/>
                  <a:pt x="233278" y="67788"/>
                </a:cubicBezTo>
                <a:cubicBezTo>
                  <a:pt x="234756" y="66252"/>
                  <a:pt x="236417" y="64313"/>
                  <a:pt x="238260" y="61971"/>
                </a:cubicBezTo>
                <a:lnTo>
                  <a:pt x="238260" y="23613"/>
                </a:lnTo>
                <a:lnTo>
                  <a:pt x="248281" y="23613"/>
                </a:lnTo>
                <a:lnTo>
                  <a:pt x="248281" y="81437"/>
                </a:lnTo>
                <a:close/>
                <a:moveTo>
                  <a:pt x="315162" y="49473"/>
                </a:moveTo>
                <a:cubicBezTo>
                  <a:pt x="315162" y="50893"/>
                  <a:pt x="315143" y="52084"/>
                  <a:pt x="315104" y="53044"/>
                </a:cubicBezTo>
                <a:cubicBezTo>
                  <a:pt x="315066" y="54004"/>
                  <a:pt x="315008" y="54906"/>
                  <a:pt x="314931" y="55751"/>
                </a:cubicBezTo>
                <a:lnTo>
                  <a:pt x="274328" y="55751"/>
                </a:lnTo>
                <a:cubicBezTo>
                  <a:pt x="274328" y="61663"/>
                  <a:pt x="275979" y="66204"/>
                  <a:pt x="279281" y="69371"/>
                </a:cubicBezTo>
                <a:cubicBezTo>
                  <a:pt x="282583" y="72539"/>
                  <a:pt x="287344" y="74123"/>
                  <a:pt x="293564" y="74123"/>
                </a:cubicBezTo>
                <a:cubicBezTo>
                  <a:pt x="295254" y="74123"/>
                  <a:pt x="296943" y="74054"/>
                  <a:pt x="298632" y="73918"/>
                </a:cubicBezTo>
                <a:cubicBezTo>
                  <a:pt x="300322" y="73780"/>
                  <a:pt x="301954" y="73593"/>
                  <a:pt x="303528" y="73358"/>
                </a:cubicBezTo>
                <a:cubicBezTo>
                  <a:pt x="305102" y="73122"/>
                  <a:pt x="306609" y="72856"/>
                  <a:pt x="308049" y="72562"/>
                </a:cubicBezTo>
                <a:cubicBezTo>
                  <a:pt x="309489" y="72267"/>
                  <a:pt x="310823" y="71943"/>
                  <a:pt x="312052" y="71589"/>
                </a:cubicBezTo>
                <a:lnTo>
                  <a:pt x="312052" y="79825"/>
                </a:lnTo>
                <a:cubicBezTo>
                  <a:pt x="309326" y="80609"/>
                  <a:pt x="306244" y="81247"/>
                  <a:pt x="302808" y="81738"/>
                </a:cubicBezTo>
                <a:cubicBezTo>
                  <a:pt x="299371" y="82229"/>
                  <a:pt x="295810" y="82474"/>
                  <a:pt x="292124" y="82474"/>
                </a:cubicBezTo>
                <a:cubicBezTo>
                  <a:pt x="287171" y="82474"/>
                  <a:pt x="282909" y="81802"/>
                  <a:pt x="279339" y="80458"/>
                </a:cubicBezTo>
                <a:cubicBezTo>
                  <a:pt x="275768" y="79114"/>
                  <a:pt x="272840" y="77166"/>
                  <a:pt x="270556" y="74612"/>
                </a:cubicBezTo>
                <a:cubicBezTo>
                  <a:pt x="268271" y="72059"/>
                  <a:pt x="266582" y="68930"/>
                  <a:pt x="265487" y="65225"/>
                </a:cubicBezTo>
                <a:cubicBezTo>
                  <a:pt x="264393" y="61519"/>
                  <a:pt x="263846" y="57325"/>
                  <a:pt x="263846" y="52640"/>
                </a:cubicBezTo>
                <a:cubicBezTo>
                  <a:pt x="263846" y="48571"/>
                  <a:pt x="264431" y="44721"/>
                  <a:pt x="265603" y="41093"/>
                </a:cubicBezTo>
                <a:cubicBezTo>
                  <a:pt x="266774" y="37465"/>
                  <a:pt x="268482" y="34278"/>
                  <a:pt x="270728" y="31532"/>
                </a:cubicBezTo>
                <a:cubicBezTo>
                  <a:pt x="272974" y="28787"/>
                  <a:pt x="275729" y="26608"/>
                  <a:pt x="278993" y="24996"/>
                </a:cubicBezTo>
                <a:cubicBezTo>
                  <a:pt x="282257" y="23383"/>
                  <a:pt x="285962" y="22577"/>
                  <a:pt x="290109" y="22577"/>
                </a:cubicBezTo>
                <a:cubicBezTo>
                  <a:pt x="294140" y="22577"/>
                  <a:pt x="297711" y="23210"/>
                  <a:pt x="300821" y="24477"/>
                </a:cubicBezTo>
                <a:cubicBezTo>
                  <a:pt x="303931" y="25744"/>
                  <a:pt x="306551" y="27539"/>
                  <a:pt x="308682" y="29862"/>
                </a:cubicBezTo>
                <a:cubicBezTo>
                  <a:pt x="310813" y="32185"/>
                  <a:pt x="312426" y="35007"/>
                  <a:pt x="313520" y="38328"/>
                </a:cubicBezTo>
                <a:cubicBezTo>
                  <a:pt x="314615" y="41650"/>
                  <a:pt x="315162" y="45364"/>
                  <a:pt x="315162" y="49473"/>
                </a:cubicBezTo>
                <a:moveTo>
                  <a:pt x="304737" y="48033"/>
                </a:moveTo>
                <a:cubicBezTo>
                  <a:pt x="304852" y="45460"/>
                  <a:pt x="304603" y="43109"/>
                  <a:pt x="303989" y="40978"/>
                </a:cubicBezTo>
                <a:cubicBezTo>
                  <a:pt x="303374" y="38847"/>
                  <a:pt x="302424" y="37013"/>
                  <a:pt x="301138" y="35478"/>
                </a:cubicBezTo>
                <a:cubicBezTo>
                  <a:pt x="299851" y="33942"/>
                  <a:pt x="298248" y="32742"/>
                  <a:pt x="296329" y="31878"/>
                </a:cubicBezTo>
                <a:cubicBezTo>
                  <a:pt x="294409" y="31014"/>
                  <a:pt x="292182" y="30582"/>
                  <a:pt x="289648" y="30582"/>
                </a:cubicBezTo>
                <a:cubicBezTo>
                  <a:pt x="287459" y="30582"/>
                  <a:pt x="285463" y="31004"/>
                  <a:pt x="283658" y="31849"/>
                </a:cubicBezTo>
                <a:cubicBezTo>
                  <a:pt x="281853" y="32694"/>
                  <a:pt x="280298" y="33884"/>
                  <a:pt x="278993" y="35420"/>
                </a:cubicBezTo>
                <a:cubicBezTo>
                  <a:pt x="277688" y="36956"/>
                  <a:pt x="276632" y="38799"/>
                  <a:pt x="275825" y="40949"/>
                </a:cubicBezTo>
                <a:cubicBezTo>
                  <a:pt x="275019" y="43099"/>
                  <a:pt x="274520" y="45460"/>
                  <a:pt x="274328" y="48033"/>
                </a:cubicBezTo>
                <a:lnTo>
                  <a:pt x="304737" y="480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(&quot;,&quot;wsvalue)*">
            <a:extLst xmlns:a="http://schemas.openxmlformats.org/drawingml/2006/main">
              <a:ext uri="{FF2B5EF4-FFF2-40B4-BE49-F238E27FC236}">
                <a16:creationId xmlns:a16="http://schemas.microsoft.com/office/drawing/2014/main" id="{6C8314E4-97BC-4969-A188-E482D0F3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45" y="1525155"/>
            <a:ext cx="955611" cy="110004"/>
          </a:xfrm>
          <a:custGeom xmlns:a="http://schemas.openxmlformats.org/drawingml/2006/main">
            <a:pathLst>
              <a:path w="955611" h="110004">
                <a:moveTo>
                  <a:pt x="26551" y="110004"/>
                </a:moveTo>
                <a:cubicBezTo>
                  <a:pt x="8850" y="93600"/>
                  <a:pt x="0" y="75468"/>
                  <a:pt x="0" y="55607"/>
                </a:cubicBezTo>
                <a:cubicBezTo>
                  <a:pt x="0" y="50958"/>
                  <a:pt x="470" y="46320"/>
                  <a:pt x="1411" y="41690"/>
                </a:cubicBezTo>
                <a:cubicBezTo>
                  <a:pt x="2352" y="37061"/>
                  <a:pt x="3868" y="32423"/>
                  <a:pt x="5961" y="27774"/>
                </a:cubicBezTo>
                <a:cubicBezTo>
                  <a:pt x="8053" y="23126"/>
                  <a:pt x="10818" y="18478"/>
                  <a:pt x="14254" y="13830"/>
                </a:cubicBezTo>
                <a:cubicBezTo>
                  <a:pt x="17691" y="9181"/>
                  <a:pt x="21866" y="4571"/>
                  <a:pt x="26781" y="0"/>
                </a:cubicBezTo>
                <a:lnTo>
                  <a:pt x="32598" y="5936"/>
                </a:lnTo>
                <a:cubicBezTo>
                  <a:pt x="17700" y="20648"/>
                  <a:pt x="10252" y="36956"/>
                  <a:pt x="10252" y="54858"/>
                </a:cubicBezTo>
                <a:cubicBezTo>
                  <a:pt x="10252" y="63770"/>
                  <a:pt x="12133" y="72337"/>
                  <a:pt x="15896" y="80559"/>
                </a:cubicBezTo>
                <a:cubicBezTo>
                  <a:pt x="19659" y="88779"/>
                  <a:pt x="25226" y="96539"/>
                  <a:pt x="32598" y="103837"/>
                </a:cubicBezTo>
                <a:lnTo>
                  <a:pt x="26551" y="110004"/>
                </a:lnTo>
                <a:close/>
                <a:moveTo>
                  <a:pt x="76244" y="4377"/>
                </a:moveTo>
                <a:lnTo>
                  <a:pt x="74632" y="31446"/>
                </a:lnTo>
                <a:lnTo>
                  <a:pt x="65186" y="31446"/>
                </a:lnTo>
                <a:lnTo>
                  <a:pt x="63516" y="4377"/>
                </a:lnTo>
                <a:lnTo>
                  <a:pt x="76244" y="4377"/>
                </a:lnTo>
                <a:moveTo>
                  <a:pt x="98648" y="4377"/>
                </a:moveTo>
                <a:lnTo>
                  <a:pt x="97035" y="31446"/>
                </a:lnTo>
                <a:lnTo>
                  <a:pt x="87590" y="31446"/>
                </a:lnTo>
                <a:lnTo>
                  <a:pt x="85920" y="4377"/>
                </a:lnTo>
                <a:lnTo>
                  <a:pt x="98648" y="4377"/>
                </a:lnTo>
                <a:close/>
                <a:moveTo>
                  <a:pt x="128299" y="97621"/>
                </a:moveTo>
                <a:cubicBezTo>
                  <a:pt x="130257" y="97698"/>
                  <a:pt x="132158" y="97524"/>
                  <a:pt x="134001" y="97099"/>
                </a:cubicBezTo>
                <a:cubicBezTo>
                  <a:pt x="135844" y="96675"/>
                  <a:pt x="137466" y="96049"/>
                  <a:pt x="138867" y="95218"/>
                </a:cubicBezTo>
                <a:cubicBezTo>
                  <a:pt x="140269" y="94389"/>
                  <a:pt x="141392" y="93357"/>
                  <a:pt x="142237" y="92123"/>
                </a:cubicBezTo>
                <a:cubicBezTo>
                  <a:pt x="143081" y="90889"/>
                  <a:pt x="143504" y="89481"/>
                  <a:pt x="143504" y="87898"/>
                </a:cubicBezTo>
                <a:cubicBezTo>
                  <a:pt x="143504" y="86279"/>
                  <a:pt x="143225" y="84970"/>
                  <a:pt x="142669" y="83971"/>
                </a:cubicBezTo>
                <a:cubicBezTo>
                  <a:pt x="142112" y="82973"/>
                  <a:pt x="141488" y="82052"/>
                  <a:pt x="140797" y="81207"/>
                </a:cubicBezTo>
                <a:cubicBezTo>
                  <a:pt x="140106" y="80362"/>
                  <a:pt x="139482" y="79460"/>
                  <a:pt x="138925" y="78500"/>
                </a:cubicBezTo>
                <a:cubicBezTo>
                  <a:pt x="138368" y="77540"/>
                  <a:pt x="138090" y="76254"/>
                  <a:pt x="138090" y="74641"/>
                </a:cubicBezTo>
                <a:cubicBezTo>
                  <a:pt x="138090" y="73835"/>
                  <a:pt x="138243" y="72990"/>
                  <a:pt x="138551" y="72107"/>
                </a:cubicBezTo>
                <a:cubicBezTo>
                  <a:pt x="138858" y="71224"/>
                  <a:pt x="139328" y="70418"/>
                  <a:pt x="139962" y="69688"/>
                </a:cubicBezTo>
                <a:cubicBezTo>
                  <a:pt x="140595" y="68959"/>
                  <a:pt x="141402" y="68363"/>
                  <a:pt x="142381" y="67903"/>
                </a:cubicBezTo>
                <a:cubicBezTo>
                  <a:pt x="143360" y="67442"/>
                  <a:pt x="144521" y="67212"/>
                  <a:pt x="145865" y="67212"/>
                </a:cubicBezTo>
                <a:cubicBezTo>
                  <a:pt x="147209" y="67212"/>
                  <a:pt x="148505" y="67491"/>
                  <a:pt x="149753" y="68049"/>
                </a:cubicBezTo>
                <a:cubicBezTo>
                  <a:pt x="151000" y="68605"/>
                  <a:pt x="152095" y="69461"/>
                  <a:pt x="153035" y="70615"/>
                </a:cubicBezTo>
                <a:cubicBezTo>
                  <a:pt x="153976" y="71768"/>
                  <a:pt x="154725" y="73210"/>
                  <a:pt x="155282" y="74942"/>
                </a:cubicBezTo>
                <a:cubicBezTo>
                  <a:pt x="155838" y="76672"/>
                  <a:pt x="156117" y="78710"/>
                  <a:pt x="156117" y="81056"/>
                </a:cubicBezTo>
                <a:cubicBezTo>
                  <a:pt x="156117" y="84247"/>
                  <a:pt x="155531" y="87314"/>
                  <a:pt x="154360" y="90254"/>
                </a:cubicBezTo>
                <a:cubicBezTo>
                  <a:pt x="153189" y="93196"/>
                  <a:pt x="151442" y="95802"/>
                  <a:pt x="149119" y="98071"/>
                </a:cubicBezTo>
                <a:cubicBezTo>
                  <a:pt x="146796" y="100340"/>
                  <a:pt x="143897" y="102147"/>
                  <a:pt x="140422" y="103492"/>
                </a:cubicBezTo>
                <a:cubicBezTo>
                  <a:pt x="136948" y="104838"/>
                  <a:pt x="132906" y="105511"/>
                  <a:pt x="128299" y="105511"/>
                </a:cubicBezTo>
                <a:lnTo>
                  <a:pt x="128299" y="97621"/>
                </a:lnTo>
                <a:close/>
                <a:moveTo>
                  <a:pt x="206698" y="4377"/>
                </a:moveTo>
                <a:lnTo>
                  <a:pt x="205086" y="31446"/>
                </a:lnTo>
                <a:lnTo>
                  <a:pt x="195641" y="31446"/>
                </a:lnTo>
                <a:lnTo>
                  <a:pt x="193970" y="4377"/>
                </a:lnTo>
                <a:lnTo>
                  <a:pt x="206698" y="4377"/>
                </a:lnTo>
                <a:moveTo>
                  <a:pt x="229102" y="4377"/>
                </a:moveTo>
                <a:lnTo>
                  <a:pt x="227490" y="31446"/>
                </a:lnTo>
                <a:lnTo>
                  <a:pt x="218044" y="31446"/>
                </a:lnTo>
                <a:lnTo>
                  <a:pt x="216374" y="4377"/>
                </a:lnTo>
                <a:lnTo>
                  <a:pt x="229102" y="4377"/>
                </a:lnTo>
                <a:close/>
                <a:moveTo>
                  <a:pt x="373758" y="27990"/>
                </a:moveTo>
                <a:lnTo>
                  <a:pt x="365349" y="85814"/>
                </a:lnTo>
                <a:lnTo>
                  <a:pt x="353197" y="85814"/>
                </a:lnTo>
                <a:lnTo>
                  <a:pt x="344846" y="61625"/>
                </a:lnTo>
                <a:lnTo>
                  <a:pt x="343176" y="55751"/>
                </a:lnTo>
                <a:lnTo>
                  <a:pt x="341275" y="61971"/>
                </a:lnTo>
                <a:lnTo>
                  <a:pt x="333270" y="85814"/>
                </a:lnTo>
                <a:lnTo>
                  <a:pt x="321463" y="85814"/>
                </a:lnTo>
                <a:lnTo>
                  <a:pt x="313112" y="27990"/>
                </a:lnTo>
                <a:lnTo>
                  <a:pt x="322903" y="27990"/>
                </a:lnTo>
                <a:lnTo>
                  <a:pt x="327741" y="67269"/>
                </a:lnTo>
                <a:lnTo>
                  <a:pt x="328777" y="76023"/>
                </a:lnTo>
                <a:lnTo>
                  <a:pt x="331254" y="68363"/>
                </a:lnTo>
                <a:lnTo>
                  <a:pt x="339663" y="42389"/>
                </a:lnTo>
                <a:lnTo>
                  <a:pt x="346862" y="42389"/>
                </a:lnTo>
                <a:lnTo>
                  <a:pt x="355904" y="68018"/>
                </a:lnTo>
                <a:lnTo>
                  <a:pt x="358496" y="75678"/>
                </a:lnTo>
                <a:lnTo>
                  <a:pt x="359359" y="67557"/>
                </a:lnTo>
                <a:lnTo>
                  <a:pt x="363852" y="27990"/>
                </a:lnTo>
                <a:lnTo>
                  <a:pt x="373758" y="27990"/>
                </a:lnTo>
                <a:close/>
                <a:moveTo>
                  <a:pt x="430502" y="70034"/>
                </a:moveTo>
                <a:cubicBezTo>
                  <a:pt x="430502" y="72069"/>
                  <a:pt x="430157" y="73892"/>
                  <a:pt x="429465" y="75505"/>
                </a:cubicBezTo>
                <a:cubicBezTo>
                  <a:pt x="428774" y="77118"/>
                  <a:pt x="427834" y="78548"/>
                  <a:pt x="426643" y="79796"/>
                </a:cubicBezTo>
                <a:cubicBezTo>
                  <a:pt x="425453" y="81044"/>
                  <a:pt x="424071" y="82109"/>
                  <a:pt x="422497" y="82992"/>
                </a:cubicBezTo>
                <a:cubicBezTo>
                  <a:pt x="420922" y="83875"/>
                  <a:pt x="419243" y="84605"/>
                  <a:pt x="417457" y="85181"/>
                </a:cubicBezTo>
                <a:cubicBezTo>
                  <a:pt x="415672" y="85757"/>
                  <a:pt x="413838" y="86179"/>
                  <a:pt x="411957" y="86448"/>
                </a:cubicBezTo>
                <a:cubicBezTo>
                  <a:pt x="410076" y="86717"/>
                  <a:pt x="408233" y="86851"/>
                  <a:pt x="406428" y="86851"/>
                </a:cubicBezTo>
                <a:cubicBezTo>
                  <a:pt x="402512" y="86851"/>
                  <a:pt x="398912" y="86678"/>
                  <a:pt x="395629" y="86333"/>
                </a:cubicBezTo>
                <a:cubicBezTo>
                  <a:pt x="392346" y="85987"/>
                  <a:pt x="389131" y="85430"/>
                  <a:pt x="385982" y="84662"/>
                </a:cubicBezTo>
                <a:lnTo>
                  <a:pt x="385982" y="75447"/>
                </a:lnTo>
                <a:cubicBezTo>
                  <a:pt x="389361" y="76407"/>
                  <a:pt x="392721" y="77137"/>
                  <a:pt x="396061" y="77636"/>
                </a:cubicBezTo>
                <a:cubicBezTo>
                  <a:pt x="399402" y="78135"/>
                  <a:pt x="402723" y="78385"/>
                  <a:pt x="406025" y="78385"/>
                </a:cubicBezTo>
                <a:cubicBezTo>
                  <a:pt x="410824" y="78385"/>
                  <a:pt x="414376" y="77732"/>
                  <a:pt x="416680" y="76427"/>
                </a:cubicBezTo>
                <a:cubicBezTo>
                  <a:pt x="418983" y="75121"/>
                  <a:pt x="420135" y="73259"/>
                  <a:pt x="420135" y="70840"/>
                </a:cubicBezTo>
                <a:cubicBezTo>
                  <a:pt x="420135" y="69803"/>
                  <a:pt x="419953" y="68872"/>
                  <a:pt x="419588" y="68047"/>
                </a:cubicBezTo>
                <a:cubicBezTo>
                  <a:pt x="419223" y="67221"/>
                  <a:pt x="418561" y="66434"/>
                  <a:pt x="417601" y="65685"/>
                </a:cubicBezTo>
                <a:cubicBezTo>
                  <a:pt x="416641" y="64937"/>
                  <a:pt x="415153" y="64159"/>
                  <a:pt x="413138" y="63353"/>
                </a:cubicBezTo>
                <a:cubicBezTo>
                  <a:pt x="411122" y="62547"/>
                  <a:pt x="408367" y="61625"/>
                  <a:pt x="404873" y="60588"/>
                </a:cubicBezTo>
                <a:cubicBezTo>
                  <a:pt x="402262" y="59820"/>
                  <a:pt x="399853" y="58947"/>
                  <a:pt x="397645" y="57968"/>
                </a:cubicBezTo>
                <a:cubicBezTo>
                  <a:pt x="395437" y="56989"/>
                  <a:pt x="393527" y="55827"/>
                  <a:pt x="391915" y="54483"/>
                </a:cubicBezTo>
                <a:cubicBezTo>
                  <a:pt x="390302" y="53140"/>
                  <a:pt x="389035" y="51565"/>
                  <a:pt x="388113" y="49761"/>
                </a:cubicBezTo>
                <a:cubicBezTo>
                  <a:pt x="387192" y="47956"/>
                  <a:pt x="386731" y="45825"/>
                  <a:pt x="386731" y="43368"/>
                </a:cubicBezTo>
                <a:cubicBezTo>
                  <a:pt x="386731" y="41755"/>
                  <a:pt x="387105" y="39989"/>
                  <a:pt x="387854" y="38069"/>
                </a:cubicBezTo>
                <a:cubicBezTo>
                  <a:pt x="388603" y="36150"/>
                  <a:pt x="389880" y="34364"/>
                  <a:pt x="391684" y="32713"/>
                </a:cubicBezTo>
                <a:cubicBezTo>
                  <a:pt x="393489" y="31062"/>
                  <a:pt x="395927" y="29689"/>
                  <a:pt x="398999" y="28595"/>
                </a:cubicBezTo>
                <a:cubicBezTo>
                  <a:pt x="402070" y="27501"/>
                  <a:pt x="405910" y="26954"/>
                  <a:pt x="410517" y="26954"/>
                </a:cubicBezTo>
                <a:cubicBezTo>
                  <a:pt x="412783" y="26954"/>
                  <a:pt x="415297" y="27079"/>
                  <a:pt x="418062" y="27328"/>
                </a:cubicBezTo>
                <a:cubicBezTo>
                  <a:pt x="420826" y="27578"/>
                  <a:pt x="423706" y="28010"/>
                  <a:pt x="426701" y="28624"/>
                </a:cubicBezTo>
                <a:lnTo>
                  <a:pt x="426701" y="37551"/>
                </a:lnTo>
                <a:cubicBezTo>
                  <a:pt x="423553" y="36783"/>
                  <a:pt x="420567" y="36217"/>
                  <a:pt x="417745" y="35852"/>
                </a:cubicBezTo>
                <a:cubicBezTo>
                  <a:pt x="414923" y="35487"/>
                  <a:pt x="412475" y="35305"/>
                  <a:pt x="410402" y="35305"/>
                </a:cubicBezTo>
                <a:cubicBezTo>
                  <a:pt x="407906" y="35305"/>
                  <a:pt x="405804" y="35497"/>
                  <a:pt x="404096" y="35881"/>
                </a:cubicBezTo>
                <a:cubicBezTo>
                  <a:pt x="402387" y="36265"/>
                  <a:pt x="401005" y="36793"/>
                  <a:pt x="399949" y="37465"/>
                </a:cubicBezTo>
                <a:cubicBezTo>
                  <a:pt x="398893" y="38136"/>
                  <a:pt x="398135" y="38924"/>
                  <a:pt x="397674" y="39826"/>
                </a:cubicBezTo>
                <a:cubicBezTo>
                  <a:pt x="397213" y="40728"/>
                  <a:pt x="396983" y="41698"/>
                  <a:pt x="396983" y="42734"/>
                </a:cubicBezTo>
                <a:cubicBezTo>
                  <a:pt x="396983" y="43771"/>
                  <a:pt x="397184" y="44712"/>
                  <a:pt x="397587" y="45556"/>
                </a:cubicBezTo>
                <a:cubicBezTo>
                  <a:pt x="397991" y="46401"/>
                  <a:pt x="398739" y="47217"/>
                  <a:pt x="399834" y="48004"/>
                </a:cubicBezTo>
                <a:cubicBezTo>
                  <a:pt x="400928" y="48791"/>
                  <a:pt x="402454" y="49578"/>
                  <a:pt x="404412" y="50366"/>
                </a:cubicBezTo>
                <a:cubicBezTo>
                  <a:pt x="406370" y="51153"/>
                  <a:pt x="408924" y="52007"/>
                  <a:pt x="412072" y="52928"/>
                </a:cubicBezTo>
                <a:cubicBezTo>
                  <a:pt x="415489" y="53927"/>
                  <a:pt x="418369" y="54973"/>
                  <a:pt x="420711" y="56067"/>
                </a:cubicBezTo>
                <a:cubicBezTo>
                  <a:pt x="423053" y="57162"/>
                  <a:pt x="424954" y="58381"/>
                  <a:pt x="426413" y="59724"/>
                </a:cubicBezTo>
                <a:cubicBezTo>
                  <a:pt x="427872" y="61068"/>
                  <a:pt x="428918" y="62585"/>
                  <a:pt x="429552" y="64274"/>
                </a:cubicBezTo>
                <a:cubicBezTo>
                  <a:pt x="430185" y="65964"/>
                  <a:pt x="430502" y="67884"/>
                  <a:pt x="430502" y="70034"/>
                </a:cubicBezTo>
                <a:close/>
                <a:moveTo>
                  <a:pt x="511171" y="27990"/>
                </a:moveTo>
                <a:lnTo>
                  <a:pt x="522575" y="27990"/>
                </a:lnTo>
                <a:lnTo>
                  <a:pt x="536743" y="66233"/>
                </a:lnTo>
                <a:lnTo>
                  <a:pt x="539795" y="75563"/>
                </a:lnTo>
                <a:lnTo>
                  <a:pt x="542963" y="66002"/>
                </a:lnTo>
                <a:lnTo>
                  <a:pt x="557016" y="27990"/>
                </a:lnTo>
                <a:lnTo>
                  <a:pt x="568016" y="27990"/>
                </a:lnTo>
                <a:lnTo>
                  <a:pt x="545324" y="85814"/>
                </a:lnTo>
                <a:lnTo>
                  <a:pt x="533806" y="85814"/>
                </a:lnTo>
                <a:lnTo>
                  <a:pt x="511171" y="27990"/>
                </a:lnTo>
                <a:close/>
                <a:moveTo>
                  <a:pt x="618252" y="85814"/>
                </a:moveTo>
                <a:lnTo>
                  <a:pt x="618022" y="78023"/>
                </a:lnTo>
                <a:cubicBezTo>
                  <a:pt x="614873" y="81139"/>
                  <a:pt x="611677" y="83389"/>
                  <a:pt x="608433" y="84774"/>
                </a:cubicBezTo>
                <a:cubicBezTo>
                  <a:pt x="605188" y="86159"/>
                  <a:pt x="601781" y="86851"/>
                  <a:pt x="598210" y="86851"/>
                </a:cubicBezTo>
                <a:cubicBezTo>
                  <a:pt x="594908" y="86851"/>
                  <a:pt x="592086" y="86428"/>
                  <a:pt x="589743" y="85582"/>
                </a:cubicBezTo>
                <a:cubicBezTo>
                  <a:pt x="587401" y="84736"/>
                  <a:pt x="585472" y="83573"/>
                  <a:pt x="583955" y="82092"/>
                </a:cubicBezTo>
                <a:cubicBezTo>
                  <a:pt x="582439" y="80612"/>
                  <a:pt x="581325" y="78871"/>
                  <a:pt x="580615" y="76871"/>
                </a:cubicBezTo>
                <a:cubicBezTo>
                  <a:pt x="579905" y="74871"/>
                  <a:pt x="579549" y="72698"/>
                  <a:pt x="579549" y="70352"/>
                </a:cubicBezTo>
                <a:cubicBezTo>
                  <a:pt x="579549" y="64545"/>
                  <a:pt x="581709" y="59997"/>
                  <a:pt x="586029" y="56710"/>
                </a:cubicBezTo>
                <a:cubicBezTo>
                  <a:pt x="590348" y="53421"/>
                  <a:pt x="596731" y="51777"/>
                  <a:pt x="605179" y="51777"/>
                </a:cubicBezTo>
                <a:lnTo>
                  <a:pt x="617158" y="51777"/>
                </a:lnTo>
                <a:lnTo>
                  <a:pt x="617158" y="46726"/>
                </a:lnTo>
                <a:cubicBezTo>
                  <a:pt x="617158" y="43321"/>
                  <a:pt x="616064" y="40595"/>
                  <a:pt x="613875" y="38548"/>
                </a:cubicBezTo>
                <a:cubicBezTo>
                  <a:pt x="611687" y="36501"/>
                  <a:pt x="608346" y="35478"/>
                  <a:pt x="603854" y="35478"/>
                </a:cubicBezTo>
                <a:cubicBezTo>
                  <a:pt x="600590" y="35478"/>
                  <a:pt x="597375" y="35848"/>
                  <a:pt x="594207" y="36588"/>
                </a:cubicBezTo>
                <a:cubicBezTo>
                  <a:pt x="591039" y="37327"/>
                  <a:pt x="587766" y="38378"/>
                  <a:pt x="584387" y="39740"/>
                </a:cubicBezTo>
                <a:lnTo>
                  <a:pt x="584387" y="30697"/>
                </a:lnTo>
                <a:cubicBezTo>
                  <a:pt x="585654" y="30229"/>
                  <a:pt x="587065" y="29771"/>
                  <a:pt x="588620" y="29322"/>
                </a:cubicBezTo>
                <a:cubicBezTo>
                  <a:pt x="590175" y="28874"/>
                  <a:pt x="591817" y="28474"/>
                  <a:pt x="593545" y="28124"/>
                </a:cubicBezTo>
                <a:cubicBezTo>
                  <a:pt x="595272" y="27772"/>
                  <a:pt x="597077" y="27490"/>
                  <a:pt x="598958" y="27276"/>
                </a:cubicBezTo>
                <a:cubicBezTo>
                  <a:pt x="600840" y="27061"/>
                  <a:pt x="602740" y="26954"/>
                  <a:pt x="604660" y="26954"/>
                </a:cubicBezTo>
                <a:cubicBezTo>
                  <a:pt x="608154" y="26954"/>
                  <a:pt x="611303" y="27338"/>
                  <a:pt x="614106" y="28106"/>
                </a:cubicBezTo>
                <a:cubicBezTo>
                  <a:pt x="616908" y="28874"/>
                  <a:pt x="619279" y="30045"/>
                  <a:pt x="621218" y="31619"/>
                </a:cubicBezTo>
                <a:cubicBezTo>
                  <a:pt x="623157" y="33193"/>
                  <a:pt x="624645" y="35170"/>
                  <a:pt x="625682" y="37551"/>
                </a:cubicBezTo>
                <a:cubicBezTo>
                  <a:pt x="626719" y="39931"/>
                  <a:pt x="627237" y="42734"/>
                  <a:pt x="627237" y="45960"/>
                </a:cubicBezTo>
                <a:lnTo>
                  <a:pt x="627237" y="85814"/>
                </a:lnTo>
                <a:lnTo>
                  <a:pt x="618252" y="85814"/>
                </a:lnTo>
                <a:moveTo>
                  <a:pt x="617158" y="59436"/>
                </a:moveTo>
                <a:lnTo>
                  <a:pt x="604430" y="59436"/>
                </a:lnTo>
                <a:cubicBezTo>
                  <a:pt x="601934" y="59436"/>
                  <a:pt x="599784" y="59687"/>
                  <a:pt x="597979" y="60189"/>
                </a:cubicBezTo>
                <a:cubicBezTo>
                  <a:pt x="596175" y="60689"/>
                  <a:pt x="594697" y="61401"/>
                  <a:pt x="593545" y="62325"/>
                </a:cubicBezTo>
                <a:cubicBezTo>
                  <a:pt x="592393" y="63249"/>
                  <a:pt x="591538" y="64357"/>
                  <a:pt x="590982" y="65648"/>
                </a:cubicBezTo>
                <a:cubicBezTo>
                  <a:pt x="590425" y="66937"/>
                  <a:pt x="590147" y="68391"/>
                  <a:pt x="590147" y="70008"/>
                </a:cubicBezTo>
                <a:cubicBezTo>
                  <a:pt x="590147" y="71126"/>
                  <a:pt x="590319" y="72195"/>
                  <a:pt x="590665" y="73216"/>
                </a:cubicBezTo>
                <a:cubicBezTo>
                  <a:pt x="591011" y="74236"/>
                  <a:pt x="591567" y="75140"/>
                  <a:pt x="592335" y="75930"/>
                </a:cubicBezTo>
                <a:cubicBezTo>
                  <a:pt x="593103" y="76719"/>
                  <a:pt x="594101" y="77345"/>
                  <a:pt x="595330" y="77807"/>
                </a:cubicBezTo>
                <a:cubicBezTo>
                  <a:pt x="596559" y="78269"/>
                  <a:pt x="598056" y="78500"/>
                  <a:pt x="599822" y="78500"/>
                </a:cubicBezTo>
                <a:cubicBezTo>
                  <a:pt x="602126" y="78500"/>
                  <a:pt x="604766" y="77797"/>
                  <a:pt x="607741" y="76392"/>
                </a:cubicBezTo>
                <a:cubicBezTo>
                  <a:pt x="610717" y="74986"/>
                  <a:pt x="613856" y="72762"/>
                  <a:pt x="617158" y="69719"/>
                </a:cubicBezTo>
                <a:lnTo>
                  <a:pt x="617158" y="59436"/>
                </a:lnTo>
                <a:close/>
                <a:moveTo>
                  <a:pt x="666736" y="12613"/>
                </a:moveTo>
                <a:lnTo>
                  <a:pt x="649631" y="12613"/>
                </a:lnTo>
                <a:lnTo>
                  <a:pt x="649631" y="4377"/>
                </a:lnTo>
                <a:lnTo>
                  <a:pt x="676873" y="4377"/>
                </a:lnTo>
                <a:lnTo>
                  <a:pt x="676873" y="77463"/>
                </a:lnTo>
                <a:lnTo>
                  <a:pt x="694093" y="77463"/>
                </a:lnTo>
                <a:lnTo>
                  <a:pt x="694093" y="85814"/>
                </a:lnTo>
                <a:lnTo>
                  <a:pt x="647731" y="85814"/>
                </a:lnTo>
                <a:lnTo>
                  <a:pt x="647731" y="77463"/>
                </a:lnTo>
                <a:lnTo>
                  <a:pt x="666736" y="77463"/>
                </a:lnTo>
                <a:lnTo>
                  <a:pt x="666736" y="12613"/>
                </a:lnTo>
                <a:close/>
                <a:moveTo>
                  <a:pt x="759452" y="85814"/>
                </a:moveTo>
                <a:lnTo>
                  <a:pt x="750468" y="85814"/>
                </a:lnTo>
                <a:lnTo>
                  <a:pt x="750122" y="76484"/>
                </a:lnTo>
                <a:cubicBezTo>
                  <a:pt x="748394" y="78481"/>
                  <a:pt x="746753" y="80141"/>
                  <a:pt x="745198" y="81466"/>
                </a:cubicBezTo>
                <a:cubicBezTo>
                  <a:pt x="743643" y="82791"/>
                  <a:pt x="742097" y="83856"/>
                  <a:pt x="740561" y="84662"/>
                </a:cubicBezTo>
                <a:cubicBezTo>
                  <a:pt x="739026" y="85469"/>
                  <a:pt x="737480" y="86035"/>
                  <a:pt x="735925" y="86361"/>
                </a:cubicBezTo>
                <a:cubicBezTo>
                  <a:pt x="734370" y="86688"/>
                  <a:pt x="732729" y="86851"/>
                  <a:pt x="731001" y="86851"/>
                </a:cubicBezTo>
                <a:cubicBezTo>
                  <a:pt x="725050" y="86851"/>
                  <a:pt x="720557" y="85104"/>
                  <a:pt x="717524" y="81610"/>
                </a:cubicBezTo>
                <a:cubicBezTo>
                  <a:pt x="714491" y="78116"/>
                  <a:pt x="712974" y="72837"/>
                  <a:pt x="712974" y="65772"/>
                </a:cubicBezTo>
                <a:lnTo>
                  <a:pt x="712974" y="27990"/>
                </a:lnTo>
                <a:lnTo>
                  <a:pt x="722995" y="27990"/>
                </a:lnTo>
                <a:lnTo>
                  <a:pt x="722995" y="64965"/>
                </a:lnTo>
                <a:cubicBezTo>
                  <a:pt x="722995" y="73835"/>
                  <a:pt x="726336" y="78270"/>
                  <a:pt x="733017" y="78270"/>
                </a:cubicBezTo>
                <a:cubicBezTo>
                  <a:pt x="734245" y="78270"/>
                  <a:pt x="735445" y="78087"/>
                  <a:pt x="736616" y="77722"/>
                </a:cubicBezTo>
                <a:cubicBezTo>
                  <a:pt x="737787" y="77358"/>
                  <a:pt x="739016" y="76724"/>
                  <a:pt x="740302" y="75822"/>
                </a:cubicBezTo>
                <a:cubicBezTo>
                  <a:pt x="741589" y="74920"/>
                  <a:pt x="742971" y="73700"/>
                  <a:pt x="744449" y="72165"/>
                </a:cubicBezTo>
                <a:cubicBezTo>
                  <a:pt x="745927" y="70629"/>
                  <a:pt x="747588" y="68690"/>
                  <a:pt x="749431" y="66348"/>
                </a:cubicBezTo>
                <a:lnTo>
                  <a:pt x="749431" y="27990"/>
                </a:lnTo>
                <a:lnTo>
                  <a:pt x="759452" y="27990"/>
                </a:lnTo>
                <a:lnTo>
                  <a:pt x="759452" y="85814"/>
                </a:lnTo>
                <a:close/>
                <a:moveTo>
                  <a:pt x="826333" y="53850"/>
                </a:moveTo>
                <a:cubicBezTo>
                  <a:pt x="826333" y="55271"/>
                  <a:pt x="826314" y="56461"/>
                  <a:pt x="826275" y="57421"/>
                </a:cubicBezTo>
                <a:cubicBezTo>
                  <a:pt x="826237" y="58381"/>
                  <a:pt x="826179" y="59283"/>
                  <a:pt x="826102" y="60128"/>
                </a:cubicBezTo>
                <a:lnTo>
                  <a:pt x="785499" y="60128"/>
                </a:lnTo>
                <a:cubicBezTo>
                  <a:pt x="785499" y="66041"/>
                  <a:pt x="787150" y="70581"/>
                  <a:pt x="790452" y="73748"/>
                </a:cubicBezTo>
                <a:cubicBezTo>
                  <a:pt x="793754" y="76916"/>
                  <a:pt x="798515" y="78500"/>
                  <a:pt x="804735" y="78500"/>
                </a:cubicBezTo>
                <a:cubicBezTo>
                  <a:pt x="806425" y="78500"/>
                  <a:pt x="808114" y="78432"/>
                  <a:pt x="809804" y="78295"/>
                </a:cubicBezTo>
                <a:cubicBezTo>
                  <a:pt x="811493" y="78157"/>
                  <a:pt x="813125" y="77970"/>
                  <a:pt x="814699" y="77735"/>
                </a:cubicBezTo>
                <a:cubicBezTo>
                  <a:pt x="816273" y="77499"/>
                  <a:pt x="817780" y="77233"/>
                  <a:pt x="819220" y="76940"/>
                </a:cubicBezTo>
                <a:cubicBezTo>
                  <a:pt x="820660" y="76644"/>
                  <a:pt x="821994" y="76320"/>
                  <a:pt x="823223" y="75966"/>
                </a:cubicBezTo>
                <a:lnTo>
                  <a:pt x="823223" y="84202"/>
                </a:lnTo>
                <a:cubicBezTo>
                  <a:pt x="820497" y="84986"/>
                  <a:pt x="817415" y="85624"/>
                  <a:pt x="813979" y="86115"/>
                </a:cubicBezTo>
                <a:cubicBezTo>
                  <a:pt x="810543" y="86606"/>
                  <a:pt x="806981" y="86851"/>
                  <a:pt x="803295" y="86851"/>
                </a:cubicBezTo>
                <a:cubicBezTo>
                  <a:pt x="798342" y="86851"/>
                  <a:pt x="794081" y="86179"/>
                  <a:pt x="790510" y="84835"/>
                </a:cubicBezTo>
                <a:cubicBezTo>
                  <a:pt x="786939" y="83491"/>
                  <a:pt x="784011" y="81543"/>
                  <a:pt x="781727" y="78989"/>
                </a:cubicBezTo>
                <a:cubicBezTo>
                  <a:pt x="779442" y="76436"/>
                  <a:pt x="777753" y="73307"/>
                  <a:pt x="776658" y="69602"/>
                </a:cubicBezTo>
                <a:cubicBezTo>
                  <a:pt x="775564" y="65897"/>
                  <a:pt x="775017" y="61702"/>
                  <a:pt x="775017" y="57018"/>
                </a:cubicBezTo>
                <a:cubicBezTo>
                  <a:pt x="775017" y="52948"/>
                  <a:pt x="775603" y="49098"/>
                  <a:pt x="776774" y="45470"/>
                </a:cubicBezTo>
                <a:cubicBezTo>
                  <a:pt x="777945" y="41842"/>
                  <a:pt x="779653" y="38655"/>
                  <a:pt x="781899" y="35910"/>
                </a:cubicBezTo>
                <a:cubicBezTo>
                  <a:pt x="784146" y="33164"/>
                  <a:pt x="786901" y="30985"/>
                  <a:pt x="790164" y="29373"/>
                </a:cubicBezTo>
                <a:cubicBezTo>
                  <a:pt x="793428" y="27760"/>
                  <a:pt x="797133" y="26954"/>
                  <a:pt x="801280" y="26954"/>
                </a:cubicBezTo>
                <a:cubicBezTo>
                  <a:pt x="805311" y="26954"/>
                  <a:pt x="808882" y="27587"/>
                  <a:pt x="811992" y="28854"/>
                </a:cubicBezTo>
                <a:cubicBezTo>
                  <a:pt x="815102" y="30121"/>
                  <a:pt x="817723" y="31916"/>
                  <a:pt x="819854" y="34239"/>
                </a:cubicBezTo>
                <a:cubicBezTo>
                  <a:pt x="821985" y="36562"/>
                  <a:pt x="823597" y="39384"/>
                  <a:pt x="824691" y="42706"/>
                </a:cubicBezTo>
                <a:cubicBezTo>
                  <a:pt x="825786" y="46027"/>
                  <a:pt x="826333" y="49742"/>
                  <a:pt x="826333" y="53850"/>
                </a:cubicBezTo>
                <a:moveTo>
                  <a:pt x="815908" y="52410"/>
                </a:moveTo>
                <a:cubicBezTo>
                  <a:pt x="816024" y="49838"/>
                  <a:pt x="815774" y="47486"/>
                  <a:pt x="815160" y="45355"/>
                </a:cubicBezTo>
                <a:cubicBezTo>
                  <a:pt x="814545" y="43224"/>
                  <a:pt x="813595" y="41391"/>
                  <a:pt x="812309" y="39855"/>
                </a:cubicBezTo>
                <a:cubicBezTo>
                  <a:pt x="811023" y="38319"/>
                  <a:pt x="809420" y="37119"/>
                  <a:pt x="807500" y="36255"/>
                </a:cubicBezTo>
                <a:cubicBezTo>
                  <a:pt x="805580" y="35391"/>
                  <a:pt x="803353" y="34959"/>
                  <a:pt x="800819" y="34959"/>
                </a:cubicBezTo>
                <a:cubicBezTo>
                  <a:pt x="798630" y="34959"/>
                  <a:pt x="796634" y="35382"/>
                  <a:pt x="794829" y="36226"/>
                </a:cubicBezTo>
                <a:cubicBezTo>
                  <a:pt x="793025" y="37071"/>
                  <a:pt x="791470" y="38261"/>
                  <a:pt x="790164" y="39797"/>
                </a:cubicBezTo>
                <a:cubicBezTo>
                  <a:pt x="788859" y="41333"/>
                  <a:pt x="787803" y="43176"/>
                  <a:pt x="786997" y="45326"/>
                </a:cubicBezTo>
                <a:cubicBezTo>
                  <a:pt x="786190" y="47476"/>
                  <a:pt x="785691" y="49838"/>
                  <a:pt x="785499" y="52410"/>
                </a:cubicBezTo>
                <a:lnTo>
                  <a:pt x="815908" y="52410"/>
                </a:lnTo>
                <a:close/>
                <a:moveTo>
                  <a:pt x="855235" y="0"/>
                </a:moveTo>
                <a:cubicBezTo>
                  <a:pt x="872936" y="16403"/>
                  <a:pt x="881786" y="34651"/>
                  <a:pt x="881786" y="54743"/>
                </a:cubicBezTo>
                <a:cubicBezTo>
                  <a:pt x="881786" y="58892"/>
                  <a:pt x="881363" y="63194"/>
                  <a:pt x="880519" y="67651"/>
                </a:cubicBezTo>
                <a:cubicBezTo>
                  <a:pt x="879674" y="72107"/>
                  <a:pt x="878234" y="76669"/>
                  <a:pt x="876199" y="81336"/>
                </a:cubicBezTo>
                <a:cubicBezTo>
                  <a:pt x="874164" y="86004"/>
                  <a:pt x="871429" y="90739"/>
                  <a:pt x="867992" y="95540"/>
                </a:cubicBezTo>
                <a:cubicBezTo>
                  <a:pt x="864556" y="100342"/>
                  <a:pt x="860227" y="105163"/>
                  <a:pt x="855005" y="110004"/>
                </a:cubicBezTo>
                <a:lnTo>
                  <a:pt x="849188" y="104068"/>
                </a:lnTo>
                <a:cubicBezTo>
                  <a:pt x="856675" y="96654"/>
                  <a:pt x="862262" y="88914"/>
                  <a:pt x="865948" y="80847"/>
                </a:cubicBezTo>
                <a:cubicBezTo>
                  <a:pt x="869634" y="72779"/>
                  <a:pt x="871477" y="64327"/>
                  <a:pt x="871477" y="55491"/>
                </a:cubicBezTo>
                <a:cubicBezTo>
                  <a:pt x="871477" y="37205"/>
                  <a:pt x="864047" y="20764"/>
                  <a:pt x="849188" y="6166"/>
                </a:cubicBezTo>
                <a:lnTo>
                  <a:pt x="855235" y="0"/>
                </a:lnTo>
                <a:close/>
                <a:moveTo>
                  <a:pt x="955496" y="37366"/>
                </a:moveTo>
                <a:lnTo>
                  <a:pt x="951579" y="44232"/>
                </a:lnTo>
                <a:lnTo>
                  <a:pt x="935396" y="33500"/>
                </a:lnTo>
                <a:lnTo>
                  <a:pt x="936720" y="53216"/>
                </a:lnTo>
                <a:lnTo>
                  <a:pt x="928484" y="53216"/>
                </a:lnTo>
                <a:lnTo>
                  <a:pt x="929751" y="33500"/>
                </a:lnTo>
                <a:lnTo>
                  <a:pt x="913222" y="44232"/>
                </a:lnTo>
                <a:lnTo>
                  <a:pt x="909594" y="37481"/>
                </a:lnTo>
                <a:lnTo>
                  <a:pt x="927275" y="28768"/>
                </a:lnTo>
                <a:lnTo>
                  <a:pt x="909594" y="19882"/>
                </a:lnTo>
                <a:lnTo>
                  <a:pt x="913568" y="13131"/>
                </a:lnTo>
                <a:lnTo>
                  <a:pt x="929867" y="24036"/>
                </a:lnTo>
                <a:lnTo>
                  <a:pt x="928484" y="4377"/>
                </a:lnTo>
                <a:lnTo>
                  <a:pt x="936720" y="4377"/>
                </a:lnTo>
                <a:lnTo>
                  <a:pt x="935280" y="24036"/>
                </a:lnTo>
                <a:lnTo>
                  <a:pt x="951579" y="13016"/>
                </a:lnTo>
                <a:lnTo>
                  <a:pt x="955611" y="20113"/>
                </a:lnTo>
                <a:lnTo>
                  <a:pt x="937872" y="28883"/>
                </a:lnTo>
                <a:lnTo>
                  <a:pt x="955496" y="373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)?&quot;]&quot;ws">
            <a:extLst xmlns:a="http://schemas.openxmlformats.org/drawingml/2006/main">
              <a:ext uri="{FF2B5EF4-FFF2-40B4-BE49-F238E27FC236}">
                <a16:creationId xmlns:a16="http://schemas.microsoft.com/office/drawing/2014/main" id="{213F5B57-10F3-4EBC-83BF-2A4DB1AF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08" y="1666697"/>
            <a:ext cx="563732" cy="110004"/>
          </a:xfrm>
          <a:custGeom xmlns:a="http://schemas.openxmlformats.org/drawingml/2006/main">
            <a:pathLst>
              <a:path w="563732" h="110004">
                <a:moveTo>
                  <a:pt x="6047" y="0"/>
                </a:moveTo>
                <a:cubicBezTo>
                  <a:pt x="23748" y="16403"/>
                  <a:pt x="32598" y="34651"/>
                  <a:pt x="32598" y="54743"/>
                </a:cubicBezTo>
                <a:cubicBezTo>
                  <a:pt x="32598" y="58892"/>
                  <a:pt x="32176" y="63194"/>
                  <a:pt x="31331" y="67651"/>
                </a:cubicBezTo>
                <a:cubicBezTo>
                  <a:pt x="30486" y="72107"/>
                  <a:pt x="29046" y="76669"/>
                  <a:pt x="27011" y="81336"/>
                </a:cubicBezTo>
                <a:cubicBezTo>
                  <a:pt x="24976" y="86004"/>
                  <a:pt x="22241" y="90739"/>
                  <a:pt x="18804" y="95540"/>
                </a:cubicBezTo>
                <a:cubicBezTo>
                  <a:pt x="15368" y="100342"/>
                  <a:pt x="11039" y="105163"/>
                  <a:pt x="5817" y="110004"/>
                </a:cubicBezTo>
                <a:lnTo>
                  <a:pt x="0" y="104068"/>
                </a:lnTo>
                <a:cubicBezTo>
                  <a:pt x="7487" y="96654"/>
                  <a:pt x="13074" y="88914"/>
                  <a:pt x="16760" y="80847"/>
                </a:cubicBezTo>
                <a:cubicBezTo>
                  <a:pt x="20446" y="72779"/>
                  <a:pt x="22289" y="64327"/>
                  <a:pt x="22289" y="55491"/>
                </a:cubicBezTo>
                <a:cubicBezTo>
                  <a:pt x="22289" y="37205"/>
                  <a:pt x="14859" y="20764"/>
                  <a:pt x="0" y="6166"/>
                </a:cubicBezTo>
                <a:lnTo>
                  <a:pt x="6047" y="0"/>
                </a:lnTo>
                <a:close/>
                <a:moveTo>
                  <a:pt x="104062" y="29981"/>
                </a:moveTo>
                <a:cubicBezTo>
                  <a:pt x="104062" y="36210"/>
                  <a:pt x="102334" y="40929"/>
                  <a:pt x="98878" y="44140"/>
                </a:cubicBezTo>
                <a:cubicBezTo>
                  <a:pt x="95423" y="47350"/>
                  <a:pt x="90412" y="49166"/>
                  <a:pt x="83847" y="49588"/>
                </a:cubicBezTo>
                <a:lnTo>
                  <a:pt x="83386" y="63698"/>
                </a:lnTo>
                <a:lnTo>
                  <a:pt x="74804" y="63698"/>
                </a:lnTo>
                <a:lnTo>
                  <a:pt x="74056" y="41698"/>
                </a:lnTo>
                <a:lnTo>
                  <a:pt x="80794" y="41698"/>
                </a:lnTo>
                <a:cubicBezTo>
                  <a:pt x="83136" y="41698"/>
                  <a:pt x="85094" y="41448"/>
                  <a:pt x="86669" y="40949"/>
                </a:cubicBezTo>
                <a:cubicBezTo>
                  <a:pt x="88243" y="40449"/>
                  <a:pt x="89510" y="39737"/>
                  <a:pt x="90470" y="38814"/>
                </a:cubicBezTo>
                <a:cubicBezTo>
                  <a:pt x="91430" y="37891"/>
                  <a:pt x="92121" y="36766"/>
                  <a:pt x="92543" y="35440"/>
                </a:cubicBezTo>
                <a:cubicBezTo>
                  <a:pt x="92965" y="34113"/>
                  <a:pt x="93177" y="32623"/>
                  <a:pt x="93177" y="30969"/>
                </a:cubicBezTo>
                <a:cubicBezTo>
                  <a:pt x="93177" y="28159"/>
                  <a:pt x="92601" y="25657"/>
                  <a:pt x="91449" y="23464"/>
                </a:cubicBezTo>
                <a:cubicBezTo>
                  <a:pt x="90297" y="21271"/>
                  <a:pt x="88684" y="19423"/>
                  <a:pt x="86611" y="17922"/>
                </a:cubicBezTo>
                <a:cubicBezTo>
                  <a:pt x="84538" y="16421"/>
                  <a:pt x="82071" y="15286"/>
                  <a:pt x="79210" y="14517"/>
                </a:cubicBezTo>
                <a:cubicBezTo>
                  <a:pt x="76350" y="13747"/>
                  <a:pt x="73230" y="13362"/>
                  <a:pt x="69851" y="13362"/>
                </a:cubicBezTo>
                <a:lnTo>
                  <a:pt x="68411" y="13362"/>
                </a:lnTo>
                <a:lnTo>
                  <a:pt x="68411" y="4377"/>
                </a:lnTo>
                <a:lnTo>
                  <a:pt x="69966" y="4377"/>
                </a:lnTo>
                <a:cubicBezTo>
                  <a:pt x="73844" y="4377"/>
                  <a:pt x="77386" y="4742"/>
                  <a:pt x="80592" y="5473"/>
                </a:cubicBezTo>
                <a:cubicBezTo>
                  <a:pt x="83799" y="6204"/>
                  <a:pt x="86659" y="7194"/>
                  <a:pt x="89174" y="8443"/>
                </a:cubicBezTo>
                <a:cubicBezTo>
                  <a:pt x="91689" y="9692"/>
                  <a:pt x="93877" y="11162"/>
                  <a:pt x="95740" y="12854"/>
                </a:cubicBezTo>
                <a:cubicBezTo>
                  <a:pt x="97602" y="14546"/>
                  <a:pt x="99157" y="16334"/>
                  <a:pt x="100405" y="18218"/>
                </a:cubicBezTo>
                <a:cubicBezTo>
                  <a:pt x="101652" y="20101"/>
                  <a:pt x="102574" y="22052"/>
                  <a:pt x="103169" y="24070"/>
                </a:cubicBezTo>
                <a:cubicBezTo>
                  <a:pt x="103764" y="26089"/>
                  <a:pt x="104062" y="28059"/>
                  <a:pt x="104062" y="29981"/>
                </a:cubicBezTo>
                <a:moveTo>
                  <a:pt x="79009" y="71646"/>
                </a:moveTo>
                <a:cubicBezTo>
                  <a:pt x="80084" y="71646"/>
                  <a:pt x="81082" y="71848"/>
                  <a:pt x="82004" y="72251"/>
                </a:cubicBezTo>
                <a:cubicBezTo>
                  <a:pt x="82925" y="72654"/>
                  <a:pt x="83722" y="73201"/>
                  <a:pt x="84394" y="73892"/>
                </a:cubicBezTo>
                <a:cubicBezTo>
                  <a:pt x="85066" y="74584"/>
                  <a:pt x="85594" y="75399"/>
                  <a:pt x="85977" y="76340"/>
                </a:cubicBezTo>
                <a:cubicBezTo>
                  <a:pt x="86361" y="77281"/>
                  <a:pt x="86553" y="78270"/>
                  <a:pt x="86553" y="79306"/>
                </a:cubicBezTo>
                <a:cubicBezTo>
                  <a:pt x="86553" y="80343"/>
                  <a:pt x="86361" y="81322"/>
                  <a:pt x="85977" y="82244"/>
                </a:cubicBezTo>
                <a:cubicBezTo>
                  <a:pt x="85594" y="83165"/>
                  <a:pt x="85066" y="83962"/>
                  <a:pt x="84394" y="84634"/>
                </a:cubicBezTo>
                <a:cubicBezTo>
                  <a:pt x="83722" y="85306"/>
                  <a:pt x="82925" y="85843"/>
                  <a:pt x="82004" y="86246"/>
                </a:cubicBezTo>
                <a:cubicBezTo>
                  <a:pt x="81082" y="86649"/>
                  <a:pt x="80084" y="86851"/>
                  <a:pt x="79009" y="86851"/>
                </a:cubicBezTo>
                <a:cubicBezTo>
                  <a:pt x="77972" y="86851"/>
                  <a:pt x="76993" y="86649"/>
                  <a:pt x="76071" y="86246"/>
                </a:cubicBezTo>
                <a:cubicBezTo>
                  <a:pt x="75150" y="85843"/>
                  <a:pt x="74344" y="85306"/>
                  <a:pt x="73652" y="84634"/>
                </a:cubicBezTo>
                <a:cubicBezTo>
                  <a:pt x="72961" y="83962"/>
                  <a:pt x="72424" y="83165"/>
                  <a:pt x="72040" y="82244"/>
                </a:cubicBezTo>
                <a:cubicBezTo>
                  <a:pt x="71656" y="81322"/>
                  <a:pt x="71464" y="80343"/>
                  <a:pt x="71464" y="79306"/>
                </a:cubicBezTo>
                <a:cubicBezTo>
                  <a:pt x="71464" y="78270"/>
                  <a:pt x="71656" y="77281"/>
                  <a:pt x="72040" y="76340"/>
                </a:cubicBezTo>
                <a:cubicBezTo>
                  <a:pt x="72424" y="75399"/>
                  <a:pt x="72961" y="74584"/>
                  <a:pt x="73652" y="73892"/>
                </a:cubicBezTo>
                <a:cubicBezTo>
                  <a:pt x="74344" y="73201"/>
                  <a:pt x="75150" y="72654"/>
                  <a:pt x="76071" y="72251"/>
                </a:cubicBezTo>
                <a:cubicBezTo>
                  <a:pt x="76993" y="71848"/>
                  <a:pt x="77972" y="71646"/>
                  <a:pt x="79009" y="71646"/>
                </a:cubicBezTo>
                <a:close/>
                <a:moveTo>
                  <a:pt x="209002" y="4377"/>
                </a:moveTo>
                <a:lnTo>
                  <a:pt x="207390" y="31446"/>
                </a:lnTo>
                <a:lnTo>
                  <a:pt x="197944" y="31446"/>
                </a:lnTo>
                <a:lnTo>
                  <a:pt x="196274" y="4377"/>
                </a:lnTo>
                <a:lnTo>
                  <a:pt x="209002" y="4377"/>
                </a:lnTo>
                <a:moveTo>
                  <a:pt x="231406" y="4377"/>
                </a:moveTo>
                <a:lnTo>
                  <a:pt x="229794" y="31446"/>
                </a:lnTo>
                <a:lnTo>
                  <a:pt x="220348" y="31446"/>
                </a:lnTo>
                <a:lnTo>
                  <a:pt x="218678" y="4377"/>
                </a:lnTo>
                <a:lnTo>
                  <a:pt x="231406" y="4377"/>
                </a:lnTo>
                <a:close/>
                <a:moveTo>
                  <a:pt x="292330" y="109428"/>
                </a:moveTo>
                <a:lnTo>
                  <a:pt x="263937" y="109428"/>
                </a:lnTo>
                <a:lnTo>
                  <a:pt x="263937" y="101365"/>
                </a:lnTo>
                <a:lnTo>
                  <a:pt x="282655" y="101365"/>
                </a:lnTo>
                <a:lnTo>
                  <a:pt x="282655" y="10482"/>
                </a:lnTo>
                <a:lnTo>
                  <a:pt x="263937" y="10482"/>
                </a:lnTo>
                <a:lnTo>
                  <a:pt x="263937" y="2419"/>
                </a:lnTo>
                <a:lnTo>
                  <a:pt x="292330" y="2419"/>
                </a:lnTo>
                <a:lnTo>
                  <a:pt x="292330" y="109428"/>
                </a:lnTo>
                <a:close/>
                <a:moveTo>
                  <a:pt x="339457" y="4377"/>
                </a:moveTo>
                <a:lnTo>
                  <a:pt x="337844" y="31446"/>
                </a:lnTo>
                <a:lnTo>
                  <a:pt x="328399" y="31446"/>
                </a:lnTo>
                <a:lnTo>
                  <a:pt x="326728" y="4377"/>
                </a:lnTo>
                <a:lnTo>
                  <a:pt x="339457" y="4377"/>
                </a:lnTo>
                <a:moveTo>
                  <a:pt x="361860" y="4377"/>
                </a:moveTo>
                <a:lnTo>
                  <a:pt x="360248" y="31446"/>
                </a:lnTo>
                <a:lnTo>
                  <a:pt x="350803" y="31446"/>
                </a:lnTo>
                <a:lnTo>
                  <a:pt x="349132" y="4377"/>
                </a:lnTo>
                <a:lnTo>
                  <a:pt x="361860" y="4377"/>
                </a:lnTo>
                <a:close/>
                <a:moveTo>
                  <a:pt x="507027" y="27990"/>
                </a:moveTo>
                <a:lnTo>
                  <a:pt x="498618" y="85814"/>
                </a:lnTo>
                <a:lnTo>
                  <a:pt x="486466" y="85814"/>
                </a:lnTo>
                <a:lnTo>
                  <a:pt x="478115" y="61625"/>
                </a:lnTo>
                <a:lnTo>
                  <a:pt x="476445" y="55751"/>
                </a:lnTo>
                <a:lnTo>
                  <a:pt x="474544" y="61971"/>
                </a:lnTo>
                <a:lnTo>
                  <a:pt x="466539" y="85814"/>
                </a:lnTo>
                <a:lnTo>
                  <a:pt x="454732" y="85814"/>
                </a:lnTo>
                <a:lnTo>
                  <a:pt x="446381" y="27990"/>
                </a:lnTo>
                <a:lnTo>
                  <a:pt x="456172" y="27990"/>
                </a:lnTo>
                <a:lnTo>
                  <a:pt x="461010" y="67269"/>
                </a:lnTo>
                <a:lnTo>
                  <a:pt x="462047" y="76023"/>
                </a:lnTo>
                <a:lnTo>
                  <a:pt x="464523" y="68363"/>
                </a:lnTo>
                <a:lnTo>
                  <a:pt x="472932" y="42389"/>
                </a:lnTo>
                <a:lnTo>
                  <a:pt x="480131" y="42389"/>
                </a:lnTo>
                <a:lnTo>
                  <a:pt x="489173" y="68018"/>
                </a:lnTo>
                <a:lnTo>
                  <a:pt x="491765" y="75678"/>
                </a:lnTo>
                <a:lnTo>
                  <a:pt x="492629" y="67557"/>
                </a:lnTo>
                <a:lnTo>
                  <a:pt x="497121" y="27990"/>
                </a:lnTo>
                <a:lnTo>
                  <a:pt x="507027" y="27990"/>
                </a:lnTo>
                <a:close/>
                <a:moveTo>
                  <a:pt x="563732" y="70034"/>
                </a:moveTo>
                <a:cubicBezTo>
                  <a:pt x="563732" y="72069"/>
                  <a:pt x="563387" y="73892"/>
                  <a:pt x="562695" y="75505"/>
                </a:cubicBezTo>
                <a:cubicBezTo>
                  <a:pt x="562004" y="77118"/>
                  <a:pt x="561064" y="78548"/>
                  <a:pt x="559873" y="79796"/>
                </a:cubicBezTo>
                <a:cubicBezTo>
                  <a:pt x="558683" y="81044"/>
                  <a:pt x="557301" y="82109"/>
                  <a:pt x="555727" y="82992"/>
                </a:cubicBezTo>
                <a:cubicBezTo>
                  <a:pt x="554152" y="83875"/>
                  <a:pt x="552473" y="84605"/>
                  <a:pt x="550687" y="85181"/>
                </a:cubicBezTo>
                <a:cubicBezTo>
                  <a:pt x="548902" y="85757"/>
                  <a:pt x="547068" y="86179"/>
                  <a:pt x="545187" y="86448"/>
                </a:cubicBezTo>
                <a:cubicBezTo>
                  <a:pt x="543306" y="86717"/>
                  <a:pt x="541463" y="86851"/>
                  <a:pt x="539658" y="86851"/>
                </a:cubicBezTo>
                <a:cubicBezTo>
                  <a:pt x="535742" y="86851"/>
                  <a:pt x="532142" y="86678"/>
                  <a:pt x="528859" y="86333"/>
                </a:cubicBezTo>
                <a:cubicBezTo>
                  <a:pt x="525576" y="85987"/>
                  <a:pt x="522361" y="85430"/>
                  <a:pt x="519212" y="84662"/>
                </a:cubicBezTo>
                <a:lnTo>
                  <a:pt x="519212" y="75447"/>
                </a:lnTo>
                <a:cubicBezTo>
                  <a:pt x="522591" y="76407"/>
                  <a:pt x="525951" y="77137"/>
                  <a:pt x="529291" y="77636"/>
                </a:cubicBezTo>
                <a:cubicBezTo>
                  <a:pt x="532632" y="78135"/>
                  <a:pt x="535953" y="78385"/>
                  <a:pt x="539255" y="78385"/>
                </a:cubicBezTo>
                <a:cubicBezTo>
                  <a:pt x="544054" y="78385"/>
                  <a:pt x="547606" y="77732"/>
                  <a:pt x="549910" y="76427"/>
                </a:cubicBezTo>
                <a:cubicBezTo>
                  <a:pt x="552213" y="75121"/>
                  <a:pt x="553365" y="73259"/>
                  <a:pt x="553365" y="70840"/>
                </a:cubicBezTo>
                <a:cubicBezTo>
                  <a:pt x="553365" y="69803"/>
                  <a:pt x="553183" y="68872"/>
                  <a:pt x="552818" y="68047"/>
                </a:cubicBezTo>
                <a:cubicBezTo>
                  <a:pt x="552453" y="67221"/>
                  <a:pt x="551791" y="66434"/>
                  <a:pt x="550831" y="65685"/>
                </a:cubicBezTo>
                <a:cubicBezTo>
                  <a:pt x="549871" y="64937"/>
                  <a:pt x="548383" y="64159"/>
                  <a:pt x="546368" y="63353"/>
                </a:cubicBezTo>
                <a:cubicBezTo>
                  <a:pt x="544352" y="62547"/>
                  <a:pt x="541597" y="61625"/>
                  <a:pt x="538103" y="60588"/>
                </a:cubicBezTo>
                <a:cubicBezTo>
                  <a:pt x="535492" y="59820"/>
                  <a:pt x="533083" y="58947"/>
                  <a:pt x="530875" y="57968"/>
                </a:cubicBezTo>
                <a:cubicBezTo>
                  <a:pt x="528667" y="56989"/>
                  <a:pt x="526757" y="55827"/>
                  <a:pt x="525144" y="54483"/>
                </a:cubicBezTo>
                <a:cubicBezTo>
                  <a:pt x="523532" y="53140"/>
                  <a:pt x="522265" y="51565"/>
                  <a:pt x="521343" y="49761"/>
                </a:cubicBezTo>
                <a:cubicBezTo>
                  <a:pt x="520422" y="47956"/>
                  <a:pt x="519961" y="45825"/>
                  <a:pt x="519961" y="43368"/>
                </a:cubicBezTo>
                <a:cubicBezTo>
                  <a:pt x="519961" y="41755"/>
                  <a:pt x="520335" y="39989"/>
                  <a:pt x="521084" y="38069"/>
                </a:cubicBezTo>
                <a:cubicBezTo>
                  <a:pt x="521833" y="36150"/>
                  <a:pt x="523110" y="34364"/>
                  <a:pt x="524914" y="32713"/>
                </a:cubicBezTo>
                <a:cubicBezTo>
                  <a:pt x="526719" y="31062"/>
                  <a:pt x="529157" y="29689"/>
                  <a:pt x="532228" y="28595"/>
                </a:cubicBezTo>
                <a:cubicBezTo>
                  <a:pt x="535300" y="27501"/>
                  <a:pt x="539140" y="26954"/>
                  <a:pt x="543747" y="26954"/>
                </a:cubicBezTo>
                <a:cubicBezTo>
                  <a:pt x="546013" y="26954"/>
                  <a:pt x="548527" y="27079"/>
                  <a:pt x="551292" y="27328"/>
                </a:cubicBezTo>
                <a:cubicBezTo>
                  <a:pt x="554056" y="27578"/>
                  <a:pt x="556936" y="28010"/>
                  <a:pt x="559931" y="28624"/>
                </a:cubicBezTo>
                <a:lnTo>
                  <a:pt x="559931" y="37551"/>
                </a:lnTo>
                <a:cubicBezTo>
                  <a:pt x="556783" y="36783"/>
                  <a:pt x="553797" y="36217"/>
                  <a:pt x="550975" y="35852"/>
                </a:cubicBezTo>
                <a:cubicBezTo>
                  <a:pt x="548153" y="35487"/>
                  <a:pt x="545705" y="35305"/>
                  <a:pt x="543632" y="35305"/>
                </a:cubicBezTo>
                <a:cubicBezTo>
                  <a:pt x="541136" y="35305"/>
                  <a:pt x="539034" y="35497"/>
                  <a:pt x="537326" y="35881"/>
                </a:cubicBezTo>
                <a:cubicBezTo>
                  <a:pt x="535617" y="36265"/>
                  <a:pt x="534235" y="36793"/>
                  <a:pt x="533179" y="37465"/>
                </a:cubicBezTo>
                <a:cubicBezTo>
                  <a:pt x="532123" y="38136"/>
                  <a:pt x="531365" y="38924"/>
                  <a:pt x="530904" y="39826"/>
                </a:cubicBezTo>
                <a:cubicBezTo>
                  <a:pt x="530443" y="40728"/>
                  <a:pt x="530213" y="41698"/>
                  <a:pt x="530213" y="42734"/>
                </a:cubicBezTo>
                <a:cubicBezTo>
                  <a:pt x="530213" y="43771"/>
                  <a:pt x="530414" y="44712"/>
                  <a:pt x="530817" y="45556"/>
                </a:cubicBezTo>
                <a:cubicBezTo>
                  <a:pt x="531221" y="46401"/>
                  <a:pt x="531969" y="47217"/>
                  <a:pt x="533064" y="48004"/>
                </a:cubicBezTo>
                <a:cubicBezTo>
                  <a:pt x="534158" y="48791"/>
                  <a:pt x="535684" y="49578"/>
                  <a:pt x="537642" y="50366"/>
                </a:cubicBezTo>
                <a:cubicBezTo>
                  <a:pt x="539600" y="51153"/>
                  <a:pt x="542154" y="52007"/>
                  <a:pt x="545302" y="52928"/>
                </a:cubicBezTo>
                <a:cubicBezTo>
                  <a:pt x="548719" y="53927"/>
                  <a:pt x="551599" y="54973"/>
                  <a:pt x="553941" y="56067"/>
                </a:cubicBezTo>
                <a:cubicBezTo>
                  <a:pt x="556283" y="57162"/>
                  <a:pt x="558184" y="58381"/>
                  <a:pt x="559643" y="59724"/>
                </a:cubicBezTo>
                <a:cubicBezTo>
                  <a:pt x="561102" y="61068"/>
                  <a:pt x="562148" y="62585"/>
                  <a:pt x="562782" y="64274"/>
                </a:cubicBezTo>
                <a:cubicBezTo>
                  <a:pt x="563415" y="65964"/>
                  <a:pt x="563732" y="67884"/>
                  <a:pt x="563732" y="7003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ws::=|&quot;&quot;|&quot;\n&quot;">
            <a:extLst xmlns:a="http://schemas.openxmlformats.org/drawingml/2006/main">
              <a:ext uri="{FF2B5EF4-FFF2-40B4-BE49-F238E27FC236}">
                <a16:creationId xmlns:a16="http://schemas.microsoft.com/office/drawing/2014/main" id="{3DE2C6CB-48F4-4FBD-8251-6988117A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37" y="1941047"/>
            <a:ext cx="1227418" cy="118214"/>
          </a:xfrm>
          <a:custGeom xmlns:a="http://schemas.openxmlformats.org/drawingml/2006/main">
            <a:pathLst>
              <a:path w="1227418" h="118214">
                <a:moveTo>
                  <a:pt x="60781" y="36595"/>
                </a:moveTo>
                <a:lnTo>
                  <a:pt x="52353" y="94548"/>
                </a:lnTo>
                <a:lnTo>
                  <a:pt x="40174" y="94548"/>
                </a:lnTo>
                <a:lnTo>
                  <a:pt x="31805" y="70305"/>
                </a:lnTo>
                <a:lnTo>
                  <a:pt x="30131" y="64417"/>
                </a:lnTo>
                <a:lnTo>
                  <a:pt x="28226" y="70651"/>
                </a:lnTo>
                <a:lnTo>
                  <a:pt x="20203" y="94548"/>
                </a:lnTo>
                <a:lnTo>
                  <a:pt x="8370" y="94548"/>
                </a:lnTo>
                <a:lnTo>
                  <a:pt x="0" y="36595"/>
                </a:lnTo>
                <a:lnTo>
                  <a:pt x="9813" y="36595"/>
                </a:lnTo>
                <a:lnTo>
                  <a:pt x="14661" y="75961"/>
                </a:lnTo>
                <a:lnTo>
                  <a:pt x="15700" y="84735"/>
                </a:lnTo>
                <a:lnTo>
                  <a:pt x="18182" y="77058"/>
                </a:lnTo>
                <a:lnTo>
                  <a:pt x="26610" y="51026"/>
                </a:lnTo>
                <a:lnTo>
                  <a:pt x="33825" y="51026"/>
                </a:lnTo>
                <a:lnTo>
                  <a:pt x="42887" y="76712"/>
                </a:lnTo>
                <a:lnTo>
                  <a:pt x="45485" y="84389"/>
                </a:lnTo>
                <a:lnTo>
                  <a:pt x="46350" y="76250"/>
                </a:lnTo>
                <a:lnTo>
                  <a:pt x="50853" y="36595"/>
                </a:lnTo>
                <a:lnTo>
                  <a:pt x="60781" y="36595"/>
                </a:lnTo>
                <a:close/>
                <a:moveTo>
                  <a:pt x="117415" y="78732"/>
                </a:moveTo>
                <a:cubicBezTo>
                  <a:pt x="117415" y="80772"/>
                  <a:pt x="117068" y="82599"/>
                  <a:pt x="116376" y="84216"/>
                </a:cubicBezTo>
                <a:cubicBezTo>
                  <a:pt x="115683" y="85832"/>
                  <a:pt x="114740" y="87265"/>
                  <a:pt x="113547" y="88516"/>
                </a:cubicBezTo>
                <a:cubicBezTo>
                  <a:pt x="112354" y="89767"/>
                  <a:pt x="110969" y="90834"/>
                  <a:pt x="109391" y="91719"/>
                </a:cubicBezTo>
                <a:cubicBezTo>
                  <a:pt x="107814" y="92605"/>
                  <a:pt x="106130" y="93336"/>
                  <a:pt x="104341" y="93913"/>
                </a:cubicBezTo>
                <a:cubicBezTo>
                  <a:pt x="102551" y="94490"/>
                  <a:pt x="100714" y="94913"/>
                  <a:pt x="98828" y="95183"/>
                </a:cubicBezTo>
                <a:cubicBezTo>
                  <a:pt x="96943" y="95452"/>
                  <a:pt x="95096" y="95587"/>
                  <a:pt x="93287" y="95587"/>
                </a:cubicBezTo>
                <a:cubicBezTo>
                  <a:pt x="89362" y="95587"/>
                  <a:pt x="85754" y="95414"/>
                  <a:pt x="82464" y="95067"/>
                </a:cubicBezTo>
                <a:cubicBezTo>
                  <a:pt x="79174" y="94721"/>
                  <a:pt x="75951" y="94163"/>
                  <a:pt x="72796" y="93393"/>
                </a:cubicBezTo>
                <a:lnTo>
                  <a:pt x="72796" y="84158"/>
                </a:lnTo>
                <a:cubicBezTo>
                  <a:pt x="76182" y="85120"/>
                  <a:pt x="79549" y="85851"/>
                  <a:pt x="82897" y="86351"/>
                </a:cubicBezTo>
                <a:cubicBezTo>
                  <a:pt x="86245" y="86852"/>
                  <a:pt x="89574" y="87102"/>
                  <a:pt x="92883" y="87102"/>
                </a:cubicBezTo>
                <a:cubicBezTo>
                  <a:pt x="97693" y="87102"/>
                  <a:pt x="101253" y="86448"/>
                  <a:pt x="103562" y="85139"/>
                </a:cubicBezTo>
                <a:cubicBezTo>
                  <a:pt x="105870" y="83831"/>
                  <a:pt x="107025" y="81965"/>
                  <a:pt x="107025" y="79540"/>
                </a:cubicBezTo>
                <a:cubicBezTo>
                  <a:pt x="107025" y="78501"/>
                  <a:pt x="106842" y="77568"/>
                  <a:pt x="106476" y="76741"/>
                </a:cubicBezTo>
                <a:cubicBezTo>
                  <a:pt x="106111" y="75913"/>
                  <a:pt x="105447" y="75125"/>
                  <a:pt x="104485" y="74374"/>
                </a:cubicBezTo>
                <a:cubicBezTo>
                  <a:pt x="103523" y="73624"/>
                  <a:pt x="102032" y="72845"/>
                  <a:pt x="100012" y="72036"/>
                </a:cubicBezTo>
                <a:cubicBezTo>
                  <a:pt x="97991" y="71228"/>
                  <a:pt x="95230" y="70305"/>
                  <a:pt x="91729" y="69266"/>
                </a:cubicBezTo>
                <a:cubicBezTo>
                  <a:pt x="89112" y="68496"/>
                  <a:pt x="86697" y="67621"/>
                  <a:pt x="84485" y="66639"/>
                </a:cubicBezTo>
                <a:cubicBezTo>
                  <a:pt x="82272" y="65658"/>
                  <a:pt x="80357" y="64494"/>
                  <a:pt x="78741" y="63147"/>
                </a:cubicBezTo>
                <a:cubicBezTo>
                  <a:pt x="77125" y="61800"/>
                  <a:pt x="75855" y="60223"/>
                  <a:pt x="74932" y="58414"/>
                </a:cubicBezTo>
                <a:cubicBezTo>
                  <a:pt x="74008" y="56606"/>
                  <a:pt x="73546" y="54470"/>
                  <a:pt x="73546" y="52007"/>
                </a:cubicBezTo>
                <a:cubicBezTo>
                  <a:pt x="73546" y="50391"/>
                  <a:pt x="73922" y="48621"/>
                  <a:pt x="74672" y="46697"/>
                </a:cubicBezTo>
                <a:cubicBezTo>
                  <a:pt x="75422" y="44773"/>
                  <a:pt x="76702" y="42983"/>
                  <a:pt x="78510" y="41329"/>
                </a:cubicBezTo>
                <a:cubicBezTo>
                  <a:pt x="80319" y="39674"/>
                  <a:pt x="82763" y="38298"/>
                  <a:pt x="85841" y="37202"/>
                </a:cubicBezTo>
                <a:cubicBezTo>
                  <a:pt x="88919" y="36105"/>
                  <a:pt x="92768" y="35556"/>
                  <a:pt x="97385" y="35556"/>
                </a:cubicBezTo>
                <a:cubicBezTo>
                  <a:pt x="99656" y="35556"/>
                  <a:pt x="102176" y="35682"/>
                  <a:pt x="104947" y="35932"/>
                </a:cubicBezTo>
                <a:cubicBezTo>
                  <a:pt x="107717" y="36182"/>
                  <a:pt x="110604" y="36615"/>
                  <a:pt x="113605" y="37230"/>
                </a:cubicBezTo>
                <a:lnTo>
                  <a:pt x="113605" y="46177"/>
                </a:lnTo>
                <a:cubicBezTo>
                  <a:pt x="110450" y="45408"/>
                  <a:pt x="107458" y="44840"/>
                  <a:pt x="104629" y="44474"/>
                </a:cubicBezTo>
                <a:cubicBezTo>
                  <a:pt x="101801" y="44109"/>
                  <a:pt x="99348" y="43926"/>
                  <a:pt x="97270" y="43926"/>
                </a:cubicBezTo>
                <a:cubicBezTo>
                  <a:pt x="94769" y="43926"/>
                  <a:pt x="92662" y="44118"/>
                  <a:pt x="90949" y="44503"/>
                </a:cubicBezTo>
                <a:cubicBezTo>
                  <a:pt x="89237" y="44888"/>
                  <a:pt x="87852" y="45417"/>
                  <a:pt x="86793" y="46091"/>
                </a:cubicBezTo>
                <a:cubicBezTo>
                  <a:pt x="85735" y="46764"/>
                  <a:pt x="84975" y="47553"/>
                  <a:pt x="84513" y="48457"/>
                </a:cubicBezTo>
                <a:cubicBezTo>
                  <a:pt x="84052" y="49362"/>
                  <a:pt x="83821" y="50333"/>
                  <a:pt x="83821" y="51372"/>
                </a:cubicBezTo>
                <a:cubicBezTo>
                  <a:pt x="83821" y="52411"/>
                  <a:pt x="84023" y="53354"/>
                  <a:pt x="84427" y="54200"/>
                </a:cubicBezTo>
                <a:cubicBezTo>
                  <a:pt x="84831" y="55047"/>
                  <a:pt x="85581" y="55865"/>
                  <a:pt x="86678" y="56654"/>
                </a:cubicBezTo>
                <a:cubicBezTo>
                  <a:pt x="87775" y="57443"/>
                  <a:pt x="89304" y="58231"/>
                  <a:pt x="91267" y="59020"/>
                </a:cubicBezTo>
                <a:cubicBezTo>
                  <a:pt x="93229" y="59809"/>
                  <a:pt x="95788" y="60665"/>
                  <a:pt x="98944" y="61589"/>
                </a:cubicBezTo>
                <a:cubicBezTo>
                  <a:pt x="102369" y="62589"/>
                  <a:pt x="105255" y="63638"/>
                  <a:pt x="107602" y="64735"/>
                </a:cubicBezTo>
                <a:cubicBezTo>
                  <a:pt x="109949" y="65831"/>
                  <a:pt x="111854" y="67053"/>
                  <a:pt x="113316" y="68400"/>
                </a:cubicBezTo>
                <a:cubicBezTo>
                  <a:pt x="114779" y="69747"/>
                  <a:pt x="115827" y="71267"/>
                  <a:pt x="116462" y="72960"/>
                </a:cubicBezTo>
                <a:cubicBezTo>
                  <a:pt x="117097" y="74653"/>
                  <a:pt x="117415" y="76577"/>
                  <a:pt x="117415" y="78732"/>
                </a:cubicBezTo>
                <a:close/>
                <a:moveTo>
                  <a:pt x="226714" y="35556"/>
                </a:moveTo>
                <a:cubicBezTo>
                  <a:pt x="227907" y="35556"/>
                  <a:pt x="229042" y="35797"/>
                  <a:pt x="230120" y="36278"/>
                </a:cubicBezTo>
                <a:cubicBezTo>
                  <a:pt x="231197" y="36759"/>
                  <a:pt x="232140" y="37404"/>
                  <a:pt x="232948" y="38212"/>
                </a:cubicBezTo>
                <a:cubicBezTo>
                  <a:pt x="233756" y="39020"/>
                  <a:pt x="234401" y="39963"/>
                  <a:pt x="234882" y="41040"/>
                </a:cubicBezTo>
                <a:cubicBezTo>
                  <a:pt x="235363" y="42117"/>
                  <a:pt x="235603" y="43253"/>
                  <a:pt x="235603" y="44446"/>
                </a:cubicBezTo>
                <a:cubicBezTo>
                  <a:pt x="235603" y="45677"/>
                  <a:pt x="235363" y="46822"/>
                  <a:pt x="234882" y="47880"/>
                </a:cubicBezTo>
                <a:cubicBezTo>
                  <a:pt x="234401" y="48938"/>
                  <a:pt x="233756" y="49871"/>
                  <a:pt x="232948" y="50679"/>
                </a:cubicBezTo>
                <a:cubicBezTo>
                  <a:pt x="232140" y="51488"/>
                  <a:pt x="231197" y="52123"/>
                  <a:pt x="230120" y="52584"/>
                </a:cubicBezTo>
                <a:cubicBezTo>
                  <a:pt x="229042" y="53046"/>
                  <a:pt x="227907" y="53277"/>
                  <a:pt x="226714" y="53277"/>
                </a:cubicBezTo>
                <a:cubicBezTo>
                  <a:pt x="225483" y="53277"/>
                  <a:pt x="224338" y="53046"/>
                  <a:pt x="223280" y="52584"/>
                </a:cubicBezTo>
                <a:cubicBezTo>
                  <a:pt x="222222" y="52123"/>
                  <a:pt x="221288" y="51488"/>
                  <a:pt x="220480" y="50679"/>
                </a:cubicBezTo>
                <a:cubicBezTo>
                  <a:pt x="219672" y="49871"/>
                  <a:pt x="219037" y="48938"/>
                  <a:pt x="218576" y="47880"/>
                </a:cubicBezTo>
                <a:cubicBezTo>
                  <a:pt x="218114" y="46822"/>
                  <a:pt x="217883" y="45677"/>
                  <a:pt x="217883" y="44446"/>
                </a:cubicBezTo>
                <a:cubicBezTo>
                  <a:pt x="217883" y="43253"/>
                  <a:pt x="218114" y="42117"/>
                  <a:pt x="218576" y="41040"/>
                </a:cubicBezTo>
                <a:cubicBezTo>
                  <a:pt x="219037" y="39963"/>
                  <a:pt x="219672" y="39020"/>
                  <a:pt x="220480" y="38212"/>
                </a:cubicBezTo>
                <a:cubicBezTo>
                  <a:pt x="221288" y="37404"/>
                  <a:pt x="222222" y="36759"/>
                  <a:pt x="223280" y="36278"/>
                </a:cubicBezTo>
                <a:cubicBezTo>
                  <a:pt x="224338" y="35797"/>
                  <a:pt x="225483" y="35556"/>
                  <a:pt x="226714" y="35556"/>
                </a:cubicBezTo>
                <a:moveTo>
                  <a:pt x="226714" y="77866"/>
                </a:moveTo>
                <a:cubicBezTo>
                  <a:pt x="227907" y="77866"/>
                  <a:pt x="229042" y="78107"/>
                  <a:pt x="230120" y="78588"/>
                </a:cubicBezTo>
                <a:cubicBezTo>
                  <a:pt x="231197" y="79069"/>
                  <a:pt x="232140" y="79713"/>
                  <a:pt x="232948" y="80521"/>
                </a:cubicBezTo>
                <a:cubicBezTo>
                  <a:pt x="233756" y="81330"/>
                  <a:pt x="234401" y="82272"/>
                  <a:pt x="234882" y="83350"/>
                </a:cubicBezTo>
                <a:cubicBezTo>
                  <a:pt x="235363" y="84427"/>
                  <a:pt x="235603" y="85562"/>
                  <a:pt x="235603" y="86755"/>
                </a:cubicBezTo>
                <a:cubicBezTo>
                  <a:pt x="235603" y="87987"/>
                  <a:pt x="235363" y="89132"/>
                  <a:pt x="234882" y="90190"/>
                </a:cubicBezTo>
                <a:cubicBezTo>
                  <a:pt x="234401" y="91248"/>
                  <a:pt x="233756" y="92181"/>
                  <a:pt x="232948" y="92989"/>
                </a:cubicBezTo>
                <a:cubicBezTo>
                  <a:pt x="232140" y="93797"/>
                  <a:pt x="231197" y="94432"/>
                  <a:pt x="230120" y="94894"/>
                </a:cubicBezTo>
                <a:cubicBezTo>
                  <a:pt x="229042" y="95356"/>
                  <a:pt x="227907" y="95587"/>
                  <a:pt x="226714" y="95587"/>
                </a:cubicBezTo>
                <a:cubicBezTo>
                  <a:pt x="225483" y="95587"/>
                  <a:pt x="224338" y="95356"/>
                  <a:pt x="223280" y="94894"/>
                </a:cubicBezTo>
                <a:cubicBezTo>
                  <a:pt x="222222" y="94432"/>
                  <a:pt x="221288" y="93797"/>
                  <a:pt x="220480" y="92989"/>
                </a:cubicBezTo>
                <a:cubicBezTo>
                  <a:pt x="219672" y="92181"/>
                  <a:pt x="219037" y="91248"/>
                  <a:pt x="218576" y="90190"/>
                </a:cubicBezTo>
                <a:cubicBezTo>
                  <a:pt x="218114" y="89132"/>
                  <a:pt x="217883" y="87987"/>
                  <a:pt x="217883" y="86755"/>
                </a:cubicBezTo>
                <a:cubicBezTo>
                  <a:pt x="217883" y="85562"/>
                  <a:pt x="218114" y="84427"/>
                  <a:pt x="218576" y="83350"/>
                </a:cubicBezTo>
                <a:cubicBezTo>
                  <a:pt x="219037" y="82272"/>
                  <a:pt x="219672" y="81330"/>
                  <a:pt x="220480" y="80521"/>
                </a:cubicBezTo>
                <a:cubicBezTo>
                  <a:pt x="221288" y="79713"/>
                  <a:pt x="222222" y="79069"/>
                  <a:pt x="223280" y="78588"/>
                </a:cubicBezTo>
                <a:cubicBezTo>
                  <a:pt x="224338" y="78107"/>
                  <a:pt x="225483" y="77866"/>
                  <a:pt x="226714" y="77866"/>
                </a:cubicBezTo>
                <a:close/>
                <a:moveTo>
                  <a:pt x="291141" y="35556"/>
                </a:moveTo>
                <a:cubicBezTo>
                  <a:pt x="292334" y="35556"/>
                  <a:pt x="293469" y="35797"/>
                  <a:pt x="294546" y="36278"/>
                </a:cubicBezTo>
                <a:cubicBezTo>
                  <a:pt x="295624" y="36759"/>
                  <a:pt x="296566" y="37404"/>
                  <a:pt x="297375" y="38212"/>
                </a:cubicBezTo>
                <a:cubicBezTo>
                  <a:pt x="298183" y="39020"/>
                  <a:pt x="298827" y="39963"/>
                  <a:pt x="299308" y="41040"/>
                </a:cubicBezTo>
                <a:cubicBezTo>
                  <a:pt x="299789" y="42117"/>
                  <a:pt x="300030" y="43253"/>
                  <a:pt x="300030" y="44446"/>
                </a:cubicBezTo>
                <a:cubicBezTo>
                  <a:pt x="300030" y="45677"/>
                  <a:pt x="299789" y="46822"/>
                  <a:pt x="299308" y="47880"/>
                </a:cubicBezTo>
                <a:cubicBezTo>
                  <a:pt x="298827" y="48938"/>
                  <a:pt x="298183" y="49871"/>
                  <a:pt x="297375" y="50679"/>
                </a:cubicBezTo>
                <a:cubicBezTo>
                  <a:pt x="296566" y="51488"/>
                  <a:pt x="295624" y="52123"/>
                  <a:pt x="294546" y="52584"/>
                </a:cubicBezTo>
                <a:cubicBezTo>
                  <a:pt x="293469" y="53046"/>
                  <a:pt x="292334" y="53277"/>
                  <a:pt x="291141" y="53277"/>
                </a:cubicBezTo>
                <a:cubicBezTo>
                  <a:pt x="289909" y="53277"/>
                  <a:pt x="288764" y="53046"/>
                  <a:pt x="287706" y="52584"/>
                </a:cubicBezTo>
                <a:cubicBezTo>
                  <a:pt x="286648" y="52123"/>
                  <a:pt x="285715" y="51488"/>
                  <a:pt x="284907" y="50679"/>
                </a:cubicBezTo>
                <a:cubicBezTo>
                  <a:pt x="284099" y="49871"/>
                  <a:pt x="283464" y="48938"/>
                  <a:pt x="283002" y="47880"/>
                </a:cubicBezTo>
                <a:cubicBezTo>
                  <a:pt x="282540" y="46822"/>
                  <a:pt x="282309" y="45677"/>
                  <a:pt x="282309" y="44446"/>
                </a:cubicBezTo>
                <a:cubicBezTo>
                  <a:pt x="282309" y="43253"/>
                  <a:pt x="282540" y="42117"/>
                  <a:pt x="283002" y="41040"/>
                </a:cubicBezTo>
                <a:cubicBezTo>
                  <a:pt x="283464" y="39963"/>
                  <a:pt x="284099" y="39020"/>
                  <a:pt x="284907" y="38212"/>
                </a:cubicBezTo>
                <a:cubicBezTo>
                  <a:pt x="285715" y="37404"/>
                  <a:pt x="286648" y="36759"/>
                  <a:pt x="287706" y="36278"/>
                </a:cubicBezTo>
                <a:cubicBezTo>
                  <a:pt x="288764" y="35797"/>
                  <a:pt x="289909" y="35556"/>
                  <a:pt x="291141" y="35556"/>
                </a:cubicBezTo>
                <a:moveTo>
                  <a:pt x="291141" y="77866"/>
                </a:moveTo>
                <a:cubicBezTo>
                  <a:pt x="292334" y="77866"/>
                  <a:pt x="293469" y="78107"/>
                  <a:pt x="294546" y="78588"/>
                </a:cubicBezTo>
                <a:cubicBezTo>
                  <a:pt x="295624" y="79069"/>
                  <a:pt x="296566" y="79713"/>
                  <a:pt x="297375" y="80521"/>
                </a:cubicBezTo>
                <a:cubicBezTo>
                  <a:pt x="298183" y="81330"/>
                  <a:pt x="298827" y="82272"/>
                  <a:pt x="299308" y="83350"/>
                </a:cubicBezTo>
                <a:cubicBezTo>
                  <a:pt x="299789" y="84427"/>
                  <a:pt x="300030" y="85562"/>
                  <a:pt x="300030" y="86755"/>
                </a:cubicBezTo>
                <a:cubicBezTo>
                  <a:pt x="300030" y="87987"/>
                  <a:pt x="299789" y="89132"/>
                  <a:pt x="299308" y="90190"/>
                </a:cubicBezTo>
                <a:cubicBezTo>
                  <a:pt x="298827" y="91248"/>
                  <a:pt x="298183" y="92181"/>
                  <a:pt x="297375" y="92989"/>
                </a:cubicBezTo>
                <a:cubicBezTo>
                  <a:pt x="296566" y="93797"/>
                  <a:pt x="295624" y="94432"/>
                  <a:pt x="294546" y="94894"/>
                </a:cubicBezTo>
                <a:cubicBezTo>
                  <a:pt x="293469" y="95356"/>
                  <a:pt x="292334" y="95587"/>
                  <a:pt x="291141" y="95587"/>
                </a:cubicBezTo>
                <a:cubicBezTo>
                  <a:pt x="289909" y="95587"/>
                  <a:pt x="288764" y="95356"/>
                  <a:pt x="287706" y="94894"/>
                </a:cubicBezTo>
                <a:cubicBezTo>
                  <a:pt x="286648" y="94432"/>
                  <a:pt x="285715" y="93797"/>
                  <a:pt x="284907" y="92989"/>
                </a:cubicBezTo>
                <a:cubicBezTo>
                  <a:pt x="284099" y="92181"/>
                  <a:pt x="283464" y="91248"/>
                  <a:pt x="283002" y="90190"/>
                </a:cubicBezTo>
                <a:cubicBezTo>
                  <a:pt x="282540" y="89132"/>
                  <a:pt x="282309" y="87987"/>
                  <a:pt x="282309" y="86755"/>
                </a:cubicBezTo>
                <a:cubicBezTo>
                  <a:pt x="282309" y="85562"/>
                  <a:pt x="282540" y="84427"/>
                  <a:pt x="283002" y="83350"/>
                </a:cubicBezTo>
                <a:cubicBezTo>
                  <a:pt x="283464" y="82272"/>
                  <a:pt x="284099" y="81330"/>
                  <a:pt x="284907" y="80521"/>
                </a:cubicBezTo>
                <a:cubicBezTo>
                  <a:pt x="285715" y="79713"/>
                  <a:pt x="286648" y="79069"/>
                  <a:pt x="287706" y="78588"/>
                </a:cubicBezTo>
                <a:cubicBezTo>
                  <a:pt x="288764" y="78107"/>
                  <a:pt x="289909" y="77866"/>
                  <a:pt x="291141" y="77866"/>
                </a:cubicBezTo>
                <a:close/>
                <a:moveTo>
                  <a:pt x="381924" y="57260"/>
                </a:moveTo>
                <a:lnTo>
                  <a:pt x="332284" y="57260"/>
                </a:lnTo>
                <a:lnTo>
                  <a:pt x="332284" y="48775"/>
                </a:lnTo>
                <a:lnTo>
                  <a:pt x="381924" y="48775"/>
                </a:lnTo>
                <a:lnTo>
                  <a:pt x="381924" y="57260"/>
                </a:lnTo>
                <a:moveTo>
                  <a:pt x="381924" y="77405"/>
                </a:moveTo>
                <a:lnTo>
                  <a:pt x="332284" y="77405"/>
                </a:lnTo>
                <a:lnTo>
                  <a:pt x="332284" y="68919"/>
                </a:lnTo>
                <a:lnTo>
                  <a:pt x="381924" y="68919"/>
                </a:lnTo>
                <a:lnTo>
                  <a:pt x="381924" y="77405"/>
                </a:lnTo>
                <a:close/>
                <a:moveTo>
                  <a:pt x="492227" y="118214"/>
                </a:moveTo>
                <a:lnTo>
                  <a:pt x="482760" y="118214"/>
                </a:lnTo>
                <a:lnTo>
                  <a:pt x="482760" y="0"/>
                </a:lnTo>
                <a:lnTo>
                  <a:pt x="492227" y="0"/>
                </a:lnTo>
                <a:lnTo>
                  <a:pt x="492227" y="118214"/>
                </a:lnTo>
                <a:close/>
                <a:moveTo>
                  <a:pt x="614571" y="12930"/>
                </a:moveTo>
                <a:lnTo>
                  <a:pt x="612955" y="40059"/>
                </a:lnTo>
                <a:lnTo>
                  <a:pt x="603489" y="40059"/>
                </a:lnTo>
                <a:lnTo>
                  <a:pt x="601815" y="12930"/>
                </a:lnTo>
                <a:lnTo>
                  <a:pt x="614571" y="12930"/>
                </a:lnTo>
                <a:moveTo>
                  <a:pt x="637025" y="12930"/>
                </a:moveTo>
                <a:lnTo>
                  <a:pt x="635409" y="40059"/>
                </a:lnTo>
                <a:lnTo>
                  <a:pt x="625942" y="40059"/>
                </a:lnTo>
                <a:lnTo>
                  <a:pt x="624268" y="12930"/>
                </a:lnTo>
                <a:lnTo>
                  <a:pt x="637025" y="12930"/>
                </a:lnTo>
                <a:close/>
                <a:moveTo>
                  <a:pt x="744961" y="12930"/>
                </a:moveTo>
                <a:lnTo>
                  <a:pt x="743345" y="40059"/>
                </a:lnTo>
                <a:lnTo>
                  <a:pt x="733878" y="40059"/>
                </a:lnTo>
                <a:lnTo>
                  <a:pt x="732204" y="12930"/>
                </a:lnTo>
                <a:lnTo>
                  <a:pt x="744961" y="12930"/>
                </a:lnTo>
                <a:moveTo>
                  <a:pt x="767414" y="12930"/>
                </a:moveTo>
                <a:lnTo>
                  <a:pt x="765798" y="40059"/>
                </a:lnTo>
                <a:lnTo>
                  <a:pt x="756332" y="40059"/>
                </a:lnTo>
                <a:lnTo>
                  <a:pt x="754658" y="12930"/>
                </a:lnTo>
                <a:lnTo>
                  <a:pt x="767414" y="12930"/>
                </a:lnTo>
                <a:close/>
                <a:moveTo>
                  <a:pt x="884932" y="118214"/>
                </a:moveTo>
                <a:lnTo>
                  <a:pt x="875466" y="118214"/>
                </a:lnTo>
                <a:lnTo>
                  <a:pt x="875466" y="0"/>
                </a:lnTo>
                <a:lnTo>
                  <a:pt x="884932" y="0"/>
                </a:lnTo>
                <a:lnTo>
                  <a:pt x="884932" y="118214"/>
                </a:lnTo>
                <a:close/>
                <a:moveTo>
                  <a:pt x="1007277" y="12930"/>
                </a:moveTo>
                <a:lnTo>
                  <a:pt x="1005660" y="40059"/>
                </a:lnTo>
                <a:lnTo>
                  <a:pt x="996194" y="40059"/>
                </a:lnTo>
                <a:lnTo>
                  <a:pt x="994520" y="12930"/>
                </a:lnTo>
                <a:lnTo>
                  <a:pt x="1007277" y="12930"/>
                </a:lnTo>
                <a:moveTo>
                  <a:pt x="1029730" y="12930"/>
                </a:moveTo>
                <a:lnTo>
                  <a:pt x="1028114" y="40059"/>
                </a:lnTo>
                <a:lnTo>
                  <a:pt x="1018648" y="40059"/>
                </a:lnTo>
                <a:lnTo>
                  <a:pt x="1016974" y="12930"/>
                </a:lnTo>
                <a:lnTo>
                  <a:pt x="1029730" y="12930"/>
                </a:lnTo>
                <a:close/>
                <a:moveTo>
                  <a:pt x="1103714" y="107016"/>
                </a:moveTo>
                <a:lnTo>
                  <a:pt x="1094132" y="107016"/>
                </a:lnTo>
                <a:lnTo>
                  <a:pt x="1054535" y="12930"/>
                </a:lnTo>
                <a:lnTo>
                  <a:pt x="1064117" y="12930"/>
                </a:lnTo>
                <a:lnTo>
                  <a:pt x="1103714" y="107016"/>
                </a:lnTo>
                <a:close/>
                <a:moveTo>
                  <a:pt x="1120588" y="36595"/>
                </a:moveTo>
                <a:lnTo>
                  <a:pt x="1129535" y="36595"/>
                </a:lnTo>
                <a:lnTo>
                  <a:pt x="1129939" y="45946"/>
                </a:lnTo>
                <a:cubicBezTo>
                  <a:pt x="1131632" y="43945"/>
                  <a:pt x="1133268" y="42281"/>
                  <a:pt x="1134845" y="40953"/>
                </a:cubicBezTo>
                <a:cubicBezTo>
                  <a:pt x="1136423" y="39626"/>
                  <a:pt x="1137972" y="38558"/>
                  <a:pt x="1139492" y="37750"/>
                </a:cubicBezTo>
                <a:cubicBezTo>
                  <a:pt x="1141012" y="36942"/>
                  <a:pt x="1142561" y="36374"/>
                  <a:pt x="1144139" y="36047"/>
                </a:cubicBezTo>
                <a:cubicBezTo>
                  <a:pt x="1145716" y="35720"/>
                  <a:pt x="1147352" y="35556"/>
                  <a:pt x="1149045" y="35556"/>
                </a:cubicBezTo>
                <a:cubicBezTo>
                  <a:pt x="1155009" y="35556"/>
                  <a:pt x="1159521" y="37317"/>
                  <a:pt x="1162581" y="40838"/>
                </a:cubicBezTo>
                <a:cubicBezTo>
                  <a:pt x="1165640" y="44359"/>
                  <a:pt x="1167169" y="49660"/>
                  <a:pt x="1167169" y="56740"/>
                </a:cubicBezTo>
                <a:lnTo>
                  <a:pt x="1167169" y="94548"/>
                </a:lnTo>
                <a:lnTo>
                  <a:pt x="1157126" y="94548"/>
                </a:lnTo>
                <a:lnTo>
                  <a:pt x="1157126" y="57548"/>
                </a:lnTo>
                <a:cubicBezTo>
                  <a:pt x="1157126" y="53008"/>
                  <a:pt x="1156279" y="49650"/>
                  <a:pt x="1154586" y="47476"/>
                </a:cubicBezTo>
                <a:cubicBezTo>
                  <a:pt x="1152893" y="45302"/>
                  <a:pt x="1150372" y="44215"/>
                  <a:pt x="1147025" y="44215"/>
                </a:cubicBezTo>
                <a:cubicBezTo>
                  <a:pt x="1145793" y="44215"/>
                  <a:pt x="1144591" y="44397"/>
                  <a:pt x="1143417" y="44763"/>
                </a:cubicBezTo>
                <a:cubicBezTo>
                  <a:pt x="1142243" y="45129"/>
                  <a:pt x="1141022" y="45764"/>
                  <a:pt x="1139752" y="46668"/>
                </a:cubicBezTo>
                <a:cubicBezTo>
                  <a:pt x="1138482" y="47572"/>
                  <a:pt x="1137106" y="48794"/>
                  <a:pt x="1135625" y="50333"/>
                </a:cubicBezTo>
                <a:cubicBezTo>
                  <a:pt x="1134143" y="51872"/>
                  <a:pt x="1132479" y="53796"/>
                  <a:pt x="1130632" y="56105"/>
                </a:cubicBezTo>
                <a:lnTo>
                  <a:pt x="1130632" y="94548"/>
                </a:lnTo>
                <a:lnTo>
                  <a:pt x="1120588" y="94548"/>
                </a:lnTo>
                <a:lnTo>
                  <a:pt x="1120588" y="36595"/>
                </a:lnTo>
                <a:close/>
                <a:moveTo>
                  <a:pt x="1204965" y="12930"/>
                </a:moveTo>
                <a:lnTo>
                  <a:pt x="1203348" y="40059"/>
                </a:lnTo>
                <a:lnTo>
                  <a:pt x="1193882" y="40059"/>
                </a:lnTo>
                <a:lnTo>
                  <a:pt x="1192208" y="12930"/>
                </a:lnTo>
                <a:lnTo>
                  <a:pt x="1204965" y="12930"/>
                </a:lnTo>
                <a:moveTo>
                  <a:pt x="1227418" y="12930"/>
                </a:moveTo>
                <a:lnTo>
                  <a:pt x="1225802" y="40059"/>
                </a:lnTo>
                <a:lnTo>
                  <a:pt x="1216336" y="40059"/>
                </a:lnTo>
                <a:lnTo>
                  <a:pt x="1214662" y="12930"/>
                </a:lnTo>
                <a:lnTo>
                  <a:pt x="1227418" y="129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[\t]{0,20}">
            <a:extLst xmlns:a="http://schemas.openxmlformats.org/drawingml/2006/main">
              <a:ext uri="{FF2B5EF4-FFF2-40B4-BE49-F238E27FC236}">
                <a16:creationId xmlns:a16="http://schemas.microsoft.com/office/drawing/2014/main" id="{24D432D3-E835-43DD-91B1-DDDF3593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71" y="2094004"/>
            <a:ext cx="689592" cy="107009"/>
          </a:xfrm>
          <a:custGeom xmlns:a="http://schemas.openxmlformats.org/drawingml/2006/main">
            <a:pathLst>
              <a:path w="689592" h="107009">
                <a:moveTo>
                  <a:pt x="28394" y="107009"/>
                </a:moveTo>
                <a:lnTo>
                  <a:pt x="0" y="107009"/>
                </a:lnTo>
                <a:lnTo>
                  <a:pt x="0" y="0"/>
                </a:lnTo>
                <a:lnTo>
                  <a:pt x="28394" y="0"/>
                </a:lnTo>
                <a:lnTo>
                  <a:pt x="28394" y="8063"/>
                </a:lnTo>
                <a:lnTo>
                  <a:pt x="9561" y="8063"/>
                </a:lnTo>
                <a:lnTo>
                  <a:pt x="9561" y="98946"/>
                </a:lnTo>
                <a:lnTo>
                  <a:pt x="28394" y="98946"/>
                </a:lnTo>
                <a:lnTo>
                  <a:pt x="28394" y="107009"/>
                </a:lnTo>
                <a:close/>
                <a:moveTo>
                  <a:pt x="168948" y="95836"/>
                </a:moveTo>
                <a:lnTo>
                  <a:pt x="159387" y="95836"/>
                </a:lnTo>
                <a:lnTo>
                  <a:pt x="119878" y="1958"/>
                </a:lnTo>
                <a:lnTo>
                  <a:pt x="129439" y="1958"/>
                </a:lnTo>
                <a:lnTo>
                  <a:pt x="168948" y="95836"/>
                </a:lnTo>
                <a:close/>
                <a:moveTo>
                  <a:pt x="232524" y="82531"/>
                </a:moveTo>
                <a:cubicBezTo>
                  <a:pt x="230259" y="83128"/>
                  <a:pt x="227917" y="83555"/>
                  <a:pt x="225498" y="83813"/>
                </a:cubicBezTo>
                <a:cubicBezTo>
                  <a:pt x="223079" y="84072"/>
                  <a:pt x="220621" y="84202"/>
                  <a:pt x="218126" y="84202"/>
                </a:cubicBezTo>
                <a:cubicBezTo>
                  <a:pt x="210869" y="84202"/>
                  <a:pt x="205455" y="82560"/>
                  <a:pt x="201884" y="79277"/>
                </a:cubicBezTo>
                <a:cubicBezTo>
                  <a:pt x="198314" y="75995"/>
                  <a:pt x="196528" y="70955"/>
                  <a:pt x="196528" y="64159"/>
                </a:cubicBezTo>
                <a:lnTo>
                  <a:pt x="196528" y="33980"/>
                </a:lnTo>
                <a:lnTo>
                  <a:pt x="180344" y="33980"/>
                </a:lnTo>
                <a:lnTo>
                  <a:pt x="180344" y="25572"/>
                </a:lnTo>
                <a:lnTo>
                  <a:pt x="196528" y="25572"/>
                </a:lnTo>
                <a:lnTo>
                  <a:pt x="196528" y="9625"/>
                </a:lnTo>
                <a:lnTo>
                  <a:pt x="206549" y="7026"/>
                </a:lnTo>
                <a:lnTo>
                  <a:pt x="206549" y="25572"/>
                </a:lnTo>
                <a:lnTo>
                  <a:pt x="232524" y="25572"/>
                </a:lnTo>
                <a:lnTo>
                  <a:pt x="232524" y="33980"/>
                </a:lnTo>
                <a:lnTo>
                  <a:pt x="206549" y="33980"/>
                </a:lnTo>
                <a:lnTo>
                  <a:pt x="206549" y="63353"/>
                </a:lnTo>
                <a:cubicBezTo>
                  <a:pt x="206549" y="67500"/>
                  <a:pt x="207653" y="70600"/>
                  <a:pt x="209861" y="72654"/>
                </a:cubicBezTo>
                <a:cubicBezTo>
                  <a:pt x="212069" y="74708"/>
                  <a:pt x="215323" y="75735"/>
                  <a:pt x="219623" y="75735"/>
                </a:cubicBezTo>
                <a:cubicBezTo>
                  <a:pt x="221466" y="75735"/>
                  <a:pt x="223482" y="75587"/>
                  <a:pt x="225670" y="75291"/>
                </a:cubicBezTo>
                <a:cubicBezTo>
                  <a:pt x="227859" y="74993"/>
                  <a:pt x="230144" y="74527"/>
                  <a:pt x="232524" y="73892"/>
                </a:cubicBezTo>
                <a:lnTo>
                  <a:pt x="232524" y="82531"/>
                </a:lnTo>
                <a:close/>
                <a:moveTo>
                  <a:pt x="286216" y="107009"/>
                </a:moveTo>
                <a:lnTo>
                  <a:pt x="257822" y="107009"/>
                </a:lnTo>
                <a:lnTo>
                  <a:pt x="257822" y="98946"/>
                </a:lnTo>
                <a:lnTo>
                  <a:pt x="276540" y="98946"/>
                </a:lnTo>
                <a:lnTo>
                  <a:pt x="276540" y="8063"/>
                </a:lnTo>
                <a:lnTo>
                  <a:pt x="257822" y="8063"/>
                </a:lnTo>
                <a:lnTo>
                  <a:pt x="257822" y="0"/>
                </a:lnTo>
                <a:lnTo>
                  <a:pt x="286216" y="0"/>
                </a:lnTo>
                <a:lnTo>
                  <a:pt x="286216" y="107009"/>
                </a:lnTo>
                <a:close/>
                <a:moveTo>
                  <a:pt x="358832" y="107009"/>
                </a:moveTo>
                <a:lnTo>
                  <a:pt x="354570" y="107009"/>
                </a:lnTo>
                <a:cubicBezTo>
                  <a:pt x="347160" y="107009"/>
                  <a:pt x="341650" y="105271"/>
                  <a:pt x="338041" y="101797"/>
                </a:cubicBezTo>
                <a:cubicBezTo>
                  <a:pt x="334431" y="98322"/>
                  <a:pt x="332627" y="93052"/>
                  <a:pt x="332627" y="85987"/>
                </a:cubicBezTo>
                <a:lnTo>
                  <a:pt x="332627" y="66175"/>
                </a:lnTo>
                <a:cubicBezTo>
                  <a:pt x="332627" y="64294"/>
                  <a:pt x="332416" y="62614"/>
                  <a:pt x="331993" y="61136"/>
                </a:cubicBezTo>
                <a:cubicBezTo>
                  <a:pt x="331571" y="59657"/>
                  <a:pt x="330832" y="58409"/>
                  <a:pt x="329776" y="57392"/>
                </a:cubicBezTo>
                <a:cubicBezTo>
                  <a:pt x="328720" y="56374"/>
                  <a:pt x="327319" y="55597"/>
                  <a:pt x="325572" y="55059"/>
                </a:cubicBezTo>
                <a:cubicBezTo>
                  <a:pt x="323825" y="54522"/>
                  <a:pt x="321626" y="54253"/>
                  <a:pt x="318977" y="54253"/>
                </a:cubicBezTo>
                <a:lnTo>
                  <a:pt x="316501" y="54253"/>
                </a:lnTo>
                <a:lnTo>
                  <a:pt x="316501" y="46248"/>
                </a:lnTo>
                <a:lnTo>
                  <a:pt x="318977" y="46248"/>
                </a:lnTo>
                <a:cubicBezTo>
                  <a:pt x="321780" y="46248"/>
                  <a:pt x="324065" y="46017"/>
                  <a:pt x="325831" y="45556"/>
                </a:cubicBezTo>
                <a:cubicBezTo>
                  <a:pt x="327597" y="45096"/>
                  <a:pt x="328979" y="44395"/>
                  <a:pt x="329977" y="43454"/>
                </a:cubicBezTo>
                <a:cubicBezTo>
                  <a:pt x="330976" y="42514"/>
                  <a:pt x="331667" y="41314"/>
                  <a:pt x="332051" y="39855"/>
                </a:cubicBezTo>
                <a:cubicBezTo>
                  <a:pt x="332435" y="38396"/>
                  <a:pt x="332627" y="36668"/>
                  <a:pt x="332627" y="34671"/>
                </a:cubicBezTo>
                <a:lnTo>
                  <a:pt x="332627" y="21022"/>
                </a:lnTo>
                <a:cubicBezTo>
                  <a:pt x="332627" y="17796"/>
                  <a:pt x="333011" y="14888"/>
                  <a:pt x="333779" y="12296"/>
                </a:cubicBezTo>
                <a:cubicBezTo>
                  <a:pt x="334547" y="9705"/>
                  <a:pt x="335804" y="7497"/>
                  <a:pt x="337551" y="5673"/>
                </a:cubicBezTo>
                <a:cubicBezTo>
                  <a:pt x="339298" y="3849"/>
                  <a:pt x="341563" y="2448"/>
                  <a:pt x="344347" y="1469"/>
                </a:cubicBezTo>
                <a:cubicBezTo>
                  <a:pt x="347131" y="490"/>
                  <a:pt x="350538" y="0"/>
                  <a:pt x="354570" y="0"/>
                </a:cubicBezTo>
                <a:lnTo>
                  <a:pt x="358832" y="0"/>
                </a:lnTo>
                <a:lnTo>
                  <a:pt x="358832" y="8063"/>
                </a:lnTo>
                <a:lnTo>
                  <a:pt x="355434" y="8063"/>
                </a:lnTo>
                <a:cubicBezTo>
                  <a:pt x="346526" y="8063"/>
                  <a:pt x="342072" y="12383"/>
                  <a:pt x="342072" y="21022"/>
                </a:cubicBezTo>
                <a:lnTo>
                  <a:pt x="342072" y="34441"/>
                </a:lnTo>
                <a:cubicBezTo>
                  <a:pt x="342072" y="43809"/>
                  <a:pt x="338021" y="49089"/>
                  <a:pt x="329920" y="50279"/>
                </a:cubicBezTo>
                <a:cubicBezTo>
                  <a:pt x="338098" y="51085"/>
                  <a:pt x="342187" y="56346"/>
                  <a:pt x="342187" y="66060"/>
                </a:cubicBezTo>
                <a:lnTo>
                  <a:pt x="342187" y="85757"/>
                </a:lnTo>
                <a:cubicBezTo>
                  <a:pt x="342187" y="94549"/>
                  <a:pt x="346603" y="98946"/>
                  <a:pt x="355434" y="98946"/>
                </a:cubicBezTo>
                <a:lnTo>
                  <a:pt x="358832" y="98946"/>
                </a:lnTo>
                <a:lnTo>
                  <a:pt x="358832" y="107009"/>
                </a:lnTo>
                <a:close/>
                <a:moveTo>
                  <a:pt x="432887" y="45758"/>
                </a:moveTo>
                <a:cubicBezTo>
                  <a:pt x="432887" y="51522"/>
                  <a:pt x="432311" y="56777"/>
                  <a:pt x="431160" y="61522"/>
                </a:cubicBezTo>
                <a:cubicBezTo>
                  <a:pt x="430008" y="66267"/>
                  <a:pt x="428261" y="70340"/>
                  <a:pt x="425919" y="73741"/>
                </a:cubicBezTo>
                <a:cubicBezTo>
                  <a:pt x="423576" y="77142"/>
                  <a:pt x="420668" y="79774"/>
                  <a:pt x="417193" y="81637"/>
                </a:cubicBezTo>
                <a:cubicBezTo>
                  <a:pt x="413718" y="83500"/>
                  <a:pt x="409639" y="84432"/>
                  <a:pt x="404955" y="84432"/>
                </a:cubicBezTo>
                <a:cubicBezTo>
                  <a:pt x="400923" y="84432"/>
                  <a:pt x="397256" y="83673"/>
                  <a:pt x="393954" y="82155"/>
                </a:cubicBezTo>
                <a:cubicBezTo>
                  <a:pt x="390652" y="80637"/>
                  <a:pt x="387830" y="78303"/>
                  <a:pt x="385488" y="75152"/>
                </a:cubicBezTo>
                <a:cubicBezTo>
                  <a:pt x="383146" y="72001"/>
                  <a:pt x="381341" y="67986"/>
                  <a:pt x="380074" y="63106"/>
                </a:cubicBezTo>
                <a:cubicBezTo>
                  <a:pt x="378807" y="58226"/>
                  <a:pt x="378174" y="52444"/>
                  <a:pt x="378174" y="45758"/>
                </a:cubicBezTo>
                <a:cubicBezTo>
                  <a:pt x="378174" y="39994"/>
                  <a:pt x="378759" y="34730"/>
                  <a:pt x="379930" y="29967"/>
                </a:cubicBezTo>
                <a:cubicBezTo>
                  <a:pt x="381101" y="25202"/>
                  <a:pt x="382848" y="21119"/>
                  <a:pt x="385171" y="17719"/>
                </a:cubicBezTo>
                <a:cubicBezTo>
                  <a:pt x="387494" y="14317"/>
                  <a:pt x="390403" y="11685"/>
                  <a:pt x="393897" y="9821"/>
                </a:cubicBezTo>
                <a:cubicBezTo>
                  <a:pt x="397391" y="7958"/>
                  <a:pt x="401461" y="7026"/>
                  <a:pt x="406106" y="7026"/>
                </a:cubicBezTo>
                <a:cubicBezTo>
                  <a:pt x="410138" y="7026"/>
                  <a:pt x="413805" y="7785"/>
                  <a:pt x="417107" y="9303"/>
                </a:cubicBezTo>
                <a:cubicBezTo>
                  <a:pt x="420409" y="10821"/>
                  <a:pt x="423231" y="13165"/>
                  <a:pt x="425573" y="16335"/>
                </a:cubicBezTo>
                <a:cubicBezTo>
                  <a:pt x="427915" y="19505"/>
                  <a:pt x="429720" y="23530"/>
                  <a:pt x="430987" y="28410"/>
                </a:cubicBezTo>
                <a:cubicBezTo>
                  <a:pt x="432254" y="33290"/>
                  <a:pt x="432887" y="39072"/>
                  <a:pt x="432887" y="45758"/>
                </a:cubicBezTo>
                <a:moveTo>
                  <a:pt x="422751" y="46102"/>
                </a:moveTo>
                <a:cubicBezTo>
                  <a:pt x="422751" y="44801"/>
                  <a:pt x="422703" y="43511"/>
                  <a:pt x="422607" y="42230"/>
                </a:cubicBezTo>
                <a:cubicBezTo>
                  <a:pt x="422511" y="40949"/>
                  <a:pt x="422405" y="39696"/>
                  <a:pt x="422290" y="38472"/>
                </a:cubicBezTo>
                <a:lnTo>
                  <a:pt x="390441" y="62086"/>
                </a:lnTo>
                <a:cubicBezTo>
                  <a:pt x="391017" y="64091"/>
                  <a:pt x="391746" y="65942"/>
                  <a:pt x="392630" y="67638"/>
                </a:cubicBezTo>
                <a:cubicBezTo>
                  <a:pt x="393513" y="69335"/>
                  <a:pt x="394578" y="70790"/>
                  <a:pt x="395826" y="72004"/>
                </a:cubicBezTo>
                <a:cubicBezTo>
                  <a:pt x="397074" y="73219"/>
                  <a:pt x="398494" y="74164"/>
                  <a:pt x="400088" y="74839"/>
                </a:cubicBezTo>
                <a:cubicBezTo>
                  <a:pt x="401681" y="75513"/>
                  <a:pt x="403496" y="75851"/>
                  <a:pt x="405530" y="75851"/>
                </a:cubicBezTo>
                <a:cubicBezTo>
                  <a:pt x="408141" y="75851"/>
                  <a:pt x="410512" y="75217"/>
                  <a:pt x="412643" y="73948"/>
                </a:cubicBezTo>
                <a:cubicBezTo>
                  <a:pt x="414774" y="72680"/>
                  <a:pt x="416588" y="70797"/>
                  <a:pt x="418086" y="68299"/>
                </a:cubicBezTo>
                <a:cubicBezTo>
                  <a:pt x="419583" y="65801"/>
                  <a:pt x="420735" y="62697"/>
                  <a:pt x="421541" y="58988"/>
                </a:cubicBezTo>
                <a:cubicBezTo>
                  <a:pt x="422348" y="55278"/>
                  <a:pt x="422751" y="50983"/>
                  <a:pt x="422751" y="46102"/>
                </a:cubicBezTo>
                <a:moveTo>
                  <a:pt x="388310" y="45412"/>
                </a:moveTo>
                <a:cubicBezTo>
                  <a:pt x="388310" y="46598"/>
                  <a:pt x="388320" y="47783"/>
                  <a:pt x="388339" y="48969"/>
                </a:cubicBezTo>
                <a:cubicBezTo>
                  <a:pt x="388358" y="50154"/>
                  <a:pt x="388425" y="51301"/>
                  <a:pt x="388540" y="52410"/>
                </a:cubicBezTo>
                <a:lnTo>
                  <a:pt x="420390" y="28912"/>
                </a:lnTo>
                <a:cubicBezTo>
                  <a:pt x="419814" y="26945"/>
                  <a:pt x="419084" y="25152"/>
                  <a:pt x="418201" y="23532"/>
                </a:cubicBezTo>
                <a:cubicBezTo>
                  <a:pt x="417318" y="21913"/>
                  <a:pt x="416262" y="20515"/>
                  <a:pt x="415033" y="19339"/>
                </a:cubicBezTo>
                <a:cubicBezTo>
                  <a:pt x="413805" y="18163"/>
                  <a:pt x="412403" y="17247"/>
                  <a:pt x="410829" y="16592"/>
                </a:cubicBezTo>
                <a:cubicBezTo>
                  <a:pt x="409255" y="15936"/>
                  <a:pt x="407489" y="15608"/>
                  <a:pt x="405530" y="15608"/>
                </a:cubicBezTo>
                <a:cubicBezTo>
                  <a:pt x="402920" y="15608"/>
                  <a:pt x="400549" y="16242"/>
                  <a:pt x="398418" y="17510"/>
                </a:cubicBezTo>
                <a:cubicBezTo>
                  <a:pt x="396287" y="18778"/>
                  <a:pt x="394473" y="20671"/>
                  <a:pt x="392975" y="23189"/>
                </a:cubicBezTo>
                <a:cubicBezTo>
                  <a:pt x="391478" y="25706"/>
                  <a:pt x="390326" y="28819"/>
                  <a:pt x="389519" y="32528"/>
                </a:cubicBezTo>
                <a:cubicBezTo>
                  <a:pt x="388713" y="36237"/>
                  <a:pt x="388310" y="40531"/>
                  <a:pt x="388310" y="45412"/>
                </a:cubicBezTo>
                <a:close/>
                <a:moveTo>
                  <a:pt x="451332" y="95202"/>
                </a:moveTo>
                <a:cubicBezTo>
                  <a:pt x="453290" y="95279"/>
                  <a:pt x="455191" y="95105"/>
                  <a:pt x="457034" y="94680"/>
                </a:cubicBezTo>
                <a:cubicBezTo>
                  <a:pt x="458877" y="94257"/>
                  <a:pt x="460499" y="93630"/>
                  <a:pt x="461900" y="92799"/>
                </a:cubicBezTo>
                <a:cubicBezTo>
                  <a:pt x="463302" y="91970"/>
                  <a:pt x="464425" y="90938"/>
                  <a:pt x="465270" y="89704"/>
                </a:cubicBezTo>
                <a:cubicBezTo>
                  <a:pt x="466114" y="88470"/>
                  <a:pt x="466537" y="87062"/>
                  <a:pt x="466537" y="85480"/>
                </a:cubicBezTo>
                <a:cubicBezTo>
                  <a:pt x="466537" y="83860"/>
                  <a:pt x="466258" y="82551"/>
                  <a:pt x="465702" y="81552"/>
                </a:cubicBezTo>
                <a:cubicBezTo>
                  <a:pt x="465145" y="80554"/>
                  <a:pt x="464521" y="79633"/>
                  <a:pt x="463830" y="78788"/>
                </a:cubicBezTo>
                <a:cubicBezTo>
                  <a:pt x="463139" y="77943"/>
                  <a:pt x="462515" y="77041"/>
                  <a:pt x="461958" y="76081"/>
                </a:cubicBezTo>
                <a:cubicBezTo>
                  <a:pt x="461401" y="75121"/>
                  <a:pt x="461123" y="73835"/>
                  <a:pt x="461123" y="72222"/>
                </a:cubicBezTo>
                <a:cubicBezTo>
                  <a:pt x="461123" y="71416"/>
                  <a:pt x="461276" y="70571"/>
                  <a:pt x="461584" y="69688"/>
                </a:cubicBezTo>
                <a:cubicBezTo>
                  <a:pt x="461891" y="68805"/>
                  <a:pt x="462361" y="67999"/>
                  <a:pt x="462995" y="67269"/>
                </a:cubicBezTo>
                <a:cubicBezTo>
                  <a:pt x="463628" y="66540"/>
                  <a:pt x="464435" y="65945"/>
                  <a:pt x="465414" y="65484"/>
                </a:cubicBezTo>
                <a:cubicBezTo>
                  <a:pt x="466393" y="65023"/>
                  <a:pt x="467554" y="64793"/>
                  <a:pt x="468898" y="64793"/>
                </a:cubicBezTo>
                <a:cubicBezTo>
                  <a:pt x="470242" y="64793"/>
                  <a:pt x="471538" y="65072"/>
                  <a:pt x="472786" y="65630"/>
                </a:cubicBezTo>
                <a:cubicBezTo>
                  <a:pt x="474033" y="66186"/>
                  <a:pt x="475128" y="67042"/>
                  <a:pt x="476068" y="68196"/>
                </a:cubicBezTo>
                <a:cubicBezTo>
                  <a:pt x="477009" y="69349"/>
                  <a:pt x="477758" y="70791"/>
                  <a:pt x="478315" y="72523"/>
                </a:cubicBezTo>
                <a:cubicBezTo>
                  <a:pt x="478871" y="74253"/>
                  <a:pt x="479150" y="76291"/>
                  <a:pt x="479150" y="78637"/>
                </a:cubicBezTo>
                <a:cubicBezTo>
                  <a:pt x="479150" y="81828"/>
                  <a:pt x="478564" y="84895"/>
                  <a:pt x="477393" y="87835"/>
                </a:cubicBezTo>
                <a:cubicBezTo>
                  <a:pt x="476222" y="90778"/>
                  <a:pt x="474475" y="93383"/>
                  <a:pt x="472152" y="95652"/>
                </a:cubicBezTo>
                <a:cubicBezTo>
                  <a:pt x="469829" y="97921"/>
                  <a:pt x="466930" y="99728"/>
                  <a:pt x="463455" y="101073"/>
                </a:cubicBezTo>
                <a:cubicBezTo>
                  <a:pt x="459981" y="102419"/>
                  <a:pt x="455939" y="103092"/>
                  <a:pt x="451332" y="103092"/>
                </a:cubicBezTo>
                <a:lnTo>
                  <a:pt x="451332" y="95202"/>
                </a:lnTo>
                <a:close/>
                <a:moveTo>
                  <a:pt x="561614" y="83395"/>
                </a:moveTo>
                <a:lnTo>
                  <a:pt x="512026" y="83395"/>
                </a:lnTo>
                <a:lnTo>
                  <a:pt x="512026" y="74411"/>
                </a:lnTo>
                <a:lnTo>
                  <a:pt x="531493" y="55040"/>
                </a:lnTo>
                <a:cubicBezTo>
                  <a:pt x="534679" y="51888"/>
                  <a:pt x="537271" y="49159"/>
                  <a:pt x="539268" y="46854"/>
                </a:cubicBezTo>
                <a:cubicBezTo>
                  <a:pt x="541264" y="44548"/>
                  <a:pt x="542819" y="42444"/>
                  <a:pt x="543933" y="40542"/>
                </a:cubicBezTo>
                <a:cubicBezTo>
                  <a:pt x="545046" y="38639"/>
                  <a:pt x="545795" y="36842"/>
                  <a:pt x="546179" y="35152"/>
                </a:cubicBezTo>
                <a:cubicBezTo>
                  <a:pt x="546563" y="33461"/>
                  <a:pt x="546755" y="31636"/>
                  <a:pt x="546755" y="29677"/>
                </a:cubicBezTo>
                <a:cubicBezTo>
                  <a:pt x="546755" y="27831"/>
                  <a:pt x="546505" y="26073"/>
                  <a:pt x="546006" y="24402"/>
                </a:cubicBezTo>
                <a:cubicBezTo>
                  <a:pt x="545507" y="22729"/>
                  <a:pt x="544739" y="21259"/>
                  <a:pt x="543702" y="19990"/>
                </a:cubicBezTo>
                <a:cubicBezTo>
                  <a:pt x="542666" y="18721"/>
                  <a:pt x="541322" y="17721"/>
                  <a:pt x="539671" y="16992"/>
                </a:cubicBezTo>
                <a:cubicBezTo>
                  <a:pt x="538020" y="16261"/>
                  <a:pt x="536042" y="15896"/>
                  <a:pt x="533739" y="15896"/>
                </a:cubicBezTo>
                <a:cubicBezTo>
                  <a:pt x="530552" y="15896"/>
                  <a:pt x="527653" y="16612"/>
                  <a:pt x="525042" y="18043"/>
                </a:cubicBezTo>
                <a:cubicBezTo>
                  <a:pt x="522431" y="19474"/>
                  <a:pt x="520031" y="21331"/>
                  <a:pt x="517843" y="23613"/>
                </a:cubicBezTo>
                <a:lnTo>
                  <a:pt x="512314" y="16967"/>
                </a:lnTo>
                <a:cubicBezTo>
                  <a:pt x="515155" y="13961"/>
                  <a:pt x="518428" y="11553"/>
                  <a:pt x="522134" y="9742"/>
                </a:cubicBezTo>
                <a:cubicBezTo>
                  <a:pt x="525839" y="7932"/>
                  <a:pt x="530149" y="7026"/>
                  <a:pt x="535063" y="7026"/>
                </a:cubicBezTo>
                <a:cubicBezTo>
                  <a:pt x="538404" y="7026"/>
                  <a:pt x="541447" y="7526"/>
                  <a:pt x="544192" y="8526"/>
                </a:cubicBezTo>
                <a:cubicBezTo>
                  <a:pt x="546937" y="9524"/>
                  <a:pt x="549308" y="10965"/>
                  <a:pt x="551305" y="12849"/>
                </a:cubicBezTo>
                <a:cubicBezTo>
                  <a:pt x="553301" y="14731"/>
                  <a:pt x="554847" y="17037"/>
                  <a:pt x="555941" y="19765"/>
                </a:cubicBezTo>
                <a:cubicBezTo>
                  <a:pt x="557035" y="22494"/>
                  <a:pt x="557582" y="25569"/>
                  <a:pt x="557582" y="28989"/>
                </a:cubicBezTo>
                <a:cubicBezTo>
                  <a:pt x="557582" y="31871"/>
                  <a:pt x="557198" y="34542"/>
                  <a:pt x="556431" y="37002"/>
                </a:cubicBezTo>
                <a:cubicBezTo>
                  <a:pt x="555663" y="39461"/>
                  <a:pt x="554501" y="41910"/>
                  <a:pt x="552946" y="44351"/>
                </a:cubicBezTo>
                <a:cubicBezTo>
                  <a:pt x="551391" y="46791"/>
                  <a:pt x="549433" y="49318"/>
                  <a:pt x="547072" y="51931"/>
                </a:cubicBezTo>
                <a:cubicBezTo>
                  <a:pt x="544710" y="54543"/>
                  <a:pt x="541917" y="57406"/>
                  <a:pt x="538692" y="60520"/>
                </a:cubicBezTo>
                <a:lnTo>
                  <a:pt x="525042" y="73835"/>
                </a:lnTo>
                <a:lnTo>
                  <a:pt x="561614" y="73835"/>
                </a:lnTo>
                <a:lnTo>
                  <a:pt x="561614" y="83395"/>
                </a:lnTo>
                <a:close/>
                <a:moveTo>
                  <a:pt x="629277" y="45758"/>
                </a:moveTo>
                <a:cubicBezTo>
                  <a:pt x="629277" y="51522"/>
                  <a:pt x="628701" y="56777"/>
                  <a:pt x="627549" y="61522"/>
                </a:cubicBezTo>
                <a:cubicBezTo>
                  <a:pt x="626397" y="66267"/>
                  <a:pt x="624650" y="70340"/>
                  <a:pt x="622308" y="73741"/>
                </a:cubicBezTo>
                <a:cubicBezTo>
                  <a:pt x="619966" y="77142"/>
                  <a:pt x="617057" y="79774"/>
                  <a:pt x="613582" y="81637"/>
                </a:cubicBezTo>
                <a:cubicBezTo>
                  <a:pt x="610108" y="83500"/>
                  <a:pt x="606028" y="84432"/>
                  <a:pt x="601344" y="84432"/>
                </a:cubicBezTo>
                <a:cubicBezTo>
                  <a:pt x="597312" y="84432"/>
                  <a:pt x="593645" y="83673"/>
                  <a:pt x="590343" y="82155"/>
                </a:cubicBezTo>
                <a:cubicBezTo>
                  <a:pt x="587041" y="80637"/>
                  <a:pt x="584219" y="78303"/>
                  <a:pt x="581877" y="75152"/>
                </a:cubicBezTo>
                <a:cubicBezTo>
                  <a:pt x="579535" y="72001"/>
                  <a:pt x="577730" y="67986"/>
                  <a:pt x="576463" y="63106"/>
                </a:cubicBezTo>
                <a:cubicBezTo>
                  <a:pt x="575196" y="58226"/>
                  <a:pt x="574563" y="52444"/>
                  <a:pt x="574563" y="45758"/>
                </a:cubicBezTo>
                <a:cubicBezTo>
                  <a:pt x="574563" y="39994"/>
                  <a:pt x="575148" y="34730"/>
                  <a:pt x="576319" y="29967"/>
                </a:cubicBezTo>
                <a:cubicBezTo>
                  <a:pt x="577490" y="25202"/>
                  <a:pt x="579237" y="21119"/>
                  <a:pt x="581560" y="17719"/>
                </a:cubicBezTo>
                <a:cubicBezTo>
                  <a:pt x="583883" y="14317"/>
                  <a:pt x="586792" y="11685"/>
                  <a:pt x="590286" y="9821"/>
                </a:cubicBezTo>
                <a:cubicBezTo>
                  <a:pt x="593780" y="7958"/>
                  <a:pt x="597850" y="7026"/>
                  <a:pt x="602496" y="7026"/>
                </a:cubicBezTo>
                <a:cubicBezTo>
                  <a:pt x="606527" y="7026"/>
                  <a:pt x="610194" y="7785"/>
                  <a:pt x="613496" y="9303"/>
                </a:cubicBezTo>
                <a:cubicBezTo>
                  <a:pt x="616798" y="10821"/>
                  <a:pt x="619620" y="13165"/>
                  <a:pt x="621962" y="16335"/>
                </a:cubicBezTo>
                <a:cubicBezTo>
                  <a:pt x="624304" y="19505"/>
                  <a:pt x="626109" y="23530"/>
                  <a:pt x="627376" y="28410"/>
                </a:cubicBezTo>
                <a:cubicBezTo>
                  <a:pt x="628643" y="33290"/>
                  <a:pt x="629277" y="39072"/>
                  <a:pt x="629277" y="45758"/>
                </a:cubicBezTo>
                <a:moveTo>
                  <a:pt x="619140" y="46102"/>
                </a:moveTo>
                <a:cubicBezTo>
                  <a:pt x="619140" y="44801"/>
                  <a:pt x="619092" y="43511"/>
                  <a:pt x="618996" y="42230"/>
                </a:cubicBezTo>
                <a:cubicBezTo>
                  <a:pt x="618900" y="40949"/>
                  <a:pt x="618795" y="39696"/>
                  <a:pt x="618679" y="38472"/>
                </a:cubicBezTo>
                <a:lnTo>
                  <a:pt x="586830" y="62086"/>
                </a:lnTo>
                <a:cubicBezTo>
                  <a:pt x="587406" y="64091"/>
                  <a:pt x="588136" y="65942"/>
                  <a:pt x="589019" y="67638"/>
                </a:cubicBezTo>
                <a:cubicBezTo>
                  <a:pt x="589902" y="69335"/>
                  <a:pt x="590967" y="70790"/>
                  <a:pt x="592215" y="72004"/>
                </a:cubicBezTo>
                <a:cubicBezTo>
                  <a:pt x="593463" y="73219"/>
                  <a:pt x="594884" y="74164"/>
                  <a:pt x="596477" y="74839"/>
                </a:cubicBezTo>
                <a:cubicBezTo>
                  <a:pt x="598071" y="75513"/>
                  <a:pt x="599885" y="75851"/>
                  <a:pt x="601920" y="75851"/>
                </a:cubicBezTo>
                <a:cubicBezTo>
                  <a:pt x="604531" y="75851"/>
                  <a:pt x="606902" y="75217"/>
                  <a:pt x="609032" y="73948"/>
                </a:cubicBezTo>
                <a:cubicBezTo>
                  <a:pt x="611163" y="72680"/>
                  <a:pt x="612978" y="70797"/>
                  <a:pt x="614475" y="68299"/>
                </a:cubicBezTo>
                <a:cubicBezTo>
                  <a:pt x="615973" y="65801"/>
                  <a:pt x="617124" y="62697"/>
                  <a:pt x="617931" y="58988"/>
                </a:cubicBezTo>
                <a:cubicBezTo>
                  <a:pt x="618737" y="55278"/>
                  <a:pt x="619140" y="50983"/>
                  <a:pt x="619140" y="46102"/>
                </a:cubicBezTo>
                <a:moveTo>
                  <a:pt x="584699" y="45412"/>
                </a:moveTo>
                <a:cubicBezTo>
                  <a:pt x="584699" y="46598"/>
                  <a:pt x="584709" y="47783"/>
                  <a:pt x="584728" y="48969"/>
                </a:cubicBezTo>
                <a:cubicBezTo>
                  <a:pt x="584747" y="50154"/>
                  <a:pt x="584814" y="51301"/>
                  <a:pt x="584930" y="52410"/>
                </a:cubicBezTo>
                <a:lnTo>
                  <a:pt x="616779" y="28912"/>
                </a:lnTo>
                <a:cubicBezTo>
                  <a:pt x="616203" y="26945"/>
                  <a:pt x="615473" y="25152"/>
                  <a:pt x="614590" y="23532"/>
                </a:cubicBezTo>
                <a:cubicBezTo>
                  <a:pt x="613707" y="21913"/>
                  <a:pt x="612651" y="20515"/>
                  <a:pt x="611423" y="19339"/>
                </a:cubicBezTo>
                <a:cubicBezTo>
                  <a:pt x="610194" y="18163"/>
                  <a:pt x="608793" y="17247"/>
                  <a:pt x="607218" y="16592"/>
                </a:cubicBezTo>
                <a:cubicBezTo>
                  <a:pt x="605644" y="15936"/>
                  <a:pt x="603878" y="15608"/>
                  <a:pt x="601920" y="15608"/>
                </a:cubicBezTo>
                <a:cubicBezTo>
                  <a:pt x="599309" y="15608"/>
                  <a:pt x="596938" y="16242"/>
                  <a:pt x="594807" y="17510"/>
                </a:cubicBezTo>
                <a:cubicBezTo>
                  <a:pt x="592676" y="18778"/>
                  <a:pt x="590862" y="20671"/>
                  <a:pt x="589364" y="23189"/>
                </a:cubicBezTo>
                <a:cubicBezTo>
                  <a:pt x="587867" y="25706"/>
                  <a:pt x="586715" y="28819"/>
                  <a:pt x="585909" y="32528"/>
                </a:cubicBezTo>
                <a:cubicBezTo>
                  <a:pt x="585102" y="36237"/>
                  <a:pt x="584699" y="40531"/>
                  <a:pt x="584699" y="45412"/>
                </a:cubicBezTo>
                <a:close/>
                <a:moveTo>
                  <a:pt x="647203" y="0"/>
                </a:moveTo>
                <a:lnTo>
                  <a:pt x="651465" y="0"/>
                </a:lnTo>
                <a:cubicBezTo>
                  <a:pt x="658875" y="0"/>
                  <a:pt x="664385" y="1737"/>
                  <a:pt x="667994" y="5212"/>
                </a:cubicBezTo>
                <a:cubicBezTo>
                  <a:pt x="671603" y="8687"/>
                  <a:pt x="673408" y="13957"/>
                  <a:pt x="673408" y="21022"/>
                </a:cubicBezTo>
                <a:lnTo>
                  <a:pt x="673408" y="34326"/>
                </a:lnTo>
                <a:cubicBezTo>
                  <a:pt x="673408" y="36207"/>
                  <a:pt x="673619" y="37887"/>
                  <a:pt x="674041" y="39365"/>
                </a:cubicBezTo>
                <a:cubicBezTo>
                  <a:pt x="674464" y="40843"/>
                  <a:pt x="675203" y="42091"/>
                  <a:pt x="676259" y="43109"/>
                </a:cubicBezTo>
                <a:cubicBezTo>
                  <a:pt x="677315" y="44126"/>
                  <a:pt x="678726" y="44904"/>
                  <a:pt x="680492" y="45441"/>
                </a:cubicBezTo>
                <a:cubicBezTo>
                  <a:pt x="682258" y="45979"/>
                  <a:pt x="684466" y="46248"/>
                  <a:pt x="687115" y="46248"/>
                </a:cubicBezTo>
                <a:lnTo>
                  <a:pt x="689592" y="46248"/>
                </a:lnTo>
                <a:lnTo>
                  <a:pt x="689592" y="54253"/>
                </a:lnTo>
                <a:lnTo>
                  <a:pt x="687115" y="54253"/>
                </a:lnTo>
                <a:cubicBezTo>
                  <a:pt x="684312" y="54253"/>
                  <a:pt x="682018" y="54483"/>
                  <a:pt x="680233" y="54944"/>
                </a:cubicBezTo>
                <a:cubicBezTo>
                  <a:pt x="678447" y="55405"/>
                  <a:pt x="677055" y="56106"/>
                  <a:pt x="676057" y="57046"/>
                </a:cubicBezTo>
                <a:cubicBezTo>
                  <a:pt x="675059" y="57987"/>
                  <a:pt x="674368" y="59187"/>
                  <a:pt x="673984" y="60646"/>
                </a:cubicBezTo>
                <a:cubicBezTo>
                  <a:pt x="673600" y="62105"/>
                  <a:pt x="673408" y="63833"/>
                  <a:pt x="673408" y="65829"/>
                </a:cubicBezTo>
                <a:lnTo>
                  <a:pt x="673408" y="85987"/>
                </a:lnTo>
                <a:cubicBezTo>
                  <a:pt x="673408" y="89212"/>
                  <a:pt x="673024" y="92121"/>
                  <a:pt x="672256" y="94713"/>
                </a:cubicBezTo>
                <a:cubicBezTo>
                  <a:pt x="671488" y="97304"/>
                  <a:pt x="670240" y="99512"/>
                  <a:pt x="668512" y="101336"/>
                </a:cubicBezTo>
                <a:cubicBezTo>
                  <a:pt x="666785" y="103160"/>
                  <a:pt x="664519" y="104561"/>
                  <a:pt x="661716" y="105540"/>
                </a:cubicBezTo>
                <a:cubicBezTo>
                  <a:pt x="658913" y="106519"/>
                  <a:pt x="655496" y="107009"/>
                  <a:pt x="651465" y="107009"/>
                </a:cubicBezTo>
                <a:lnTo>
                  <a:pt x="647203" y="107009"/>
                </a:lnTo>
                <a:lnTo>
                  <a:pt x="647203" y="98946"/>
                </a:lnTo>
                <a:lnTo>
                  <a:pt x="650658" y="98946"/>
                </a:lnTo>
                <a:cubicBezTo>
                  <a:pt x="659528" y="98946"/>
                  <a:pt x="663963" y="94626"/>
                  <a:pt x="663963" y="85987"/>
                </a:cubicBezTo>
                <a:lnTo>
                  <a:pt x="663963" y="66060"/>
                </a:lnTo>
                <a:cubicBezTo>
                  <a:pt x="663963" y="56691"/>
                  <a:pt x="668013" y="51431"/>
                  <a:pt x="676115" y="50279"/>
                </a:cubicBezTo>
                <a:cubicBezTo>
                  <a:pt x="667936" y="49396"/>
                  <a:pt x="663847" y="44117"/>
                  <a:pt x="663847" y="34441"/>
                </a:cubicBezTo>
                <a:lnTo>
                  <a:pt x="663847" y="21252"/>
                </a:lnTo>
                <a:cubicBezTo>
                  <a:pt x="663847" y="12459"/>
                  <a:pt x="659451" y="8063"/>
                  <a:pt x="650658" y="8063"/>
                </a:cubicBezTo>
                <a:lnTo>
                  <a:pt x="647203" y="8063"/>
                </a:lnTo>
                <a:lnTo>
                  <a:pt x="64720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195B30-958C-4E6B-B9BE-14B549EC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901" y="1281361"/>
            <a:ext cx="566036" cy="349267"/>
          </a:xfrm>
          <a:custGeom xmlns:a="http://schemas.openxmlformats.org/drawingml/2006/main">
            <a:pathLst>
              <a:path w="566036" h="349267">
                <a:moveTo>
                  <a:pt x="0" y="87284"/>
                </a:moveTo>
                <a:lnTo>
                  <a:pt x="391337" y="87284"/>
                </a:lnTo>
                <a:lnTo>
                  <a:pt x="391337" y="0"/>
                </a:lnTo>
                <a:lnTo>
                  <a:pt x="566036" y="174699"/>
                </a:lnTo>
                <a:lnTo>
                  <a:pt x="391337" y="349267"/>
                </a:lnTo>
                <a:lnTo>
                  <a:pt x="391337" y="261983"/>
                </a:lnTo>
                <a:lnTo>
                  <a:pt x="0" y="261983"/>
                </a:lnTo>
                <a:lnTo>
                  <a:pt x="0" y="87284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B2C75-EFA2-438A-9F9F-7A82DD2D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901" y="1281361"/>
            <a:ext cx="566036" cy="349267"/>
          </a:xfrm>
          <a:custGeom xmlns:a="http://schemas.openxmlformats.org/drawingml/2006/main">
            <a:pathLst>
              <a:path w="566036" h="349267" fill="none">
                <a:moveTo>
                  <a:pt x="0" y="87284"/>
                </a:moveTo>
                <a:lnTo>
                  <a:pt x="391337" y="87284"/>
                </a:lnTo>
                <a:lnTo>
                  <a:pt x="391337" y="0"/>
                </a:lnTo>
                <a:lnTo>
                  <a:pt x="566036" y="174699"/>
                </a:lnTo>
                <a:lnTo>
                  <a:pt x="391337" y="349267"/>
                </a:lnTo>
                <a:lnTo>
                  <a:pt x="391337" y="261983"/>
                </a:lnTo>
                <a:lnTo>
                  <a:pt x="0" y="261983"/>
                </a:lnTo>
                <a:lnTo>
                  <a:pt x="0" y="872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00" name="Text State-Transition">
            <a:extLst xmlns:a="http://schemas.openxmlformats.org/drawingml/2006/main">
              <a:ext uri="{FF2B5EF4-FFF2-40B4-BE49-F238E27FC236}">
                <a16:creationId xmlns:a16="http://schemas.microsoft.com/office/drawing/2014/main" id="{35ABE8B5-CE8E-4222-93D1-48643BF2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232" y="219634"/>
            <a:ext cx="1645519" cy="169234"/>
          </a:xfrm>
          <a:custGeom xmlns:a="http://schemas.openxmlformats.org/drawingml/2006/main">
            <a:pathLst>
              <a:path w="1645519" h="169234">
                <a:moveTo>
                  <a:pt x="613" y="126644"/>
                </a:moveTo>
                <a:cubicBezTo>
                  <a:pt x="13345" y="137198"/>
                  <a:pt x="27814" y="142475"/>
                  <a:pt x="44019" y="142475"/>
                </a:cubicBezTo>
                <a:cubicBezTo>
                  <a:pt x="53211" y="142475"/>
                  <a:pt x="60122" y="140892"/>
                  <a:pt x="64752" y="137726"/>
                </a:cubicBezTo>
                <a:cubicBezTo>
                  <a:pt x="69382" y="134560"/>
                  <a:pt x="71697" y="130491"/>
                  <a:pt x="71697" y="125521"/>
                </a:cubicBezTo>
                <a:cubicBezTo>
                  <a:pt x="71697" y="121231"/>
                  <a:pt x="69859" y="117180"/>
                  <a:pt x="66182" y="113367"/>
                </a:cubicBezTo>
                <a:cubicBezTo>
                  <a:pt x="62505" y="109554"/>
                  <a:pt x="52802" y="104379"/>
                  <a:pt x="37074" y="97843"/>
                </a:cubicBezTo>
                <a:cubicBezTo>
                  <a:pt x="12358" y="87357"/>
                  <a:pt x="0" y="72106"/>
                  <a:pt x="0" y="52088"/>
                </a:cubicBezTo>
                <a:cubicBezTo>
                  <a:pt x="0" y="37380"/>
                  <a:pt x="5600" y="25959"/>
                  <a:pt x="16801" y="17822"/>
                </a:cubicBezTo>
                <a:cubicBezTo>
                  <a:pt x="28001" y="9686"/>
                  <a:pt x="42828" y="5617"/>
                  <a:pt x="61279" y="5617"/>
                </a:cubicBezTo>
                <a:cubicBezTo>
                  <a:pt x="76736" y="5617"/>
                  <a:pt x="89706" y="7626"/>
                  <a:pt x="100192" y="11643"/>
                </a:cubicBezTo>
                <a:lnTo>
                  <a:pt x="100192" y="43304"/>
                </a:lnTo>
                <a:cubicBezTo>
                  <a:pt x="89570" y="36087"/>
                  <a:pt x="77144" y="32478"/>
                  <a:pt x="62914" y="32478"/>
                </a:cubicBezTo>
                <a:cubicBezTo>
                  <a:pt x="54607" y="32478"/>
                  <a:pt x="47968" y="33993"/>
                  <a:pt x="42998" y="37023"/>
                </a:cubicBezTo>
                <a:cubicBezTo>
                  <a:pt x="38027" y="40053"/>
                  <a:pt x="35542" y="44121"/>
                  <a:pt x="35542" y="49228"/>
                </a:cubicBezTo>
                <a:cubicBezTo>
                  <a:pt x="35542" y="53313"/>
                  <a:pt x="37244" y="57075"/>
                  <a:pt x="40649" y="60513"/>
                </a:cubicBezTo>
                <a:cubicBezTo>
                  <a:pt x="44053" y="63952"/>
                  <a:pt x="52462" y="68599"/>
                  <a:pt x="65875" y="74455"/>
                </a:cubicBezTo>
                <a:cubicBezTo>
                  <a:pt x="81604" y="81195"/>
                  <a:pt x="92413" y="88311"/>
                  <a:pt x="98303" y="95800"/>
                </a:cubicBezTo>
                <a:cubicBezTo>
                  <a:pt x="104192" y="103290"/>
                  <a:pt x="107137" y="112210"/>
                  <a:pt x="107137" y="122559"/>
                </a:cubicBezTo>
                <a:cubicBezTo>
                  <a:pt x="107137" y="137743"/>
                  <a:pt x="101758" y="149318"/>
                  <a:pt x="91000" y="157284"/>
                </a:cubicBezTo>
                <a:cubicBezTo>
                  <a:pt x="80242" y="165250"/>
                  <a:pt x="64956" y="169234"/>
                  <a:pt x="45143" y="169234"/>
                </a:cubicBezTo>
                <a:cubicBezTo>
                  <a:pt x="27031" y="169234"/>
                  <a:pt x="12188" y="166306"/>
                  <a:pt x="613" y="160450"/>
                </a:cubicBezTo>
                <a:lnTo>
                  <a:pt x="613" y="126644"/>
                </a:lnTo>
                <a:close/>
                <a:moveTo>
                  <a:pt x="190519" y="165148"/>
                </a:moveTo>
                <a:cubicBezTo>
                  <a:pt x="185548" y="167872"/>
                  <a:pt x="178024" y="169234"/>
                  <a:pt x="167947" y="169234"/>
                </a:cubicBezTo>
                <a:cubicBezTo>
                  <a:pt x="143980" y="169234"/>
                  <a:pt x="131997" y="156637"/>
                  <a:pt x="131997" y="131445"/>
                </a:cubicBezTo>
                <a:lnTo>
                  <a:pt x="131997" y="78131"/>
                </a:lnTo>
                <a:lnTo>
                  <a:pt x="113409" y="78131"/>
                </a:lnTo>
                <a:lnTo>
                  <a:pt x="113409" y="53517"/>
                </a:lnTo>
                <a:lnTo>
                  <a:pt x="131997" y="53517"/>
                </a:lnTo>
                <a:lnTo>
                  <a:pt x="131997" y="28699"/>
                </a:lnTo>
                <a:lnTo>
                  <a:pt x="164781" y="19303"/>
                </a:lnTo>
                <a:lnTo>
                  <a:pt x="164781" y="53517"/>
                </a:lnTo>
                <a:lnTo>
                  <a:pt x="190519" y="53517"/>
                </a:lnTo>
                <a:lnTo>
                  <a:pt x="190519" y="78131"/>
                </a:lnTo>
                <a:lnTo>
                  <a:pt x="164781" y="78131"/>
                </a:lnTo>
                <a:lnTo>
                  <a:pt x="164781" y="125725"/>
                </a:lnTo>
                <a:cubicBezTo>
                  <a:pt x="164781" y="137777"/>
                  <a:pt x="169547" y="143803"/>
                  <a:pt x="179080" y="143803"/>
                </a:cubicBezTo>
                <a:cubicBezTo>
                  <a:pt x="182757" y="143803"/>
                  <a:pt x="186569" y="142713"/>
                  <a:pt x="190519" y="140534"/>
                </a:cubicBezTo>
                <a:lnTo>
                  <a:pt x="190519" y="165148"/>
                </a:lnTo>
                <a:close/>
                <a:moveTo>
                  <a:pt x="213383" y="60360"/>
                </a:moveTo>
                <a:cubicBezTo>
                  <a:pt x="218490" y="57501"/>
                  <a:pt x="225316" y="55186"/>
                  <a:pt x="233861" y="53415"/>
                </a:cubicBezTo>
                <a:cubicBezTo>
                  <a:pt x="242406" y="51645"/>
                  <a:pt x="249708" y="50760"/>
                  <a:pt x="255768" y="50760"/>
                </a:cubicBezTo>
                <a:cubicBezTo>
                  <a:pt x="287361" y="50760"/>
                  <a:pt x="303158" y="66590"/>
                  <a:pt x="303158" y="98251"/>
                </a:cubicBezTo>
                <a:lnTo>
                  <a:pt x="303158" y="166476"/>
                </a:lnTo>
                <a:lnTo>
                  <a:pt x="271803" y="166476"/>
                </a:lnTo>
                <a:lnTo>
                  <a:pt x="271803" y="150033"/>
                </a:lnTo>
                <a:lnTo>
                  <a:pt x="271395" y="150033"/>
                </a:lnTo>
                <a:cubicBezTo>
                  <a:pt x="263701" y="162833"/>
                  <a:pt x="252432" y="169234"/>
                  <a:pt x="237589" y="169234"/>
                </a:cubicBezTo>
                <a:cubicBezTo>
                  <a:pt x="226899" y="169234"/>
                  <a:pt x="218337" y="166187"/>
                  <a:pt x="211902" y="160093"/>
                </a:cubicBezTo>
                <a:cubicBezTo>
                  <a:pt x="205468" y="153999"/>
                  <a:pt x="202251" y="145709"/>
                  <a:pt x="202251" y="135223"/>
                </a:cubicBezTo>
                <a:cubicBezTo>
                  <a:pt x="202251" y="113571"/>
                  <a:pt x="215154" y="100975"/>
                  <a:pt x="240959" y="97434"/>
                </a:cubicBezTo>
                <a:lnTo>
                  <a:pt x="272007" y="93247"/>
                </a:lnTo>
                <a:cubicBezTo>
                  <a:pt x="272007" y="80106"/>
                  <a:pt x="265165" y="73535"/>
                  <a:pt x="251479" y="73535"/>
                </a:cubicBezTo>
                <a:cubicBezTo>
                  <a:pt x="237997" y="73535"/>
                  <a:pt x="225299" y="77621"/>
                  <a:pt x="213383" y="85791"/>
                </a:cubicBezTo>
                <a:lnTo>
                  <a:pt x="213383" y="60360"/>
                </a:lnTo>
                <a:moveTo>
                  <a:pt x="250662" y="115308"/>
                </a:moveTo>
                <a:cubicBezTo>
                  <a:pt x="238746" y="116874"/>
                  <a:pt x="232789" y="122253"/>
                  <a:pt x="232789" y="131445"/>
                </a:cubicBezTo>
                <a:cubicBezTo>
                  <a:pt x="232789" y="135666"/>
                  <a:pt x="234235" y="139070"/>
                  <a:pt x="237129" y="141658"/>
                </a:cubicBezTo>
                <a:cubicBezTo>
                  <a:pt x="240023" y="144245"/>
                  <a:pt x="243921" y="145539"/>
                  <a:pt x="248823" y="145539"/>
                </a:cubicBezTo>
                <a:cubicBezTo>
                  <a:pt x="255564" y="145539"/>
                  <a:pt x="261113" y="143156"/>
                  <a:pt x="265471" y="138390"/>
                </a:cubicBezTo>
                <a:cubicBezTo>
                  <a:pt x="269829" y="133623"/>
                  <a:pt x="272007" y="127700"/>
                  <a:pt x="272007" y="120618"/>
                </a:cubicBezTo>
                <a:lnTo>
                  <a:pt x="272007" y="112550"/>
                </a:lnTo>
                <a:lnTo>
                  <a:pt x="250662" y="115308"/>
                </a:lnTo>
                <a:close/>
                <a:moveTo>
                  <a:pt x="398013" y="165148"/>
                </a:moveTo>
                <a:cubicBezTo>
                  <a:pt x="393042" y="167872"/>
                  <a:pt x="385519" y="169234"/>
                  <a:pt x="375442" y="169234"/>
                </a:cubicBezTo>
                <a:cubicBezTo>
                  <a:pt x="351474" y="169234"/>
                  <a:pt x="339491" y="156637"/>
                  <a:pt x="339491" y="131445"/>
                </a:cubicBezTo>
                <a:lnTo>
                  <a:pt x="339491" y="78131"/>
                </a:lnTo>
                <a:lnTo>
                  <a:pt x="320903" y="78131"/>
                </a:lnTo>
                <a:lnTo>
                  <a:pt x="320903" y="53517"/>
                </a:lnTo>
                <a:lnTo>
                  <a:pt x="339491" y="53517"/>
                </a:lnTo>
                <a:lnTo>
                  <a:pt x="339491" y="28699"/>
                </a:lnTo>
                <a:lnTo>
                  <a:pt x="372275" y="19303"/>
                </a:lnTo>
                <a:lnTo>
                  <a:pt x="372275" y="53517"/>
                </a:lnTo>
                <a:lnTo>
                  <a:pt x="398013" y="53517"/>
                </a:lnTo>
                <a:lnTo>
                  <a:pt x="398013" y="78131"/>
                </a:lnTo>
                <a:lnTo>
                  <a:pt x="372275" y="78131"/>
                </a:lnTo>
                <a:lnTo>
                  <a:pt x="372275" y="125725"/>
                </a:lnTo>
                <a:cubicBezTo>
                  <a:pt x="372275" y="137777"/>
                  <a:pt x="377042" y="143803"/>
                  <a:pt x="386574" y="143803"/>
                </a:cubicBezTo>
                <a:cubicBezTo>
                  <a:pt x="390251" y="143803"/>
                  <a:pt x="394064" y="142713"/>
                  <a:pt x="398013" y="140534"/>
                </a:cubicBezTo>
                <a:lnTo>
                  <a:pt x="398013" y="165148"/>
                </a:lnTo>
                <a:close/>
                <a:moveTo>
                  <a:pt x="516740" y="119291"/>
                </a:moveTo>
                <a:lnTo>
                  <a:pt x="442388" y="119291"/>
                </a:lnTo>
                <a:cubicBezTo>
                  <a:pt x="443546" y="136789"/>
                  <a:pt x="454099" y="145539"/>
                  <a:pt x="474049" y="145539"/>
                </a:cubicBezTo>
                <a:cubicBezTo>
                  <a:pt x="486509" y="145539"/>
                  <a:pt x="497505" y="142475"/>
                  <a:pt x="507038" y="136347"/>
                </a:cubicBezTo>
                <a:lnTo>
                  <a:pt x="507038" y="160552"/>
                </a:lnTo>
                <a:cubicBezTo>
                  <a:pt x="496757" y="166340"/>
                  <a:pt x="483275" y="169234"/>
                  <a:pt x="466593" y="169234"/>
                </a:cubicBezTo>
                <a:cubicBezTo>
                  <a:pt x="448618" y="169234"/>
                  <a:pt x="434643" y="164161"/>
                  <a:pt x="424668" y="154016"/>
                </a:cubicBezTo>
                <a:cubicBezTo>
                  <a:pt x="414693" y="143871"/>
                  <a:pt x="409706" y="129742"/>
                  <a:pt x="409706" y="111631"/>
                </a:cubicBezTo>
                <a:cubicBezTo>
                  <a:pt x="409706" y="93587"/>
                  <a:pt x="415016" y="78931"/>
                  <a:pt x="425638" y="67663"/>
                </a:cubicBezTo>
                <a:cubicBezTo>
                  <a:pt x="436260" y="56394"/>
                  <a:pt x="449605" y="50760"/>
                  <a:pt x="465674" y="50760"/>
                </a:cubicBezTo>
                <a:cubicBezTo>
                  <a:pt x="481675" y="50760"/>
                  <a:pt x="494186" y="55611"/>
                  <a:pt x="503208" y="65314"/>
                </a:cubicBezTo>
                <a:cubicBezTo>
                  <a:pt x="512230" y="75016"/>
                  <a:pt x="516740" y="88345"/>
                  <a:pt x="516740" y="105299"/>
                </a:cubicBezTo>
                <a:lnTo>
                  <a:pt x="516740" y="119291"/>
                </a:lnTo>
                <a:moveTo>
                  <a:pt x="485999" y="98660"/>
                </a:moveTo>
                <a:cubicBezTo>
                  <a:pt x="485999" y="81774"/>
                  <a:pt x="479156" y="73331"/>
                  <a:pt x="465470" y="73331"/>
                </a:cubicBezTo>
                <a:cubicBezTo>
                  <a:pt x="459819" y="73331"/>
                  <a:pt x="454814" y="75646"/>
                  <a:pt x="450456" y="80276"/>
                </a:cubicBezTo>
                <a:cubicBezTo>
                  <a:pt x="446099" y="84906"/>
                  <a:pt x="443375" y="91034"/>
                  <a:pt x="442286" y="98660"/>
                </a:cubicBezTo>
                <a:lnTo>
                  <a:pt x="485999" y="98660"/>
                </a:lnTo>
                <a:close/>
                <a:moveTo>
                  <a:pt x="599205" y="117554"/>
                </a:moveTo>
                <a:lnTo>
                  <a:pt x="538844" y="117554"/>
                </a:lnTo>
                <a:lnTo>
                  <a:pt x="538844" y="94268"/>
                </a:lnTo>
                <a:lnTo>
                  <a:pt x="599205" y="94268"/>
                </a:lnTo>
                <a:lnTo>
                  <a:pt x="599205" y="117554"/>
                </a:lnTo>
                <a:close/>
                <a:moveTo>
                  <a:pt x="741794" y="35849"/>
                </a:moveTo>
                <a:lnTo>
                  <a:pt x="696651" y="35849"/>
                </a:lnTo>
                <a:lnTo>
                  <a:pt x="696651" y="166476"/>
                </a:lnTo>
                <a:lnTo>
                  <a:pt x="662845" y="166476"/>
                </a:lnTo>
                <a:lnTo>
                  <a:pt x="662845" y="35849"/>
                </a:lnTo>
                <a:lnTo>
                  <a:pt x="617805" y="35849"/>
                </a:lnTo>
                <a:lnTo>
                  <a:pt x="617805" y="8273"/>
                </a:lnTo>
                <a:lnTo>
                  <a:pt x="741794" y="8273"/>
                </a:lnTo>
                <a:lnTo>
                  <a:pt x="741794" y="35849"/>
                </a:lnTo>
                <a:close/>
                <a:moveTo>
                  <a:pt x="814509" y="83442"/>
                </a:moveTo>
                <a:cubicBezTo>
                  <a:pt x="810492" y="81127"/>
                  <a:pt x="805623" y="79970"/>
                  <a:pt x="799904" y="79970"/>
                </a:cubicBezTo>
                <a:cubicBezTo>
                  <a:pt x="792414" y="79970"/>
                  <a:pt x="786473" y="82829"/>
                  <a:pt x="782082" y="88549"/>
                </a:cubicBezTo>
                <a:cubicBezTo>
                  <a:pt x="777690" y="94268"/>
                  <a:pt x="775494" y="102132"/>
                  <a:pt x="775494" y="112141"/>
                </a:cubicBezTo>
                <a:lnTo>
                  <a:pt x="775494" y="166476"/>
                </a:lnTo>
                <a:lnTo>
                  <a:pt x="742505" y="166476"/>
                </a:lnTo>
                <a:lnTo>
                  <a:pt x="742505" y="53517"/>
                </a:lnTo>
                <a:lnTo>
                  <a:pt x="775494" y="53517"/>
                </a:lnTo>
                <a:lnTo>
                  <a:pt x="775494" y="74761"/>
                </a:lnTo>
                <a:lnTo>
                  <a:pt x="775903" y="74761"/>
                </a:lnTo>
                <a:cubicBezTo>
                  <a:pt x="781350" y="59305"/>
                  <a:pt x="791257" y="51577"/>
                  <a:pt x="805623" y="51577"/>
                </a:cubicBezTo>
                <a:cubicBezTo>
                  <a:pt x="809504" y="51577"/>
                  <a:pt x="812466" y="52019"/>
                  <a:pt x="814509" y="52905"/>
                </a:cubicBezTo>
                <a:lnTo>
                  <a:pt x="814509" y="83442"/>
                </a:lnTo>
                <a:close/>
                <a:moveTo>
                  <a:pt x="833950" y="60360"/>
                </a:moveTo>
                <a:cubicBezTo>
                  <a:pt x="839056" y="57501"/>
                  <a:pt x="845882" y="55186"/>
                  <a:pt x="854427" y="53415"/>
                </a:cubicBezTo>
                <a:cubicBezTo>
                  <a:pt x="862972" y="51645"/>
                  <a:pt x="870275" y="50760"/>
                  <a:pt x="876335" y="50760"/>
                </a:cubicBezTo>
                <a:cubicBezTo>
                  <a:pt x="907928" y="50760"/>
                  <a:pt x="923724" y="66590"/>
                  <a:pt x="923724" y="98251"/>
                </a:cubicBezTo>
                <a:lnTo>
                  <a:pt x="923724" y="166476"/>
                </a:lnTo>
                <a:lnTo>
                  <a:pt x="892370" y="166476"/>
                </a:lnTo>
                <a:lnTo>
                  <a:pt x="892370" y="150033"/>
                </a:lnTo>
                <a:lnTo>
                  <a:pt x="891961" y="150033"/>
                </a:lnTo>
                <a:cubicBezTo>
                  <a:pt x="884267" y="162833"/>
                  <a:pt x="872998" y="169234"/>
                  <a:pt x="858155" y="169234"/>
                </a:cubicBezTo>
                <a:cubicBezTo>
                  <a:pt x="847465" y="169234"/>
                  <a:pt x="838903" y="166187"/>
                  <a:pt x="832469" y="160093"/>
                </a:cubicBezTo>
                <a:cubicBezTo>
                  <a:pt x="826034" y="153999"/>
                  <a:pt x="822817" y="145709"/>
                  <a:pt x="822817" y="135223"/>
                </a:cubicBezTo>
                <a:cubicBezTo>
                  <a:pt x="822817" y="113571"/>
                  <a:pt x="835720" y="100975"/>
                  <a:pt x="861526" y="97434"/>
                </a:cubicBezTo>
                <a:lnTo>
                  <a:pt x="892574" y="93247"/>
                </a:lnTo>
                <a:cubicBezTo>
                  <a:pt x="892574" y="80106"/>
                  <a:pt x="885731" y="73535"/>
                  <a:pt x="872045" y="73535"/>
                </a:cubicBezTo>
                <a:cubicBezTo>
                  <a:pt x="858564" y="73535"/>
                  <a:pt x="845865" y="77621"/>
                  <a:pt x="833950" y="85791"/>
                </a:cubicBezTo>
                <a:lnTo>
                  <a:pt x="833950" y="60360"/>
                </a:lnTo>
                <a:moveTo>
                  <a:pt x="871228" y="115308"/>
                </a:moveTo>
                <a:cubicBezTo>
                  <a:pt x="859313" y="116874"/>
                  <a:pt x="853355" y="122253"/>
                  <a:pt x="853355" y="131445"/>
                </a:cubicBezTo>
                <a:cubicBezTo>
                  <a:pt x="853355" y="135666"/>
                  <a:pt x="854802" y="139070"/>
                  <a:pt x="857696" y="141658"/>
                </a:cubicBezTo>
                <a:cubicBezTo>
                  <a:pt x="860589" y="144245"/>
                  <a:pt x="864487" y="145539"/>
                  <a:pt x="869390" y="145539"/>
                </a:cubicBezTo>
                <a:cubicBezTo>
                  <a:pt x="876130" y="145539"/>
                  <a:pt x="881680" y="143156"/>
                  <a:pt x="886037" y="138390"/>
                </a:cubicBezTo>
                <a:cubicBezTo>
                  <a:pt x="890395" y="133623"/>
                  <a:pt x="892574" y="127700"/>
                  <a:pt x="892574" y="120618"/>
                </a:cubicBezTo>
                <a:lnTo>
                  <a:pt x="892574" y="112550"/>
                </a:lnTo>
                <a:lnTo>
                  <a:pt x="871228" y="115308"/>
                </a:lnTo>
                <a:close/>
                <a:moveTo>
                  <a:pt x="1059432" y="166476"/>
                </a:moveTo>
                <a:lnTo>
                  <a:pt x="1026648" y="166476"/>
                </a:lnTo>
                <a:lnTo>
                  <a:pt x="1026648" y="103460"/>
                </a:lnTo>
                <a:cubicBezTo>
                  <a:pt x="1026648" y="85213"/>
                  <a:pt x="1020077" y="76089"/>
                  <a:pt x="1006936" y="76089"/>
                </a:cubicBezTo>
                <a:cubicBezTo>
                  <a:pt x="1000672" y="76089"/>
                  <a:pt x="995463" y="78523"/>
                  <a:pt x="991310" y="83391"/>
                </a:cubicBezTo>
                <a:cubicBezTo>
                  <a:pt x="987156" y="88259"/>
                  <a:pt x="985080" y="94473"/>
                  <a:pt x="985080" y="102030"/>
                </a:cubicBezTo>
                <a:lnTo>
                  <a:pt x="985080" y="166476"/>
                </a:lnTo>
                <a:lnTo>
                  <a:pt x="952091" y="166476"/>
                </a:lnTo>
                <a:lnTo>
                  <a:pt x="952091" y="53517"/>
                </a:lnTo>
                <a:lnTo>
                  <a:pt x="985080" y="53517"/>
                </a:lnTo>
                <a:lnTo>
                  <a:pt x="985080" y="71493"/>
                </a:lnTo>
                <a:lnTo>
                  <a:pt x="985488" y="71493"/>
                </a:lnTo>
                <a:cubicBezTo>
                  <a:pt x="993727" y="57671"/>
                  <a:pt x="1005847" y="50760"/>
                  <a:pt x="1021847" y="50760"/>
                </a:cubicBezTo>
                <a:cubicBezTo>
                  <a:pt x="1046904" y="50760"/>
                  <a:pt x="1059432" y="66284"/>
                  <a:pt x="1059432" y="97332"/>
                </a:cubicBezTo>
                <a:lnTo>
                  <a:pt x="1059432" y="166476"/>
                </a:lnTo>
                <a:close/>
                <a:moveTo>
                  <a:pt x="1084042" y="136143"/>
                </a:moveTo>
                <a:cubicBezTo>
                  <a:pt x="1095345" y="143020"/>
                  <a:pt x="1106409" y="146458"/>
                  <a:pt x="1117235" y="146458"/>
                </a:cubicBezTo>
                <a:cubicBezTo>
                  <a:pt x="1130853" y="146458"/>
                  <a:pt x="1137662" y="142815"/>
                  <a:pt x="1137662" y="135530"/>
                </a:cubicBezTo>
                <a:cubicBezTo>
                  <a:pt x="1137662" y="130355"/>
                  <a:pt x="1132044" y="126031"/>
                  <a:pt x="1120810" y="122559"/>
                </a:cubicBezTo>
                <a:cubicBezTo>
                  <a:pt x="1106784" y="118201"/>
                  <a:pt x="1097149" y="113350"/>
                  <a:pt x="1091906" y="108005"/>
                </a:cubicBezTo>
                <a:cubicBezTo>
                  <a:pt x="1086663" y="102660"/>
                  <a:pt x="1084042" y="95426"/>
                  <a:pt x="1084042" y="86302"/>
                </a:cubicBezTo>
                <a:cubicBezTo>
                  <a:pt x="1084042" y="75204"/>
                  <a:pt x="1088536" y="66505"/>
                  <a:pt x="1097524" y="60207"/>
                </a:cubicBezTo>
                <a:cubicBezTo>
                  <a:pt x="1106511" y="53909"/>
                  <a:pt x="1118290" y="50760"/>
                  <a:pt x="1132861" y="50760"/>
                </a:cubicBezTo>
                <a:cubicBezTo>
                  <a:pt x="1143211" y="50760"/>
                  <a:pt x="1153186" y="52292"/>
                  <a:pt x="1162786" y="55356"/>
                </a:cubicBezTo>
                <a:lnTo>
                  <a:pt x="1162786" y="81297"/>
                </a:lnTo>
                <a:cubicBezTo>
                  <a:pt x="1154003" y="76123"/>
                  <a:pt x="1144334" y="73535"/>
                  <a:pt x="1133781" y="73535"/>
                </a:cubicBezTo>
                <a:cubicBezTo>
                  <a:pt x="1128538" y="73535"/>
                  <a:pt x="1124316" y="74472"/>
                  <a:pt x="1121116" y="76344"/>
                </a:cubicBezTo>
                <a:cubicBezTo>
                  <a:pt x="1117916" y="78216"/>
                  <a:pt x="1116316" y="80685"/>
                  <a:pt x="1116316" y="83749"/>
                </a:cubicBezTo>
                <a:cubicBezTo>
                  <a:pt x="1116316" y="88923"/>
                  <a:pt x="1121082" y="93111"/>
                  <a:pt x="1130614" y="96311"/>
                </a:cubicBezTo>
                <a:cubicBezTo>
                  <a:pt x="1140828" y="99715"/>
                  <a:pt x="1148505" y="102813"/>
                  <a:pt x="1153645" y="105605"/>
                </a:cubicBezTo>
                <a:cubicBezTo>
                  <a:pt x="1158786" y="108397"/>
                  <a:pt x="1162701" y="112073"/>
                  <a:pt x="1165391" y="116635"/>
                </a:cubicBezTo>
                <a:cubicBezTo>
                  <a:pt x="1168080" y="121197"/>
                  <a:pt x="1169425" y="126474"/>
                  <a:pt x="1169425" y="132466"/>
                </a:cubicBezTo>
                <a:cubicBezTo>
                  <a:pt x="1169425" y="144109"/>
                  <a:pt x="1164761" y="153148"/>
                  <a:pt x="1155433" y="159582"/>
                </a:cubicBezTo>
                <a:cubicBezTo>
                  <a:pt x="1146105" y="166016"/>
                  <a:pt x="1133644" y="169234"/>
                  <a:pt x="1118052" y="169234"/>
                </a:cubicBezTo>
                <a:cubicBezTo>
                  <a:pt x="1105796" y="169234"/>
                  <a:pt x="1094460" y="167293"/>
                  <a:pt x="1084042" y="163412"/>
                </a:cubicBezTo>
                <a:lnTo>
                  <a:pt x="1084042" y="136143"/>
                </a:lnTo>
                <a:close/>
                <a:moveTo>
                  <a:pt x="1187371" y="17056"/>
                </a:moveTo>
                <a:cubicBezTo>
                  <a:pt x="1187371" y="12018"/>
                  <a:pt x="1189158" y="7915"/>
                  <a:pt x="1192733" y="4749"/>
                </a:cubicBezTo>
                <a:cubicBezTo>
                  <a:pt x="1196308" y="1583"/>
                  <a:pt x="1200886" y="0"/>
                  <a:pt x="1206470" y="0"/>
                </a:cubicBezTo>
                <a:cubicBezTo>
                  <a:pt x="1212189" y="0"/>
                  <a:pt x="1216819" y="1617"/>
                  <a:pt x="1220360" y="4851"/>
                </a:cubicBezTo>
                <a:cubicBezTo>
                  <a:pt x="1223900" y="8085"/>
                  <a:pt x="1225671" y="12154"/>
                  <a:pt x="1225671" y="17056"/>
                </a:cubicBezTo>
                <a:cubicBezTo>
                  <a:pt x="1225671" y="22027"/>
                  <a:pt x="1223866" y="26163"/>
                  <a:pt x="1220258" y="29465"/>
                </a:cubicBezTo>
                <a:cubicBezTo>
                  <a:pt x="1216649" y="32768"/>
                  <a:pt x="1212053" y="34419"/>
                  <a:pt x="1206470" y="34419"/>
                </a:cubicBezTo>
                <a:cubicBezTo>
                  <a:pt x="1200955" y="34419"/>
                  <a:pt x="1196393" y="32750"/>
                  <a:pt x="1192784" y="29414"/>
                </a:cubicBezTo>
                <a:cubicBezTo>
                  <a:pt x="1189175" y="26078"/>
                  <a:pt x="1187371" y="21958"/>
                  <a:pt x="1187371" y="17056"/>
                </a:cubicBezTo>
                <a:moveTo>
                  <a:pt x="1189822" y="166476"/>
                </a:moveTo>
                <a:lnTo>
                  <a:pt x="1189822" y="53517"/>
                </a:lnTo>
                <a:lnTo>
                  <a:pt x="1222709" y="53517"/>
                </a:lnTo>
                <a:lnTo>
                  <a:pt x="1222709" y="166476"/>
                </a:lnTo>
                <a:lnTo>
                  <a:pt x="1189822" y="166476"/>
                </a:lnTo>
                <a:close/>
                <a:moveTo>
                  <a:pt x="1318734" y="165148"/>
                </a:moveTo>
                <a:cubicBezTo>
                  <a:pt x="1313764" y="167872"/>
                  <a:pt x="1306240" y="169234"/>
                  <a:pt x="1296163" y="169234"/>
                </a:cubicBezTo>
                <a:cubicBezTo>
                  <a:pt x="1272196" y="169234"/>
                  <a:pt x="1260212" y="156637"/>
                  <a:pt x="1260212" y="131445"/>
                </a:cubicBezTo>
                <a:lnTo>
                  <a:pt x="1260212" y="78131"/>
                </a:lnTo>
                <a:lnTo>
                  <a:pt x="1241624" y="78131"/>
                </a:lnTo>
                <a:lnTo>
                  <a:pt x="1241624" y="53517"/>
                </a:lnTo>
                <a:lnTo>
                  <a:pt x="1260212" y="53517"/>
                </a:lnTo>
                <a:lnTo>
                  <a:pt x="1260212" y="28699"/>
                </a:lnTo>
                <a:lnTo>
                  <a:pt x="1292997" y="19303"/>
                </a:lnTo>
                <a:lnTo>
                  <a:pt x="1292997" y="53517"/>
                </a:lnTo>
                <a:lnTo>
                  <a:pt x="1318734" y="53517"/>
                </a:lnTo>
                <a:lnTo>
                  <a:pt x="1318734" y="78131"/>
                </a:lnTo>
                <a:lnTo>
                  <a:pt x="1292997" y="78131"/>
                </a:lnTo>
                <a:lnTo>
                  <a:pt x="1292997" y="125725"/>
                </a:lnTo>
                <a:cubicBezTo>
                  <a:pt x="1292997" y="137777"/>
                  <a:pt x="1297763" y="143803"/>
                  <a:pt x="1307295" y="143803"/>
                </a:cubicBezTo>
                <a:cubicBezTo>
                  <a:pt x="1310972" y="143803"/>
                  <a:pt x="1314785" y="142713"/>
                  <a:pt x="1318734" y="140534"/>
                </a:cubicBezTo>
                <a:lnTo>
                  <a:pt x="1318734" y="165148"/>
                </a:lnTo>
                <a:close/>
                <a:moveTo>
                  <a:pt x="1335880" y="17056"/>
                </a:moveTo>
                <a:cubicBezTo>
                  <a:pt x="1335880" y="12018"/>
                  <a:pt x="1337667" y="7915"/>
                  <a:pt x="1341241" y="4749"/>
                </a:cubicBezTo>
                <a:cubicBezTo>
                  <a:pt x="1344816" y="1583"/>
                  <a:pt x="1349395" y="0"/>
                  <a:pt x="1354978" y="0"/>
                </a:cubicBezTo>
                <a:cubicBezTo>
                  <a:pt x="1360698" y="0"/>
                  <a:pt x="1365328" y="1617"/>
                  <a:pt x="1368868" y="4851"/>
                </a:cubicBezTo>
                <a:cubicBezTo>
                  <a:pt x="1372409" y="8085"/>
                  <a:pt x="1374179" y="12154"/>
                  <a:pt x="1374179" y="17056"/>
                </a:cubicBezTo>
                <a:cubicBezTo>
                  <a:pt x="1374179" y="22027"/>
                  <a:pt x="1372375" y="26163"/>
                  <a:pt x="1368766" y="29465"/>
                </a:cubicBezTo>
                <a:cubicBezTo>
                  <a:pt x="1365157" y="32768"/>
                  <a:pt x="1360562" y="34419"/>
                  <a:pt x="1354978" y="34419"/>
                </a:cubicBezTo>
                <a:cubicBezTo>
                  <a:pt x="1349463" y="34419"/>
                  <a:pt x="1344901" y="32750"/>
                  <a:pt x="1341293" y="29414"/>
                </a:cubicBezTo>
                <a:cubicBezTo>
                  <a:pt x="1337684" y="26078"/>
                  <a:pt x="1335880" y="21958"/>
                  <a:pt x="1335880" y="17056"/>
                </a:cubicBezTo>
                <a:moveTo>
                  <a:pt x="1338331" y="166476"/>
                </a:moveTo>
                <a:lnTo>
                  <a:pt x="1338331" y="53517"/>
                </a:lnTo>
                <a:lnTo>
                  <a:pt x="1371217" y="53517"/>
                </a:lnTo>
                <a:lnTo>
                  <a:pt x="1371217" y="166476"/>
                </a:lnTo>
                <a:lnTo>
                  <a:pt x="1338331" y="166476"/>
                </a:lnTo>
                <a:close/>
                <a:moveTo>
                  <a:pt x="1393177" y="110507"/>
                </a:moveTo>
                <a:cubicBezTo>
                  <a:pt x="1393177" y="91919"/>
                  <a:pt x="1398744" y="77314"/>
                  <a:pt x="1409876" y="66693"/>
                </a:cubicBezTo>
                <a:cubicBezTo>
                  <a:pt x="1421008" y="56071"/>
                  <a:pt x="1435971" y="50760"/>
                  <a:pt x="1454763" y="50760"/>
                </a:cubicBezTo>
                <a:cubicBezTo>
                  <a:pt x="1472943" y="50760"/>
                  <a:pt x="1487378" y="55986"/>
                  <a:pt x="1498067" y="66437"/>
                </a:cubicBezTo>
                <a:cubicBezTo>
                  <a:pt x="1508757" y="76889"/>
                  <a:pt x="1514102" y="90932"/>
                  <a:pt x="1514102" y="108567"/>
                </a:cubicBezTo>
                <a:cubicBezTo>
                  <a:pt x="1514102" y="127087"/>
                  <a:pt x="1508621" y="141828"/>
                  <a:pt x="1497659" y="152790"/>
                </a:cubicBezTo>
                <a:cubicBezTo>
                  <a:pt x="1486697" y="163752"/>
                  <a:pt x="1471853" y="169234"/>
                  <a:pt x="1453129" y="169234"/>
                </a:cubicBezTo>
                <a:cubicBezTo>
                  <a:pt x="1434745" y="169234"/>
                  <a:pt x="1420157" y="163974"/>
                  <a:pt x="1409365" y="153454"/>
                </a:cubicBezTo>
                <a:cubicBezTo>
                  <a:pt x="1398573" y="142934"/>
                  <a:pt x="1393177" y="128619"/>
                  <a:pt x="1393177" y="110507"/>
                </a:cubicBezTo>
                <a:moveTo>
                  <a:pt x="1426575" y="110099"/>
                </a:moveTo>
                <a:cubicBezTo>
                  <a:pt x="1426575" y="132636"/>
                  <a:pt x="1435767" y="143905"/>
                  <a:pt x="1454150" y="143905"/>
                </a:cubicBezTo>
                <a:cubicBezTo>
                  <a:pt x="1471785" y="143905"/>
                  <a:pt x="1480603" y="132330"/>
                  <a:pt x="1480603" y="109180"/>
                </a:cubicBezTo>
                <a:cubicBezTo>
                  <a:pt x="1480603" y="87119"/>
                  <a:pt x="1471717" y="76089"/>
                  <a:pt x="1453946" y="76089"/>
                </a:cubicBezTo>
                <a:cubicBezTo>
                  <a:pt x="1445299" y="76089"/>
                  <a:pt x="1438575" y="79051"/>
                  <a:pt x="1433775" y="84974"/>
                </a:cubicBezTo>
                <a:cubicBezTo>
                  <a:pt x="1428975" y="90898"/>
                  <a:pt x="1426575" y="99273"/>
                  <a:pt x="1426575" y="110099"/>
                </a:cubicBezTo>
                <a:close/>
                <a:moveTo>
                  <a:pt x="1645519" y="166476"/>
                </a:moveTo>
                <a:lnTo>
                  <a:pt x="1612734" y="166476"/>
                </a:lnTo>
                <a:lnTo>
                  <a:pt x="1612734" y="103460"/>
                </a:lnTo>
                <a:cubicBezTo>
                  <a:pt x="1612734" y="85213"/>
                  <a:pt x="1606164" y="76089"/>
                  <a:pt x="1593023" y="76089"/>
                </a:cubicBezTo>
                <a:cubicBezTo>
                  <a:pt x="1586758" y="76089"/>
                  <a:pt x="1581550" y="78523"/>
                  <a:pt x="1577396" y="83391"/>
                </a:cubicBezTo>
                <a:cubicBezTo>
                  <a:pt x="1573243" y="88259"/>
                  <a:pt x="1571166" y="94473"/>
                  <a:pt x="1571166" y="102030"/>
                </a:cubicBezTo>
                <a:lnTo>
                  <a:pt x="1571166" y="166476"/>
                </a:lnTo>
                <a:lnTo>
                  <a:pt x="1538177" y="166476"/>
                </a:lnTo>
                <a:lnTo>
                  <a:pt x="1538177" y="53517"/>
                </a:lnTo>
                <a:lnTo>
                  <a:pt x="1571166" y="53517"/>
                </a:lnTo>
                <a:lnTo>
                  <a:pt x="1571166" y="71493"/>
                </a:lnTo>
                <a:lnTo>
                  <a:pt x="1571575" y="71493"/>
                </a:lnTo>
                <a:cubicBezTo>
                  <a:pt x="1579813" y="57671"/>
                  <a:pt x="1591933" y="50760"/>
                  <a:pt x="1607934" y="50760"/>
                </a:cubicBezTo>
                <a:cubicBezTo>
                  <a:pt x="1632990" y="50760"/>
                  <a:pt x="1645519" y="66284"/>
                  <a:pt x="1645519" y="97332"/>
                </a:cubicBezTo>
                <a:lnTo>
                  <a:pt x="1645519" y="166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Graph">
            <a:extLst xmlns:a="http://schemas.openxmlformats.org/drawingml/2006/main">
              <a:ext uri="{FF2B5EF4-FFF2-40B4-BE49-F238E27FC236}">
                <a16:creationId xmlns:a16="http://schemas.microsoft.com/office/drawing/2014/main" id="{2525946B-8719-4504-AC14-4A038C08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706" y="470548"/>
            <a:ext cx="622689" cy="219176"/>
          </a:xfrm>
          <a:custGeom xmlns:a="http://schemas.openxmlformats.org/drawingml/2006/main">
            <a:pathLst>
              <a:path w="622689" h="219176">
                <a:moveTo>
                  <a:pt x="138492" y="156569"/>
                </a:moveTo>
                <a:cubicBezTo>
                  <a:pt x="123036" y="165489"/>
                  <a:pt x="104039" y="169948"/>
                  <a:pt x="81502" y="169948"/>
                </a:cubicBezTo>
                <a:cubicBezTo>
                  <a:pt x="56309" y="169948"/>
                  <a:pt x="36427" y="162867"/>
                  <a:pt x="21856" y="148705"/>
                </a:cubicBezTo>
                <a:cubicBezTo>
                  <a:pt x="7285" y="134543"/>
                  <a:pt x="0" y="115171"/>
                  <a:pt x="0" y="90592"/>
                </a:cubicBezTo>
                <a:cubicBezTo>
                  <a:pt x="0" y="65671"/>
                  <a:pt x="8017" y="45398"/>
                  <a:pt x="24052" y="29772"/>
                </a:cubicBezTo>
                <a:cubicBezTo>
                  <a:pt x="40087" y="14145"/>
                  <a:pt x="61211" y="6332"/>
                  <a:pt x="87425" y="6332"/>
                </a:cubicBezTo>
                <a:cubicBezTo>
                  <a:pt x="104311" y="6332"/>
                  <a:pt x="119052" y="8715"/>
                  <a:pt x="131649" y="13481"/>
                </a:cubicBezTo>
                <a:lnTo>
                  <a:pt x="131649" y="45449"/>
                </a:lnTo>
                <a:cubicBezTo>
                  <a:pt x="119393" y="38300"/>
                  <a:pt x="104413" y="34725"/>
                  <a:pt x="86710" y="34725"/>
                </a:cubicBezTo>
                <a:cubicBezTo>
                  <a:pt x="71459" y="34725"/>
                  <a:pt x="59101" y="39695"/>
                  <a:pt x="49636" y="49636"/>
                </a:cubicBezTo>
                <a:cubicBezTo>
                  <a:pt x="40172" y="59577"/>
                  <a:pt x="35440" y="72684"/>
                  <a:pt x="35440" y="88957"/>
                </a:cubicBezTo>
                <a:cubicBezTo>
                  <a:pt x="35440" y="105503"/>
                  <a:pt x="39713" y="118406"/>
                  <a:pt x="48258" y="127666"/>
                </a:cubicBezTo>
                <a:cubicBezTo>
                  <a:pt x="56803" y="136926"/>
                  <a:pt x="68463" y="141556"/>
                  <a:pt x="83238" y="141556"/>
                </a:cubicBezTo>
                <a:cubicBezTo>
                  <a:pt x="92021" y="141556"/>
                  <a:pt x="99205" y="140194"/>
                  <a:pt x="104788" y="137470"/>
                </a:cubicBezTo>
                <a:lnTo>
                  <a:pt x="104788" y="104992"/>
                </a:lnTo>
                <a:lnTo>
                  <a:pt x="72820" y="104992"/>
                </a:lnTo>
                <a:lnTo>
                  <a:pt x="72820" y="77927"/>
                </a:lnTo>
                <a:lnTo>
                  <a:pt x="138492" y="77927"/>
                </a:lnTo>
                <a:lnTo>
                  <a:pt x="138492" y="156569"/>
                </a:lnTo>
                <a:close/>
                <a:moveTo>
                  <a:pt x="238655" y="84157"/>
                </a:moveTo>
                <a:cubicBezTo>
                  <a:pt x="234638" y="81842"/>
                  <a:pt x="229769" y="80685"/>
                  <a:pt x="224050" y="80685"/>
                </a:cubicBezTo>
                <a:cubicBezTo>
                  <a:pt x="216560" y="80685"/>
                  <a:pt x="210620" y="83544"/>
                  <a:pt x="206228" y="89264"/>
                </a:cubicBezTo>
                <a:cubicBezTo>
                  <a:pt x="201836" y="94983"/>
                  <a:pt x="199640" y="102847"/>
                  <a:pt x="199640" y="112856"/>
                </a:cubicBezTo>
                <a:lnTo>
                  <a:pt x="199640" y="167191"/>
                </a:lnTo>
                <a:lnTo>
                  <a:pt x="166651" y="167191"/>
                </a:lnTo>
                <a:lnTo>
                  <a:pt x="166651" y="54232"/>
                </a:lnTo>
                <a:lnTo>
                  <a:pt x="199640" y="54232"/>
                </a:lnTo>
                <a:lnTo>
                  <a:pt x="199640" y="75476"/>
                </a:lnTo>
                <a:lnTo>
                  <a:pt x="200049" y="75476"/>
                </a:lnTo>
                <a:cubicBezTo>
                  <a:pt x="205496" y="60020"/>
                  <a:pt x="215403" y="52292"/>
                  <a:pt x="229769" y="52292"/>
                </a:cubicBezTo>
                <a:cubicBezTo>
                  <a:pt x="233650" y="52292"/>
                  <a:pt x="236612" y="52734"/>
                  <a:pt x="238655" y="53620"/>
                </a:cubicBezTo>
                <a:lnTo>
                  <a:pt x="238655" y="84157"/>
                </a:lnTo>
                <a:close/>
                <a:moveTo>
                  <a:pt x="258096" y="61075"/>
                </a:moveTo>
                <a:cubicBezTo>
                  <a:pt x="263203" y="58216"/>
                  <a:pt x="270029" y="55901"/>
                  <a:pt x="278574" y="54130"/>
                </a:cubicBezTo>
                <a:cubicBezTo>
                  <a:pt x="287119" y="52360"/>
                  <a:pt x="294421" y="51475"/>
                  <a:pt x="300481" y="51475"/>
                </a:cubicBezTo>
                <a:cubicBezTo>
                  <a:pt x="332074" y="51475"/>
                  <a:pt x="347871" y="67305"/>
                  <a:pt x="347871" y="98966"/>
                </a:cubicBezTo>
                <a:lnTo>
                  <a:pt x="347871" y="167191"/>
                </a:lnTo>
                <a:lnTo>
                  <a:pt x="316516" y="167191"/>
                </a:lnTo>
                <a:lnTo>
                  <a:pt x="316516" y="150748"/>
                </a:lnTo>
                <a:lnTo>
                  <a:pt x="316107" y="150748"/>
                </a:lnTo>
                <a:cubicBezTo>
                  <a:pt x="308413" y="163548"/>
                  <a:pt x="297145" y="169948"/>
                  <a:pt x="282301" y="169948"/>
                </a:cubicBezTo>
                <a:cubicBezTo>
                  <a:pt x="271612" y="169948"/>
                  <a:pt x="263050" y="166901"/>
                  <a:pt x="256615" y="160808"/>
                </a:cubicBezTo>
                <a:cubicBezTo>
                  <a:pt x="250181" y="154714"/>
                  <a:pt x="246964" y="146424"/>
                  <a:pt x="246964" y="135938"/>
                </a:cubicBezTo>
                <a:cubicBezTo>
                  <a:pt x="246964" y="114286"/>
                  <a:pt x="259866" y="101690"/>
                  <a:pt x="285672" y="98149"/>
                </a:cubicBezTo>
                <a:lnTo>
                  <a:pt x="316720" y="93962"/>
                </a:lnTo>
                <a:cubicBezTo>
                  <a:pt x="316720" y="80821"/>
                  <a:pt x="309877" y="74250"/>
                  <a:pt x="296192" y="74250"/>
                </a:cubicBezTo>
                <a:cubicBezTo>
                  <a:pt x="282710" y="74250"/>
                  <a:pt x="270012" y="78336"/>
                  <a:pt x="258096" y="86506"/>
                </a:cubicBezTo>
                <a:lnTo>
                  <a:pt x="258096" y="61075"/>
                </a:lnTo>
                <a:moveTo>
                  <a:pt x="295374" y="116022"/>
                </a:moveTo>
                <a:cubicBezTo>
                  <a:pt x="283459" y="117589"/>
                  <a:pt x="277501" y="122968"/>
                  <a:pt x="277501" y="132159"/>
                </a:cubicBezTo>
                <a:cubicBezTo>
                  <a:pt x="277501" y="136381"/>
                  <a:pt x="278948" y="139785"/>
                  <a:pt x="281842" y="142373"/>
                </a:cubicBezTo>
                <a:cubicBezTo>
                  <a:pt x="284736" y="144960"/>
                  <a:pt x="288634" y="146254"/>
                  <a:pt x="293536" y="146254"/>
                </a:cubicBezTo>
                <a:cubicBezTo>
                  <a:pt x="300277" y="146254"/>
                  <a:pt x="305826" y="143871"/>
                  <a:pt x="310184" y="139104"/>
                </a:cubicBezTo>
                <a:cubicBezTo>
                  <a:pt x="314541" y="134338"/>
                  <a:pt x="316720" y="128415"/>
                  <a:pt x="316720" y="121333"/>
                </a:cubicBezTo>
                <a:lnTo>
                  <a:pt x="316720" y="113265"/>
                </a:lnTo>
                <a:lnTo>
                  <a:pt x="295374" y="116022"/>
                </a:lnTo>
                <a:close/>
                <a:moveTo>
                  <a:pt x="409226" y="153607"/>
                </a:moveTo>
                <a:lnTo>
                  <a:pt x="409226" y="219176"/>
                </a:lnTo>
                <a:lnTo>
                  <a:pt x="376237" y="219176"/>
                </a:lnTo>
                <a:lnTo>
                  <a:pt x="376237" y="54232"/>
                </a:lnTo>
                <a:lnTo>
                  <a:pt x="409226" y="54232"/>
                </a:lnTo>
                <a:lnTo>
                  <a:pt x="409226" y="71493"/>
                </a:lnTo>
                <a:lnTo>
                  <a:pt x="409634" y="71493"/>
                </a:lnTo>
                <a:cubicBezTo>
                  <a:pt x="418282" y="58147"/>
                  <a:pt x="430503" y="51475"/>
                  <a:pt x="446300" y="51475"/>
                </a:cubicBezTo>
                <a:cubicBezTo>
                  <a:pt x="460667" y="51475"/>
                  <a:pt x="471901" y="56496"/>
                  <a:pt x="480004" y="66539"/>
                </a:cubicBezTo>
                <a:cubicBezTo>
                  <a:pt x="488106" y="76582"/>
                  <a:pt x="492157" y="90251"/>
                  <a:pt x="492157" y="107545"/>
                </a:cubicBezTo>
                <a:cubicBezTo>
                  <a:pt x="492157" y="126406"/>
                  <a:pt x="487459" y="141522"/>
                  <a:pt x="478063" y="152892"/>
                </a:cubicBezTo>
                <a:cubicBezTo>
                  <a:pt x="468667" y="164263"/>
                  <a:pt x="456343" y="169948"/>
                  <a:pt x="441091" y="169948"/>
                </a:cubicBezTo>
                <a:cubicBezTo>
                  <a:pt x="427269" y="169948"/>
                  <a:pt x="416784" y="164501"/>
                  <a:pt x="409634" y="153607"/>
                </a:cubicBezTo>
                <a:lnTo>
                  <a:pt x="409226" y="153607"/>
                </a:lnTo>
                <a:moveTo>
                  <a:pt x="408715" y="117248"/>
                </a:moveTo>
                <a:cubicBezTo>
                  <a:pt x="408715" y="125283"/>
                  <a:pt x="410894" y="131853"/>
                  <a:pt x="415252" y="136960"/>
                </a:cubicBezTo>
                <a:cubicBezTo>
                  <a:pt x="419609" y="142066"/>
                  <a:pt x="425261" y="144620"/>
                  <a:pt x="432206" y="144620"/>
                </a:cubicBezTo>
                <a:cubicBezTo>
                  <a:pt x="440444" y="144620"/>
                  <a:pt x="446862" y="141419"/>
                  <a:pt x="451458" y="135019"/>
                </a:cubicBezTo>
                <a:cubicBezTo>
                  <a:pt x="456054" y="128619"/>
                  <a:pt x="458352" y="119563"/>
                  <a:pt x="458352" y="107852"/>
                </a:cubicBezTo>
                <a:cubicBezTo>
                  <a:pt x="458352" y="87153"/>
                  <a:pt x="450283" y="76804"/>
                  <a:pt x="434146" y="76804"/>
                </a:cubicBezTo>
                <a:cubicBezTo>
                  <a:pt x="426656" y="76804"/>
                  <a:pt x="420546" y="79663"/>
                  <a:pt x="415813" y="85383"/>
                </a:cubicBezTo>
                <a:cubicBezTo>
                  <a:pt x="411081" y="91102"/>
                  <a:pt x="408715" y="98456"/>
                  <a:pt x="408715" y="107443"/>
                </a:cubicBezTo>
                <a:lnTo>
                  <a:pt x="408715" y="117248"/>
                </a:lnTo>
                <a:close/>
                <a:moveTo>
                  <a:pt x="622689" y="167191"/>
                </a:moveTo>
                <a:lnTo>
                  <a:pt x="589803" y="167191"/>
                </a:lnTo>
                <a:lnTo>
                  <a:pt x="589803" y="102847"/>
                </a:lnTo>
                <a:cubicBezTo>
                  <a:pt x="589803" y="85485"/>
                  <a:pt x="583470" y="76804"/>
                  <a:pt x="570806" y="76804"/>
                </a:cubicBezTo>
                <a:cubicBezTo>
                  <a:pt x="564474" y="76804"/>
                  <a:pt x="559248" y="79221"/>
                  <a:pt x="555129" y="84055"/>
                </a:cubicBezTo>
                <a:cubicBezTo>
                  <a:pt x="551009" y="88889"/>
                  <a:pt x="548950" y="95153"/>
                  <a:pt x="548950" y="102847"/>
                </a:cubicBezTo>
                <a:lnTo>
                  <a:pt x="548950" y="167191"/>
                </a:lnTo>
                <a:lnTo>
                  <a:pt x="515961" y="167191"/>
                </a:lnTo>
                <a:lnTo>
                  <a:pt x="515961" y="0"/>
                </a:lnTo>
                <a:lnTo>
                  <a:pt x="548950" y="0"/>
                </a:lnTo>
                <a:lnTo>
                  <a:pt x="548950" y="71186"/>
                </a:lnTo>
                <a:lnTo>
                  <a:pt x="549358" y="71186"/>
                </a:lnTo>
                <a:cubicBezTo>
                  <a:pt x="558005" y="58045"/>
                  <a:pt x="569648" y="51475"/>
                  <a:pt x="584287" y="51475"/>
                </a:cubicBezTo>
                <a:cubicBezTo>
                  <a:pt x="609889" y="51475"/>
                  <a:pt x="622689" y="66931"/>
                  <a:pt x="622689" y="97843"/>
                </a:cubicBezTo>
                <a:lnTo>
                  <a:pt x="622689" y="1671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5E1EA-8834-4288-A49F-79493588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93" y="810472"/>
            <a:ext cx="401428" cy="392910"/>
          </a:xfrm>
          <a:custGeom xmlns:a="http://schemas.openxmlformats.org/drawingml/2006/main">
            <a:pathLst>
              <a:path w="401428" h="392910">
                <a:moveTo>
                  <a:pt x="0" y="196455"/>
                </a:moveTo>
                <a:cubicBezTo>
                  <a:pt x="0" y="87939"/>
                  <a:pt x="89905" y="0"/>
                  <a:pt x="200780" y="0"/>
                </a:cubicBezTo>
                <a:cubicBezTo>
                  <a:pt x="311654" y="0"/>
                  <a:pt x="401428" y="87939"/>
                  <a:pt x="401428" y="196455"/>
                </a:cubicBezTo>
                <a:cubicBezTo>
                  <a:pt x="401428" y="304970"/>
                  <a:pt x="311654" y="392910"/>
                  <a:pt x="200780" y="392910"/>
                </a:cubicBezTo>
                <a:cubicBezTo>
                  <a:pt x="89905" y="392910"/>
                  <a:pt x="0" y="304970"/>
                  <a:pt x="0" y="1964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1A371-3FCB-46A2-BDBD-697797EB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93" y="810472"/>
            <a:ext cx="401428" cy="392910"/>
          </a:xfrm>
          <a:custGeom xmlns:a="http://schemas.openxmlformats.org/drawingml/2006/main">
            <a:pathLst>
              <a:path w="401428" h="392910" fill="none">
                <a:moveTo>
                  <a:pt x="0" y="196455"/>
                </a:moveTo>
                <a:cubicBezTo>
                  <a:pt x="0" y="87939"/>
                  <a:pt x="89905" y="0"/>
                  <a:pt x="200780" y="0"/>
                </a:cubicBezTo>
                <a:cubicBezTo>
                  <a:pt x="311654" y="0"/>
                  <a:pt x="401428" y="87939"/>
                  <a:pt x="401428" y="196455"/>
                </a:cubicBezTo>
                <a:cubicBezTo>
                  <a:pt x="401428" y="304970"/>
                  <a:pt x="311654" y="392910"/>
                  <a:pt x="200780" y="392910"/>
                </a:cubicBezTo>
                <a:cubicBezTo>
                  <a:pt x="89905" y="392910"/>
                  <a:pt x="0" y="304970"/>
                  <a:pt x="0" y="1964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04" name="Text 3">
            <a:extLst xmlns:a="http://schemas.openxmlformats.org/drawingml/2006/main">
              <a:ext uri="{FF2B5EF4-FFF2-40B4-BE49-F238E27FC236}">
                <a16:creationId xmlns:a16="http://schemas.microsoft.com/office/drawing/2014/main" id="{EE3B0AB6-4FCF-4706-A6D9-093F4513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498" y="944237"/>
            <a:ext cx="83647" cy="137266"/>
          </a:xfrm>
          <a:custGeom xmlns:a="http://schemas.openxmlformats.org/drawingml/2006/main">
            <a:pathLst>
              <a:path w="83647" h="137266">
                <a:moveTo>
                  <a:pt x="83647" y="94881"/>
                </a:moveTo>
                <a:cubicBezTo>
                  <a:pt x="83647" y="100737"/>
                  <a:pt x="82455" y="106235"/>
                  <a:pt x="80072" y="111375"/>
                </a:cubicBezTo>
                <a:cubicBezTo>
                  <a:pt x="77689" y="116516"/>
                  <a:pt x="74114" y="121010"/>
                  <a:pt x="69348" y="124857"/>
                </a:cubicBezTo>
                <a:cubicBezTo>
                  <a:pt x="64582" y="128704"/>
                  <a:pt x="58590" y="131734"/>
                  <a:pt x="51373" y="133947"/>
                </a:cubicBezTo>
                <a:cubicBezTo>
                  <a:pt x="44155" y="136160"/>
                  <a:pt x="35746" y="137266"/>
                  <a:pt x="26146" y="137266"/>
                </a:cubicBezTo>
                <a:cubicBezTo>
                  <a:pt x="20835" y="137266"/>
                  <a:pt x="16069" y="137086"/>
                  <a:pt x="11847" y="136727"/>
                </a:cubicBezTo>
                <a:cubicBezTo>
                  <a:pt x="7626" y="136367"/>
                  <a:pt x="3677" y="135900"/>
                  <a:pt x="0" y="135326"/>
                </a:cubicBezTo>
                <a:lnTo>
                  <a:pt x="0" y="119393"/>
                </a:lnTo>
                <a:cubicBezTo>
                  <a:pt x="4221" y="120174"/>
                  <a:pt x="8681" y="120778"/>
                  <a:pt x="13379" y="121206"/>
                </a:cubicBezTo>
                <a:cubicBezTo>
                  <a:pt x="18077" y="121631"/>
                  <a:pt x="22878" y="121844"/>
                  <a:pt x="27780" y="121844"/>
                </a:cubicBezTo>
                <a:cubicBezTo>
                  <a:pt x="34453" y="121844"/>
                  <a:pt x="40155" y="121248"/>
                  <a:pt x="44887" y="120057"/>
                </a:cubicBezTo>
                <a:cubicBezTo>
                  <a:pt x="49619" y="118865"/>
                  <a:pt x="53483" y="117146"/>
                  <a:pt x="56479" y="114899"/>
                </a:cubicBezTo>
                <a:cubicBezTo>
                  <a:pt x="59475" y="112652"/>
                  <a:pt x="61654" y="109929"/>
                  <a:pt x="63016" y="106728"/>
                </a:cubicBezTo>
                <a:cubicBezTo>
                  <a:pt x="64378" y="103528"/>
                  <a:pt x="65058" y="99920"/>
                  <a:pt x="65058" y="95902"/>
                </a:cubicBezTo>
                <a:cubicBezTo>
                  <a:pt x="65058" y="92226"/>
                  <a:pt x="64241" y="89025"/>
                  <a:pt x="62607" y="86302"/>
                </a:cubicBezTo>
                <a:cubicBezTo>
                  <a:pt x="60973" y="83578"/>
                  <a:pt x="58675" y="81297"/>
                  <a:pt x="55713" y="79459"/>
                </a:cubicBezTo>
                <a:cubicBezTo>
                  <a:pt x="52751" y="77621"/>
                  <a:pt x="49211" y="76242"/>
                  <a:pt x="45091" y="75323"/>
                </a:cubicBezTo>
                <a:cubicBezTo>
                  <a:pt x="40972" y="74404"/>
                  <a:pt x="36461" y="73944"/>
                  <a:pt x="31559" y="73944"/>
                </a:cubicBezTo>
                <a:lnTo>
                  <a:pt x="16341" y="73944"/>
                </a:lnTo>
                <a:lnTo>
                  <a:pt x="16341" y="59339"/>
                </a:lnTo>
                <a:lnTo>
                  <a:pt x="31763" y="59339"/>
                </a:lnTo>
                <a:cubicBezTo>
                  <a:pt x="35780" y="59339"/>
                  <a:pt x="39440" y="58810"/>
                  <a:pt x="42742" y="57753"/>
                </a:cubicBezTo>
                <a:cubicBezTo>
                  <a:pt x="46045" y="56695"/>
                  <a:pt x="48870" y="55177"/>
                  <a:pt x="51219" y="53198"/>
                </a:cubicBezTo>
                <a:cubicBezTo>
                  <a:pt x="53568" y="51217"/>
                  <a:pt x="55373" y="48777"/>
                  <a:pt x="56632" y="45877"/>
                </a:cubicBezTo>
                <a:cubicBezTo>
                  <a:pt x="57892" y="42976"/>
                  <a:pt x="58522" y="39684"/>
                  <a:pt x="58522" y="35999"/>
                </a:cubicBezTo>
                <a:cubicBezTo>
                  <a:pt x="58522" y="28832"/>
                  <a:pt x="56343" y="23612"/>
                  <a:pt x="51985" y="20337"/>
                </a:cubicBezTo>
                <a:cubicBezTo>
                  <a:pt x="47628" y="17060"/>
                  <a:pt x="41227" y="15422"/>
                  <a:pt x="32785" y="15422"/>
                </a:cubicBezTo>
                <a:cubicBezTo>
                  <a:pt x="28291" y="15422"/>
                  <a:pt x="23661" y="15865"/>
                  <a:pt x="18895" y="16750"/>
                </a:cubicBezTo>
                <a:cubicBezTo>
                  <a:pt x="14128" y="17635"/>
                  <a:pt x="9022" y="18963"/>
                  <a:pt x="3575" y="20733"/>
                </a:cubicBezTo>
                <a:lnTo>
                  <a:pt x="3575" y="5209"/>
                </a:lnTo>
                <a:cubicBezTo>
                  <a:pt x="5890" y="4392"/>
                  <a:pt x="8358" y="3660"/>
                  <a:pt x="10979" y="3013"/>
                </a:cubicBezTo>
                <a:cubicBezTo>
                  <a:pt x="13601" y="2366"/>
                  <a:pt x="16222" y="1821"/>
                  <a:pt x="18843" y="1379"/>
                </a:cubicBezTo>
                <a:cubicBezTo>
                  <a:pt x="21465" y="936"/>
                  <a:pt x="24069" y="596"/>
                  <a:pt x="26657" y="357"/>
                </a:cubicBezTo>
                <a:cubicBezTo>
                  <a:pt x="29244" y="119"/>
                  <a:pt x="31729" y="0"/>
                  <a:pt x="34112" y="0"/>
                </a:cubicBezTo>
                <a:cubicBezTo>
                  <a:pt x="41193" y="0"/>
                  <a:pt x="47424" y="767"/>
                  <a:pt x="52802" y="2301"/>
                </a:cubicBezTo>
                <a:cubicBezTo>
                  <a:pt x="58181" y="3835"/>
                  <a:pt x="62675" y="6035"/>
                  <a:pt x="66284" y="8901"/>
                </a:cubicBezTo>
                <a:cubicBezTo>
                  <a:pt x="69893" y="11765"/>
                  <a:pt x="72616" y="15243"/>
                  <a:pt x="74455" y="19335"/>
                </a:cubicBezTo>
                <a:cubicBezTo>
                  <a:pt x="76293" y="23427"/>
                  <a:pt x="77212" y="28029"/>
                  <a:pt x="77212" y="33142"/>
                </a:cubicBezTo>
                <a:cubicBezTo>
                  <a:pt x="77212" y="40781"/>
                  <a:pt x="75255" y="47192"/>
                  <a:pt x="71340" y="52375"/>
                </a:cubicBezTo>
                <a:cubicBezTo>
                  <a:pt x="67424" y="57558"/>
                  <a:pt x="62063" y="61684"/>
                  <a:pt x="55254" y="64752"/>
                </a:cubicBezTo>
                <a:cubicBezTo>
                  <a:pt x="58726" y="65297"/>
                  <a:pt x="62148" y="66386"/>
                  <a:pt x="65518" y="68020"/>
                </a:cubicBezTo>
                <a:cubicBezTo>
                  <a:pt x="68888" y="69654"/>
                  <a:pt x="71918" y="71748"/>
                  <a:pt x="74608" y="74301"/>
                </a:cubicBezTo>
                <a:cubicBezTo>
                  <a:pt x="77297" y="76855"/>
                  <a:pt x="79476" y="79868"/>
                  <a:pt x="81144" y="83340"/>
                </a:cubicBezTo>
                <a:cubicBezTo>
                  <a:pt x="82812" y="86813"/>
                  <a:pt x="83647" y="90660"/>
                  <a:pt x="83647" y="94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784CE-7F9F-4D3B-B109-08A95032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513" y="630924"/>
            <a:ext cx="555289" cy="180073"/>
          </a:xfrm>
          <a:custGeom xmlns:a="http://schemas.openxmlformats.org/drawingml/2006/main">
            <a:pathLst>
              <a:path w="555289" h="180073">
                <a:moveTo>
                  <a:pt x="36696" y="13761"/>
                </a:moveTo>
                <a:lnTo>
                  <a:pt x="0" y="93706"/>
                </a:lnTo>
                <a:lnTo>
                  <a:pt x="85842" y="75096"/>
                </a:lnTo>
                <a:lnTo>
                  <a:pt x="68244" y="53133"/>
                </a:lnTo>
                <a:lnTo>
                  <a:pt x="71406" y="51069"/>
                </a:lnTo>
                <a:lnTo>
                  <a:pt x="88333" y="45346"/>
                </a:lnTo>
                <a:lnTo>
                  <a:pt x="87808" y="45477"/>
                </a:lnTo>
                <a:lnTo>
                  <a:pt x="107860" y="39841"/>
                </a:lnTo>
                <a:lnTo>
                  <a:pt x="107467" y="39972"/>
                </a:lnTo>
                <a:lnTo>
                  <a:pt x="128698" y="34861"/>
                </a:lnTo>
                <a:lnTo>
                  <a:pt x="128305" y="34992"/>
                </a:lnTo>
                <a:lnTo>
                  <a:pt x="150978" y="30536"/>
                </a:lnTo>
                <a:lnTo>
                  <a:pt x="150716" y="30667"/>
                </a:lnTo>
                <a:lnTo>
                  <a:pt x="174175" y="26736"/>
                </a:lnTo>
                <a:lnTo>
                  <a:pt x="173782" y="26867"/>
                </a:lnTo>
                <a:lnTo>
                  <a:pt x="198159" y="23721"/>
                </a:lnTo>
                <a:lnTo>
                  <a:pt x="197896" y="23852"/>
                </a:lnTo>
                <a:lnTo>
                  <a:pt x="222797" y="21493"/>
                </a:lnTo>
                <a:lnTo>
                  <a:pt x="222404" y="21624"/>
                </a:lnTo>
                <a:lnTo>
                  <a:pt x="247698" y="20183"/>
                </a:lnTo>
                <a:lnTo>
                  <a:pt x="247305" y="20183"/>
                </a:lnTo>
                <a:lnTo>
                  <a:pt x="272511" y="19666"/>
                </a:lnTo>
                <a:lnTo>
                  <a:pt x="297762" y="20707"/>
                </a:lnTo>
                <a:lnTo>
                  <a:pt x="297107" y="20707"/>
                </a:lnTo>
                <a:lnTo>
                  <a:pt x="322401" y="23459"/>
                </a:lnTo>
                <a:lnTo>
                  <a:pt x="321745" y="23459"/>
                </a:lnTo>
                <a:lnTo>
                  <a:pt x="346315" y="27833"/>
                </a:lnTo>
                <a:lnTo>
                  <a:pt x="370499" y="33944"/>
                </a:lnTo>
                <a:lnTo>
                  <a:pt x="369843" y="33813"/>
                </a:lnTo>
                <a:lnTo>
                  <a:pt x="393303" y="41545"/>
                </a:lnTo>
                <a:lnTo>
                  <a:pt x="392778" y="41283"/>
                </a:lnTo>
                <a:lnTo>
                  <a:pt x="415189" y="50326"/>
                </a:lnTo>
                <a:lnTo>
                  <a:pt x="414665" y="50064"/>
                </a:lnTo>
                <a:lnTo>
                  <a:pt x="436027" y="60286"/>
                </a:lnTo>
                <a:lnTo>
                  <a:pt x="435372" y="60024"/>
                </a:lnTo>
                <a:lnTo>
                  <a:pt x="455424" y="71426"/>
                </a:lnTo>
                <a:lnTo>
                  <a:pt x="454769" y="71164"/>
                </a:lnTo>
                <a:lnTo>
                  <a:pt x="472770" y="83338"/>
                </a:lnTo>
                <a:lnTo>
                  <a:pt x="488974" y="96327"/>
                </a:lnTo>
                <a:lnTo>
                  <a:pt x="488319" y="95672"/>
                </a:lnTo>
                <a:lnTo>
                  <a:pt x="502563" y="109402"/>
                </a:lnTo>
                <a:lnTo>
                  <a:pt x="508895" y="116510"/>
                </a:lnTo>
                <a:lnTo>
                  <a:pt x="508502" y="115855"/>
                </a:lnTo>
                <a:lnTo>
                  <a:pt x="514269" y="123325"/>
                </a:lnTo>
                <a:lnTo>
                  <a:pt x="514006" y="123063"/>
                </a:lnTo>
                <a:lnTo>
                  <a:pt x="519249" y="130533"/>
                </a:lnTo>
                <a:lnTo>
                  <a:pt x="518987" y="130009"/>
                </a:lnTo>
                <a:lnTo>
                  <a:pt x="523705" y="137610"/>
                </a:lnTo>
                <a:lnTo>
                  <a:pt x="523311" y="137086"/>
                </a:lnTo>
                <a:lnTo>
                  <a:pt x="527374" y="144687"/>
                </a:lnTo>
                <a:lnTo>
                  <a:pt x="526981" y="144032"/>
                </a:lnTo>
                <a:lnTo>
                  <a:pt x="530389" y="151895"/>
                </a:lnTo>
                <a:lnTo>
                  <a:pt x="530129" y="151109"/>
                </a:lnTo>
                <a:lnTo>
                  <a:pt x="532748" y="158972"/>
                </a:lnTo>
                <a:lnTo>
                  <a:pt x="532485" y="158186"/>
                </a:lnTo>
                <a:lnTo>
                  <a:pt x="534320" y="166049"/>
                </a:lnTo>
                <a:lnTo>
                  <a:pt x="534189" y="165132"/>
                </a:lnTo>
                <a:lnTo>
                  <a:pt x="535240" y="172253"/>
                </a:lnTo>
                <a:lnTo>
                  <a:pt x="535631" y="180073"/>
                </a:lnTo>
                <a:lnTo>
                  <a:pt x="555289" y="179155"/>
                </a:lnTo>
                <a:lnTo>
                  <a:pt x="554896" y="170768"/>
                </a:lnTo>
                <a:lnTo>
                  <a:pt x="553586" y="161856"/>
                </a:lnTo>
                <a:lnTo>
                  <a:pt x="551489" y="153206"/>
                </a:lnTo>
                <a:lnTo>
                  <a:pt x="548606" y="144556"/>
                </a:lnTo>
                <a:lnTo>
                  <a:pt x="544936" y="135906"/>
                </a:lnTo>
                <a:lnTo>
                  <a:pt x="540611" y="127650"/>
                </a:lnTo>
                <a:lnTo>
                  <a:pt x="535500" y="119393"/>
                </a:lnTo>
                <a:lnTo>
                  <a:pt x="529864" y="111530"/>
                </a:lnTo>
                <a:lnTo>
                  <a:pt x="523705" y="103535"/>
                </a:lnTo>
                <a:lnTo>
                  <a:pt x="516759" y="95803"/>
                </a:lnTo>
                <a:lnTo>
                  <a:pt x="501687" y="81255"/>
                </a:lnTo>
                <a:lnTo>
                  <a:pt x="484387" y="67494"/>
                </a:lnTo>
                <a:lnTo>
                  <a:pt x="465515" y="54651"/>
                </a:lnTo>
                <a:lnTo>
                  <a:pt x="444942" y="42725"/>
                </a:lnTo>
                <a:lnTo>
                  <a:pt x="422791" y="32240"/>
                </a:lnTo>
                <a:lnTo>
                  <a:pt x="399725" y="22935"/>
                </a:lnTo>
                <a:lnTo>
                  <a:pt x="375610" y="14941"/>
                </a:lnTo>
                <a:lnTo>
                  <a:pt x="350578" y="8650"/>
                </a:lnTo>
                <a:lnTo>
                  <a:pt x="325022" y="4063"/>
                </a:lnTo>
                <a:lnTo>
                  <a:pt x="298942" y="1048"/>
                </a:lnTo>
                <a:lnTo>
                  <a:pt x="272861" y="0"/>
                </a:lnTo>
                <a:lnTo>
                  <a:pt x="246781" y="524"/>
                </a:lnTo>
                <a:lnTo>
                  <a:pt x="221225" y="1966"/>
                </a:lnTo>
                <a:lnTo>
                  <a:pt x="195931" y="4194"/>
                </a:lnTo>
                <a:lnTo>
                  <a:pt x="171161" y="7339"/>
                </a:lnTo>
                <a:lnTo>
                  <a:pt x="147308" y="11271"/>
                </a:lnTo>
                <a:lnTo>
                  <a:pt x="124373" y="15727"/>
                </a:lnTo>
                <a:lnTo>
                  <a:pt x="102618" y="20969"/>
                </a:lnTo>
                <a:lnTo>
                  <a:pt x="82304" y="26605"/>
                </a:lnTo>
                <a:lnTo>
                  <a:pt x="62514" y="33289"/>
                </a:lnTo>
                <a:lnTo>
                  <a:pt x="55876" y="37697"/>
                </a:lnTo>
                <a:lnTo>
                  <a:pt x="36696" y="1376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458CA-59B2-4D28-889C-9573EAC5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302" y="2377392"/>
            <a:ext cx="311392" cy="121752"/>
          </a:xfrm>
          <a:custGeom xmlns:a="http://schemas.openxmlformats.org/drawingml/2006/main">
            <a:pathLst>
              <a:path w="311392" h="121752">
                <a:moveTo>
                  <a:pt x="6031" y="0"/>
                </a:moveTo>
                <a:lnTo>
                  <a:pt x="0" y="18741"/>
                </a:lnTo>
                <a:lnTo>
                  <a:pt x="233499" y="93630"/>
                </a:lnTo>
                <a:lnTo>
                  <a:pt x="224501" y="121752"/>
                </a:lnTo>
                <a:lnTo>
                  <a:pt x="311392" y="108253"/>
                </a:lnTo>
                <a:lnTo>
                  <a:pt x="248487" y="46787"/>
                </a:lnTo>
                <a:lnTo>
                  <a:pt x="239487" y="74916"/>
                </a:lnTo>
                <a:lnTo>
                  <a:pt x="603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9E4A5-F469-4129-8F76-C3D2CD4E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477" y="440236"/>
            <a:ext cx="520166" cy="284263"/>
          </a:xfrm>
          <a:custGeom xmlns:a="http://schemas.openxmlformats.org/drawingml/2006/main">
            <a:pathLst>
              <a:path w="520166" h="284263">
                <a:moveTo>
                  <a:pt x="9305" y="0"/>
                </a:moveTo>
                <a:lnTo>
                  <a:pt x="0" y="17300"/>
                </a:lnTo>
                <a:lnTo>
                  <a:pt x="446168" y="255844"/>
                </a:lnTo>
                <a:lnTo>
                  <a:pt x="432227" y="281904"/>
                </a:lnTo>
                <a:lnTo>
                  <a:pt x="520166" y="284263"/>
                </a:lnTo>
                <a:lnTo>
                  <a:pt x="469316" y="212575"/>
                </a:lnTo>
                <a:lnTo>
                  <a:pt x="455434" y="238523"/>
                </a:lnTo>
                <a:lnTo>
                  <a:pt x="93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56288-E474-45A1-BEFE-60A9F667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569" y="2208656"/>
            <a:ext cx="241473" cy="241473"/>
          </a:xfrm>
          <a:custGeom xmlns:a="http://schemas.openxmlformats.org/drawingml/2006/main">
            <a:pathLst>
              <a:path w="241473" h="241473" fill="none">
                <a:moveTo>
                  <a:pt x="0" y="241473"/>
                </a:moveTo>
                <a:lnTo>
                  <a:pt x="241473" y="241473"/>
                </a:lnTo>
                <a:lnTo>
                  <a:pt x="241473" y="0"/>
                </a:lnTo>
                <a:lnTo>
                  <a:pt x="0" y="0"/>
                </a:lnTo>
                <a:lnTo>
                  <a:pt x="0" y="241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9" cap="flat">
            <a:solidFill>
              <a:srgbClr val="ED7D31"/>
            </a:solidFill>
            <a:miter/>
          </a:ln>
        </p:spPr>
      </p:sp>
      <p:sp>
        <p:nvSpPr>
          <p:cNvPr id="109" name="Text 3">
            <a:extLst xmlns:a="http://schemas.openxmlformats.org/drawingml/2006/main">
              <a:ext uri="{FF2B5EF4-FFF2-40B4-BE49-F238E27FC236}">
                <a16:creationId xmlns:a16="http://schemas.microsoft.com/office/drawing/2014/main" id="{2DF57219-5585-4B4C-AEA0-E1A21F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277" y="2248331"/>
            <a:ext cx="95144" cy="160916"/>
          </a:xfrm>
          <a:custGeom xmlns:a="http://schemas.openxmlformats.org/drawingml/2006/main">
            <a:pathLst>
              <a:path w="95144" h="160916">
                <a:moveTo>
                  <a:pt x="1728" y="34441"/>
                </a:moveTo>
                <a:lnTo>
                  <a:pt x="1728" y="12555"/>
                </a:lnTo>
                <a:cubicBezTo>
                  <a:pt x="10636" y="8332"/>
                  <a:pt x="18967" y="5183"/>
                  <a:pt x="26723" y="3110"/>
                </a:cubicBezTo>
                <a:cubicBezTo>
                  <a:pt x="34479" y="1037"/>
                  <a:pt x="41966" y="0"/>
                  <a:pt x="49185" y="0"/>
                </a:cubicBezTo>
                <a:cubicBezTo>
                  <a:pt x="57862" y="0"/>
                  <a:pt x="65465" y="1344"/>
                  <a:pt x="71992" y="4032"/>
                </a:cubicBezTo>
                <a:cubicBezTo>
                  <a:pt x="78519" y="6719"/>
                  <a:pt x="83511" y="10578"/>
                  <a:pt x="86966" y="15608"/>
                </a:cubicBezTo>
                <a:cubicBezTo>
                  <a:pt x="90422" y="20638"/>
                  <a:pt x="92150" y="26647"/>
                  <a:pt x="92150" y="33635"/>
                </a:cubicBezTo>
                <a:cubicBezTo>
                  <a:pt x="92150" y="40162"/>
                  <a:pt x="90844" y="45902"/>
                  <a:pt x="88233" y="50855"/>
                </a:cubicBezTo>
                <a:cubicBezTo>
                  <a:pt x="85622" y="55808"/>
                  <a:pt x="81956" y="60128"/>
                  <a:pt x="77233" y="63814"/>
                </a:cubicBezTo>
                <a:cubicBezTo>
                  <a:pt x="72510" y="67500"/>
                  <a:pt x="66386" y="71109"/>
                  <a:pt x="58861" y="74641"/>
                </a:cubicBezTo>
                <a:lnTo>
                  <a:pt x="58861" y="75678"/>
                </a:lnTo>
                <a:cubicBezTo>
                  <a:pt x="63545" y="76523"/>
                  <a:pt x="68056" y="77962"/>
                  <a:pt x="72395" y="79997"/>
                </a:cubicBezTo>
                <a:cubicBezTo>
                  <a:pt x="76734" y="82032"/>
                  <a:pt x="80593" y="84662"/>
                  <a:pt x="83971" y="87888"/>
                </a:cubicBezTo>
                <a:cubicBezTo>
                  <a:pt x="87350" y="91113"/>
                  <a:pt x="90057" y="94972"/>
                  <a:pt x="92092" y="99464"/>
                </a:cubicBezTo>
                <a:cubicBezTo>
                  <a:pt x="94127" y="103956"/>
                  <a:pt x="95144" y="109082"/>
                  <a:pt x="95144" y="114841"/>
                </a:cubicBezTo>
                <a:cubicBezTo>
                  <a:pt x="95144" y="123749"/>
                  <a:pt x="93205" y="131659"/>
                  <a:pt x="89328" y="138570"/>
                </a:cubicBezTo>
                <a:cubicBezTo>
                  <a:pt x="85450" y="145481"/>
                  <a:pt x="79517" y="150933"/>
                  <a:pt x="71531" y="154927"/>
                </a:cubicBezTo>
                <a:cubicBezTo>
                  <a:pt x="63545" y="158920"/>
                  <a:pt x="53831" y="160916"/>
                  <a:pt x="42389" y="160916"/>
                </a:cubicBezTo>
                <a:cubicBezTo>
                  <a:pt x="35785" y="160916"/>
                  <a:pt x="28662" y="160168"/>
                  <a:pt x="21022" y="158670"/>
                </a:cubicBezTo>
                <a:cubicBezTo>
                  <a:pt x="13381" y="157173"/>
                  <a:pt x="6374" y="155195"/>
                  <a:pt x="0" y="152738"/>
                </a:cubicBezTo>
                <a:lnTo>
                  <a:pt x="0" y="128318"/>
                </a:lnTo>
                <a:lnTo>
                  <a:pt x="13822" y="128318"/>
                </a:lnTo>
                <a:cubicBezTo>
                  <a:pt x="16510" y="136305"/>
                  <a:pt x="20062" y="142102"/>
                  <a:pt x="24477" y="145712"/>
                </a:cubicBezTo>
                <a:cubicBezTo>
                  <a:pt x="28893" y="149321"/>
                  <a:pt x="34902" y="151125"/>
                  <a:pt x="42504" y="151125"/>
                </a:cubicBezTo>
                <a:cubicBezTo>
                  <a:pt x="52487" y="151125"/>
                  <a:pt x="60032" y="148399"/>
                  <a:pt x="65138" y="142947"/>
                </a:cubicBezTo>
                <a:cubicBezTo>
                  <a:pt x="70245" y="137495"/>
                  <a:pt x="72798" y="129432"/>
                  <a:pt x="72798" y="118758"/>
                </a:cubicBezTo>
                <a:cubicBezTo>
                  <a:pt x="72798" y="107546"/>
                  <a:pt x="69419" y="98984"/>
                  <a:pt x="62662" y="93071"/>
                </a:cubicBezTo>
                <a:cubicBezTo>
                  <a:pt x="55904" y="87158"/>
                  <a:pt x="45998" y="84202"/>
                  <a:pt x="32943" y="84202"/>
                </a:cubicBezTo>
                <a:lnTo>
                  <a:pt x="22577" y="84202"/>
                </a:lnTo>
                <a:lnTo>
                  <a:pt x="22577" y="74065"/>
                </a:lnTo>
                <a:cubicBezTo>
                  <a:pt x="32943" y="73451"/>
                  <a:pt x="41678" y="71454"/>
                  <a:pt x="48782" y="68076"/>
                </a:cubicBezTo>
                <a:cubicBezTo>
                  <a:pt x="55885" y="64697"/>
                  <a:pt x="61164" y="60358"/>
                  <a:pt x="64620" y="55059"/>
                </a:cubicBezTo>
                <a:cubicBezTo>
                  <a:pt x="68076" y="49761"/>
                  <a:pt x="69803" y="43809"/>
                  <a:pt x="69803" y="37205"/>
                </a:cubicBezTo>
                <a:cubicBezTo>
                  <a:pt x="69803" y="28682"/>
                  <a:pt x="67538" y="22116"/>
                  <a:pt x="63007" y="17508"/>
                </a:cubicBezTo>
                <a:cubicBezTo>
                  <a:pt x="58477" y="12901"/>
                  <a:pt x="51873" y="10597"/>
                  <a:pt x="43195" y="10597"/>
                </a:cubicBezTo>
                <a:cubicBezTo>
                  <a:pt x="35977" y="10597"/>
                  <a:pt x="30102" y="12555"/>
                  <a:pt x="25572" y="16472"/>
                </a:cubicBezTo>
                <a:cubicBezTo>
                  <a:pt x="21041" y="20388"/>
                  <a:pt x="17700" y="26378"/>
                  <a:pt x="15550" y="34441"/>
                </a:cubicBezTo>
                <a:lnTo>
                  <a:pt x="1728" y="34441"/>
                </a:lnTo>
                <a:close/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1643F-9689-4C14-8DFB-30AA0A2B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939" y="1685869"/>
            <a:ext cx="241473" cy="241473"/>
          </a:xfrm>
          <a:custGeom xmlns:a="http://schemas.openxmlformats.org/drawingml/2006/main">
            <a:pathLst>
              <a:path w="241473" h="241473" fill="none">
                <a:moveTo>
                  <a:pt x="0" y="241473"/>
                </a:moveTo>
                <a:lnTo>
                  <a:pt x="241473" y="241473"/>
                </a:lnTo>
                <a:lnTo>
                  <a:pt x="241473" y="0"/>
                </a:lnTo>
                <a:lnTo>
                  <a:pt x="0" y="0"/>
                </a:lnTo>
                <a:lnTo>
                  <a:pt x="0" y="241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9" cap="flat">
            <a:solidFill>
              <a:srgbClr val="4472C4"/>
            </a:solidFill>
            <a:miter/>
          </a:ln>
        </p:spPr>
      </p:sp>
      <p:sp>
        <p:nvSpPr>
          <p:cNvPr id="111" name="Text 2">
            <a:extLst xmlns:a="http://schemas.openxmlformats.org/drawingml/2006/main">
              <a:ext uri="{FF2B5EF4-FFF2-40B4-BE49-F238E27FC236}">
                <a16:creationId xmlns:a16="http://schemas.microsoft.com/office/drawing/2014/main" id="{BA2FD050-9E73-433B-994A-C574B49C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577" y="1730740"/>
            <a:ext cx="96865" cy="159250"/>
          </a:xfrm>
          <a:custGeom xmlns:a="http://schemas.openxmlformats.org/drawingml/2006/main">
            <a:pathLst>
              <a:path w="96865" h="159250">
                <a:moveTo>
                  <a:pt x="66075" y="140800"/>
                </a:moveTo>
                <a:cubicBezTo>
                  <a:pt x="69842" y="140800"/>
                  <a:pt x="72879" y="140569"/>
                  <a:pt x="75185" y="140108"/>
                </a:cubicBezTo>
                <a:cubicBezTo>
                  <a:pt x="77492" y="139646"/>
                  <a:pt x="79337" y="138878"/>
                  <a:pt x="80721" y="137801"/>
                </a:cubicBezTo>
                <a:cubicBezTo>
                  <a:pt x="82104" y="136725"/>
                  <a:pt x="83200" y="135322"/>
                  <a:pt x="84007" y="133592"/>
                </a:cubicBezTo>
                <a:cubicBezTo>
                  <a:pt x="84814" y="131863"/>
                  <a:pt x="85833" y="129191"/>
                  <a:pt x="87063" y="125578"/>
                </a:cubicBezTo>
                <a:lnTo>
                  <a:pt x="96865" y="125578"/>
                </a:lnTo>
                <a:lnTo>
                  <a:pt x="94904" y="159250"/>
                </a:lnTo>
                <a:lnTo>
                  <a:pt x="0" y="159250"/>
                </a:lnTo>
                <a:lnTo>
                  <a:pt x="0" y="153715"/>
                </a:lnTo>
                <a:cubicBezTo>
                  <a:pt x="3306" y="145643"/>
                  <a:pt x="7765" y="137379"/>
                  <a:pt x="13377" y="128922"/>
                </a:cubicBezTo>
                <a:cubicBezTo>
                  <a:pt x="18989" y="120466"/>
                  <a:pt x="26945" y="110510"/>
                  <a:pt x="37247" y="99056"/>
                </a:cubicBezTo>
                <a:cubicBezTo>
                  <a:pt x="46164" y="89215"/>
                  <a:pt x="52584" y="81758"/>
                  <a:pt x="56504" y="76684"/>
                </a:cubicBezTo>
                <a:cubicBezTo>
                  <a:pt x="60809" y="71149"/>
                  <a:pt x="64019" y="66364"/>
                  <a:pt x="66133" y="62328"/>
                </a:cubicBezTo>
                <a:cubicBezTo>
                  <a:pt x="68247" y="58292"/>
                  <a:pt x="69766" y="54486"/>
                  <a:pt x="70688" y="50912"/>
                </a:cubicBezTo>
                <a:cubicBezTo>
                  <a:pt x="71611" y="47337"/>
                  <a:pt x="72072" y="43743"/>
                  <a:pt x="72072" y="40130"/>
                </a:cubicBezTo>
                <a:cubicBezTo>
                  <a:pt x="72072" y="34364"/>
                  <a:pt x="71149" y="29271"/>
                  <a:pt x="69304" y="24850"/>
                </a:cubicBezTo>
                <a:cubicBezTo>
                  <a:pt x="67459" y="20430"/>
                  <a:pt x="64634" y="16951"/>
                  <a:pt x="60829" y="14414"/>
                </a:cubicBezTo>
                <a:cubicBezTo>
                  <a:pt x="57023" y="11877"/>
                  <a:pt x="52238" y="10609"/>
                  <a:pt x="46472" y="10609"/>
                </a:cubicBezTo>
                <a:cubicBezTo>
                  <a:pt x="32096" y="10609"/>
                  <a:pt x="22410" y="18604"/>
                  <a:pt x="17413" y="34594"/>
                </a:cubicBezTo>
                <a:lnTo>
                  <a:pt x="3459" y="34594"/>
                </a:lnTo>
                <a:lnTo>
                  <a:pt x="3459" y="12454"/>
                </a:lnTo>
                <a:cubicBezTo>
                  <a:pt x="12762" y="8072"/>
                  <a:pt x="21468" y="4901"/>
                  <a:pt x="29578" y="2941"/>
                </a:cubicBezTo>
                <a:cubicBezTo>
                  <a:pt x="37689" y="980"/>
                  <a:pt x="44973" y="0"/>
                  <a:pt x="51430" y="0"/>
                </a:cubicBezTo>
                <a:cubicBezTo>
                  <a:pt x="65730" y="0"/>
                  <a:pt x="76531" y="3133"/>
                  <a:pt x="83834" y="9398"/>
                </a:cubicBezTo>
                <a:cubicBezTo>
                  <a:pt x="91137" y="15664"/>
                  <a:pt x="94789" y="24754"/>
                  <a:pt x="94789" y="36670"/>
                </a:cubicBezTo>
                <a:cubicBezTo>
                  <a:pt x="94789" y="40745"/>
                  <a:pt x="94385" y="44492"/>
                  <a:pt x="93578" y="47913"/>
                </a:cubicBezTo>
                <a:cubicBezTo>
                  <a:pt x="92771" y="51334"/>
                  <a:pt x="91502" y="54717"/>
                  <a:pt x="89773" y="58061"/>
                </a:cubicBezTo>
                <a:cubicBezTo>
                  <a:pt x="88043" y="61405"/>
                  <a:pt x="85717" y="64999"/>
                  <a:pt x="82796" y="68843"/>
                </a:cubicBezTo>
                <a:cubicBezTo>
                  <a:pt x="79875" y="72687"/>
                  <a:pt x="76646" y="76588"/>
                  <a:pt x="73110" y="80548"/>
                </a:cubicBezTo>
                <a:cubicBezTo>
                  <a:pt x="69573" y="84507"/>
                  <a:pt x="63462" y="91099"/>
                  <a:pt x="54775" y="100324"/>
                </a:cubicBezTo>
                <a:cubicBezTo>
                  <a:pt x="40168" y="115776"/>
                  <a:pt x="29444" y="129268"/>
                  <a:pt x="22602" y="140800"/>
                </a:cubicBezTo>
                <a:lnTo>
                  <a:pt x="66075" y="14080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1">
            <a:extLst xmlns:a="http://schemas.openxmlformats.org/drawingml/2006/main">
              <a:ext uri="{FF2B5EF4-FFF2-40B4-BE49-F238E27FC236}">
                <a16:creationId xmlns:a16="http://schemas.microsoft.com/office/drawing/2014/main" id="{D486EED6-19C6-47AA-87CF-65F1BCA1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516" y="1246137"/>
            <a:ext cx="91689" cy="159073"/>
          </a:xfrm>
          <a:custGeom xmlns:a="http://schemas.openxmlformats.org/drawingml/2006/main">
            <a:pathLst>
              <a:path w="91689" h="159073">
                <a:moveTo>
                  <a:pt x="59552" y="129009"/>
                </a:moveTo>
                <a:cubicBezTo>
                  <a:pt x="59552" y="133463"/>
                  <a:pt x="59801" y="136823"/>
                  <a:pt x="60300" y="139088"/>
                </a:cubicBezTo>
                <a:cubicBezTo>
                  <a:pt x="60800" y="141354"/>
                  <a:pt x="61683" y="143197"/>
                  <a:pt x="62950" y="144617"/>
                </a:cubicBezTo>
                <a:cubicBezTo>
                  <a:pt x="64217" y="146038"/>
                  <a:pt x="66041" y="147151"/>
                  <a:pt x="68421" y="147958"/>
                </a:cubicBezTo>
                <a:cubicBezTo>
                  <a:pt x="70802" y="148764"/>
                  <a:pt x="73796" y="149378"/>
                  <a:pt x="77406" y="149801"/>
                </a:cubicBezTo>
                <a:cubicBezTo>
                  <a:pt x="81015" y="150223"/>
                  <a:pt x="85776" y="150511"/>
                  <a:pt x="91689" y="150665"/>
                </a:cubicBezTo>
                <a:lnTo>
                  <a:pt x="91689" y="159073"/>
                </a:lnTo>
                <a:lnTo>
                  <a:pt x="6566" y="159073"/>
                </a:lnTo>
                <a:lnTo>
                  <a:pt x="6566" y="150665"/>
                </a:lnTo>
                <a:cubicBezTo>
                  <a:pt x="15089" y="150281"/>
                  <a:pt x="21175" y="149762"/>
                  <a:pt x="24823" y="149110"/>
                </a:cubicBezTo>
                <a:cubicBezTo>
                  <a:pt x="28470" y="148457"/>
                  <a:pt x="31254" y="147478"/>
                  <a:pt x="33174" y="146172"/>
                </a:cubicBezTo>
                <a:cubicBezTo>
                  <a:pt x="35094" y="144867"/>
                  <a:pt x="36495" y="143024"/>
                  <a:pt x="37378" y="140643"/>
                </a:cubicBezTo>
                <a:cubicBezTo>
                  <a:pt x="38261" y="138263"/>
                  <a:pt x="38703" y="134385"/>
                  <a:pt x="38703" y="129009"/>
                </a:cubicBezTo>
                <a:lnTo>
                  <a:pt x="38703" y="35593"/>
                </a:lnTo>
                <a:cubicBezTo>
                  <a:pt x="38703" y="32521"/>
                  <a:pt x="38165" y="30275"/>
                  <a:pt x="37090" y="28854"/>
                </a:cubicBezTo>
                <a:cubicBezTo>
                  <a:pt x="36015" y="27434"/>
                  <a:pt x="34441" y="26723"/>
                  <a:pt x="32368" y="26723"/>
                </a:cubicBezTo>
                <a:cubicBezTo>
                  <a:pt x="29910" y="26723"/>
                  <a:pt x="26416" y="27990"/>
                  <a:pt x="21886" y="30525"/>
                </a:cubicBezTo>
                <a:cubicBezTo>
                  <a:pt x="17355" y="33059"/>
                  <a:pt x="11749" y="36553"/>
                  <a:pt x="5068" y="41007"/>
                </a:cubicBezTo>
                <a:lnTo>
                  <a:pt x="0" y="32137"/>
                </a:lnTo>
                <a:lnTo>
                  <a:pt x="53908" y="0"/>
                </a:lnTo>
                <a:lnTo>
                  <a:pt x="60243" y="0"/>
                </a:lnTo>
                <a:cubicBezTo>
                  <a:pt x="59782" y="7372"/>
                  <a:pt x="59552" y="17585"/>
                  <a:pt x="59552" y="30640"/>
                </a:cubicBezTo>
                <a:lnTo>
                  <a:pt x="59552" y="129009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FB2DE-B0C2-48EB-8F7E-87885AF7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085" y="1203448"/>
            <a:ext cx="241473" cy="241473"/>
          </a:xfrm>
          <a:custGeom xmlns:a="http://schemas.openxmlformats.org/drawingml/2006/main">
            <a:pathLst>
              <a:path w="241473" h="241473" fill="none">
                <a:moveTo>
                  <a:pt x="0" y="241473"/>
                </a:moveTo>
                <a:lnTo>
                  <a:pt x="241473" y="241473"/>
                </a:lnTo>
                <a:lnTo>
                  <a:pt x="241473" y="0"/>
                </a:lnTo>
                <a:lnTo>
                  <a:pt x="0" y="0"/>
                </a:lnTo>
                <a:lnTo>
                  <a:pt x="0" y="241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9" cap="flat">
            <a:solidFill>
              <a:srgbClr val="C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6AE73-B933-4B64-91B0-66EE6234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967" y="2386396"/>
            <a:ext cx="283411" cy="154949"/>
          </a:xfrm>
          <a:custGeom xmlns:a="http://schemas.openxmlformats.org/drawingml/2006/main">
            <a:pathLst>
              <a:path w="283411" h="154949">
                <a:moveTo>
                  <a:pt x="0" y="154949"/>
                </a:moveTo>
                <a:lnTo>
                  <a:pt x="0" y="0"/>
                </a:lnTo>
                <a:lnTo>
                  <a:pt x="283411" y="0"/>
                </a:lnTo>
                <a:lnTo>
                  <a:pt x="283411" y="154949"/>
                </a:lnTo>
                <a:lnTo>
                  <a:pt x="0" y="154949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DE310-41B0-4E8F-889A-4BDC39BE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967" y="2386396"/>
            <a:ext cx="283411" cy="154949"/>
          </a:xfrm>
          <a:custGeom xmlns:a="http://schemas.openxmlformats.org/drawingml/2006/main">
            <a:pathLst>
              <a:path w="283411" h="154949" fill="none">
                <a:moveTo>
                  <a:pt x="0" y="154949"/>
                </a:moveTo>
                <a:lnTo>
                  <a:pt x="283411" y="154949"/>
                </a:lnTo>
                <a:lnTo>
                  <a:pt x="283411" y="0"/>
                </a:lnTo>
                <a:lnTo>
                  <a:pt x="0" y="0"/>
                </a:lnTo>
                <a:lnTo>
                  <a:pt x="0" y="154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16" name="Text 5">
            <a:extLst xmlns:a="http://schemas.openxmlformats.org/drawingml/2006/main">
              <a:ext uri="{FF2B5EF4-FFF2-40B4-BE49-F238E27FC236}">
                <a16:creationId xmlns:a16="http://schemas.microsoft.com/office/drawing/2014/main" id="{392E128D-0C2B-4AD1-B81E-997068F3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766" y="2421022"/>
            <a:ext cx="56306" cy="93679"/>
          </a:xfrm>
          <a:custGeom xmlns:a="http://schemas.openxmlformats.org/drawingml/2006/main">
            <a:pathLst>
              <a:path w="56306" h="93679">
                <a:moveTo>
                  <a:pt x="56306" y="62877"/>
                </a:moveTo>
                <a:cubicBezTo>
                  <a:pt x="56306" y="67445"/>
                  <a:pt x="55317" y="71614"/>
                  <a:pt x="53339" y="75381"/>
                </a:cubicBezTo>
                <a:cubicBezTo>
                  <a:pt x="51361" y="79149"/>
                  <a:pt x="48641" y="82387"/>
                  <a:pt x="45179" y="85096"/>
                </a:cubicBezTo>
                <a:cubicBezTo>
                  <a:pt x="41718" y="87804"/>
                  <a:pt x="37632" y="89911"/>
                  <a:pt x="32922" y="91419"/>
                </a:cubicBezTo>
                <a:cubicBezTo>
                  <a:pt x="28212" y="92926"/>
                  <a:pt x="23125" y="93679"/>
                  <a:pt x="17662" y="93679"/>
                </a:cubicBezTo>
                <a:cubicBezTo>
                  <a:pt x="16296" y="93679"/>
                  <a:pt x="14824" y="93642"/>
                  <a:pt x="13247" y="93567"/>
                </a:cubicBezTo>
                <a:cubicBezTo>
                  <a:pt x="11669" y="93493"/>
                  <a:pt x="10103" y="93394"/>
                  <a:pt x="8548" y="93269"/>
                </a:cubicBezTo>
                <a:cubicBezTo>
                  <a:pt x="6994" y="93145"/>
                  <a:pt x="5475" y="93008"/>
                  <a:pt x="3992" y="92858"/>
                </a:cubicBezTo>
                <a:cubicBezTo>
                  <a:pt x="2508" y="92709"/>
                  <a:pt x="1177" y="92536"/>
                  <a:pt x="0" y="92337"/>
                </a:cubicBezTo>
                <a:lnTo>
                  <a:pt x="0" y="81175"/>
                </a:lnTo>
                <a:cubicBezTo>
                  <a:pt x="2543" y="81812"/>
                  <a:pt x="5452" y="82278"/>
                  <a:pt x="8725" y="82572"/>
                </a:cubicBezTo>
                <a:cubicBezTo>
                  <a:pt x="11998" y="82865"/>
                  <a:pt x="15307" y="83011"/>
                  <a:pt x="18651" y="83011"/>
                </a:cubicBezTo>
                <a:cubicBezTo>
                  <a:pt x="22419" y="83011"/>
                  <a:pt x="25810" y="82564"/>
                  <a:pt x="28824" y="81669"/>
                </a:cubicBezTo>
                <a:cubicBezTo>
                  <a:pt x="31839" y="80774"/>
                  <a:pt x="34406" y="79491"/>
                  <a:pt x="36525" y="77819"/>
                </a:cubicBezTo>
                <a:cubicBezTo>
                  <a:pt x="38644" y="76147"/>
                  <a:pt x="40269" y="74122"/>
                  <a:pt x="41400" y="71743"/>
                </a:cubicBezTo>
                <a:cubicBezTo>
                  <a:pt x="42530" y="69365"/>
                  <a:pt x="43095" y="66692"/>
                  <a:pt x="43095" y="63725"/>
                </a:cubicBezTo>
                <a:cubicBezTo>
                  <a:pt x="43095" y="57978"/>
                  <a:pt x="41035" y="53798"/>
                  <a:pt x="36914" y="51185"/>
                </a:cubicBezTo>
                <a:cubicBezTo>
                  <a:pt x="32792" y="48571"/>
                  <a:pt x="26870" y="47264"/>
                  <a:pt x="19146" y="47264"/>
                </a:cubicBezTo>
                <a:lnTo>
                  <a:pt x="1625" y="47264"/>
                </a:lnTo>
                <a:lnTo>
                  <a:pt x="1625" y="0"/>
                </a:lnTo>
                <a:lnTo>
                  <a:pt x="51361" y="0"/>
                </a:lnTo>
                <a:lnTo>
                  <a:pt x="51361" y="10739"/>
                </a:lnTo>
                <a:lnTo>
                  <a:pt x="13211" y="10739"/>
                </a:lnTo>
                <a:lnTo>
                  <a:pt x="13211" y="36737"/>
                </a:lnTo>
                <a:lnTo>
                  <a:pt x="21265" y="36737"/>
                </a:lnTo>
                <a:cubicBezTo>
                  <a:pt x="25692" y="36737"/>
                  <a:pt x="30002" y="37137"/>
                  <a:pt x="34194" y="37938"/>
                </a:cubicBezTo>
                <a:cubicBezTo>
                  <a:pt x="38385" y="38739"/>
                  <a:pt x="42118" y="40140"/>
                  <a:pt x="45391" y="42142"/>
                </a:cubicBezTo>
                <a:cubicBezTo>
                  <a:pt x="48665" y="44143"/>
                  <a:pt x="51302" y="46828"/>
                  <a:pt x="53304" y="50195"/>
                </a:cubicBezTo>
                <a:cubicBezTo>
                  <a:pt x="55306" y="53563"/>
                  <a:pt x="56306" y="57790"/>
                  <a:pt x="56306" y="628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push">
            <a:extLst xmlns:a="http://schemas.openxmlformats.org/drawingml/2006/main">
              <a:ext uri="{FF2B5EF4-FFF2-40B4-BE49-F238E27FC236}">
                <a16:creationId xmlns:a16="http://schemas.microsoft.com/office/drawing/2014/main" id="{9BE6783E-57A7-488B-884B-FFF925A6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825" y="2242372"/>
            <a:ext cx="292916" cy="128862"/>
          </a:xfrm>
          <a:custGeom xmlns:a="http://schemas.openxmlformats.org/drawingml/2006/main">
            <a:pathLst>
              <a:path w="292916" h="128862">
                <a:moveTo>
                  <a:pt x="60616" y="63159"/>
                </a:moveTo>
                <a:cubicBezTo>
                  <a:pt x="60616" y="69471"/>
                  <a:pt x="59733" y="74981"/>
                  <a:pt x="57967" y="79691"/>
                </a:cubicBezTo>
                <a:cubicBezTo>
                  <a:pt x="56201" y="84401"/>
                  <a:pt x="53763" y="88310"/>
                  <a:pt x="50655" y="91419"/>
                </a:cubicBezTo>
                <a:cubicBezTo>
                  <a:pt x="47546" y="94527"/>
                  <a:pt x="43872" y="96858"/>
                  <a:pt x="39634" y="98413"/>
                </a:cubicBezTo>
                <a:cubicBezTo>
                  <a:pt x="35395" y="99967"/>
                  <a:pt x="30803" y="100744"/>
                  <a:pt x="25857" y="100744"/>
                </a:cubicBezTo>
                <a:cubicBezTo>
                  <a:pt x="23596" y="100744"/>
                  <a:pt x="21347" y="100626"/>
                  <a:pt x="19110" y="100391"/>
                </a:cubicBezTo>
                <a:cubicBezTo>
                  <a:pt x="16873" y="100155"/>
                  <a:pt x="14601" y="99755"/>
                  <a:pt x="12293" y="99190"/>
                </a:cubicBezTo>
                <a:lnTo>
                  <a:pt x="12293" y="128862"/>
                </a:lnTo>
                <a:lnTo>
                  <a:pt x="0" y="128862"/>
                </a:lnTo>
                <a:lnTo>
                  <a:pt x="0" y="28966"/>
                </a:lnTo>
                <a:lnTo>
                  <a:pt x="10950" y="28966"/>
                </a:lnTo>
                <a:lnTo>
                  <a:pt x="11728" y="40835"/>
                </a:lnTo>
                <a:cubicBezTo>
                  <a:pt x="15260" y="35983"/>
                  <a:pt x="19028" y="32581"/>
                  <a:pt x="23031" y="30626"/>
                </a:cubicBezTo>
                <a:cubicBezTo>
                  <a:pt x="27035" y="28671"/>
                  <a:pt x="31368" y="27694"/>
                  <a:pt x="36030" y="27694"/>
                </a:cubicBezTo>
                <a:cubicBezTo>
                  <a:pt x="40081" y="27694"/>
                  <a:pt x="43637" y="28542"/>
                  <a:pt x="46698" y="30237"/>
                </a:cubicBezTo>
                <a:cubicBezTo>
                  <a:pt x="49760" y="31933"/>
                  <a:pt x="52327" y="34323"/>
                  <a:pt x="54399" y="37408"/>
                </a:cubicBezTo>
                <a:cubicBezTo>
                  <a:pt x="56471" y="40493"/>
                  <a:pt x="58026" y="44214"/>
                  <a:pt x="59062" y="48571"/>
                </a:cubicBezTo>
                <a:cubicBezTo>
                  <a:pt x="60098" y="52927"/>
                  <a:pt x="60616" y="57790"/>
                  <a:pt x="60616" y="63159"/>
                </a:cubicBezTo>
                <a:moveTo>
                  <a:pt x="48041" y="63725"/>
                </a:moveTo>
                <a:cubicBezTo>
                  <a:pt x="48041" y="60004"/>
                  <a:pt x="47770" y="56589"/>
                  <a:pt x="47228" y="53481"/>
                </a:cubicBezTo>
                <a:cubicBezTo>
                  <a:pt x="46687" y="50372"/>
                  <a:pt x="45827" y="47711"/>
                  <a:pt x="44650" y="45497"/>
                </a:cubicBezTo>
                <a:cubicBezTo>
                  <a:pt x="43472" y="43284"/>
                  <a:pt x="41965" y="41553"/>
                  <a:pt x="40128" y="40305"/>
                </a:cubicBezTo>
                <a:cubicBezTo>
                  <a:pt x="38291" y="39057"/>
                  <a:pt x="36101" y="38433"/>
                  <a:pt x="33558" y="38433"/>
                </a:cubicBezTo>
                <a:cubicBezTo>
                  <a:pt x="32004" y="38433"/>
                  <a:pt x="30426" y="38680"/>
                  <a:pt x="28824" y="39174"/>
                </a:cubicBezTo>
                <a:cubicBezTo>
                  <a:pt x="27223" y="39669"/>
                  <a:pt x="25563" y="40493"/>
                  <a:pt x="23844" y="41647"/>
                </a:cubicBezTo>
                <a:cubicBezTo>
                  <a:pt x="22125" y="42801"/>
                  <a:pt x="20311" y="44332"/>
                  <a:pt x="18404" y="46239"/>
                </a:cubicBezTo>
                <a:cubicBezTo>
                  <a:pt x="16496" y="48147"/>
                  <a:pt x="14459" y="50513"/>
                  <a:pt x="12293" y="53339"/>
                </a:cubicBezTo>
                <a:lnTo>
                  <a:pt x="12293" y="87745"/>
                </a:lnTo>
                <a:cubicBezTo>
                  <a:pt x="14553" y="88687"/>
                  <a:pt x="16932" y="89429"/>
                  <a:pt x="19428" y="89970"/>
                </a:cubicBezTo>
                <a:cubicBezTo>
                  <a:pt x="21924" y="90512"/>
                  <a:pt x="24374" y="90783"/>
                  <a:pt x="26776" y="90783"/>
                </a:cubicBezTo>
                <a:cubicBezTo>
                  <a:pt x="33417" y="90783"/>
                  <a:pt x="38621" y="88534"/>
                  <a:pt x="42389" y="84036"/>
                </a:cubicBezTo>
                <a:cubicBezTo>
                  <a:pt x="46157" y="79538"/>
                  <a:pt x="48041" y="72767"/>
                  <a:pt x="48041" y="63725"/>
                </a:cubicBezTo>
                <a:close/>
                <a:moveTo>
                  <a:pt x="135647" y="99896"/>
                </a:moveTo>
                <a:lnTo>
                  <a:pt x="124626" y="99896"/>
                </a:lnTo>
                <a:lnTo>
                  <a:pt x="124202" y="88451"/>
                </a:lnTo>
                <a:cubicBezTo>
                  <a:pt x="122083" y="90900"/>
                  <a:pt x="120069" y="92937"/>
                  <a:pt x="118162" y="94562"/>
                </a:cubicBezTo>
                <a:cubicBezTo>
                  <a:pt x="116254" y="96187"/>
                  <a:pt x="114359" y="97494"/>
                  <a:pt x="112475" y="98483"/>
                </a:cubicBezTo>
                <a:cubicBezTo>
                  <a:pt x="110591" y="99472"/>
                  <a:pt x="108695" y="100167"/>
                  <a:pt x="106788" y="100567"/>
                </a:cubicBezTo>
                <a:cubicBezTo>
                  <a:pt x="104880" y="100968"/>
                  <a:pt x="102867" y="101168"/>
                  <a:pt x="100747" y="101168"/>
                </a:cubicBezTo>
                <a:cubicBezTo>
                  <a:pt x="93447" y="101168"/>
                  <a:pt x="87936" y="99025"/>
                  <a:pt x="84216" y="94739"/>
                </a:cubicBezTo>
                <a:cubicBezTo>
                  <a:pt x="80495" y="90453"/>
                  <a:pt x="78634" y="83977"/>
                  <a:pt x="78634" y="75311"/>
                </a:cubicBezTo>
                <a:lnTo>
                  <a:pt x="78634" y="28966"/>
                </a:lnTo>
                <a:lnTo>
                  <a:pt x="90927" y="28966"/>
                </a:lnTo>
                <a:lnTo>
                  <a:pt x="90927" y="74322"/>
                </a:lnTo>
                <a:cubicBezTo>
                  <a:pt x="90927" y="85202"/>
                  <a:pt x="95025" y="90641"/>
                  <a:pt x="103220" y="90641"/>
                </a:cubicBezTo>
                <a:cubicBezTo>
                  <a:pt x="104727" y="90641"/>
                  <a:pt x="106199" y="90418"/>
                  <a:pt x="107635" y="89970"/>
                </a:cubicBezTo>
                <a:cubicBezTo>
                  <a:pt x="109072" y="89523"/>
                  <a:pt x="110579" y="88746"/>
                  <a:pt x="112157" y="87639"/>
                </a:cubicBezTo>
                <a:cubicBezTo>
                  <a:pt x="113735" y="86532"/>
                  <a:pt x="115430" y="85037"/>
                  <a:pt x="117244" y="83153"/>
                </a:cubicBezTo>
                <a:cubicBezTo>
                  <a:pt x="119057" y="81269"/>
                  <a:pt x="121094" y="78890"/>
                  <a:pt x="123355" y="76017"/>
                </a:cubicBezTo>
                <a:lnTo>
                  <a:pt x="123355" y="28966"/>
                </a:lnTo>
                <a:lnTo>
                  <a:pt x="135647" y="28966"/>
                </a:lnTo>
                <a:lnTo>
                  <a:pt x="135647" y="99896"/>
                </a:lnTo>
                <a:close/>
                <a:moveTo>
                  <a:pt x="213434" y="80539"/>
                </a:moveTo>
                <a:cubicBezTo>
                  <a:pt x="213434" y="83035"/>
                  <a:pt x="213010" y="85272"/>
                  <a:pt x="212162" y="87250"/>
                </a:cubicBezTo>
                <a:cubicBezTo>
                  <a:pt x="211315" y="89228"/>
                  <a:pt x="210161" y="90983"/>
                  <a:pt x="208701" y="92514"/>
                </a:cubicBezTo>
                <a:cubicBezTo>
                  <a:pt x="207241" y="94044"/>
                  <a:pt x="205545" y="95351"/>
                  <a:pt x="203614" y="96435"/>
                </a:cubicBezTo>
                <a:cubicBezTo>
                  <a:pt x="201683" y="97518"/>
                  <a:pt x="199622" y="98413"/>
                  <a:pt x="197432" y="99119"/>
                </a:cubicBezTo>
                <a:cubicBezTo>
                  <a:pt x="195242" y="99826"/>
                  <a:pt x="192993" y="100344"/>
                  <a:pt x="190685" y="100673"/>
                </a:cubicBezTo>
                <a:cubicBezTo>
                  <a:pt x="188377" y="101003"/>
                  <a:pt x="186117" y="101168"/>
                  <a:pt x="183903" y="101168"/>
                </a:cubicBezTo>
                <a:cubicBezTo>
                  <a:pt x="179099" y="101168"/>
                  <a:pt x="174684" y="100956"/>
                  <a:pt x="170657" y="100532"/>
                </a:cubicBezTo>
                <a:cubicBezTo>
                  <a:pt x="166630" y="100108"/>
                  <a:pt x="162685" y="99425"/>
                  <a:pt x="158823" y="98483"/>
                </a:cubicBezTo>
                <a:lnTo>
                  <a:pt x="158823" y="87180"/>
                </a:lnTo>
                <a:cubicBezTo>
                  <a:pt x="162968" y="88357"/>
                  <a:pt x="167089" y="89252"/>
                  <a:pt x="171186" y="89864"/>
                </a:cubicBezTo>
                <a:cubicBezTo>
                  <a:pt x="175284" y="90477"/>
                  <a:pt x="179358" y="90783"/>
                  <a:pt x="183409" y="90783"/>
                </a:cubicBezTo>
                <a:cubicBezTo>
                  <a:pt x="189296" y="90783"/>
                  <a:pt x="193653" y="89982"/>
                  <a:pt x="196478" y="88381"/>
                </a:cubicBezTo>
                <a:cubicBezTo>
                  <a:pt x="199304" y="86779"/>
                  <a:pt x="200717" y="84495"/>
                  <a:pt x="200717" y="81528"/>
                </a:cubicBezTo>
                <a:cubicBezTo>
                  <a:pt x="200717" y="80256"/>
                  <a:pt x="200494" y="79114"/>
                  <a:pt x="200046" y="78101"/>
                </a:cubicBezTo>
                <a:cubicBezTo>
                  <a:pt x="199599" y="77089"/>
                  <a:pt x="198786" y="76123"/>
                  <a:pt x="197609" y="75205"/>
                </a:cubicBezTo>
                <a:cubicBezTo>
                  <a:pt x="196431" y="74286"/>
                  <a:pt x="194606" y="73333"/>
                  <a:pt x="192134" y="72344"/>
                </a:cubicBezTo>
                <a:cubicBezTo>
                  <a:pt x="189661" y="71355"/>
                  <a:pt x="186282" y="70224"/>
                  <a:pt x="181996" y="68952"/>
                </a:cubicBezTo>
                <a:cubicBezTo>
                  <a:pt x="178793" y="68011"/>
                  <a:pt x="175837" y="66939"/>
                  <a:pt x="173129" y="65738"/>
                </a:cubicBezTo>
                <a:cubicBezTo>
                  <a:pt x="170421" y="64537"/>
                  <a:pt x="168078" y="63112"/>
                  <a:pt x="166100" y="61464"/>
                </a:cubicBezTo>
                <a:cubicBezTo>
                  <a:pt x="164122" y="59815"/>
                  <a:pt x="162567" y="57884"/>
                  <a:pt x="161437" y="55671"/>
                </a:cubicBezTo>
                <a:cubicBezTo>
                  <a:pt x="160307" y="53457"/>
                  <a:pt x="159741" y="50843"/>
                  <a:pt x="159741" y="47829"/>
                </a:cubicBezTo>
                <a:cubicBezTo>
                  <a:pt x="159741" y="45851"/>
                  <a:pt x="160201" y="43684"/>
                  <a:pt x="161119" y="41329"/>
                </a:cubicBezTo>
                <a:cubicBezTo>
                  <a:pt x="162038" y="38974"/>
                  <a:pt x="163604" y="36784"/>
                  <a:pt x="165817" y="34759"/>
                </a:cubicBezTo>
                <a:cubicBezTo>
                  <a:pt x="168031" y="32734"/>
                  <a:pt x="171022" y="31050"/>
                  <a:pt x="174790" y="29707"/>
                </a:cubicBezTo>
                <a:cubicBezTo>
                  <a:pt x="178557" y="28365"/>
                  <a:pt x="183267" y="27694"/>
                  <a:pt x="188919" y="27694"/>
                </a:cubicBezTo>
                <a:cubicBezTo>
                  <a:pt x="191698" y="27694"/>
                  <a:pt x="194783" y="27847"/>
                  <a:pt x="198174" y="28153"/>
                </a:cubicBezTo>
                <a:cubicBezTo>
                  <a:pt x="201565" y="28459"/>
                  <a:pt x="205098" y="28989"/>
                  <a:pt x="208771" y="29743"/>
                </a:cubicBezTo>
                <a:lnTo>
                  <a:pt x="208771" y="40693"/>
                </a:lnTo>
                <a:cubicBezTo>
                  <a:pt x="204909" y="39751"/>
                  <a:pt x="201247" y="39057"/>
                  <a:pt x="197785" y="38609"/>
                </a:cubicBezTo>
                <a:cubicBezTo>
                  <a:pt x="194324" y="38162"/>
                  <a:pt x="191321" y="37938"/>
                  <a:pt x="188778" y="37938"/>
                </a:cubicBezTo>
                <a:cubicBezTo>
                  <a:pt x="185716" y="37938"/>
                  <a:pt x="183138" y="38173"/>
                  <a:pt x="181042" y="38644"/>
                </a:cubicBezTo>
                <a:cubicBezTo>
                  <a:pt x="178946" y="39115"/>
                  <a:pt x="177250" y="39763"/>
                  <a:pt x="175955" y="40587"/>
                </a:cubicBezTo>
                <a:cubicBezTo>
                  <a:pt x="174660" y="41412"/>
                  <a:pt x="173730" y="42377"/>
                  <a:pt x="173165" y="43484"/>
                </a:cubicBezTo>
                <a:cubicBezTo>
                  <a:pt x="172599" y="44591"/>
                  <a:pt x="172317" y="45780"/>
                  <a:pt x="172317" y="47052"/>
                </a:cubicBezTo>
                <a:cubicBezTo>
                  <a:pt x="172317" y="48323"/>
                  <a:pt x="172564" y="49477"/>
                  <a:pt x="173059" y="50513"/>
                </a:cubicBezTo>
                <a:cubicBezTo>
                  <a:pt x="173553" y="51550"/>
                  <a:pt x="174472" y="52550"/>
                  <a:pt x="175814" y="53516"/>
                </a:cubicBezTo>
                <a:cubicBezTo>
                  <a:pt x="177156" y="54481"/>
                  <a:pt x="179028" y="55447"/>
                  <a:pt x="181430" y="56412"/>
                </a:cubicBezTo>
                <a:cubicBezTo>
                  <a:pt x="183832" y="57378"/>
                  <a:pt x="186965" y="58426"/>
                  <a:pt x="190827" y="59556"/>
                </a:cubicBezTo>
                <a:cubicBezTo>
                  <a:pt x="195018" y="60781"/>
                  <a:pt x="198551" y="62064"/>
                  <a:pt x="201424" y="63407"/>
                </a:cubicBezTo>
                <a:cubicBezTo>
                  <a:pt x="204297" y="64749"/>
                  <a:pt x="206628" y="66244"/>
                  <a:pt x="208418" y="67893"/>
                </a:cubicBezTo>
                <a:cubicBezTo>
                  <a:pt x="210208" y="69541"/>
                  <a:pt x="211491" y="71402"/>
                  <a:pt x="212268" y="73474"/>
                </a:cubicBezTo>
                <a:cubicBezTo>
                  <a:pt x="213045" y="75546"/>
                  <a:pt x="213434" y="77901"/>
                  <a:pt x="213434" y="80539"/>
                </a:cubicBezTo>
                <a:close/>
                <a:moveTo>
                  <a:pt x="292916" y="99896"/>
                </a:moveTo>
                <a:lnTo>
                  <a:pt x="280623" y="99896"/>
                </a:lnTo>
                <a:lnTo>
                  <a:pt x="280623" y="54611"/>
                </a:lnTo>
                <a:cubicBezTo>
                  <a:pt x="280623" y="49147"/>
                  <a:pt x="279599" y="45062"/>
                  <a:pt x="277550" y="42353"/>
                </a:cubicBezTo>
                <a:cubicBezTo>
                  <a:pt x="275501" y="39645"/>
                  <a:pt x="272570" y="38291"/>
                  <a:pt x="268755" y="38291"/>
                </a:cubicBezTo>
                <a:cubicBezTo>
                  <a:pt x="267106" y="38291"/>
                  <a:pt x="265564" y="38515"/>
                  <a:pt x="264127" y="38962"/>
                </a:cubicBezTo>
                <a:cubicBezTo>
                  <a:pt x="262691" y="39410"/>
                  <a:pt x="261195" y="40187"/>
                  <a:pt x="259641" y="41294"/>
                </a:cubicBezTo>
                <a:cubicBezTo>
                  <a:pt x="258087" y="42401"/>
                  <a:pt x="256391" y="43896"/>
                  <a:pt x="254554" y="45780"/>
                </a:cubicBezTo>
                <a:cubicBezTo>
                  <a:pt x="252717" y="47664"/>
                  <a:pt x="250598" y="50019"/>
                  <a:pt x="248196" y="52845"/>
                </a:cubicBezTo>
                <a:lnTo>
                  <a:pt x="248196" y="99896"/>
                </a:lnTo>
                <a:lnTo>
                  <a:pt x="235903" y="99896"/>
                </a:lnTo>
                <a:lnTo>
                  <a:pt x="235903" y="0"/>
                </a:lnTo>
                <a:lnTo>
                  <a:pt x="248196" y="0"/>
                </a:lnTo>
                <a:lnTo>
                  <a:pt x="248196" y="28946"/>
                </a:lnTo>
                <a:lnTo>
                  <a:pt x="247772" y="40128"/>
                </a:lnTo>
                <a:cubicBezTo>
                  <a:pt x="249703" y="37820"/>
                  <a:pt x="251599" y="35877"/>
                  <a:pt x="253459" y="34300"/>
                </a:cubicBezTo>
                <a:cubicBezTo>
                  <a:pt x="255320" y="32722"/>
                  <a:pt x="257180" y="31438"/>
                  <a:pt x="259040" y="30449"/>
                </a:cubicBezTo>
                <a:cubicBezTo>
                  <a:pt x="260901" y="29460"/>
                  <a:pt x="262797" y="28754"/>
                  <a:pt x="264728" y="28330"/>
                </a:cubicBezTo>
                <a:cubicBezTo>
                  <a:pt x="266659" y="27906"/>
                  <a:pt x="268660" y="27694"/>
                  <a:pt x="270733" y="27694"/>
                </a:cubicBezTo>
                <a:cubicBezTo>
                  <a:pt x="277797" y="27694"/>
                  <a:pt x="283261" y="29849"/>
                  <a:pt x="287123" y="34158"/>
                </a:cubicBezTo>
                <a:cubicBezTo>
                  <a:pt x="290985" y="38468"/>
                  <a:pt x="292916" y="44956"/>
                  <a:pt x="292916" y="53622"/>
                </a:cubicBezTo>
                <a:lnTo>
                  <a:pt x="292916" y="99896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63A42-B702-4B9C-8A7B-C572F5E9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664" y="1854173"/>
            <a:ext cx="283411" cy="154949"/>
          </a:xfrm>
          <a:custGeom xmlns:a="http://schemas.openxmlformats.org/drawingml/2006/main">
            <a:pathLst>
              <a:path w="283411" h="154949">
                <a:moveTo>
                  <a:pt x="0" y="154949"/>
                </a:moveTo>
                <a:lnTo>
                  <a:pt x="0" y="0"/>
                </a:lnTo>
                <a:lnTo>
                  <a:pt x="283411" y="0"/>
                </a:lnTo>
                <a:lnTo>
                  <a:pt x="283411" y="154949"/>
                </a:lnTo>
                <a:lnTo>
                  <a:pt x="0" y="154949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0E256-86E9-4EBD-B524-1B795913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664" y="1854173"/>
            <a:ext cx="283411" cy="154949"/>
          </a:xfrm>
          <a:custGeom xmlns:a="http://schemas.openxmlformats.org/drawingml/2006/main">
            <a:pathLst>
              <a:path w="283411" h="154949" fill="none">
                <a:moveTo>
                  <a:pt x="0" y="154949"/>
                </a:moveTo>
                <a:lnTo>
                  <a:pt x="283411" y="154949"/>
                </a:lnTo>
                <a:lnTo>
                  <a:pt x="283411" y="0"/>
                </a:lnTo>
                <a:lnTo>
                  <a:pt x="0" y="0"/>
                </a:lnTo>
                <a:lnTo>
                  <a:pt x="0" y="154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20" name="Text 4">
            <a:extLst xmlns:a="http://schemas.openxmlformats.org/drawingml/2006/main">
              <a:ext uri="{FF2B5EF4-FFF2-40B4-BE49-F238E27FC236}">
                <a16:creationId xmlns:a16="http://schemas.microsoft.com/office/drawing/2014/main" id="{1BE9753D-8E30-435B-846E-6DCAEA40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926" y="1888406"/>
            <a:ext cx="72767" cy="92408"/>
          </a:xfrm>
          <a:custGeom xmlns:a="http://schemas.openxmlformats.org/drawingml/2006/main">
            <a:pathLst>
              <a:path w="72767" h="92408">
                <a:moveTo>
                  <a:pt x="72767" y="71920"/>
                </a:moveTo>
                <a:lnTo>
                  <a:pt x="57013" y="71920"/>
                </a:lnTo>
                <a:lnTo>
                  <a:pt x="57013" y="92408"/>
                </a:lnTo>
                <a:lnTo>
                  <a:pt x="44438" y="92408"/>
                </a:lnTo>
                <a:lnTo>
                  <a:pt x="44438" y="71920"/>
                </a:lnTo>
                <a:lnTo>
                  <a:pt x="0" y="71920"/>
                </a:lnTo>
                <a:lnTo>
                  <a:pt x="0" y="61111"/>
                </a:lnTo>
                <a:lnTo>
                  <a:pt x="39351" y="0"/>
                </a:lnTo>
                <a:lnTo>
                  <a:pt x="57013" y="0"/>
                </a:lnTo>
                <a:lnTo>
                  <a:pt x="57013" y="61111"/>
                </a:lnTo>
                <a:lnTo>
                  <a:pt x="72767" y="61111"/>
                </a:lnTo>
                <a:lnTo>
                  <a:pt x="72767" y="71920"/>
                </a:lnTo>
                <a:moveTo>
                  <a:pt x="44438" y="11869"/>
                </a:moveTo>
                <a:lnTo>
                  <a:pt x="12293" y="61111"/>
                </a:lnTo>
                <a:lnTo>
                  <a:pt x="44438" y="61111"/>
                </a:lnTo>
                <a:lnTo>
                  <a:pt x="44438" y="118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push">
            <a:extLst xmlns:a="http://schemas.openxmlformats.org/drawingml/2006/main">
              <a:ext uri="{FF2B5EF4-FFF2-40B4-BE49-F238E27FC236}">
                <a16:creationId xmlns:a16="http://schemas.microsoft.com/office/drawing/2014/main" id="{6D77728A-596B-4047-A15A-0AE31881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8" y="1713033"/>
            <a:ext cx="292916" cy="128862"/>
          </a:xfrm>
          <a:custGeom xmlns:a="http://schemas.openxmlformats.org/drawingml/2006/main">
            <a:pathLst>
              <a:path w="292916" h="128862">
                <a:moveTo>
                  <a:pt x="60616" y="63159"/>
                </a:moveTo>
                <a:cubicBezTo>
                  <a:pt x="60616" y="69471"/>
                  <a:pt x="59733" y="74981"/>
                  <a:pt x="57967" y="79691"/>
                </a:cubicBezTo>
                <a:cubicBezTo>
                  <a:pt x="56201" y="84401"/>
                  <a:pt x="53763" y="88310"/>
                  <a:pt x="50655" y="91419"/>
                </a:cubicBezTo>
                <a:cubicBezTo>
                  <a:pt x="47546" y="94527"/>
                  <a:pt x="43872" y="96858"/>
                  <a:pt x="39634" y="98413"/>
                </a:cubicBezTo>
                <a:cubicBezTo>
                  <a:pt x="35395" y="99967"/>
                  <a:pt x="30803" y="100744"/>
                  <a:pt x="25857" y="100744"/>
                </a:cubicBezTo>
                <a:cubicBezTo>
                  <a:pt x="23596" y="100744"/>
                  <a:pt x="21347" y="100626"/>
                  <a:pt x="19110" y="100391"/>
                </a:cubicBezTo>
                <a:cubicBezTo>
                  <a:pt x="16873" y="100155"/>
                  <a:pt x="14601" y="99755"/>
                  <a:pt x="12293" y="99190"/>
                </a:cubicBezTo>
                <a:lnTo>
                  <a:pt x="12293" y="128862"/>
                </a:lnTo>
                <a:lnTo>
                  <a:pt x="0" y="128862"/>
                </a:lnTo>
                <a:lnTo>
                  <a:pt x="0" y="28966"/>
                </a:lnTo>
                <a:lnTo>
                  <a:pt x="10950" y="28966"/>
                </a:lnTo>
                <a:lnTo>
                  <a:pt x="11728" y="40835"/>
                </a:lnTo>
                <a:cubicBezTo>
                  <a:pt x="15260" y="35983"/>
                  <a:pt x="19028" y="32581"/>
                  <a:pt x="23031" y="30626"/>
                </a:cubicBezTo>
                <a:cubicBezTo>
                  <a:pt x="27035" y="28671"/>
                  <a:pt x="31368" y="27694"/>
                  <a:pt x="36030" y="27694"/>
                </a:cubicBezTo>
                <a:cubicBezTo>
                  <a:pt x="40081" y="27694"/>
                  <a:pt x="43637" y="28542"/>
                  <a:pt x="46698" y="30237"/>
                </a:cubicBezTo>
                <a:cubicBezTo>
                  <a:pt x="49760" y="31933"/>
                  <a:pt x="52327" y="34323"/>
                  <a:pt x="54399" y="37408"/>
                </a:cubicBezTo>
                <a:cubicBezTo>
                  <a:pt x="56471" y="40493"/>
                  <a:pt x="58026" y="44214"/>
                  <a:pt x="59062" y="48571"/>
                </a:cubicBezTo>
                <a:cubicBezTo>
                  <a:pt x="60098" y="52927"/>
                  <a:pt x="60616" y="57790"/>
                  <a:pt x="60616" y="63159"/>
                </a:cubicBezTo>
                <a:moveTo>
                  <a:pt x="48041" y="63725"/>
                </a:moveTo>
                <a:cubicBezTo>
                  <a:pt x="48041" y="60004"/>
                  <a:pt x="47770" y="56589"/>
                  <a:pt x="47228" y="53481"/>
                </a:cubicBezTo>
                <a:cubicBezTo>
                  <a:pt x="46687" y="50372"/>
                  <a:pt x="45827" y="47711"/>
                  <a:pt x="44650" y="45497"/>
                </a:cubicBezTo>
                <a:cubicBezTo>
                  <a:pt x="43472" y="43284"/>
                  <a:pt x="41965" y="41553"/>
                  <a:pt x="40128" y="40305"/>
                </a:cubicBezTo>
                <a:cubicBezTo>
                  <a:pt x="38291" y="39057"/>
                  <a:pt x="36101" y="38433"/>
                  <a:pt x="33558" y="38433"/>
                </a:cubicBezTo>
                <a:cubicBezTo>
                  <a:pt x="32004" y="38433"/>
                  <a:pt x="30426" y="38680"/>
                  <a:pt x="28824" y="39174"/>
                </a:cubicBezTo>
                <a:cubicBezTo>
                  <a:pt x="27223" y="39669"/>
                  <a:pt x="25563" y="40493"/>
                  <a:pt x="23844" y="41647"/>
                </a:cubicBezTo>
                <a:cubicBezTo>
                  <a:pt x="22125" y="42801"/>
                  <a:pt x="20311" y="44332"/>
                  <a:pt x="18404" y="46239"/>
                </a:cubicBezTo>
                <a:cubicBezTo>
                  <a:pt x="16496" y="48147"/>
                  <a:pt x="14459" y="50513"/>
                  <a:pt x="12293" y="53339"/>
                </a:cubicBezTo>
                <a:lnTo>
                  <a:pt x="12293" y="87745"/>
                </a:lnTo>
                <a:cubicBezTo>
                  <a:pt x="14553" y="88687"/>
                  <a:pt x="16932" y="89429"/>
                  <a:pt x="19428" y="89970"/>
                </a:cubicBezTo>
                <a:cubicBezTo>
                  <a:pt x="21924" y="90512"/>
                  <a:pt x="24374" y="90783"/>
                  <a:pt x="26776" y="90783"/>
                </a:cubicBezTo>
                <a:cubicBezTo>
                  <a:pt x="33417" y="90783"/>
                  <a:pt x="38621" y="88534"/>
                  <a:pt x="42389" y="84036"/>
                </a:cubicBezTo>
                <a:cubicBezTo>
                  <a:pt x="46157" y="79538"/>
                  <a:pt x="48041" y="72767"/>
                  <a:pt x="48041" y="63725"/>
                </a:cubicBezTo>
                <a:close/>
                <a:moveTo>
                  <a:pt x="135647" y="99896"/>
                </a:moveTo>
                <a:lnTo>
                  <a:pt x="124626" y="99896"/>
                </a:lnTo>
                <a:lnTo>
                  <a:pt x="124202" y="88451"/>
                </a:lnTo>
                <a:cubicBezTo>
                  <a:pt x="122083" y="90900"/>
                  <a:pt x="120069" y="92937"/>
                  <a:pt x="118162" y="94562"/>
                </a:cubicBezTo>
                <a:cubicBezTo>
                  <a:pt x="116254" y="96187"/>
                  <a:pt x="114359" y="97494"/>
                  <a:pt x="112475" y="98483"/>
                </a:cubicBezTo>
                <a:cubicBezTo>
                  <a:pt x="110591" y="99472"/>
                  <a:pt x="108695" y="100167"/>
                  <a:pt x="106788" y="100567"/>
                </a:cubicBezTo>
                <a:cubicBezTo>
                  <a:pt x="104880" y="100968"/>
                  <a:pt x="102867" y="101168"/>
                  <a:pt x="100747" y="101168"/>
                </a:cubicBezTo>
                <a:cubicBezTo>
                  <a:pt x="93447" y="101168"/>
                  <a:pt x="87936" y="99025"/>
                  <a:pt x="84216" y="94739"/>
                </a:cubicBezTo>
                <a:cubicBezTo>
                  <a:pt x="80495" y="90453"/>
                  <a:pt x="78634" y="83977"/>
                  <a:pt x="78634" y="75311"/>
                </a:cubicBezTo>
                <a:lnTo>
                  <a:pt x="78634" y="28966"/>
                </a:lnTo>
                <a:lnTo>
                  <a:pt x="90927" y="28966"/>
                </a:lnTo>
                <a:lnTo>
                  <a:pt x="90927" y="74322"/>
                </a:lnTo>
                <a:cubicBezTo>
                  <a:pt x="90927" y="85202"/>
                  <a:pt x="95025" y="90641"/>
                  <a:pt x="103220" y="90641"/>
                </a:cubicBezTo>
                <a:cubicBezTo>
                  <a:pt x="104727" y="90641"/>
                  <a:pt x="106199" y="90418"/>
                  <a:pt x="107635" y="89970"/>
                </a:cubicBezTo>
                <a:cubicBezTo>
                  <a:pt x="109072" y="89523"/>
                  <a:pt x="110579" y="88746"/>
                  <a:pt x="112157" y="87639"/>
                </a:cubicBezTo>
                <a:cubicBezTo>
                  <a:pt x="113735" y="86532"/>
                  <a:pt x="115430" y="85037"/>
                  <a:pt x="117244" y="83153"/>
                </a:cubicBezTo>
                <a:cubicBezTo>
                  <a:pt x="119057" y="81269"/>
                  <a:pt x="121094" y="78890"/>
                  <a:pt x="123355" y="76017"/>
                </a:cubicBezTo>
                <a:lnTo>
                  <a:pt x="123355" y="28966"/>
                </a:lnTo>
                <a:lnTo>
                  <a:pt x="135647" y="28966"/>
                </a:lnTo>
                <a:lnTo>
                  <a:pt x="135647" y="99896"/>
                </a:lnTo>
                <a:close/>
                <a:moveTo>
                  <a:pt x="213434" y="80539"/>
                </a:moveTo>
                <a:cubicBezTo>
                  <a:pt x="213434" y="83035"/>
                  <a:pt x="213010" y="85272"/>
                  <a:pt x="212162" y="87250"/>
                </a:cubicBezTo>
                <a:cubicBezTo>
                  <a:pt x="211315" y="89228"/>
                  <a:pt x="210161" y="90983"/>
                  <a:pt x="208701" y="92514"/>
                </a:cubicBezTo>
                <a:cubicBezTo>
                  <a:pt x="207241" y="94044"/>
                  <a:pt x="205545" y="95351"/>
                  <a:pt x="203614" y="96435"/>
                </a:cubicBezTo>
                <a:cubicBezTo>
                  <a:pt x="201683" y="97518"/>
                  <a:pt x="199622" y="98413"/>
                  <a:pt x="197432" y="99119"/>
                </a:cubicBezTo>
                <a:cubicBezTo>
                  <a:pt x="195242" y="99826"/>
                  <a:pt x="192993" y="100344"/>
                  <a:pt x="190685" y="100673"/>
                </a:cubicBezTo>
                <a:cubicBezTo>
                  <a:pt x="188377" y="101003"/>
                  <a:pt x="186117" y="101168"/>
                  <a:pt x="183903" y="101168"/>
                </a:cubicBezTo>
                <a:cubicBezTo>
                  <a:pt x="179099" y="101168"/>
                  <a:pt x="174684" y="100956"/>
                  <a:pt x="170657" y="100532"/>
                </a:cubicBezTo>
                <a:cubicBezTo>
                  <a:pt x="166630" y="100108"/>
                  <a:pt x="162685" y="99425"/>
                  <a:pt x="158823" y="98483"/>
                </a:cubicBezTo>
                <a:lnTo>
                  <a:pt x="158823" y="87180"/>
                </a:lnTo>
                <a:cubicBezTo>
                  <a:pt x="162968" y="88357"/>
                  <a:pt x="167089" y="89252"/>
                  <a:pt x="171186" y="89864"/>
                </a:cubicBezTo>
                <a:cubicBezTo>
                  <a:pt x="175284" y="90477"/>
                  <a:pt x="179358" y="90783"/>
                  <a:pt x="183409" y="90783"/>
                </a:cubicBezTo>
                <a:cubicBezTo>
                  <a:pt x="189296" y="90783"/>
                  <a:pt x="193653" y="89982"/>
                  <a:pt x="196478" y="88381"/>
                </a:cubicBezTo>
                <a:cubicBezTo>
                  <a:pt x="199304" y="86779"/>
                  <a:pt x="200717" y="84495"/>
                  <a:pt x="200717" y="81528"/>
                </a:cubicBezTo>
                <a:cubicBezTo>
                  <a:pt x="200717" y="80256"/>
                  <a:pt x="200494" y="79114"/>
                  <a:pt x="200046" y="78101"/>
                </a:cubicBezTo>
                <a:cubicBezTo>
                  <a:pt x="199599" y="77089"/>
                  <a:pt x="198786" y="76123"/>
                  <a:pt x="197609" y="75205"/>
                </a:cubicBezTo>
                <a:cubicBezTo>
                  <a:pt x="196431" y="74286"/>
                  <a:pt x="194606" y="73333"/>
                  <a:pt x="192134" y="72344"/>
                </a:cubicBezTo>
                <a:cubicBezTo>
                  <a:pt x="189661" y="71355"/>
                  <a:pt x="186282" y="70224"/>
                  <a:pt x="181996" y="68952"/>
                </a:cubicBezTo>
                <a:cubicBezTo>
                  <a:pt x="178793" y="68011"/>
                  <a:pt x="175837" y="66939"/>
                  <a:pt x="173129" y="65738"/>
                </a:cubicBezTo>
                <a:cubicBezTo>
                  <a:pt x="170421" y="64537"/>
                  <a:pt x="168078" y="63112"/>
                  <a:pt x="166100" y="61464"/>
                </a:cubicBezTo>
                <a:cubicBezTo>
                  <a:pt x="164122" y="59815"/>
                  <a:pt x="162567" y="57884"/>
                  <a:pt x="161437" y="55671"/>
                </a:cubicBezTo>
                <a:cubicBezTo>
                  <a:pt x="160307" y="53457"/>
                  <a:pt x="159741" y="50843"/>
                  <a:pt x="159741" y="47829"/>
                </a:cubicBezTo>
                <a:cubicBezTo>
                  <a:pt x="159741" y="45851"/>
                  <a:pt x="160201" y="43684"/>
                  <a:pt x="161119" y="41329"/>
                </a:cubicBezTo>
                <a:cubicBezTo>
                  <a:pt x="162038" y="38974"/>
                  <a:pt x="163604" y="36784"/>
                  <a:pt x="165817" y="34759"/>
                </a:cubicBezTo>
                <a:cubicBezTo>
                  <a:pt x="168031" y="32734"/>
                  <a:pt x="171022" y="31050"/>
                  <a:pt x="174790" y="29707"/>
                </a:cubicBezTo>
                <a:cubicBezTo>
                  <a:pt x="178557" y="28365"/>
                  <a:pt x="183267" y="27694"/>
                  <a:pt x="188919" y="27694"/>
                </a:cubicBezTo>
                <a:cubicBezTo>
                  <a:pt x="191698" y="27694"/>
                  <a:pt x="194783" y="27847"/>
                  <a:pt x="198174" y="28153"/>
                </a:cubicBezTo>
                <a:cubicBezTo>
                  <a:pt x="201565" y="28459"/>
                  <a:pt x="205098" y="28989"/>
                  <a:pt x="208771" y="29743"/>
                </a:cubicBezTo>
                <a:lnTo>
                  <a:pt x="208771" y="40693"/>
                </a:lnTo>
                <a:cubicBezTo>
                  <a:pt x="204909" y="39751"/>
                  <a:pt x="201247" y="39057"/>
                  <a:pt x="197785" y="38609"/>
                </a:cubicBezTo>
                <a:cubicBezTo>
                  <a:pt x="194324" y="38162"/>
                  <a:pt x="191321" y="37938"/>
                  <a:pt x="188778" y="37938"/>
                </a:cubicBezTo>
                <a:cubicBezTo>
                  <a:pt x="185716" y="37938"/>
                  <a:pt x="183138" y="38173"/>
                  <a:pt x="181042" y="38644"/>
                </a:cubicBezTo>
                <a:cubicBezTo>
                  <a:pt x="178946" y="39115"/>
                  <a:pt x="177250" y="39763"/>
                  <a:pt x="175955" y="40587"/>
                </a:cubicBezTo>
                <a:cubicBezTo>
                  <a:pt x="174660" y="41412"/>
                  <a:pt x="173730" y="42377"/>
                  <a:pt x="173165" y="43484"/>
                </a:cubicBezTo>
                <a:cubicBezTo>
                  <a:pt x="172599" y="44591"/>
                  <a:pt x="172317" y="45780"/>
                  <a:pt x="172317" y="47052"/>
                </a:cubicBezTo>
                <a:cubicBezTo>
                  <a:pt x="172317" y="48323"/>
                  <a:pt x="172564" y="49477"/>
                  <a:pt x="173059" y="50513"/>
                </a:cubicBezTo>
                <a:cubicBezTo>
                  <a:pt x="173553" y="51550"/>
                  <a:pt x="174472" y="52550"/>
                  <a:pt x="175814" y="53516"/>
                </a:cubicBezTo>
                <a:cubicBezTo>
                  <a:pt x="177156" y="54481"/>
                  <a:pt x="179028" y="55447"/>
                  <a:pt x="181430" y="56412"/>
                </a:cubicBezTo>
                <a:cubicBezTo>
                  <a:pt x="183832" y="57378"/>
                  <a:pt x="186965" y="58426"/>
                  <a:pt x="190827" y="59556"/>
                </a:cubicBezTo>
                <a:cubicBezTo>
                  <a:pt x="195018" y="60781"/>
                  <a:pt x="198551" y="62064"/>
                  <a:pt x="201424" y="63407"/>
                </a:cubicBezTo>
                <a:cubicBezTo>
                  <a:pt x="204297" y="64749"/>
                  <a:pt x="206628" y="66244"/>
                  <a:pt x="208418" y="67893"/>
                </a:cubicBezTo>
                <a:cubicBezTo>
                  <a:pt x="210208" y="69541"/>
                  <a:pt x="211491" y="71402"/>
                  <a:pt x="212268" y="73474"/>
                </a:cubicBezTo>
                <a:cubicBezTo>
                  <a:pt x="213045" y="75546"/>
                  <a:pt x="213434" y="77901"/>
                  <a:pt x="213434" y="80539"/>
                </a:cubicBezTo>
                <a:close/>
                <a:moveTo>
                  <a:pt x="292916" y="99896"/>
                </a:moveTo>
                <a:lnTo>
                  <a:pt x="280623" y="99896"/>
                </a:lnTo>
                <a:lnTo>
                  <a:pt x="280623" y="54611"/>
                </a:lnTo>
                <a:cubicBezTo>
                  <a:pt x="280623" y="49147"/>
                  <a:pt x="279599" y="45062"/>
                  <a:pt x="277550" y="42353"/>
                </a:cubicBezTo>
                <a:cubicBezTo>
                  <a:pt x="275501" y="39645"/>
                  <a:pt x="272570" y="38291"/>
                  <a:pt x="268755" y="38291"/>
                </a:cubicBezTo>
                <a:cubicBezTo>
                  <a:pt x="267106" y="38291"/>
                  <a:pt x="265564" y="38515"/>
                  <a:pt x="264127" y="38962"/>
                </a:cubicBezTo>
                <a:cubicBezTo>
                  <a:pt x="262691" y="39410"/>
                  <a:pt x="261195" y="40187"/>
                  <a:pt x="259641" y="41294"/>
                </a:cubicBezTo>
                <a:cubicBezTo>
                  <a:pt x="258087" y="42401"/>
                  <a:pt x="256391" y="43896"/>
                  <a:pt x="254554" y="45780"/>
                </a:cubicBezTo>
                <a:cubicBezTo>
                  <a:pt x="252717" y="47664"/>
                  <a:pt x="250598" y="50019"/>
                  <a:pt x="248196" y="52845"/>
                </a:cubicBezTo>
                <a:lnTo>
                  <a:pt x="248196" y="99896"/>
                </a:lnTo>
                <a:lnTo>
                  <a:pt x="235903" y="99896"/>
                </a:lnTo>
                <a:lnTo>
                  <a:pt x="235903" y="0"/>
                </a:lnTo>
                <a:lnTo>
                  <a:pt x="248196" y="0"/>
                </a:lnTo>
                <a:lnTo>
                  <a:pt x="248196" y="28946"/>
                </a:lnTo>
                <a:lnTo>
                  <a:pt x="247772" y="40128"/>
                </a:lnTo>
                <a:cubicBezTo>
                  <a:pt x="249703" y="37820"/>
                  <a:pt x="251599" y="35877"/>
                  <a:pt x="253459" y="34300"/>
                </a:cubicBezTo>
                <a:cubicBezTo>
                  <a:pt x="255320" y="32722"/>
                  <a:pt x="257180" y="31438"/>
                  <a:pt x="259040" y="30449"/>
                </a:cubicBezTo>
                <a:cubicBezTo>
                  <a:pt x="260901" y="29460"/>
                  <a:pt x="262797" y="28754"/>
                  <a:pt x="264728" y="28330"/>
                </a:cubicBezTo>
                <a:cubicBezTo>
                  <a:pt x="266659" y="27906"/>
                  <a:pt x="268660" y="27694"/>
                  <a:pt x="270733" y="27694"/>
                </a:cubicBezTo>
                <a:cubicBezTo>
                  <a:pt x="277797" y="27694"/>
                  <a:pt x="283261" y="29849"/>
                  <a:pt x="287123" y="34158"/>
                </a:cubicBezTo>
                <a:cubicBezTo>
                  <a:pt x="290985" y="38468"/>
                  <a:pt x="292916" y="44956"/>
                  <a:pt x="292916" y="53622"/>
                </a:cubicBezTo>
                <a:lnTo>
                  <a:pt x="292916" y="99896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FD153-91DD-48C4-8A3D-AC6000DC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24" y="1165231"/>
            <a:ext cx="353448" cy="947688"/>
          </a:xfrm>
          <a:custGeom xmlns:a="http://schemas.openxmlformats.org/drawingml/2006/main">
            <a:pathLst>
              <a:path w="353448" h="947688" fill="none">
                <a:moveTo>
                  <a:pt x="0" y="947688"/>
                </a:moveTo>
                <a:lnTo>
                  <a:pt x="353448" y="947688"/>
                </a:lnTo>
                <a:lnTo>
                  <a:pt x="353448" y="0"/>
                </a:lnTo>
                <a:lnTo>
                  <a:pt x="0" y="0"/>
                </a:lnTo>
                <a:lnTo>
                  <a:pt x="0" y="9476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1F4C6-2959-4848-BB1E-22005D1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940" y="1923515"/>
            <a:ext cx="290266" cy="156115"/>
          </a:xfrm>
          <a:custGeom xmlns:a="http://schemas.openxmlformats.org/drawingml/2006/main">
            <a:pathLst>
              <a:path w="290266" h="156115">
                <a:moveTo>
                  <a:pt x="0" y="156115"/>
                </a:moveTo>
                <a:lnTo>
                  <a:pt x="0" y="0"/>
                </a:lnTo>
                <a:lnTo>
                  <a:pt x="290266" y="0"/>
                </a:lnTo>
                <a:lnTo>
                  <a:pt x="290266" y="156115"/>
                </a:lnTo>
                <a:lnTo>
                  <a:pt x="0" y="156115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BC284-6E40-445F-9C14-3E5815DF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940" y="1923515"/>
            <a:ext cx="290266" cy="156115"/>
          </a:xfrm>
          <a:custGeom xmlns:a="http://schemas.openxmlformats.org/drawingml/2006/main">
            <a:pathLst>
              <a:path w="290266" h="156115" fill="none">
                <a:moveTo>
                  <a:pt x="0" y="156115"/>
                </a:moveTo>
                <a:lnTo>
                  <a:pt x="290266" y="156115"/>
                </a:lnTo>
                <a:lnTo>
                  <a:pt x="290266" y="0"/>
                </a:lnTo>
                <a:lnTo>
                  <a:pt x="0" y="0"/>
                </a:lnTo>
                <a:lnTo>
                  <a:pt x="0" y="1561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25" name="Text …">
            <a:extLst xmlns:a="http://schemas.openxmlformats.org/drawingml/2006/main">
              <a:ext uri="{FF2B5EF4-FFF2-40B4-BE49-F238E27FC236}">
                <a16:creationId xmlns:a16="http://schemas.microsoft.com/office/drawing/2014/main" id="{635C8757-5131-416E-ABB1-2C9A6B39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573" y="2034942"/>
            <a:ext cx="68117" cy="16286"/>
          </a:xfrm>
          <a:custGeom xmlns:a="http://schemas.openxmlformats.org/drawingml/2006/main">
            <a:pathLst>
              <a:path w="68117" h="16286">
                <a:moveTo>
                  <a:pt x="16083" y="8177"/>
                </a:moveTo>
                <a:cubicBezTo>
                  <a:pt x="16083" y="9258"/>
                  <a:pt x="15880" y="10294"/>
                  <a:pt x="15475" y="11285"/>
                </a:cubicBezTo>
                <a:cubicBezTo>
                  <a:pt x="15070" y="12276"/>
                  <a:pt x="14518" y="13144"/>
                  <a:pt x="13819" y="13887"/>
                </a:cubicBezTo>
                <a:cubicBezTo>
                  <a:pt x="13121" y="14630"/>
                  <a:pt x="12276" y="15216"/>
                  <a:pt x="11285" y="15644"/>
                </a:cubicBezTo>
                <a:cubicBezTo>
                  <a:pt x="10294" y="16072"/>
                  <a:pt x="9213" y="16286"/>
                  <a:pt x="8042" y="16286"/>
                </a:cubicBezTo>
                <a:cubicBezTo>
                  <a:pt x="6870" y="16286"/>
                  <a:pt x="5789" y="16072"/>
                  <a:pt x="4798" y="15644"/>
                </a:cubicBezTo>
                <a:cubicBezTo>
                  <a:pt x="3807" y="15216"/>
                  <a:pt x="2962" y="14642"/>
                  <a:pt x="2264" y="13921"/>
                </a:cubicBezTo>
                <a:cubicBezTo>
                  <a:pt x="1566" y="13200"/>
                  <a:pt x="1014" y="12344"/>
                  <a:pt x="608" y="11353"/>
                </a:cubicBezTo>
                <a:cubicBezTo>
                  <a:pt x="203" y="10362"/>
                  <a:pt x="0" y="9303"/>
                  <a:pt x="0" y="8177"/>
                </a:cubicBezTo>
                <a:cubicBezTo>
                  <a:pt x="0" y="7050"/>
                  <a:pt x="203" y="5992"/>
                  <a:pt x="608" y="5001"/>
                </a:cubicBezTo>
                <a:cubicBezTo>
                  <a:pt x="1014" y="4010"/>
                  <a:pt x="1566" y="3142"/>
                  <a:pt x="2264" y="2399"/>
                </a:cubicBezTo>
                <a:cubicBezTo>
                  <a:pt x="2962" y="1656"/>
                  <a:pt x="3807" y="1070"/>
                  <a:pt x="4798" y="642"/>
                </a:cubicBezTo>
                <a:cubicBezTo>
                  <a:pt x="5789" y="214"/>
                  <a:pt x="6870" y="0"/>
                  <a:pt x="8042" y="0"/>
                </a:cubicBezTo>
                <a:cubicBezTo>
                  <a:pt x="9213" y="0"/>
                  <a:pt x="10294" y="214"/>
                  <a:pt x="11285" y="642"/>
                </a:cubicBezTo>
                <a:cubicBezTo>
                  <a:pt x="12276" y="1070"/>
                  <a:pt x="13121" y="1644"/>
                  <a:pt x="13819" y="2365"/>
                </a:cubicBezTo>
                <a:cubicBezTo>
                  <a:pt x="14518" y="3086"/>
                  <a:pt x="15070" y="3953"/>
                  <a:pt x="15475" y="4967"/>
                </a:cubicBezTo>
                <a:cubicBezTo>
                  <a:pt x="15880" y="5981"/>
                  <a:pt x="16083" y="7050"/>
                  <a:pt x="16083" y="8177"/>
                </a:cubicBezTo>
                <a:moveTo>
                  <a:pt x="42100" y="8177"/>
                </a:moveTo>
                <a:cubicBezTo>
                  <a:pt x="42100" y="9258"/>
                  <a:pt x="41897" y="10294"/>
                  <a:pt x="41492" y="11285"/>
                </a:cubicBezTo>
                <a:cubicBezTo>
                  <a:pt x="41086" y="12276"/>
                  <a:pt x="40535" y="13144"/>
                  <a:pt x="39836" y="13887"/>
                </a:cubicBezTo>
                <a:cubicBezTo>
                  <a:pt x="39138" y="14630"/>
                  <a:pt x="38293" y="15216"/>
                  <a:pt x="37302" y="15644"/>
                </a:cubicBezTo>
                <a:cubicBezTo>
                  <a:pt x="36311" y="16072"/>
                  <a:pt x="35230" y="16286"/>
                  <a:pt x="34058" y="16286"/>
                </a:cubicBezTo>
                <a:cubicBezTo>
                  <a:pt x="32887" y="16286"/>
                  <a:pt x="31806" y="16072"/>
                  <a:pt x="30815" y="15644"/>
                </a:cubicBezTo>
                <a:cubicBezTo>
                  <a:pt x="29824" y="15216"/>
                  <a:pt x="28979" y="14642"/>
                  <a:pt x="28281" y="13921"/>
                </a:cubicBezTo>
                <a:cubicBezTo>
                  <a:pt x="27582" y="13200"/>
                  <a:pt x="27031" y="12344"/>
                  <a:pt x="26625" y="11353"/>
                </a:cubicBezTo>
                <a:cubicBezTo>
                  <a:pt x="26220" y="10362"/>
                  <a:pt x="26017" y="9303"/>
                  <a:pt x="26017" y="8177"/>
                </a:cubicBezTo>
                <a:cubicBezTo>
                  <a:pt x="26017" y="7050"/>
                  <a:pt x="26220" y="5992"/>
                  <a:pt x="26625" y="5001"/>
                </a:cubicBezTo>
                <a:cubicBezTo>
                  <a:pt x="27031" y="4010"/>
                  <a:pt x="27582" y="3142"/>
                  <a:pt x="28281" y="2399"/>
                </a:cubicBezTo>
                <a:cubicBezTo>
                  <a:pt x="28979" y="1656"/>
                  <a:pt x="29824" y="1070"/>
                  <a:pt x="30815" y="642"/>
                </a:cubicBezTo>
                <a:cubicBezTo>
                  <a:pt x="31806" y="214"/>
                  <a:pt x="32887" y="0"/>
                  <a:pt x="34058" y="0"/>
                </a:cubicBezTo>
                <a:cubicBezTo>
                  <a:pt x="35230" y="0"/>
                  <a:pt x="36311" y="214"/>
                  <a:pt x="37302" y="642"/>
                </a:cubicBezTo>
                <a:cubicBezTo>
                  <a:pt x="38293" y="1070"/>
                  <a:pt x="39138" y="1644"/>
                  <a:pt x="39836" y="2365"/>
                </a:cubicBezTo>
                <a:cubicBezTo>
                  <a:pt x="40535" y="3086"/>
                  <a:pt x="41086" y="3953"/>
                  <a:pt x="41492" y="4967"/>
                </a:cubicBezTo>
                <a:cubicBezTo>
                  <a:pt x="41897" y="5981"/>
                  <a:pt x="42100" y="7050"/>
                  <a:pt x="42100" y="8177"/>
                </a:cubicBezTo>
                <a:moveTo>
                  <a:pt x="68117" y="8177"/>
                </a:moveTo>
                <a:cubicBezTo>
                  <a:pt x="68117" y="9258"/>
                  <a:pt x="67914" y="10294"/>
                  <a:pt x="67509" y="11285"/>
                </a:cubicBezTo>
                <a:cubicBezTo>
                  <a:pt x="67103" y="12276"/>
                  <a:pt x="66551" y="13144"/>
                  <a:pt x="65853" y="13887"/>
                </a:cubicBezTo>
                <a:cubicBezTo>
                  <a:pt x="65155" y="14630"/>
                  <a:pt x="64310" y="15216"/>
                  <a:pt x="63319" y="15644"/>
                </a:cubicBezTo>
                <a:cubicBezTo>
                  <a:pt x="62328" y="16072"/>
                  <a:pt x="61247" y="16286"/>
                  <a:pt x="60075" y="16286"/>
                </a:cubicBezTo>
                <a:cubicBezTo>
                  <a:pt x="58904" y="16286"/>
                  <a:pt x="57823" y="16072"/>
                  <a:pt x="56832" y="15644"/>
                </a:cubicBezTo>
                <a:cubicBezTo>
                  <a:pt x="55841" y="15216"/>
                  <a:pt x="54996" y="14642"/>
                  <a:pt x="54298" y="13921"/>
                </a:cubicBezTo>
                <a:cubicBezTo>
                  <a:pt x="53599" y="13200"/>
                  <a:pt x="53047" y="12344"/>
                  <a:pt x="52642" y="11353"/>
                </a:cubicBezTo>
                <a:cubicBezTo>
                  <a:pt x="52237" y="10362"/>
                  <a:pt x="52034" y="9303"/>
                  <a:pt x="52034" y="8177"/>
                </a:cubicBezTo>
                <a:cubicBezTo>
                  <a:pt x="52034" y="7050"/>
                  <a:pt x="52237" y="5992"/>
                  <a:pt x="52642" y="5001"/>
                </a:cubicBezTo>
                <a:cubicBezTo>
                  <a:pt x="53047" y="4010"/>
                  <a:pt x="53599" y="3142"/>
                  <a:pt x="54298" y="2399"/>
                </a:cubicBezTo>
                <a:cubicBezTo>
                  <a:pt x="54996" y="1656"/>
                  <a:pt x="55841" y="1070"/>
                  <a:pt x="56832" y="642"/>
                </a:cubicBezTo>
                <a:cubicBezTo>
                  <a:pt x="57823" y="214"/>
                  <a:pt x="58904" y="0"/>
                  <a:pt x="60075" y="0"/>
                </a:cubicBezTo>
                <a:cubicBezTo>
                  <a:pt x="61247" y="0"/>
                  <a:pt x="62328" y="214"/>
                  <a:pt x="63319" y="642"/>
                </a:cubicBezTo>
                <a:cubicBezTo>
                  <a:pt x="64310" y="1070"/>
                  <a:pt x="65155" y="1644"/>
                  <a:pt x="65853" y="2365"/>
                </a:cubicBezTo>
                <a:cubicBezTo>
                  <a:pt x="66551" y="3086"/>
                  <a:pt x="67103" y="3953"/>
                  <a:pt x="67509" y="4967"/>
                </a:cubicBezTo>
                <a:cubicBezTo>
                  <a:pt x="67914" y="5981"/>
                  <a:pt x="68117" y="7050"/>
                  <a:pt x="68117" y="8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13312-D976-4490-9103-9C9CB84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940" y="1533134"/>
            <a:ext cx="291878" cy="153455"/>
          </a:xfrm>
          <a:custGeom xmlns:a="http://schemas.openxmlformats.org/drawingml/2006/main">
            <a:pathLst>
              <a:path w="291878" h="153455">
                <a:moveTo>
                  <a:pt x="0" y="153455"/>
                </a:moveTo>
                <a:lnTo>
                  <a:pt x="0" y="0"/>
                </a:lnTo>
                <a:lnTo>
                  <a:pt x="291878" y="0"/>
                </a:lnTo>
                <a:lnTo>
                  <a:pt x="291878" y="153455"/>
                </a:lnTo>
                <a:lnTo>
                  <a:pt x="0" y="153455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0E9C1-20DA-47F0-8D6A-1EBE27CE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940" y="1533134"/>
            <a:ext cx="291878" cy="153455"/>
          </a:xfrm>
          <a:custGeom xmlns:a="http://schemas.openxmlformats.org/drawingml/2006/main">
            <a:pathLst>
              <a:path w="291878" h="153455" fill="none">
                <a:moveTo>
                  <a:pt x="0" y="153455"/>
                </a:moveTo>
                <a:lnTo>
                  <a:pt x="291878" y="153455"/>
                </a:lnTo>
                <a:lnTo>
                  <a:pt x="291878" y="0"/>
                </a:lnTo>
                <a:lnTo>
                  <a:pt x="0" y="0"/>
                </a:lnTo>
                <a:lnTo>
                  <a:pt x="0" y="1534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28" name="Text 2">
            <a:extLst xmlns:a="http://schemas.openxmlformats.org/drawingml/2006/main">
              <a:ext uri="{FF2B5EF4-FFF2-40B4-BE49-F238E27FC236}">
                <a16:creationId xmlns:a16="http://schemas.microsoft.com/office/drawing/2014/main" id="{E81FFC67-58CB-4370-A47A-3920FA12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538" y="1568375"/>
            <a:ext cx="58293" cy="89776"/>
          </a:xfrm>
          <a:custGeom xmlns:a="http://schemas.openxmlformats.org/drawingml/2006/main">
            <a:pathLst>
              <a:path w="58293" h="89776">
                <a:moveTo>
                  <a:pt x="58293" y="89776"/>
                </a:moveTo>
                <a:lnTo>
                  <a:pt x="0" y="89776"/>
                </a:lnTo>
                <a:lnTo>
                  <a:pt x="0" y="79214"/>
                </a:lnTo>
                <a:lnTo>
                  <a:pt x="22884" y="56442"/>
                </a:lnTo>
                <a:cubicBezTo>
                  <a:pt x="26630" y="52737"/>
                  <a:pt x="29677" y="49529"/>
                  <a:pt x="32024" y="46820"/>
                </a:cubicBezTo>
                <a:cubicBezTo>
                  <a:pt x="34371" y="44109"/>
                  <a:pt x="36199" y="41635"/>
                  <a:pt x="37508" y="39400"/>
                </a:cubicBezTo>
                <a:cubicBezTo>
                  <a:pt x="38817" y="37163"/>
                  <a:pt x="39697" y="35050"/>
                  <a:pt x="40149" y="33063"/>
                </a:cubicBezTo>
                <a:cubicBezTo>
                  <a:pt x="40600" y="31076"/>
                  <a:pt x="40826" y="28930"/>
                  <a:pt x="40826" y="26627"/>
                </a:cubicBezTo>
                <a:cubicBezTo>
                  <a:pt x="40826" y="24457"/>
                  <a:pt x="40532" y="22390"/>
                  <a:pt x="39946" y="20426"/>
                </a:cubicBezTo>
                <a:cubicBezTo>
                  <a:pt x="39359" y="18459"/>
                  <a:pt x="38456" y="16731"/>
                  <a:pt x="37237" y="15240"/>
                </a:cubicBezTo>
                <a:cubicBezTo>
                  <a:pt x="36019" y="13748"/>
                  <a:pt x="34439" y="12573"/>
                  <a:pt x="32498" y="11715"/>
                </a:cubicBezTo>
                <a:cubicBezTo>
                  <a:pt x="30557" y="10856"/>
                  <a:pt x="28233" y="10426"/>
                  <a:pt x="25525" y="10426"/>
                </a:cubicBezTo>
                <a:cubicBezTo>
                  <a:pt x="21778" y="10426"/>
                  <a:pt x="18370" y="11268"/>
                  <a:pt x="15301" y="12951"/>
                </a:cubicBezTo>
                <a:cubicBezTo>
                  <a:pt x="12232" y="14633"/>
                  <a:pt x="9411" y="16816"/>
                  <a:pt x="6838" y="19499"/>
                </a:cubicBezTo>
                <a:lnTo>
                  <a:pt x="339" y="11685"/>
                </a:lnTo>
                <a:cubicBezTo>
                  <a:pt x="3679" y="8152"/>
                  <a:pt x="7526" y="5321"/>
                  <a:pt x="11882" y="3193"/>
                </a:cubicBezTo>
                <a:cubicBezTo>
                  <a:pt x="16238" y="1064"/>
                  <a:pt x="21304" y="0"/>
                  <a:pt x="27082" y="0"/>
                </a:cubicBezTo>
                <a:cubicBezTo>
                  <a:pt x="31009" y="0"/>
                  <a:pt x="34586" y="587"/>
                  <a:pt x="37813" y="1762"/>
                </a:cubicBezTo>
                <a:cubicBezTo>
                  <a:pt x="41040" y="2936"/>
                  <a:pt x="43827" y="4630"/>
                  <a:pt x="46174" y="6844"/>
                </a:cubicBezTo>
                <a:cubicBezTo>
                  <a:pt x="48521" y="9058"/>
                  <a:pt x="50338" y="11768"/>
                  <a:pt x="51625" y="14975"/>
                </a:cubicBezTo>
                <a:cubicBezTo>
                  <a:pt x="52911" y="18183"/>
                  <a:pt x="53554" y="21797"/>
                  <a:pt x="53554" y="25819"/>
                </a:cubicBezTo>
                <a:cubicBezTo>
                  <a:pt x="53554" y="29207"/>
                  <a:pt x="53103" y="32346"/>
                  <a:pt x="52200" y="35238"/>
                </a:cubicBezTo>
                <a:cubicBezTo>
                  <a:pt x="51297" y="38128"/>
                  <a:pt x="49932" y="41008"/>
                  <a:pt x="48104" y="43877"/>
                </a:cubicBezTo>
                <a:cubicBezTo>
                  <a:pt x="46276" y="46746"/>
                  <a:pt x="43974" y="49716"/>
                  <a:pt x="41198" y="52788"/>
                </a:cubicBezTo>
                <a:cubicBezTo>
                  <a:pt x="38422" y="55859"/>
                  <a:pt x="35139" y="59224"/>
                  <a:pt x="31347" y="62885"/>
                </a:cubicBezTo>
                <a:lnTo>
                  <a:pt x="15301" y="78537"/>
                </a:lnTo>
                <a:lnTo>
                  <a:pt x="58293" y="78537"/>
                </a:lnTo>
                <a:lnTo>
                  <a:pt x="58293" y="897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1F2A3-8835-4FEA-B0A6-7DF17498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940" y="1326183"/>
            <a:ext cx="291878" cy="161593"/>
          </a:xfrm>
          <a:custGeom xmlns:a="http://schemas.openxmlformats.org/drawingml/2006/main">
            <a:pathLst>
              <a:path w="291878" h="161593">
                <a:moveTo>
                  <a:pt x="0" y="161593"/>
                </a:moveTo>
                <a:lnTo>
                  <a:pt x="0" y="0"/>
                </a:lnTo>
                <a:lnTo>
                  <a:pt x="291878" y="0"/>
                </a:lnTo>
                <a:lnTo>
                  <a:pt x="291878" y="161593"/>
                </a:lnTo>
                <a:lnTo>
                  <a:pt x="0" y="161593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84700-10EB-4E25-B945-5FF0C99D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940" y="1326183"/>
            <a:ext cx="291878" cy="161593"/>
          </a:xfrm>
          <a:custGeom xmlns:a="http://schemas.openxmlformats.org/drawingml/2006/main">
            <a:pathLst>
              <a:path w="291878" h="161593" fill="none">
                <a:moveTo>
                  <a:pt x="0" y="161593"/>
                </a:moveTo>
                <a:lnTo>
                  <a:pt x="291878" y="161593"/>
                </a:lnTo>
                <a:lnTo>
                  <a:pt x="291878" y="0"/>
                </a:lnTo>
                <a:lnTo>
                  <a:pt x="0" y="0"/>
                </a:lnTo>
                <a:lnTo>
                  <a:pt x="0" y="1615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31" name="Text 4">
            <a:extLst xmlns:a="http://schemas.openxmlformats.org/drawingml/2006/main">
              <a:ext uri="{FF2B5EF4-FFF2-40B4-BE49-F238E27FC236}">
                <a16:creationId xmlns:a16="http://schemas.microsoft.com/office/drawing/2014/main" id="{7EBC7F29-CA99-4183-9857-6F0C8120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492" y="1366885"/>
            <a:ext cx="69604" cy="88390"/>
          </a:xfrm>
          <a:custGeom xmlns:a="http://schemas.openxmlformats.org/drawingml/2006/main">
            <a:pathLst>
              <a:path w="69604" h="88390">
                <a:moveTo>
                  <a:pt x="69604" y="68793"/>
                </a:moveTo>
                <a:lnTo>
                  <a:pt x="54534" y="68793"/>
                </a:lnTo>
                <a:lnTo>
                  <a:pt x="54534" y="88390"/>
                </a:lnTo>
                <a:lnTo>
                  <a:pt x="42506" y="88390"/>
                </a:lnTo>
                <a:lnTo>
                  <a:pt x="42506" y="68793"/>
                </a:lnTo>
                <a:lnTo>
                  <a:pt x="0" y="68793"/>
                </a:lnTo>
                <a:lnTo>
                  <a:pt x="0" y="58454"/>
                </a:lnTo>
                <a:lnTo>
                  <a:pt x="37640" y="0"/>
                </a:lnTo>
                <a:lnTo>
                  <a:pt x="54534" y="0"/>
                </a:lnTo>
                <a:lnTo>
                  <a:pt x="54534" y="58454"/>
                </a:lnTo>
                <a:lnTo>
                  <a:pt x="69604" y="58454"/>
                </a:lnTo>
                <a:lnTo>
                  <a:pt x="69604" y="68793"/>
                </a:lnTo>
                <a:moveTo>
                  <a:pt x="42506" y="11353"/>
                </a:moveTo>
                <a:lnTo>
                  <a:pt x="11758" y="58454"/>
                </a:lnTo>
                <a:lnTo>
                  <a:pt x="42506" y="58454"/>
                </a:lnTo>
                <a:lnTo>
                  <a:pt x="42506" y="113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6D698-51D8-4E13-B7D4-7FA2274A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940" y="1726575"/>
            <a:ext cx="290266" cy="153455"/>
          </a:xfrm>
          <a:custGeom xmlns:a="http://schemas.openxmlformats.org/drawingml/2006/main">
            <a:pathLst>
              <a:path w="290266" h="153455">
                <a:moveTo>
                  <a:pt x="0" y="153455"/>
                </a:moveTo>
                <a:lnTo>
                  <a:pt x="0" y="0"/>
                </a:lnTo>
                <a:lnTo>
                  <a:pt x="290266" y="0"/>
                </a:lnTo>
                <a:lnTo>
                  <a:pt x="290266" y="153455"/>
                </a:lnTo>
                <a:lnTo>
                  <a:pt x="0" y="153455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8E421-9AB9-43E6-BD95-716E2EC7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940" y="1726575"/>
            <a:ext cx="290266" cy="153455"/>
          </a:xfrm>
          <a:custGeom xmlns:a="http://schemas.openxmlformats.org/drawingml/2006/main">
            <a:pathLst>
              <a:path w="290266" h="153455" fill="none">
                <a:moveTo>
                  <a:pt x="0" y="153455"/>
                </a:moveTo>
                <a:lnTo>
                  <a:pt x="290266" y="153455"/>
                </a:lnTo>
                <a:lnTo>
                  <a:pt x="290266" y="0"/>
                </a:lnTo>
                <a:lnTo>
                  <a:pt x="0" y="0"/>
                </a:lnTo>
                <a:lnTo>
                  <a:pt x="0" y="1534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34" name="Text 1">
            <a:extLst xmlns:a="http://schemas.openxmlformats.org/drawingml/2006/main">
              <a:ext uri="{FF2B5EF4-FFF2-40B4-BE49-F238E27FC236}">
                <a16:creationId xmlns:a16="http://schemas.microsoft.com/office/drawing/2014/main" id="{D8436DC4-289A-45CC-9F70-5A268126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709" y="1763058"/>
            <a:ext cx="58251" cy="88795"/>
          </a:xfrm>
          <a:custGeom xmlns:a="http://schemas.openxmlformats.org/drawingml/2006/main">
            <a:pathLst>
              <a:path w="58251" h="88795">
                <a:moveTo>
                  <a:pt x="58251" y="88795"/>
                </a:moveTo>
                <a:lnTo>
                  <a:pt x="2771" y="88795"/>
                </a:lnTo>
                <a:lnTo>
                  <a:pt x="2771" y="77848"/>
                </a:lnTo>
                <a:lnTo>
                  <a:pt x="25476" y="77848"/>
                </a:lnTo>
                <a:lnTo>
                  <a:pt x="25476" y="13313"/>
                </a:lnTo>
                <a:lnTo>
                  <a:pt x="4325" y="24868"/>
                </a:lnTo>
                <a:lnTo>
                  <a:pt x="0" y="14867"/>
                </a:lnTo>
                <a:lnTo>
                  <a:pt x="28112" y="0"/>
                </a:lnTo>
                <a:lnTo>
                  <a:pt x="38519" y="0"/>
                </a:lnTo>
                <a:lnTo>
                  <a:pt x="38519" y="77848"/>
                </a:lnTo>
                <a:lnTo>
                  <a:pt x="58251" y="77848"/>
                </a:lnTo>
                <a:lnTo>
                  <a:pt x="58251" y="887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2ED9D-C750-40C5-A54A-3EA933B5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571" y="1088314"/>
            <a:ext cx="611631" cy="161593"/>
          </a:xfrm>
          <a:custGeom xmlns:a="http://schemas.openxmlformats.org/drawingml/2006/main">
            <a:pathLst>
              <a:path w="611631" h="161593">
                <a:moveTo>
                  <a:pt x="0" y="161593"/>
                </a:moveTo>
                <a:lnTo>
                  <a:pt x="0" y="0"/>
                </a:lnTo>
                <a:lnTo>
                  <a:pt x="611631" y="0"/>
                </a:lnTo>
                <a:lnTo>
                  <a:pt x="611631" y="161593"/>
                </a:lnTo>
                <a:lnTo>
                  <a:pt x="0" y="161593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pop">
            <a:extLst xmlns:a="http://schemas.openxmlformats.org/drawingml/2006/main">
              <a:ext uri="{FF2B5EF4-FFF2-40B4-BE49-F238E27FC236}">
                <a16:creationId xmlns:a16="http://schemas.microsoft.com/office/drawing/2014/main" id="{CD1FCC6C-19B6-45C1-AD65-BF1D280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558" y="2152887"/>
            <a:ext cx="199372" cy="91271"/>
          </a:xfrm>
          <a:custGeom xmlns:a="http://schemas.openxmlformats.org/drawingml/2006/main">
            <a:pathLst>
              <a:path w="199372" h="91271">
                <a:moveTo>
                  <a:pt x="54686" y="31996"/>
                </a:moveTo>
                <a:cubicBezTo>
                  <a:pt x="54686" y="37690"/>
                  <a:pt x="53889" y="42661"/>
                  <a:pt x="52296" y="46910"/>
                </a:cubicBezTo>
                <a:cubicBezTo>
                  <a:pt x="50703" y="51159"/>
                  <a:pt x="48504" y="54686"/>
                  <a:pt x="45699" y="57491"/>
                </a:cubicBezTo>
                <a:cubicBezTo>
                  <a:pt x="42895" y="60295"/>
                  <a:pt x="39581" y="62398"/>
                  <a:pt x="35756" y="63801"/>
                </a:cubicBezTo>
                <a:cubicBezTo>
                  <a:pt x="31932" y="65203"/>
                  <a:pt x="27789" y="65904"/>
                  <a:pt x="23328" y="65904"/>
                </a:cubicBezTo>
                <a:cubicBezTo>
                  <a:pt x="21288" y="65904"/>
                  <a:pt x="19259" y="65798"/>
                  <a:pt x="17241" y="65585"/>
                </a:cubicBezTo>
                <a:cubicBezTo>
                  <a:pt x="15222" y="65373"/>
                  <a:pt x="13172" y="65012"/>
                  <a:pt x="11090" y="64502"/>
                </a:cubicBezTo>
                <a:lnTo>
                  <a:pt x="11090" y="91271"/>
                </a:lnTo>
                <a:lnTo>
                  <a:pt x="0" y="91271"/>
                </a:lnTo>
                <a:lnTo>
                  <a:pt x="0" y="1147"/>
                </a:lnTo>
                <a:lnTo>
                  <a:pt x="9879" y="1147"/>
                </a:lnTo>
                <a:lnTo>
                  <a:pt x="10580" y="11855"/>
                </a:lnTo>
                <a:cubicBezTo>
                  <a:pt x="13767" y="7478"/>
                  <a:pt x="17166" y="4408"/>
                  <a:pt x="20778" y="2645"/>
                </a:cubicBezTo>
                <a:cubicBezTo>
                  <a:pt x="24390" y="882"/>
                  <a:pt x="28299" y="0"/>
                  <a:pt x="32506" y="0"/>
                </a:cubicBezTo>
                <a:cubicBezTo>
                  <a:pt x="36160" y="0"/>
                  <a:pt x="39368" y="765"/>
                  <a:pt x="42130" y="2295"/>
                </a:cubicBezTo>
                <a:cubicBezTo>
                  <a:pt x="44892" y="3824"/>
                  <a:pt x="47208" y="5981"/>
                  <a:pt x="49077" y="8764"/>
                </a:cubicBezTo>
                <a:cubicBezTo>
                  <a:pt x="50947" y="11547"/>
                  <a:pt x="52349" y="14904"/>
                  <a:pt x="53284" y="18834"/>
                </a:cubicBezTo>
                <a:cubicBezTo>
                  <a:pt x="54219" y="22765"/>
                  <a:pt x="54686" y="27152"/>
                  <a:pt x="54686" y="31996"/>
                </a:cubicBezTo>
                <a:moveTo>
                  <a:pt x="43341" y="32506"/>
                </a:moveTo>
                <a:cubicBezTo>
                  <a:pt x="43341" y="29149"/>
                  <a:pt x="43097" y="26068"/>
                  <a:pt x="42608" y="23264"/>
                </a:cubicBezTo>
                <a:cubicBezTo>
                  <a:pt x="42119" y="20460"/>
                  <a:pt x="41344" y="18059"/>
                  <a:pt x="40282" y="16062"/>
                </a:cubicBezTo>
                <a:cubicBezTo>
                  <a:pt x="39219" y="14065"/>
                  <a:pt x="37860" y="12503"/>
                  <a:pt x="36203" y="11377"/>
                </a:cubicBezTo>
                <a:cubicBezTo>
                  <a:pt x="34545" y="10251"/>
                  <a:pt x="32570" y="9688"/>
                  <a:pt x="30275" y="9688"/>
                </a:cubicBezTo>
                <a:cubicBezTo>
                  <a:pt x="28873" y="9688"/>
                  <a:pt x="27449" y="9911"/>
                  <a:pt x="26005" y="10357"/>
                </a:cubicBezTo>
                <a:cubicBezTo>
                  <a:pt x="24560" y="10803"/>
                  <a:pt x="23062" y="11547"/>
                  <a:pt x="21511" y="12588"/>
                </a:cubicBezTo>
                <a:cubicBezTo>
                  <a:pt x="19960" y="13629"/>
                  <a:pt x="18324" y="15010"/>
                  <a:pt x="16603" y="16731"/>
                </a:cubicBezTo>
                <a:cubicBezTo>
                  <a:pt x="14883" y="18452"/>
                  <a:pt x="13045" y="20587"/>
                  <a:pt x="11090" y="23136"/>
                </a:cubicBezTo>
                <a:lnTo>
                  <a:pt x="11090" y="54176"/>
                </a:lnTo>
                <a:cubicBezTo>
                  <a:pt x="13130" y="55026"/>
                  <a:pt x="15276" y="55695"/>
                  <a:pt x="17528" y="56184"/>
                </a:cubicBezTo>
                <a:cubicBezTo>
                  <a:pt x="19780" y="56673"/>
                  <a:pt x="21989" y="56917"/>
                  <a:pt x="24156" y="56917"/>
                </a:cubicBezTo>
                <a:cubicBezTo>
                  <a:pt x="30148" y="56917"/>
                  <a:pt x="34843" y="54888"/>
                  <a:pt x="38242" y="50830"/>
                </a:cubicBezTo>
                <a:cubicBezTo>
                  <a:pt x="41641" y="46772"/>
                  <a:pt x="43341" y="40664"/>
                  <a:pt x="43341" y="32506"/>
                </a:cubicBezTo>
                <a:close/>
                <a:moveTo>
                  <a:pt x="128050" y="32633"/>
                </a:moveTo>
                <a:cubicBezTo>
                  <a:pt x="128050" y="37605"/>
                  <a:pt x="127348" y="42162"/>
                  <a:pt x="125946" y="46305"/>
                </a:cubicBezTo>
                <a:cubicBezTo>
                  <a:pt x="124544" y="50448"/>
                  <a:pt x="122526" y="53996"/>
                  <a:pt x="119891" y="56949"/>
                </a:cubicBezTo>
                <a:cubicBezTo>
                  <a:pt x="117257" y="59902"/>
                  <a:pt x="114049" y="62197"/>
                  <a:pt x="110267" y="63832"/>
                </a:cubicBezTo>
                <a:cubicBezTo>
                  <a:pt x="106485" y="65468"/>
                  <a:pt x="102194" y="66286"/>
                  <a:pt x="97392" y="66286"/>
                </a:cubicBezTo>
                <a:cubicBezTo>
                  <a:pt x="92803" y="66286"/>
                  <a:pt x="88692" y="65575"/>
                  <a:pt x="85059" y="64151"/>
                </a:cubicBezTo>
                <a:cubicBezTo>
                  <a:pt x="81426" y="62728"/>
                  <a:pt x="78345" y="60635"/>
                  <a:pt x="75817" y="57873"/>
                </a:cubicBezTo>
                <a:cubicBezTo>
                  <a:pt x="73289" y="55111"/>
                  <a:pt x="71356" y="51691"/>
                  <a:pt x="70017" y="47611"/>
                </a:cubicBezTo>
                <a:cubicBezTo>
                  <a:pt x="68679" y="43532"/>
                  <a:pt x="68010" y="38837"/>
                  <a:pt x="68010" y="33526"/>
                </a:cubicBezTo>
                <a:cubicBezTo>
                  <a:pt x="68010" y="28554"/>
                  <a:pt x="68711" y="24018"/>
                  <a:pt x="70113" y="19918"/>
                </a:cubicBezTo>
                <a:cubicBezTo>
                  <a:pt x="71515" y="15817"/>
                  <a:pt x="73533" y="12291"/>
                  <a:pt x="76168" y="9337"/>
                </a:cubicBezTo>
                <a:cubicBezTo>
                  <a:pt x="78802" y="6384"/>
                  <a:pt x="82010" y="4090"/>
                  <a:pt x="85792" y="2454"/>
                </a:cubicBezTo>
                <a:cubicBezTo>
                  <a:pt x="89574" y="818"/>
                  <a:pt x="93865" y="0"/>
                  <a:pt x="98667" y="0"/>
                </a:cubicBezTo>
                <a:cubicBezTo>
                  <a:pt x="103256" y="0"/>
                  <a:pt x="107367" y="712"/>
                  <a:pt x="111000" y="2135"/>
                </a:cubicBezTo>
                <a:cubicBezTo>
                  <a:pt x="114633" y="3559"/>
                  <a:pt x="117714" y="5641"/>
                  <a:pt x="120242" y="8381"/>
                </a:cubicBezTo>
                <a:cubicBezTo>
                  <a:pt x="122770" y="11122"/>
                  <a:pt x="124703" y="14532"/>
                  <a:pt x="126042" y="18611"/>
                </a:cubicBezTo>
                <a:cubicBezTo>
                  <a:pt x="127380" y="22690"/>
                  <a:pt x="128050" y="27364"/>
                  <a:pt x="128050" y="32633"/>
                </a:cubicBezTo>
                <a:moveTo>
                  <a:pt x="116704" y="33143"/>
                </a:moveTo>
                <a:cubicBezTo>
                  <a:pt x="116704" y="29191"/>
                  <a:pt x="116269" y="25739"/>
                  <a:pt x="115398" y="22786"/>
                </a:cubicBezTo>
                <a:cubicBezTo>
                  <a:pt x="114527" y="19833"/>
                  <a:pt x="113284" y="17368"/>
                  <a:pt x="111669" y="15392"/>
                </a:cubicBezTo>
                <a:cubicBezTo>
                  <a:pt x="110055" y="13417"/>
                  <a:pt x="108089" y="11929"/>
                  <a:pt x="105774" y="10931"/>
                </a:cubicBezTo>
                <a:cubicBezTo>
                  <a:pt x="103458" y="9932"/>
                  <a:pt x="100876" y="9433"/>
                  <a:pt x="98030" y="9433"/>
                </a:cubicBezTo>
                <a:cubicBezTo>
                  <a:pt x="94715" y="9433"/>
                  <a:pt x="91879" y="10081"/>
                  <a:pt x="89521" y="11377"/>
                </a:cubicBezTo>
                <a:cubicBezTo>
                  <a:pt x="87162" y="12673"/>
                  <a:pt x="85229" y="14405"/>
                  <a:pt x="83721" y="16572"/>
                </a:cubicBezTo>
                <a:cubicBezTo>
                  <a:pt x="82212" y="18739"/>
                  <a:pt x="81107" y="21256"/>
                  <a:pt x="80406" y="24124"/>
                </a:cubicBezTo>
                <a:cubicBezTo>
                  <a:pt x="79705" y="26993"/>
                  <a:pt x="79355" y="29999"/>
                  <a:pt x="79355" y="33143"/>
                </a:cubicBezTo>
                <a:cubicBezTo>
                  <a:pt x="79355" y="37095"/>
                  <a:pt x="79790" y="40558"/>
                  <a:pt x="80661" y="43532"/>
                </a:cubicBezTo>
                <a:cubicBezTo>
                  <a:pt x="81532" y="46507"/>
                  <a:pt x="82775" y="48982"/>
                  <a:pt x="84390" y="50958"/>
                </a:cubicBezTo>
                <a:cubicBezTo>
                  <a:pt x="86005" y="52933"/>
                  <a:pt x="87959" y="54421"/>
                  <a:pt x="90254" y="55419"/>
                </a:cubicBezTo>
                <a:cubicBezTo>
                  <a:pt x="92548" y="56418"/>
                  <a:pt x="95140" y="56917"/>
                  <a:pt x="98030" y="56917"/>
                </a:cubicBezTo>
                <a:cubicBezTo>
                  <a:pt x="101344" y="56917"/>
                  <a:pt x="104180" y="56269"/>
                  <a:pt x="106538" y="54973"/>
                </a:cubicBezTo>
                <a:cubicBezTo>
                  <a:pt x="108897" y="53677"/>
                  <a:pt x="110830" y="51946"/>
                  <a:pt x="112338" y="49778"/>
                </a:cubicBezTo>
                <a:cubicBezTo>
                  <a:pt x="113847" y="47611"/>
                  <a:pt x="114952" y="45094"/>
                  <a:pt x="115653" y="42226"/>
                </a:cubicBezTo>
                <a:cubicBezTo>
                  <a:pt x="116354" y="39357"/>
                  <a:pt x="116704" y="36330"/>
                  <a:pt x="116704" y="33143"/>
                </a:cubicBezTo>
                <a:close/>
                <a:moveTo>
                  <a:pt x="199372" y="31996"/>
                </a:moveTo>
                <a:cubicBezTo>
                  <a:pt x="199372" y="37690"/>
                  <a:pt x="198576" y="42661"/>
                  <a:pt x="196982" y="46910"/>
                </a:cubicBezTo>
                <a:cubicBezTo>
                  <a:pt x="195389" y="51159"/>
                  <a:pt x="193190" y="54686"/>
                  <a:pt x="190385" y="57491"/>
                </a:cubicBezTo>
                <a:cubicBezTo>
                  <a:pt x="187581" y="60295"/>
                  <a:pt x="184267" y="62398"/>
                  <a:pt x="180442" y="63801"/>
                </a:cubicBezTo>
                <a:cubicBezTo>
                  <a:pt x="176618" y="65203"/>
                  <a:pt x="172475" y="65904"/>
                  <a:pt x="168014" y="65904"/>
                </a:cubicBezTo>
                <a:cubicBezTo>
                  <a:pt x="165974" y="65904"/>
                  <a:pt x="163945" y="65798"/>
                  <a:pt x="161927" y="65585"/>
                </a:cubicBezTo>
                <a:cubicBezTo>
                  <a:pt x="159909" y="65373"/>
                  <a:pt x="157858" y="65012"/>
                  <a:pt x="155776" y="64502"/>
                </a:cubicBezTo>
                <a:lnTo>
                  <a:pt x="155776" y="91271"/>
                </a:lnTo>
                <a:lnTo>
                  <a:pt x="144686" y="91271"/>
                </a:lnTo>
                <a:lnTo>
                  <a:pt x="144686" y="1147"/>
                </a:lnTo>
                <a:lnTo>
                  <a:pt x="154565" y="1147"/>
                </a:lnTo>
                <a:lnTo>
                  <a:pt x="155266" y="11855"/>
                </a:lnTo>
                <a:cubicBezTo>
                  <a:pt x="158453" y="7478"/>
                  <a:pt x="161853" y="4408"/>
                  <a:pt x="165464" y="2645"/>
                </a:cubicBezTo>
                <a:cubicBezTo>
                  <a:pt x="169076" y="882"/>
                  <a:pt x="172985" y="0"/>
                  <a:pt x="177192" y="0"/>
                </a:cubicBezTo>
                <a:cubicBezTo>
                  <a:pt x="180846" y="0"/>
                  <a:pt x="184054" y="765"/>
                  <a:pt x="186816" y="2295"/>
                </a:cubicBezTo>
                <a:cubicBezTo>
                  <a:pt x="189578" y="3824"/>
                  <a:pt x="191894" y="5981"/>
                  <a:pt x="193763" y="8764"/>
                </a:cubicBezTo>
                <a:cubicBezTo>
                  <a:pt x="195633" y="11547"/>
                  <a:pt x="197035" y="14904"/>
                  <a:pt x="197970" y="18834"/>
                </a:cubicBezTo>
                <a:cubicBezTo>
                  <a:pt x="198905" y="22765"/>
                  <a:pt x="199372" y="27152"/>
                  <a:pt x="199372" y="31996"/>
                </a:cubicBezTo>
                <a:moveTo>
                  <a:pt x="188027" y="32506"/>
                </a:moveTo>
                <a:cubicBezTo>
                  <a:pt x="188027" y="29149"/>
                  <a:pt x="187783" y="26068"/>
                  <a:pt x="187294" y="23264"/>
                </a:cubicBezTo>
                <a:cubicBezTo>
                  <a:pt x="186805" y="20460"/>
                  <a:pt x="186030" y="18059"/>
                  <a:pt x="184968" y="16062"/>
                </a:cubicBezTo>
                <a:cubicBezTo>
                  <a:pt x="183905" y="14065"/>
                  <a:pt x="182546" y="12503"/>
                  <a:pt x="180889" y="11377"/>
                </a:cubicBezTo>
                <a:cubicBezTo>
                  <a:pt x="179231" y="10251"/>
                  <a:pt x="177256" y="9688"/>
                  <a:pt x="174961" y="9688"/>
                </a:cubicBezTo>
                <a:cubicBezTo>
                  <a:pt x="173559" y="9688"/>
                  <a:pt x="172135" y="9911"/>
                  <a:pt x="170691" y="10357"/>
                </a:cubicBezTo>
                <a:cubicBezTo>
                  <a:pt x="169246" y="10803"/>
                  <a:pt x="167748" y="11547"/>
                  <a:pt x="166197" y="12588"/>
                </a:cubicBezTo>
                <a:cubicBezTo>
                  <a:pt x="164646" y="13629"/>
                  <a:pt x="163010" y="15010"/>
                  <a:pt x="161290" y="16731"/>
                </a:cubicBezTo>
                <a:cubicBezTo>
                  <a:pt x="159569" y="18452"/>
                  <a:pt x="157731" y="20587"/>
                  <a:pt x="155776" y="23136"/>
                </a:cubicBezTo>
                <a:lnTo>
                  <a:pt x="155776" y="54176"/>
                </a:lnTo>
                <a:cubicBezTo>
                  <a:pt x="157816" y="55026"/>
                  <a:pt x="159962" y="55695"/>
                  <a:pt x="162214" y="56184"/>
                </a:cubicBezTo>
                <a:cubicBezTo>
                  <a:pt x="164466" y="56673"/>
                  <a:pt x="166675" y="56917"/>
                  <a:pt x="168842" y="56917"/>
                </a:cubicBezTo>
                <a:cubicBezTo>
                  <a:pt x="174834" y="56917"/>
                  <a:pt x="179529" y="54888"/>
                  <a:pt x="182928" y="50830"/>
                </a:cubicBezTo>
                <a:cubicBezTo>
                  <a:pt x="186327" y="46772"/>
                  <a:pt x="188027" y="40664"/>
                  <a:pt x="188027" y="32506"/>
                </a:cubicBezTo>
                <a:close/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C93A6-3C70-47F3-BC51-99AEB439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572" y="1165113"/>
            <a:ext cx="78634" cy="153992"/>
          </a:xfrm>
          <a:custGeom xmlns:a="http://schemas.openxmlformats.org/drawingml/2006/main">
            <a:pathLst>
              <a:path w="78634" h="153992">
                <a:moveTo>
                  <a:pt x="78634" y="78634"/>
                </a:moveTo>
                <a:lnTo>
                  <a:pt x="39317" y="0"/>
                </a:lnTo>
                <a:lnTo>
                  <a:pt x="0" y="78634"/>
                </a:lnTo>
                <a:lnTo>
                  <a:pt x="32764" y="78634"/>
                </a:lnTo>
                <a:lnTo>
                  <a:pt x="32764" y="153992"/>
                </a:lnTo>
                <a:lnTo>
                  <a:pt x="45870" y="153992"/>
                </a:lnTo>
                <a:lnTo>
                  <a:pt x="45870" y="78634"/>
                </a:lnTo>
                <a:lnTo>
                  <a:pt x="78634" y="7863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E11A4-D12A-4660-B4F9-112461A4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367" y="841009"/>
            <a:ext cx="374430" cy="1142295"/>
          </a:xfrm>
          <a:custGeom xmlns:a="http://schemas.openxmlformats.org/drawingml/2006/main">
            <a:pathLst>
              <a:path w="374430" h="1142295">
                <a:moveTo>
                  <a:pt x="185970" y="131713"/>
                </a:moveTo>
                <a:lnTo>
                  <a:pt x="200637" y="116660"/>
                </a:lnTo>
                <a:lnTo>
                  <a:pt x="215720" y="102487"/>
                </a:lnTo>
                <a:lnTo>
                  <a:pt x="215327" y="102749"/>
                </a:lnTo>
                <a:lnTo>
                  <a:pt x="217948" y="100521"/>
                </a:lnTo>
                <a:lnTo>
                  <a:pt x="205367" y="85580"/>
                </a:lnTo>
                <a:lnTo>
                  <a:pt x="202483" y="87939"/>
                </a:lnTo>
                <a:lnTo>
                  <a:pt x="186888" y="102487"/>
                </a:lnTo>
                <a:lnTo>
                  <a:pt x="171816" y="118214"/>
                </a:lnTo>
                <a:lnTo>
                  <a:pt x="156875" y="134858"/>
                </a:lnTo>
                <a:lnTo>
                  <a:pt x="149798" y="143639"/>
                </a:lnTo>
                <a:lnTo>
                  <a:pt x="165001" y="155958"/>
                </a:lnTo>
                <a:lnTo>
                  <a:pt x="172078" y="147308"/>
                </a:lnTo>
                <a:lnTo>
                  <a:pt x="171685" y="147701"/>
                </a:lnTo>
                <a:lnTo>
                  <a:pt x="186232" y="131450"/>
                </a:lnTo>
                <a:lnTo>
                  <a:pt x="185970" y="131713"/>
                </a:lnTo>
                <a:close/>
                <a:moveTo>
                  <a:pt x="107598" y="241407"/>
                </a:moveTo>
                <a:lnTo>
                  <a:pt x="119655" y="220700"/>
                </a:lnTo>
                <a:lnTo>
                  <a:pt x="119393" y="221094"/>
                </a:lnTo>
                <a:lnTo>
                  <a:pt x="131057" y="202746"/>
                </a:lnTo>
                <a:lnTo>
                  <a:pt x="114413" y="192261"/>
                </a:lnTo>
                <a:lnTo>
                  <a:pt x="102749" y="210740"/>
                </a:lnTo>
                <a:lnTo>
                  <a:pt x="90561" y="231709"/>
                </a:lnTo>
                <a:lnTo>
                  <a:pt x="79028" y="253334"/>
                </a:lnTo>
                <a:lnTo>
                  <a:pt x="75096" y="261459"/>
                </a:lnTo>
                <a:lnTo>
                  <a:pt x="92657" y="270109"/>
                </a:lnTo>
                <a:lnTo>
                  <a:pt x="96589" y="262114"/>
                </a:lnTo>
                <a:lnTo>
                  <a:pt x="96458" y="262508"/>
                </a:lnTo>
                <a:lnTo>
                  <a:pt x="107860" y="241014"/>
                </a:lnTo>
                <a:lnTo>
                  <a:pt x="107598" y="241407"/>
                </a:lnTo>
                <a:close/>
                <a:moveTo>
                  <a:pt x="58189" y="352806"/>
                </a:moveTo>
                <a:lnTo>
                  <a:pt x="66839" y="329085"/>
                </a:lnTo>
                <a:lnTo>
                  <a:pt x="66708" y="329478"/>
                </a:lnTo>
                <a:lnTo>
                  <a:pt x="69067" y="323318"/>
                </a:lnTo>
                <a:lnTo>
                  <a:pt x="50850" y="316110"/>
                </a:lnTo>
                <a:lnTo>
                  <a:pt x="48360" y="322270"/>
                </a:lnTo>
                <a:lnTo>
                  <a:pt x="39579" y="346253"/>
                </a:lnTo>
                <a:lnTo>
                  <a:pt x="31716" y="370761"/>
                </a:lnTo>
                <a:lnTo>
                  <a:pt x="25687" y="391599"/>
                </a:lnTo>
                <a:lnTo>
                  <a:pt x="44559" y="396972"/>
                </a:lnTo>
                <a:lnTo>
                  <a:pt x="50457" y="376396"/>
                </a:lnTo>
                <a:lnTo>
                  <a:pt x="50457" y="376658"/>
                </a:lnTo>
                <a:lnTo>
                  <a:pt x="58320" y="352544"/>
                </a:lnTo>
                <a:lnTo>
                  <a:pt x="58189" y="352806"/>
                </a:lnTo>
                <a:close/>
                <a:moveTo>
                  <a:pt x="27653" y="475213"/>
                </a:moveTo>
                <a:lnTo>
                  <a:pt x="27522" y="475607"/>
                </a:lnTo>
                <a:lnTo>
                  <a:pt x="31454" y="453458"/>
                </a:lnTo>
                <a:lnTo>
                  <a:pt x="12057" y="449919"/>
                </a:lnTo>
                <a:lnTo>
                  <a:pt x="8126" y="472330"/>
                </a:lnTo>
                <a:lnTo>
                  <a:pt x="4587" y="498411"/>
                </a:lnTo>
                <a:lnTo>
                  <a:pt x="1966" y="524622"/>
                </a:lnTo>
                <a:lnTo>
                  <a:pt x="1704" y="528947"/>
                </a:lnTo>
                <a:lnTo>
                  <a:pt x="21362" y="530258"/>
                </a:lnTo>
                <a:lnTo>
                  <a:pt x="21624" y="526064"/>
                </a:lnTo>
                <a:lnTo>
                  <a:pt x="21493" y="526326"/>
                </a:lnTo>
                <a:lnTo>
                  <a:pt x="24115" y="500508"/>
                </a:lnTo>
                <a:lnTo>
                  <a:pt x="24115" y="500901"/>
                </a:lnTo>
                <a:lnTo>
                  <a:pt x="27653" y="475213"/>
                </a:lnTo>
                <a:close/>
                <a:moveTo>
                  <a:pt x="19790" y="602994"/>
                </a:moveTo>
                <a:lnTo>
                  <a:pt x="19790" y="603387"/>
                </a:lnTo>
                <a:lnTo>
                  <a:pt x="19659" y="588447"/>
                </a:lnTo>
                <a:lnTo>
                  <a:pt x="0" y="588578"/>
                </a:lnTo>
                <a:lnTo>
                  <a:pt x="131" y="603650"/>
                </a:lnTo>
                <a:lnTo>
                  <a:pt x="1311" y="629861"/>
                </a:lnTo>
                <a:lnTo>
                  <a:pt x="2883" y="655941"/>
                </a:lnTo>
                <a:lnTo>
                  <a:pt x="3932" y="667868"/>
                </a:lnTo>
                <a:lnTo>
                  <a:pt x="23590" y="666164"/>
                </a:lnTo>
                <a:lnTo>
                  <a:pt x="22542" y="654369"/>
                </a:lnTo>
                <a:lnTo>
                  <a:pt x="22542" y="654631"/>
                </a:lnTo>
                <a:lnTo>
                  <a:pt x="20838" y="628813"/>
                </a:lnTo>
                <a:lnTo>
                  <a:pt x="20838" y="628944"/>
                </a:lnTo>
                <a:lnTo>
                  <a:pt x="19790" y="602994"/>
                </a:lnTo>
                <a:close/>
                <a:moveTo>
                  <a:pt x="31192" y="730382"/>
                </a:moveTo>
                <a:lnTo>
                  <a:pt x="30274" y="724222"/>
                </a:lnTo>
                <a:lnTo>
                  <a:pt x="10747" y="726974"/>
                </a:lnTo>
                <a:lnTo>
                  <a:pt x="11664" y="733265"/>
                </a:lnTo>
                <a:lnTo>
                  <a:pt x="20314" y="783198"/>
                </a:lnTo>
                <a:lnTo>
                  <a:pt x="25163" y="805085"/>
                </a:lnTo>
                <a:lnTo>
                  <a:pt x="44428" y="800760"/>
                </a:lnTo>
                <a:lnTo>
                  <a:pt x="39579" y="779135"/>
                </a:lnTo>
                <a:lnTo>
                  <a:pt x="39579" y="779528"/>
                </a:lnTo>
                <a:lnTo>
                  <a:pt x="31061" y="729989"/>
                </a:lnTo>
                <a:lnTo>
                  <a:pt x="31192" y="730382"/>
                </a:lnTo>
                <a:close/>
                <a:moveTo>
                  <a:pt x="69591" y="894072"/>
                </a:moveTo>
                <a:lnTo>
                  <a:pt x="62645" y="872055"/>
                </a:lnTo>
                <a:lnTo>
                  <a:pt x="62645" y="872317"/>
                </a:lnTo>
                <a:lnTo>
                  <a:pt x="58452" y="857507"/>
                </a:lnTo>
                <a:lnTo>
                  <a:pt x="39579" y="862881"/>
                </a:lnTo>
                <a:lnTo>
                  <a:pt x="43773" y="877821"/>
                </a:lnTo>
                <a:lnTo>
                  <a:pt x="50850" y="900101"/>
                </a:lnTo>
                <a:lnTo>
                  <a:pt x="58320" y="921856"/>
                </a:lnTo>
                <a:lnTo>
                  <a:pt x="64480" y="938239"/>
                </a:lnTo>
                <a:lnTo>
                  <a:pt x="82828" y="931424"/>
                </a:lnTo>
                <a:lnTo>
                  <a:pt x="76800" y="915042"/>
                </a:lnTo>
                <a:lnTo>
                  <a:pt x="76931" y="915304"/>
                </a:lnTo>
                <a:lnTo>
                  <a:pt x="69460" y="893810"/>
                </a:lnTo>
                <a:lnTo>
                  <a:pt x="69591" y="894072"/>
                </a:lnTo>
                <a:close/>
                <a:moveTo>
                  <a:pt x="118345" y="1008747"/>
                </a:moveTo>
                <a:lnTo>
                  <a:pt x="118476" y="1009010"/>
                </a:lnTo>
                <a:lnTo>
                  <a:pt x="109302" y="991710"/>
                </a:lnTo>
                <a:lnTo>
                  <a:pt x="109433" y="992103"/>
                </a:lnTo>
                <a:lnTo>
                  <a:pt x="105894" y="984633"/>
                </a:lnTo>
                <a:lnTo>
                  <a:pt x="88202" y="993152"/>
                </a:lnTo>
                <a:lnTo>
                  <a:pt x="91871" y="1000753"/>
                </a:lnTo>
                <a:lnTo>
                  <a:pt x="101176" y="1018315"/>
                </a:lnTo>
                <a:lnTo>
                  <a:pt x="110612" y="1035090"/>
                </a:lnTo>
                <a:lnTo>
                  <a:pt x="120573" y="1050817"/>
                </a:lnTo>
                <a:lnTo>
                  <a:pt x="128567" y="1062350"/>
                </a:lnTo>
                <a:lnTo>
                  <a:pt x="144687" y="1051079"/>
                </a:lnTo>
                <a:lnTo>
                  <a:pt x="136968" y="1040014"/>
                </a:lnTo>
                <a:lnTo>
                  <a:pt x="127388" y="1024867"/>
                </a:lnTo>
                <a:lnTo>
                  <a:pt x="127650" y="1025130"/>
                </a:lnTo>
                <a:lnTo>
                  <a:pt x="118345" y="1008747"/>
                </a:lnTo>
                <a:close/>
                <a:moveTo>
                  <a:pt x="289505" y="0"/>
                </a:moveTo>
                <a:lnTo>
                  <a:pt x="295679" y="29756"/>
                </a:lnTo>
                <a:lnTo>
                  <a:pt x="286098" y="32502"/>
                </a:lnTo>
                <a:lnTo>
                  <a:pt x="268405" y="41152"/>
                </a:lnTo>
                <a:lnTo>
                  <a:pt x="254120" y="49540"/>
                </a:lnTo>
                <a:lnTo>
                  <a:pt x="263949" y="66577"/>
                </a:lnTo>
                <a:lnTo>
                  <a:pt x="278103" y="58320"/>
                </a:lnTo>
                <a:lnTo>
                  <a:pt x="277448" y="58714"/>
                </a:lnTo>
                <a:lnTo>
                  <a:pt x="293145" y="50865"/>
                </a:lnTo>
                <a:lnTo>
                  <a:pt x="299681" y="49045"/>
                </a:lnTo>
                <a:lnTo>
                  <a:pt x="305494" y="77062"/>
                </a:lnTo>
                <a:lnTo>
                  <a:pt x="374430" y="22411"/>
                </a:lnTo>
                <a:lnTo>
                  <a:pt x="289505" y="0"/>
                </a:lnTo>
                <a:close/>
                <a:moveTo>
                  <a:pt x="205891" y="1111234"/>
                </a:moveTo>
                <a:lnTo>
                  <a:pt x="206808" y="1111627"/>
                </a:lnTo>
                <a:lnTo>
                  <a:pt x="196473" y="1105152"/>
                </a:lnTo>
                <a:lnTo>
                  <a:pt x="186404" y="1097539"/>
                </a:lnTo>
                <a:lnTo>
                  <a:pt x="182038" y="1093673"/>
                </a:lnTo>
                <a:lnTo>
                  <a:pt x="168933" y="1108220"/>
                </a:lnTo>
                <a:lnTo>
                  <a:pt x="173782" y="1112676"/>
                </a:lnTo>
                <a:lnTo>
                  <a:pt x="185184" y="1121326"/>
                </a:lnTo>
                <a:lnTo>
                  <a:pt x="196717" y="1128534"/>
                </a:lnTo>
                <a:lnTo>
                  <a:pt x="208643" y="1134431"/>
                </a:lnTo>
                <a:lnTo>
                  <a:pt x="220831" y="1138756"/>
                </a:lnTo>
                <a:lnTo>
                  <a:pt x="233151" y="1141377"/>
                </a:lnTo>
                <a:lnTo>
                  <a:pt x="244946" y="1142295"/>
                </a:lnTo>
                <a:lnTo>
                  <a:pt x="246257" y="1122636"/>
                </a:lnTo>
                <a:lnTo>
                  <a:pt x="235555" y="1121872"/>
                </a:lnTo>
                <a:lnTo>
                  <a:pt x="226644" y="1119985"/>
                </a:lnTo>
                <a:lnTo>
                  <a:pt x="216113" y="1116224"/>
                </a:lnTo>
                <a:lnTo>
                  <a:pt x="205891" y="1111234"/>
                </a:lnTo>
                <a:close/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73681-74A1-499F-A05A-0146DCA9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328" y="1844972"/>
            <a:ext cx="241473" cy="241473"/>
          </a:xfrm>
          <a:custGeom xmlns:a="http://schemas.openxmlformats.org/drawingml/2006/main">
            <a:pathLst>
              <a:path w="241473" h="241473" fill="none">
                <a:moveTo>
                  <a:pt x="0" y="241473"/>
                </a:moveTo>
                <a:lnTo>
                  <a:pt x="241473" y="241473"/>
                </a:lnTo>
                <a:lnTo>
                  <a:pt x="241473" y="0"/>
                </a:lnTo>
                <a:lnTo>
                  <a:pt x="0" y="0"/>
                </a:lnTo>
                <a:lnTo>
                  <a:pt x="0" y="241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9" cap="flat">
            <a:solidFill>
              <a:srgbClr val="4472C4"/>
            </a:solidFill>
            <a:miter/>
          </a:ln>
        </p:spPr>
      </p:sp>
      <p:sp>
        <p:nvSpPr>
          <p:cNvPr id="140" name="Text 2">
            <a:extLst xmlns:a="http://schemas.openxmlformats.org/drawingml/2006/main">
              <a:ext uri="{FF2B5EF4-FFF2-40B4-BE49-F238E27FC236}">
                <a16:creationId xmlns:a16="http://schemas.microsoft.com/office/drawing/2014/main" id="{E4C34C77-CE4C-458C-A3AC-31EEE8E6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950" y="1890021"/>
            <a:ext cx="96757" cy="159073"/>
          </a:xfrm>
          <a:custGeom xmlns:a="http://schemas.openxmlformats.org/drawingml/2006/main">
            <a:pathLst>
              <a:path w="96757" h="159073">
                <a:moveTo>
                  <a:pt x="66002" y="140643"/>
                </a:moveTo>
                <a:cubicBezTo>
                  <a:pt x="69765" y="140643"/>
                  <a:pt x="72798" y="140413"/>
                  <a:pt x="75102" y="139952"/>
                </a:cubicBezTo>
                <a:cubicBezTo>
                  <a:pt x="77406" y="139491"/>
                  <a:pt x="79249" y="138724"/>
                  <a:pt x="80631" y="137648"/>
                </a:cubicBezTo>
                <a:cubicBezTo>
                  <a:pt x="82013" y="136573"/>
                  <a:pt x="83107" y="135172"/>
                  <a:pt x="83914" y="133444"/>
                </a:cubicBezTo>
                <a:cubicBezTo>
                  <a:pt x="84720" y="131716"/>
                  <a:pt x="85738" y="129048"/>
                  <a:pt x="86966" y="125439"/>
                </a:cubicBezTo>
                <a:lnTo>
                  <a:pt x="96757" y="125439"/>
                </a:lnTo>
                <a:lnTo>
                  <a:pt x="94799" y="159073"/>
                </a:lnTo>
                <a:lnTo>
                  <a:pt x="0" y="159073"/>
                </a:lnTo>
                <a:lnTo>
                  <a:pt x="0" y="153544"/>
                </a:lnTo>
                <a:cubicBezTo>
                  <a:pt x="3302" y="145481"/>
                  <a:pt x="7756" y="137226"/>
                  <a:pt x="13362" y="128779"/>
                </a:cubicBezTo>
                <a:cubicBezTo>
                  <a:pt x="18967" y="120332"/>
                  <a:pt x="26915" y="110388"/>
                  <a:pt x="37205" y="98946"/>
                </a:cubicBezTo>
                <a:cubicBezTo>
                  <a:pt x="46113" y="89116"/>
                  <a:pt x="52525" y="81668"/>
                  <a:pt x="56442" y="76599"/>
                </a:cubicBezTo>
                <a:cubicBezTo>
                  <a:pt x="60742" y="71070"/>
                  <a:pt x="63948" y="66290"/>
                  <a:pt x="66060" y="62259"/>
                </a:cubicBezTo>
                <a:cubicBezTo>
                  <a:pt x="68172" y="58227"/>
                  <a:pt x="69688" y="54426"/>
                  <a:pt x="70610" y="50855"/>
                </a:cubicBezTo>
                <a:cubicBezTo>
                  <a:pt x="71531" y="47284"/>
                  <a:pt x="71992" y="43694"/>
                  <a:pt x="71992" y="40085"/>
                </a:cubicBezTo>
                <a:cubicBezTo>
                  <a:pt x="71992" y="34326"/>
                  <a:pt x="71070" y="29238"/>
                  <a:pt x="69227" y="24823"/>
                </a:cubicBezTo>
                <a:cubicBezTo>
                  <a:pt x="67384" y="20407"/>
                  <a:pt x="64562" y="16932"/>
                  <a:pt x="60761" y="14398"/>
                </a:cubicBezTo>
                <a:cubicBezTo>
                  <a:pt x="56960" y="11864"/>
                  <a:pt x="52180" y="10597"/>
                  <a:pt x="46420" y="10597"/>
                </a:cubicBezTo>
                <a:cubicBezTo>
                  <a:pt x="32060" y="10597"/>
                  <a:pt x="22385" y="18583"/>
                  <a:pt x="17393" y="34556"/>
                </a:cubicBezTo>
                <a:lnTo>
                  <a:pt x="3456" y="34556"/>
                </a:lnTo>
                <a:lnTo>
                  <a:pt x="3456" y="12440"/>
                </a:lnTo>
                <a:cubicBezTo>
                  <a:pt x="12747" y="8063"/>
                  <a:pt x="21444" y="4895"/>
                  <a:pt x="29545" y="2937"/>
                </a:cubicBezTo>
                <a:cubicBezTo>
                  <a:pt x="37647" y="979"/>
                  <a:pt x="44923" y="0"/>
                  <a:pt x="51373" y="0"/>
                </a:cubicBezTo>
                <a:cubicBezTo>
                  <a:pt x="65657" y="0"/>
                  <a:pt x="76446" y="3129"/>
                  <a:pt x="83741" y="9388"/>
                </a:cubicBezTo>
                <a:cubicBezTo>
                  <a:pt x="91036" y="15646"/>
                  <a:pt x="94684" y="24727"/>
                  <a:pt x="94684" y="36629"/>
                </a:cubicBezTo>
                <a:cubicBezTo>
                  <a:pt x="94684" y="40699"/>
                  <a:pt x="94281" y="44443"/>
                  <a:pt x="93474" y="47860"/>
                </a:cubicBezTo>
                <a:cubicBezTo>
                  <a:pt x="92668" y="51277"/>
                  <a:pt x="91401" y="54656"/>
                  <a:pt x="89673" y="57997"/>
                </a:cubicBezTo>
                <a:cubicBezTo>
                  <a:pt x="87945" y="61337"/>
                  <a:pt x="85622" y="64927"/>
                  <a:pt x="82704" y="68767"/>
                </a:cubicBezTo>
                <a:cubicBezTo>
                  <a:pt x="79786" y="72606"/>
                  <a:pt x="76561" y="76503"/>
                  <a:pt x="73029" y="80458"/>
                </a:cubicBezTo>
                <a:cubicBezTo>
                  <a:pt x="69496" y="84413"/>
                  <a:pt x="63391" y="90998"/>
                  <a:pt x="54714" y="100213"/>
                </a:cubicBezTo>
                <a:cubicBezTo>
                  <a:pt x="40123" y="115648"/>
                  <a:pt x="29411" y="129125"/>
                  <a:pt x="22577" y="140643"/>
                </a:cubicBezTo>
                <a:lnTo>
                  <a:pt x="66002" y="140643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850A6-653B-4744-967F-969E2E70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345" y="224778"/>
            <a:ext cx="193178" cy="442187"/>
          </a:xfrm>
          <a:custGeom xmlns:a="http://schemas.openxmlformats.org/drawingml/2006/main">
            <a:pathLst>
              <a:path w="193178" h="442187">
                <a:moveTo>
                  <a:pt x="18217" y="0"/>
                </a:moveTo>
                <a:lnTo>
                  <a:pt x="0" y="7339"/>
                </a:lnTo>
                <a:lnTo>
                  <a:pt x="147613" y="372949"/>
                </a:lnTo>
                <a:lnTo>
                  <a:pt x="120311" y="383998"/>
                </a:lnTo>
                <a:lnTo>
                  <a:pt x="186232" y="442187"/>
                </a:lnTo>
                <a:lnTo>
                  <a:pt x="193178" y="354510"/>
                </a:lnTo>
                <a:lnTo>
                  <a:pt x="165863" y="365564"/>
                </a:lnTo>
                <a:lnTo>
                  <a:pt x="1821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783D1-F20B-4796-BA0B-4228356A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795" y="786161"/>
            <a:ext cx="241473" cy="241473"/>
          </a:xfrm>
          <a:custGeom xmlns:a="http://schemas.openxmlformats.org/drawingml/2006/main">
            <a:pathLst>
              <a:path w="241473" h="241473" fill="none">
                <a:moveTo>
                  <a:pt x="0" y="241473"/>
                </a:moveTo>
                <a:lnTo>
                  <a:pt x="241473" y="241473"/>
                </a:lnTo>
                <a:lnTo>
                  <a:pt x="241473" y="0"/>
                </a:lnTo>
                <a:lnTo>
                  <a:pt x="0" y="0"/>
                </a:lnTo>
                <a:lnTo>
                  <a:pt x="0" y="2414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9" cap="flat">
            <a:solidFill>
              <a:srgbClr val="ED7D31"/>
            </a:solidFill>
            <a:miter/>
          </a:ln>
        </p:spPr>
      </p:sp>
      <p:sp>
        <p:nvSpPr>
          <p:cNvPr id="143" name="Text 3">
            <a:extLst xmlns:a="http://schemas.openxmlformats.org/drawingml/2006/main">
              <a:ext uri="{FF2B5EF4-FFF2-40B4-BE49-F238E27FC236}">
                <a16:creationId xmlns:a16="http://schemas.microsoft.com/office/drawing/2014/main" id="{FE0434E2-4171-4894-8FFC-88F8DDE2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373" y="825312"/>
            <a:ext cx="95144" cy="160916"/>
          </a:xfrm>
          <a:custGeom xmlns:a="http://schemas.openxmlformats.org/drawingml/2006/main">
            <a:pathLst>
              <a:path w="95144" h="160916">
                <a:moveTo>
                  <a:pt x="1728" y="34441"/>
                </a:moveTo>
                <a:lnTo>
                  <a:pt x="1728" y="12555"/>
                </a:lnTo>
                <a:cubicBezTo>
                  <a:pt x="10636" y="8332"/>
                  <a:pt x="18967" y="5183"/>
                  <a:pt x="26723" y="3110"/>
                </a:cubicBezTo>
                <a:cubicBezTo>
                  <a:pt x="34479" y="1037"/>
                  <a:pt x="41966" y="0"/>
                  <a:pt x="49185" y="0"/>
                </a:cubicBezTo>
                <a:cubicBezTo>
                  <a:pt x="57862" y="0"/>
                  <a:pt x="65465" y="1344"/>
                  <a:pt x="71992" y="4032"/>
                </a:cubicBezTo>
                <a:cubicBezTo>
                  <a:pt x="78519" y="6719"/>
                  <a:pt x="83511" y="10578"/>
                  <a:pt x="86966" y="15608"/>
                </a:cubicBezTo>
                <a:cubicBezTo>
                  <a:pt x="90422" y="20638"/>
                  <a:pt x="92150" y="26647"/>
                  <a:pt x="92150" y="33635"/>
                </a:cubicBezTo>
                <a:cubicBezTo>
                  <a:pt x="92150" y="40162"/>
                  <a:pt x="90844" y="45902"/>
                  <a:pt x="88233" y="50855"/>
                </a:cubicBezTo>
                <a:cubicBezTo>
                  <a:pt x="85622" y="55808"/>
                  <a:pt x="81956" y="60128"/>
                  <a:pt x="77233" y="63814"/>
                </a:cubicBezTo>
                <a:cubicBezTo>
                  <a:pt x="72510" y="67500"/>
                  <a:pt x="66386" y="71109"/>
                  <a:pt x="58861" y="74641"/>
                </a:cubicBezTo>
                <a:lnTo>
                  <a:pt x="58861" y="75678"/>
                </a:lnTo>
                <a:cubicBezTo>
                  <a:pt x="63545" y="76523"/>
                  <a:pt x="68056" y="77962"/>
                  <a:pt x="72395" y="79997"/>
                </a:cubicBezTo>
                <a:cubicBezTo>
                  <a:pt x="76734" y="82032"/>
                  <a:pt x="80593" y="84662"/>
                  <a:pt x="83971" y="87888"/>
                </a:cubicBezTo>
                <a:cubicBezTo>
                  <a:pt x="87350" y="91113"/>
                  <a:pt x="90057" y="94972"/>
                  <a:pt x="92092" y="99464"/>
                </a:cubicBezTo>
                <a:cubicBezTo>
                  <a:pt x="94127" y="103956"/>
                  <a:pt x="95144" y="109082"/>
                  <a:pt x="95144" y="114841"/>
                </a:cubicBezTo>
                <a:cubicBezTo>
                  <a:pt x="95144" y="123749"/>
                  <a:pt x="93205" y="131659"/>
                  <a:pt x="89328" y="138570"/>
                </a:cubicBezTo>
                <a:cubicBezTo>
                  <a:pt x="85450" y="145481"/>
                  <a:pt x="79517" y="150933"/>
                  <a:pt x="71531" y="154927"/>
                </a:cubicBezTo>
                <a:cubicBezTo>
                  <a:pt x="63545" y="158920"/>
                  <a:pt x="53831" y="160916"/>
                  <a:pt x="42389" y="160916"/>
                </a:cubicBezTo>
                <a:cubicBezTo>
                  <a:pt x="35785" y="160916"/>
                  <a:pt x="28662" y="160168"/>
                  <a:pt x="21022" y="158670"/>
                </a:cubicBezTo>
                <a:cubicBezTo>
                  <a:pt x="13381" y="157173"/>
                  <a:pt x="6374" y="155195"/>
                  <a:pt x="0" y="152738"/>
                </a:cubicBezTo>
                <a:lnTo>
                  <a:pt x="0" y="128318"/>
                </a:lnTo>
                <a:lnTo>
                  <a:pt x="13822" y="128318"/>
                </a:lnTo>
                <a:cubicBezTo>
                  <a:pt x="16510" y="136305"/>
                  <a:pt x="20062" y="142102"/>
                  <a:pt x="24477" y="145712"/>
                </a:cubicBezTo>
                <a:cubicBezTo>
                  <a:pt x="28893" y="149321"/>
                  <a:pt x="34902" y="151125"/>
                  <a:pt x="42504" y="151125"/>
                </a:cubicBezTo>
                <a:cubicBezTo>
                  <a:pt x="52487" y="151125"/>
                  <a:pt x="60032" y="148399"/>
                  <a:pt x="65138" y="142947"/>
                </a:cubicBezTo>
                <a:cubicBezTo>
                  <a:pt x="70245" y="137495"/>
                  <a:pt x="72798" y="129432"/>
                  <a:pt x="72798" y="118758"/>
                </a:cubicBezTo>
                <a:cubicBezTo>
                  <a:pt x="72798" y="107546"/>
                  <a:pt x="69419" y="98984"/>
                  <a:pt x="62662" y="93071"/>
                </a:cubicBezTo>
                <a:cubicBezTo>
                  <a:pt x="55904" y="87158"/>
                  <a:pt x="45998" y="84202"/>
                  <a:pt x="32943" y="84202"/>
                </a:cubicBezTo>
                <a:lnTo>
                  <a:pt x="22577" y="84202"/>
                </a:lnTo>
                <a:lnTo>
                  <a:pt x="22577" y="74065"/>
                </a:lnTo>
                <a:cubicBezTo>
                  <a:pt x="32943" y="73451"/>
                  <a:pt x="41678" y="71454"/>
                  <a:pt x="48782" y="68076"/>
                </a:cubicBezTo>
                <a:cubicBezTo>
                  <a:pt x="55885" y="64697"/>
                  <a:pt x="61164" y="60358"/>
                  <a:pt x="64620" y="55059"/>
                </a:cubicBezTo>
                <a:cubicBezTo>
                  <a:pt x="68076" y="49761"/>
                  <a:pt x="69803" y="43809"/>
                  <a:pt x="69803" y="37205"/>
                </a:cubicBezTo>
                <a:cubicBezTo>
                  <a:pt x="69803" y="28682"/>
                  <a:pt x="67538" y="22116"/>
                  <a:pt x="63007" y="17508"/>
                </a:cubicBezTo>
                <a:cubicBezTo>
                  <a:pt x="58477" y="12901"/>
                  <a:pt x="51873" y="10597"/>
                  <a:pt x="43195" y="10597"/>
                </a:cubicBezTo>
                <a:cubicBezTo>
                  <a:pt x="35977" y="10597"/>
                  <a:pt x="30102" y="12555"/>
                  <a:pt x="25572" y="16472"/>
                </a:cubicBezTo>
                <a:cubicBezTo>
                  <a:pt x="21041" y="20388"/>
                  <a:pt x="17700" y="26378"/>
                  <a:pt x="15550" y="34441"/>
                </a:cubicBezTo>
                <a:lnTo>
                  <a:pt x="1728" y="34441"/>
                </a:lnTo>
                <a:close/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B67AE-9C87-44EC-91AE-3C15F909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9" y="2833603"/>
            <a:ext cx="4505416" cy="2392820"/>
          </a:xfrm>
          <a:custGeom xmlns:a="http://schemas.openxmlformats.org/drawingml/2006/main">
            <a:pathLst>
              <a:path w="4505416" h="2392820">
                <a:moveTo>
                  <a:pt x="0" y="56879"/>
                </a:moveTo>
                <a:cubicBezTo>
                  <a:pt x="0" y="25425"/>
                  <a:pt x="25508" y="0"/>
                  <a:pt x="56967" y="0"/>
                </a:cubicBezTo>
                <a:lnTo>
                  <a:pt x="4448406" y="0"/>
                </a:lnTo>
                <a:cubicBezTo>
                  <a:pt x="4479859" y="0"/>
                  <a:pt x="4505416" y="25425"/>
                  <a:pt x="4505416" y="56879"/>
                </a:cubicBezTo>
                <a:lnTo>
                  <a:pt x="4505416" y="2335847"/>
                </a:lnTo>
                <a:cubicBezTo>
                  <a:pt x="4505416" y="2367313"/>
                  <a:pt x="4479859" y="2392820"/>
                  <a:pt x="4448406" y="2392820"/>
                </a:cubicBezTo>
                <a:lnTo>
                  <a:pt x="56967" y="2392820"/>
                </a:lnTo>
                <a:cubicBezTo>
                  <a:pt x="25508" y="2392820"/>
                  <a:pt x="0" y="2367313"/>
                  <a:pt x="0" y="2335847"/>
                </a:cubicBezTo>
                <a:lnTo>
                  <a:pt x="0" y="56879"/>
                </a:ln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82FC3-E086-4A56-8A05-185AE66E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9" y="2833603"/>
            <a:ext cx="4505416" cy="2392820"/>
          </a:xfrm>
          <a:custGeom xmlns:a="http://schemas.openxmlformats.org/drawingml/2006/main">
            <a:pathLst>
              <a:path w="4505416" h="2392820" fill="none">
                <a:moveTo>
                  <a:pt x="0" y="56879"/>
                </a:moveTo>
                <a:cubicBezTo>
                  <a:pt x="0" y="25425"/>
                  <a:pt x="25508" y="0"/>
                  <a:pt x="56967" y="0"/>
                </a:cubicBezTo>
                <a:lnTo>
                  <a:pt x="4448406" y="0"/>
                </a:lnTo>
                <a:cubicBezTo>
                  <a:pt x="4479859" y="0"/>
                  <a:pt x="4505416" y="25425"/>
                  <a:pt x="4505416" y="56879"/>
                </a:cubicBezTo>
                <a:lnTo>
                  <a:pt x="4505416" y="2335847"/>
                </a:lnTo>
                <a:cubicBezTo>
                  <a:pt x="4505416" y="2367313"/>
                  <a:pt x="4479859" y="2392820"/>
                  <a:pt x="4448406" y="2392820"/>
                </a:cubicBezTo>
                <a:lnTo>
                  <a:pt x="56967" y="2392820"/>
                </a:lnTo>
                <a:cubicBezTo>
                  <a:pt x="25508" y="2392820"/>
                  <a:pt x="0" y="2367313"/>
                  <a:pt x="0" y="2335847"/>
                </a:cubicBezTo>
                <a:lnTo>
                  <a:pt x="0" y="568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211" cap="flat">
            <a:solidFill>
              <a:srgbClr val="8FAADC"/>
            </a:solidFill>
            <a:custDash>
              <a:ds d="300000" sp="100000"/>
            </a:custDash>
            <a:miter/>
          </a:ln>
        </p:spPr>
      </p:sp>
      <p:sp>
        <p:nvSpPr>
          <p:cNvPr id="146" name="Text DPDABasedGeneration">
            <a:extLst xmlns:a="http://schemas.openxmlformats.org/drawingml/2006/main">
              <a:ext uri="{FF2B5EF4-FFF2-40B4-BE49-F238E27FC236}">
                <a16:creationId xmlns:a16="http://schemas.microsoft.com/office/drawing/2014/main" id="{4979D764-B814-4A84-8368-F9D9D63B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088" y="2935603"/>
            <a:ext cx="2514354" cy="169948"/>
          </a:xfrm>
          <a:custGeom xmlns:a="http://schemas.openxmlformats.org/drawingml/2006/main">
            <a:pathLst>
              <a:path w="2514354" h="169948">
                <a:moveTo>
                  <a:pt x="0" y="167191"/>
                </a:moveTo>
                <a:lnTo>
                  <a:pt x="0" y="8988"/>
                </a:lnTo>
                <a:lnTo>
                  <a:pt x="54641" y="8988"/>
                </a:lnTo>
                <a:cubicBezTo>
                  <a:pt x="110814" y="8988"/>
                  <a:pt x="138900" y="34691"/>
                  <a:pt x="138900" y="86098"/>
                </a:cubicBezTo>
                <a:cubicBezTo>
                  <a:pt x="138900" y="110541"/>
                  <a:pt x="131036" y="130168"/>
                  <a:pt x="115308" y="144977"/>
                </a:cubicBezTo>
                <a:cubicBezTo>
                  <a:pt x="99579" y="159786"/>
                  <a:pt x="79289" y="167191"/>
                  <a:pt x="54437" y="167191"/>
                </a:cubicBezTo>
                <a:lnTo>
                  <a:pt x="0" y="167191"/>
                </a:lnTo>
                <a:moveTo>
                  <a:pt x="33704" y="36563"/>
                </a:moveTo>
                <a:lnTo>
                  <a:pt x="33704" y="139615"/>
                </a:lnTo>
                <a:lnTo>
                  <a:pt x="52088" y="139615"/>
                </a:lnTo>
                <a:cubicBezTo>
                  <a:pt x="68088" y="139615"/>
                  <a:pt x="80651" y="134849"/>
                  <a:pt x="89774" y="125317"/>
                </a:cubicBezTo>
                <a:cubicBezTo>
                  <a:pt x="98898" y="115784"/>
                  <a:pt x="103460" y="102881"/>
                  <a:pt x="103460" y="86608"/>
                </a:cubicBezTo>
                <a:cubicBezTo>
                  <a:pt x="103460" y="70880"/>
                  <a:pt x="98694" y="58607"/>
                  <a:pt x="89162" y="49790"/>
                </a:cubicBezTo>
                <a:cubicBezTo>
                  <a:pt x="79629" y="40972"/>
                  <a:pt x="67237" y="36563"/>
                  <a:pt x="51985" y="36563"/>
                </a:cubicBezTo>
                <a:lnTo>
                  <a:pt x="33704" y="36563"/>
                </a:lnTo>
                <a:close/>
                <a:moveTo>
                  <a:pt x="199364" y="112039"/>
                </a:moveTo>
                <a:lnTo>
                  <a:pt x="199364" y="167191"/>
                </a:lnTo>
                <a:lnTo>
                  <a:pt x="165661" y="167191"/>
                </a:lnTo>
                <a:lnTo>
                  <a:pt x="165661" y="8988"/>
                </a:lnTo>
                <a:lnTo>
                  <a:pt x="220097" y="8988"/>
                </a:lnTo>
                <a:cubicBezTo>
                  <a:pt x="259452" y="8988"/>
                  <a:pt x="279130" y="25669"/>
                  <a:pt x="279130" y="59033"/>
                </a:cubicBezTo>
                <a:cubicBezTo>
                  <a:pt x="279130" y="75238"/>
                  <a:pt x="273189" y="88225"/>
                  <a:pt x="261308" y="97996"/>
                </a:cubicBezTo>
                <a:cubicBezTo>
                  <a:pt x="249426" y="107767"/>
                  <a:pt x="234566" y="112448"/>
                  <a:pt x="216727" y="112039"/>
                </a:cubicBezTo>
                <a:lnTo>
                  <a:pt x="199364" y="112039"/>
                </a:lnTo>
                <a:moveTo>
                  <a:pt x="199364" y="35134"/>
                </a:moveTo>
                <a:lnTo>
                  <a:pt x="199364" y="86200"/>
                </a:lnTo>
                <a:lnTo>
                  <a:pt x="213969" y="86200"/>
                </a:lnTo>
                <a:cubicBezTo>
                  <a:pt x="233783" y="86200"/>
                  <a:pt x="243690" y="77587"/>
                  <a:pt x="243690" y="60360"/>
                </a:cubicBezTo>
                <a:cubicBezTo>
                  <a:pt x="243690" y="43542"/>
                  <a:pt x="233885" y="35134"/>
                  <a:pt x="214276" y="35134"/>
                </a:cubicBezTo>
                <a:lnTo>
                  <a:pt x="199364" y="35134"/>
                </a:lnTo>
                <a:close/>
                <a:moveTo>
                  <a:pt x="302038" y="167191"/>
                </a:moveTo>
                <a:lnTo>
                  <a:pt x="302038" y="8988"/>
                </a:lnTo>
                <a:lnTo>
                  <a:pt x="356678" y="8988"/>
                </a:lnTo>
                <a:cubicBezTo>
                  <a:pt x="412851" y="8988"/>
                  <a:pt x="440938" y="34691"/>
                  <a:pt x="440938" y="86098"/>
                </a:cubicBezTo>
                <a:cubicBezTo>
                  <a:pt x="440938" y="110541"/>
                  <a:pt x="433073" y="130168"/>
                  <a:pt x="417345" y="144977"/>
                </a:cubicBezTo>
                <a:cubicBezTo>
                  <a:pt x="401617" y="159786"/>
                  <a:pt x="381326" y="167191"/>
                  <a:pt x="356474" y="167191"/>
                </a:cubicBezTo>
                <a:lnTo>
                  <a:pt x="302038" y="167191"/>
                </a:lnTo>
                <a:moveTo>
                  <a:pt x="335741" y="36563"/>
                </a:moveTo>
                <a:lnTo>
                  <a:pt x="335741" y="139615"/>
                </a:lnTo>
                <a:lnTo>
                  <a:pt x="354125" y="139615"/>
                </a:lnTo>
                <a:cubicBezTo>
                  <a:pt x="370126" y="139615"/>
                  <a:pt x="382688" y="134849"/>
                  <a:pt x="391812" y="125317"/>
                </a:cubicBezTo>
                <a:cubicBezTo>
                  <a:pt x="400936" y="115784"/>
                  <a:pt x="405498" y="102881"/>
                  <a:pt x="405498" y="86608"/>
                </a:cubicBezTo>
                <a:cubicBezTo>
                  <a:pt x="405498" y="70880"/>
                  <a:pt x="400732" y="58607"/>
                  <a:pt x="391199" y="49790"/>
                </a:cubicBezTo>
                <a:cubicBezTo>
                  <a:pt x="381667" y="40972"/>
                  <a:pt x="369275" y="36563"/>
                  <a:pt x="354023" y="36563"/>
                </a:cubicBezTo>
                <a:lnTo>
                  <a:pt x="335741" y="36563"/>
                </a:lnTo>
                <a:close/>
                <a:moveTo>
                  <a:pt x="601199" y="167191"/>
                </a:moveTo>
                <a:lnTo>
                  <a:pt x="564431" y="167191"/>
                </a:lnTo>
                <a:lnTo>
                  <a:pt x="552584" y="130934"/>
                </a:lnTo>
                <a:lnTo>
                  <a:pt x="495084" y="130934"/>
                </a:lnTo>
                <a:lnTo>
                  <a:pt x="483440" y="167191"/>
                </a:lnTo>
                <a:lnTo>
                  <a:pt x="446877" y="167191"/>
                </a:lnTo>
                <a:lnTo>
                  <a:pt x="504786" y="8988"/>
                </a:lnTo>
                <a:lnTo>
                  <a:pt x="544414" y="8988"/>
                </a:lnTo>
                <a:lnTo>
                  <a:pt x="601199" y="167191"/>
                </a:lnTo>
                <a:moveTo>
                  <a:pt x="544618" y="104890"/>
                </a:moveTo>
                <a:lnTo>
                  <a:pt x="526642" y="50045"/>
                </a:lnTo>
                <a:cubicBezTo>
                  <a:pt x="525485" y="46572"/>
                  <a:pt x="524668" y="41976"/>
                  <a:pt x="524191" y="36257"/>
                </a:cubicBezTo>
                <a:lnTo>
                  <a:pt x="523272" y="36257"/>
                </a:lnTo>
                <a:cubicBezTo>
                  <a:pt x="522864" y="40887"/>
                  <a:pt x="521944" y="45347"/>
                  <a:pt x="520515" y="49636"/>
                </a:cubicBezTo>
                <a:lnTo>
                  <a:pt x="502437" y="104890"/>
                </a:lnTo>
                <a:lnTo>
                  <a:pt x="544618" y="104890"/>
                </a:lnTo>
                <a:close/>
                <a:moveTo>
                  <a:pt x="684486" y="167191"/>
                </a:moveTo>
                <a:lnTo>
                  <a:pt x="684486" y="8988"/>
                </a:lnTo>
                <a:lnTo>
                  <a:pt x="740659" y="8988"/>
                </a:lnTo>
                <a:cubicBezTo>
                  <a:pt x="757885" y="8988"/>
                  <a:pt x="771162" y="12256"/>
                  <a:pt x="780490" y="18792"/>
                </a:cubicBezTo>
                <a:cubicBezTo>
                  <a:pt x="789818" y="25329"/>
                  <a:pt x="794482" y="34385"/>
                  <a:pt x="794482" y="45960"/>
                </a:cubicBezTo>
                <a:cubicBezTo>
                  <a:pt x="794482" y="54539"/>
                  <a:pt x="791589" y="62062"/>
                  <a:pt x="785801" y="68531"/>
                </a:cubicBezTo>
                <a:cubicBezTo>
                  <a:pt x="780014" y="74999"/>
                  <a:pt x="772728" y="79459"/>
                  <a:pt x="763945" y="81910"/>
                </a:cubicBezTo>
                <a:lnTo>
                  <a:pt x="763945" y="82319"/>
                </a:lnTo>
                <a:cubicBezTo>
                  <a:pt x="774975" y="83681"/>
                  <a:pt x="783878" y="87766"/>
                  <a:pt x="790652" y="94575"/>
                </a:cubicBezTo>
                <a:cubicBezTo>
                  <a:pt x="797427" y="101384"/>
                  <a:pt x="800815" y="109929"/>
                  <a:pt x="800815" y="120210"/>
                </a:cubicBezTo>
                <a:cubicBezTo>
                  <a:pt x="800815" y="134577"/>
                  <a:pt x="795708" y="145998"/>
                  <a:pt x="785495" y="154475"/>
                </a:cubicBezTo>
                <a:cubicBezTo>
                  <a:pt x="775281" y="162952"/>
                  <a:pt x="761323" y="167191"/>
                  <a:pt x="743620" y="167191"/>
                </a:cubicBezTo>
                <a:lnTo>
                  <a:pt x="684486" y="167191"/>
                </a:lnTo>
                <a:moveTo>
                  <a:pt x="718189" y="34112"/>
                </a:moveTo>
                <a:lnTo>
                  <a:pt x="718189" y="73229"/>
                </a:lnTo>
                <a:lnTo>
                  <a:pt x="734224" y="73229"/>
                </a:lnTo>
                <a:cubicBezTo>
                  <a:pt x="741918" y="73229"/>
                  <a:pt x="747978" y="71391"/>
                  <a:pt x="752404" y="67714"/>
                </a:cubicBezTo>
                <a:cubicBezTo>
                  <a:pt x="756830" y="64037"/>
                  <a:pt x="759042" y="58896"/>
                  <a:pt x="759042" y="52292"/>
                </a:cubicBezTo>
                <a:cubicBezTo>
                  <a:pt x="759042" y="40172"/>
                  <a:pt x="750191" y="34112"/>
                  <a:pt x="732488" y="34112"/>
                </a:cubicBezTo>
                <a:lnTo>
                  <a:pt x="718189" y="34112"/>
                </a:lnTo>
                <a:moveTo>
                  <a:pt x="718189" y="98660"/>
                </a:moveTo>
                <a:lnTo>
                  <a:pt x="718189" y="142066"/>
                </a:lnTo>
                <a:lnTo>
                  <a:pt x="738207" y="142066"/>
                </a:lnTo>
                <a:cubicBezTo>
                  <a:pt x="746718" y="142066"/>
                  <a:pt x="753374" y="140092"/>
                  <a:pt x="758174" y="136143"/>
                </a:cubicBezTo>
                <a:cubicBezTo>
                  <a:pt x="762975" y="132193"/>
                  <a:pt x="765375" y="126712"/>
                  <a:pt x="765375" y="119699"/>
                </a:cubicBezTo>
                <a:cubicBezTo>
                  <a:pt x="765375" y="113027"/>
                  <a:pt x="762992" y="107852"/>
                  <a:pt x="758225" y="104175"/>
                </a:cubicBezTo>
                <a:cubicBezTo>
                  <a:pt x="753459" y="100498"/>
                  <a:pt x="746684" y="98660"/>
                  <a:pt x="737901" y="98660"/>
                </a:cubicBezTo>
                <a:lnTo>
                  <a:pt x="718189" y="98660"/>
                </a:lnTo>
                <a:close/>
                <a:moveTo>
                  <a:pt x="827045" y="61075"/>
                </a:moveTo>
                <a:cubicBezTo>
                  <a:pt x="832152" y="58216"/>
                  <a:pt x="838978" y="55901"/>
                  <a:pt x="847523" y="54130"/>
                </a:cubicBezTo>
                <a:cubicBezTo>
                  <a:pt x="856068" y="52360"/>
                  <a:pt x="863371" y="51475"/>
                  <a:pt x="869430" y="51475"/>
                </a:cubicBezTo>
                <a:cubicBezTo>
                  <a:pt x="901023" y="51475"/>
                  <a:pt x="916820" y="67305"/>
                  <a:pt x="916820" y="98966"/>
                </a:cubicBezTo>
                <a:lnTo>
                  <a:pt x="916820" y="167191"/>
                </a:lnTo>
                <a:lnTo>
                  <a:pt x="885465" y="167191"/>
                </a:lnTo>
                <a:lnTo>
                  <a:pt x="885465" y="150748"/>
                </a:lnTo>
                <a:lnTo>
                  <a:pt x="885057" y="150748"/>
                </a:lnTo>
                <a:cubicBezTo>
                  <a:pt x="877363" y="163548"/>
                  <a:pt x="866094" y="169948"/>
                  <a:pt x="851251" y="169948"/>
                </a:cubicBezTo>
                <a:cubicBezTo>
                  <a:pt x="840561" y="169948"/>
                  <a:pt x="831999" y="166901"/>
                  <a:pt x="825565" y="160808"/>
                </a:cubicBezTo>
                <a:cubicBezTo>
                  <a:pt x="819130" y="154714"/>
                  <a:pt x="815913" y="146424"/>
                  <a:pt x="815913" y="135938"/>
                </a:cubicBezTo>
                <a:cubicBezTo>
                  <a:pt x="815913" y="114286"/>
                  <a:pt x="828816" y="101690"/>
                  <a:pt x="854621" y="98149"/>
                </a:cubicBezTo>
                <a:lnTo>
                  <a:pt x="885670" y="93962"/>
                </a:lnTo>
                <a:cubicBezTo>
                  <a:pt x="885670" y="80821"/>
                  <a:pt x="878827" y="74250"/>
                  <a:pt x="865141" y="74250"/>
                </a:cubicBezTo>
                <a:cubicBezTo>
                  <a:pt x="851659" y="74250"/>
                  <a:pt x="838961" y="78336"/>
                  <a:pt x="827045" y="86506"/>
                </a:cubicBezTo>
                <a:lnTo>
                  <a:pt x="827045" y="61075"/>
                </a:lnTo>
                <a:moveTo>
                  <a:pt x="864324" y="116022"/>
                </a:moveTo>
                <a:cubicBezTo>
                  <a:pt x="852408" y="117589"/>
                  <a:pt x="846451" y="122968"/>
                  <a:pt x="846451" y="132159"/>
                </a:cubicBezTo>
                <a:cubicBezTo>
                  <a:pt x="846451" y="136381"/>
                  <a:pt x="847898" y="139785"/>
                  <a:pt x="850791" y="142373"/>
                </a:cubicBezTo>
                <a:cubicBezTo>
                  <a:pt x="853685" y="144960"/>
                  <a:pt x="857583" y="146254"/>
                  <a:pt x="862485" y="146254"/>
                </a:cubicBezTo>
                <a:cubicBezTo>
                  <a:pt x="869226" y="146254"/>
                  <a:pt x="874775" y="143871"/>
                  <a:pt x="879133" y="139104"/>
                </a:cubicBezTo>
                <a:cubicBezTo>
                  <a:pt x="883491" y="134338"/>
                  <a:pt x="885670" y="128415"/>
                  <a:pt x="885670" y="121333"/>
                </a:cubicBezTo>
                <a:lnTo>
                  <a:pt x="885670" y="113265"/>
                </a:lnTo>
                <a:lnTo>
                  <a:pt x="864324" y="116022"/>
                </a:lnTo>
                <a:close/>
                <a:moveTo>
                  <a:pt x="942225" y="136858"/>
                </a:moveTo>
                <a:cubicBezTo>
                  <a:pt x="953528" y="143734"/>
                  <a:pt x="964592" y="147173"/>
                  <a:pt x="975418" y="147173"/>
                </a:cubicBezTo>
                <a:cubicBezTo>
                  <a:pt x="989036" y="147173"/>
                  <a:pt x="995844" y="143530"/>
                  <a:pt x="995844" y="136245"/>
                </a:cubicBezTo>
                <a:cubicBezTo>
                  <a:pt x="995844" y="131070"/>
                  <a:pt x="990227" y="126746"/>
                  <a:pt x="978993" y="123274"/>
                </a:cubicBezTo>
                <a:cubicBezTo>
                  <a:pt x="964966" y="118916"/>
                  <a:pt x="955332" y="114065"/>
                  <a:pt x="950089" y="108720"/>
                </a:cubicBezTo>
                <a:cubicBezTo>
                  <a:pt x="944846" y="103375"/>
                  <a:pt x="942225" y="96141"/>
                  <a:pt x="942225" y="87017"/>
                </a:cubicBezTo>
                <a:cubicBezTo>
                  <a:pt x="942225" y="75918"/>
                  <a:pt x="946719" y="67220"/>
                  <a:pt x="955706" y="60922"/>
                </a:cubicBezTo>
                <a:cubicBezTo>
                  <a:pt x="964694" y="54624"/>
                  <a:pt x="976473" y="51475"/>
                  <a:pt x="991044" y="51475"/>
                </a:cubicBezTo>
                <a:cubicBezTo>
                  <a:pt x="1001394" y="51475"/>
                  <a:pt x="1011369" y="53007"/>
                  <a:pt x="1020969" y="56071"/>
                </a:cubicBezTo>
                <a:lnTo>
                  <a:pt x="1020969" y="82012"/>
                </a:lnTo>
                <a:cubicBezTo>
                  <a:pt x="1012186" y="76838"/>
                  <a:pt x="1002517" y="74250"/>
                  <a:pt x="991963" y="74250"/>
                </a:cubicBezTo>
                <a:cubicBezTo>
                  <a:pt x="986721" y="74250"/>
                  <a:pt x="982499" y="75187"/>
                  <a:pt x="979299" y="77059"/>
                </a:cubicBezTo>
                <a:cubicBezTo>
                  <a:pt x="976099" y="78931"/>
                  <a:pt x="974499" y="81400"/>
                  <a:pt x="974499" y="84464"/>
                </a:cubicBezTo>
                <a:cubicBezTo>
                  <a:pt x="974499" y="89638"/>
                  <a:pt x="979265" y="93826"/>
                  <a:pt x="988797" y="97026"/>
                </a:cubicBezTo>
                <a:cubicBezTo>
                  <a:pt x="999011" y="100430"/>
                  <a:pt x="1006688" y="103528"/>
                  <a:pt x="1011828" y="106320"/>
                </a:cubicBezTo>
                <a:cubicBezTo>
                  <a:pt x="1016969" y="109112"/>
                  <a:pt x="1020884" y="112788"/>
                  <a:pt x="1023573" y="117350"/>
                </a:cubicBezTo>
                <a:cubicBezTo>
                  <a:pt x="1026263" y="121912"/>
                  <a:pt x="1027608" y="127189"/>
                  <a:pt x="1027608" y="133181"/>
                </a:cubicBezTo>
                <a:cubicBezTo>
                  <a:pt x="1027608" y="144824"/>
                  <a:pt x="1022944" y="153863"/>
                  <a:pt x="1013615" y="160297"/>
                </a:cubicBezTo>
                <a:cubicBezTo>
                  <a:pt x="1004287" y="166731"/>
                  <a:pt x="991827" y="169948"/>
                  <a:pt x="976235" y="169948"/>
                </a:cubicBezTo>
                <a:cubicBezTo>
                  <a:pt x="963979" y="169948"/>
                  <a:pt x="952642" y="168008"/>
                  <a:pt x="942225" y="164127"/>
                </a:cubicBezTo>
                <a:lnTo>
                  <a:pt x="942225" y="136858"/>
                </a:lnTo>
                <a:close/>
                <a:moveTo>
                  <a:pt x="1149228" y="120006"/>
                </a:moveTo>
                <a:lnTo>
                  <a:pt x="1074876" y="120006"/>
                </a:lnTo>
                <a:cubicBezTo>
                  <a:pt x="1076033" y="137504"/>
                  <a:pt x="1086587" y="146254"/>
                  <a:pt x="1106537" y="146254"/>
                </a:cubicBezTo>
                <a:cubicBezTo>
                  <a:pt x="1118997" y="146254"/>
                  <a:pt x="1129993" y="143190"/>
                  <a:pt x="1139525" y="137062"/>
                </a:cubicBezTo>
                <a:lnTo>
                  <a:pt x="1139525" y="161267"/>
                </a:lnTo>
                <a:cubicBezTo>
                  <a:pt x="1129244" y="167055"/>
                  <a:pt x="1115763" y="169948"/>
                  <a:pt x="1099081" y="169948"/>
                </a:cubicBezTo>
                <a:cubicBezTo>
                  <a:pt x="1081106" y="169948"/>
                  <a:pt x="1067131" y="164876"/>
                  <a:pt x="1057156" y="154731"/>
                </a:cubicBezTo>
                <a:cubicBezTo>
                  <a:pt x="1047181" y="144586"/>
                  <a:pt x="1042193" y="130457"/>
                  <a:pt x="1042193" y="112346"/>
                </a:cubicBezTo>
                <a:cubicBezTo>
                  <a:pt x="1042193" y="94302"/>
                  <a:pt x="1047504" y="79646"/>
                  <a:pt x="1058126" y="68378"/>
                </a:cubicBezTo>
                <a:cubicBezTo>
                  <a:pt x="1068748" y="57109"/>
                  <a:pt x="1082093" y="51475"/>
                  <a:pt x="1098162" y="51475"/>
                </a:cubicBezTo>
                <a:cubicBezTo>
                  <a:pt x="1114163" y="51475"/>
                  <a:pt x="1126674" y="56326"/>
                  <a:pt x="1135696" y="66029"/>
                </a:cubicBezTo>
                <a:cubicBezTo>
                  <a:pt x="1144717" y="75731"/>
                  <a:pt x="1149228" y="89060"/>
                  <a:pt x="1149228" y="106014"/>
                </a:cubicBezTo>
                <a:lnTo>
                  <a:pt x="1149228" y="120006"/>
                </a:lnTo>
                <a:moveTo>
                  <a:pt x="1118486" y="99375"/>
                </a:moveTo>
                <a:cubicBezTo>
                  <a:pt x="1118486" y="82489"/>
                  <a:pt x="1111643" y="74046"/>
                  <a:pt x="1097958" y="74046"/>
                </a:cubicBezTo>
                <a:cubicBezTo>
                  <a:pt x="1092306" y="74046"/>
                  <a:pt x="1087302" y="76361"/>
                  <a:pt x="1082944" y="80991"/>
                </a:cubicBezTo>
                <a:cubicBezTo>
                  <a:pt x="1078586" y="85621"/>
                  <a:pt x="1075863" y="91749"/>
                  <a:pt x="1074773" y="99375"/>
                </a:cubicBezTo>
                <a:lnTo>
                  <a:pt x="1118486" y="99375"/>
                </a:lnTo>
                <a:close/>
                <a:moveTo>
                  <a:pt x="1279017" y="167191"/>
                </a:moveTo>
                <a:lnTo>
                  <a:pt x="1246130" y="167191"/>
                </a:lnTo>
                <a:lnTo>
                  <a:pt x="1246130" y="151258"/>
                </a:lnTo>
                <a:lnTo>
                  <a:pt x="1245620" y="151258"/>
                </a:lnTo>
                <a:cubicBezTo>
                  <a:pt x="1237653" y="163718"/>
                  <a:pt x="1225874" y="169948"/>
                  <a:pt x="1210282" y="169948"/>
                </a:cubicBezTo>
                <a:cubicBezTo>
                  <a:pt x="1195915" y="169948"/>
                  <a:pt x="1184493" y="164876"/>
                  <a:pt x="1176016" y="154731"/>
                </a:cubicBezTo>
                <a:cubicBezTo>
                  <a:pt x="1167539" y="144586"/>
                  <a:pt x="1163301" y="130764"/>
                  <a:pt x="1163301" y="113265"/>
                </a:cubicBezTo>
                <a:cubicBezTo>
                  <a:pt x="1163301" y="94745"/>
                  <a:pt x="1168050" y="79817"/>
                  <a:pt x="1177548" y="68480"/>
                </a:cubicBezTo>
                <a:cubicBezTo>
                  <a:pt x="1187047" y="57143"/>
                  <a:pt x="1199456" y="51475"/>
                  <a:pt x="1214776" y="51475"/>
                </a:cubicBezTo>
                <a:cubicBezTo>
                  <a:pt x="1229483" y="51475"/>
                  <a:pt x="1239764" y="56786"/>
                  <a:pt x="1245620" y="67407"/>
                </a:cubicBezTo>
                <a:lnTo>
                  <a:pt x="1246130" y="67407"/>
                </a:lnTo>
                <a:lnTo>
                  <a:pt x="1246130" y="0"/>
                </a:lnTo>
                <a:lnTo>
                  <a:pt x="1279017" y="0"/>
                </a:lnTo>
                <a:lnTo>
                  <a:pt x="1279017" y="167191"/>
                </a:lnTo>
                <a:moveTo>
                  <a:pt x="1246641" y="103256"/>
                </a:moveTo>
                <a:cubicBezTo>
                  <a:pt x="1246641" y="95630"/>
                  <a:pt x="1244343" y="89315"/>
                  <a:pt x="1239747" y="84310"/>
                </a:cubicBezTo>
                <a:cubicBezTo>
                  <a:pt x="1235151" y="79306"/>
                  <a:pt x="1229415" y="76804"/>
                  <a:pt x="1222538" y="76804"/>
                </a:cubicBezTo>
                <a:cubicBezTo>
                  <a:pt x="1214503" y="76804"/>
                  <a:pt x="1208188" y="79987"/>
                  <a:pt x="1203592" y="86353"/>
                </a:cubicBezTo>
                <a:cubicBezTo>
                  <a:pt x="1198996" y="92719"/>
                  <a:pt x="1196698" y="101349"/>
                  <a:pt x="1196698" y="112244"/>
                </a:cubicBezTo>
                <a:cubicBezTo>
                  <a:pt x="1196698" y="122593"/>
                  <a:pt x="1198911" y="130576"/>
                  <a:pt x="1203337" y="136194"/>
                </a:cubicBezTo>
                <a:cubicBezTo>
                  <a:pt x="1207763" y="141811"/>
                  <a:pt x="1213857" y="144620"/>
                  <a:pt x="1221619" y="144620"/>
                </a:cubicBezTo>
                <a:cubicBezTo>
                  <a:pt x="1228904" y="144620"/>
                  <a:pt x="1234896" y="141658"/>
                  <a:pt x="1239594" y="135734"/>
                </a:cubicBezTo>
                <a:cubicBezTo>
                  <a:pt x="1244292" y="129810"/>
                  <a:pt x="1246641" y="122116"/>
                  <a:pt x="1246641" y="112652"/>
                </a:cubicBezTo>
                <a:lnTo>
                  <a:pt x="1246641" y="103256"/>
                </a:lnTo>
                <a:close/>
                <a:moveTo>
                  <a:pt x="1506625" y="156569"/>
                </a:moveTo>
                <a:cubicBezTo>
                  <a:pt x="1491169" y="165489"/>
                  <a:pt x="1472173" y="169948"/>
                  <a:pt x="1449635" y="169948"/>
                </a:cubicBezTo>
                <a:cubicBezTo>
                  <a:pt x="1424443" y="169948"/>
                  <a:pt x="1404561" y="162867"/>
                  <a:pt x="1389990" y="148705"/>
                </a:cubicBezTo>
                <a:cubicBezTo>
                  <a:pt x="1375419" y="134543"/>
                  <a:pt x="1368134" y="115171"/>
                  <a:pt x="1368134" y="90592"/>
                </a:cubicBezTo>
                <a:cubicBezTo>
                  <a:pt x="1368134" y="65671"/>
                  <a:pt x="1376151" y="45398"/>
                  <a:pt x="1392186" y="29772"/>
                </a:cubicBezTo>
                <a:cubicBezTo>
                  <a:pt x="1408221" y="14145"/>
                  <a:pt x="1429345" y="6332"/>
                  <a:pt x="1455559" y="6332"/>
                </a:cubicBezTo>
                <a:cubicBezTo>
                  <a:pt x="1472445" y="6332"/>
                  <a:pt x="1487186" y="8715"/>
                  <a:pt x="1499783" y="13481"/>
                </a:cubicBezTo>
                <a:lnTo>
                  <a:pt x="1499783" y="45449"/>
                </a:lnTo>
                <a:cubicBezTo>
                  <a:pt x="1487527" y="38300"/>
                  <a:pt x="1472547" y="34725"/>
                  <a:pt x="1454844" y="34725"/>
                </a:cubicBezTo>
                <a:cubicBezTo>
                  <a:pt x="1439592" y="34725"/>
                  <a:pt x="1427234" y="39695"/>
                  <a:pt x="1417770" y="49636"/>
                </a:cubicBezTo>
                <a:cubicBezTo>
                  <a:pt x="1408306" y="59577"/>
                  <a:pt x="1403574" y="72684"/>
                  <a:pt x="1403574" y="88957"/>
                </a:cubicBezTo>
                <a:cubicBezTo>
                  <a:pt x="1403574" y="105503"/>
                  <a:pt x="1407846" y="118406"/>
                  <a:pt x="1416391" y="127666"/>
                </a:cubicBezTo>
                <a:cubicBezTo>
                  <a:pt x="1424936" y="136926"/>
                  <a:pt x="1436597" y="141556"/>
                  <a:pt x="1451372" y="141556"/>
                </a:cubicBezTo>
                <a:cubicBezTo>
                  <a:pt x="1460155" y="141556"/>
                  <a:pt x="1467338" y="140194"/>
                  <a:pt x="1472922" y="137470"/>
                </a:cubicBezTo>
                <a:lnTo>
                  <a:pt x="1472922" y="104992"/>
                </a:lnTo>
                <a:lnTo>
                  <a:pt x="1440954" y="104992"/>
                </a:lnTo>
                <a:lnTo>
                  <a:pt x="1440954" y="77927"/>
                </a:lnTo>
                <a:lnTo>
                  <a:pt x="1506625" y="77927"/>
                </a:lnTo>
                <a:lnTo>
                  <a:pt x="1506625" y="156569"/>
                </a:lnTo>
                <a:close/>
                <a:moveTo>
                  <a:pt x="1635079" y="120006"/>
                </a:moveTo>
                <a:lnTo>
                  <a:pt x="1560727" y="120006"/>
                </a:lnTo>
                <a:cubicBezTo>
                  <a:pt x="1561884" y="137504"/>
                  <a:pt x="1572438" y="146254"/>
                  <a:pt x="1592388" y="146254"/>
                </a:cubicBezTo>
                <a:cubicBezTo>
                  <a:pt x="1604848" y="146254"/>
                  <a:pt x="1615844" y="143190"/>
                  <a:pt x="1625377" y="137062"/>
                </a:cubicBezTo>
                <a:lnTo>
                  <a:pt x="1625377" y="161267"/>
                </a:lnTo>
                <a:cubicBezTo>
                  <a:pt x="1615095" y="167055"/>
                  <a:pt x="1601614" y="169948"/>
                  <a:pt x="1584932" y="169948"/>
                </a:cubicBezTo>
                <a:cubicBezTo>
                  <a:pt x="1566957" y="169948"/>
                  <a:pt x="1552982" y="164876"/>
                  <a:pt x="1543007" y="154731"/>
                </a:cubicBezTo>
                <a:cubicBezTo>
                  <a:pt x="1533032" y="144586"/>
                  <a:pt x="1528045" y="130457"/>
                  <a:pt x="1528045" y="112346"/>
                </a:cubicBezTo>
                <a:cubicBezTo>
                  <a:pt x="1528045" y="94302"/>
                  <a:pt x="1533355" y="79646"/>
                  <a:pt x="1543977" y="68378"/>
                </a:cubicBezTo>
                <a:cubicBezTo>
                  <a:pt x="1554599" y="57109"/>
                  <a:pt x="1567944" y="51475"/>
                  <a:pt x="1584013" y="51475"/>
                </a:cubicBezTo>
                <a:cubicBezTo>
                  <a:pt x="1600014" y="51475"/>
                  <a:pt x="1612525" y="56326"/>
                  <a:pt x="1621547" y="66029"/>
                </a:cubicBezTo>
                <a:cubicBezTo>
                  <a:pt x="1630569" y="75731"/>
                  <a:pt x="1635079" y="89060"/>
                  <a:pt x="1635079" y="106014"/>
                </a:cubicBezTo>
                <a:lnTo>
                  <a:pt x="1635079" y="120006"/>
                </a:lnTo>
                <a:moveTo>
                  <a:pt x="1604337" y="99375"/>
                </a:moveTo>
                <a:cubicBezTo>
                  <a:pt x="1604337" y="82489"/>
                  <a:pt x="1597495" y="74046"/>
                  <a:pt x="1583809" y="74046"/>
                </a:cubicBezTo>
                <a:cubicBezTo>
                  <a:pt x="1578158" y="74046"/>
                  <a:pt x="1573153" y="76361"/>
                  <a:pt x="1568795" y="80991"/>
                </a:cubicBezTo>
                <a:cubicBezTo>
                  <a:pt x="1564438" y="85621"/>
                  <a:pt x="1561714" y="91749"/>
                  <a:pt x="1560625" y="99375"/>
                </a:cubicBezTo>
                <a:lnTo>
                  <a:pt x="1604337" y="99375"/>
                </a:lnTo>
                <a:close/>
                <a:moveTo>
                  <a:pt x="1763862" y="167191"/>
                </a:moveTo>
                <a:lnTo>
                  <a:pt x="1731077" y="167191"/>
                </a:lnTo>
                <a:lnTo>
                  <a:pt x="1731077" y="104175"/>
                </a:lnTo>
                <a:cubicBezTo>
                  <a:pt x="1731077" y="85927"/>
                  <a:pt x="1724507" y="76804"/>
                  <a:pt x="1711366" y="76804"/>
                </a:cubicBezTo>
                <a:cubicBezTo>
                  <a:pt x="1705102" y="76804"/>
                  <a:pt x="1699893" y="79238"/>
                  <a:pt x="1695740" y="84106"/>
                </a:cubicBezTo>
                <a:cubicBezTo>
                  <a:pt x="1691586" y="88974"/>
                  <a:pt x="1689510" y="95187"/>
                  <a:pt x="1689510" y="102745"/>
                </a:cubicBezTo>
                <a:lnTo>
                  <a:pt x="1689510" y="167191"/>
                </a:lnTo>
                <a:lnTo>
                  <a:pt x="1656521" y="167191"/>
                </a:lnTo>
                <a:lnTo>
                  <a:pt x="1656521" y="54232"/>
                </a:lnTo>
                <a:lnTo>
                  <a:pt x="1689510" y="54232"/>
                </a:lnTo>
                <a:lnTo>
                  <a:pt x="1689510" y="72208"/>
                </a:lnTo>
                <a:lnTo>
                  <a:pt x="1689918" y="72208"/>
                </a:lnTo>
                <a:cubicBezTo>
                  <a:pt x="1698157" y="58386"/>
                  <a:pt x="1710277" y="51475"/>
                  <a:pt x="1726277" y="51475"/>
                </a:cubicBezTo>
                <a:cubicBezTo>
                  <a:pt x="1751334" y="51475"/>
                  <a:pt x="1763862" y="66999"/>
                  <a:pt x="1763862" y="98047"/>
                </a:cubicBezTo>
                <a:lnTo>
                  <a:pt x="1763862" y="167191"/>
                </a:lnTo>
                <a:close/>
                <a:moveTo>
                  <a:pt x="1892355" y="120006"/>
                </a:moveTo>
                <a:lnTo>
                  <a:pt x="1818003" y="120006"/>
                </a:lnTo>
                <a:cubicBezTo>
                  <a:pt x="1819160" y="137504"/>
                  <a:pt x="1829714" y="146254"/>
                  <a:pt x="1849664" y="146254"/>
                </a:cubicBezTo>
                <a:cubicBezTo>
                  <a:pt x="1862124" y="146254"/>
                  <a:pt x="1873120" y="143190"/>
                  <a:pt x="1882653" y="137062"/>
                </a:cubicBezTo>
                <a:lnTo>
                  <a:pt x="1882653" y="161267"/>
                </a:lnTo>
                <a:cubicBezTo>
                  <a:pt x="1872371" y="167055"/>
                  <a:pt x="1858890" y="169948"/>
                  <a:pt x="1842208" y="169948"/>
                </a:cubicBezTo>
                <a:cubicBezTo>
                  <a:pt x="1824233" y="169948"/>
                  <a:pt x="1810258" y="164876"/>
                  <a:pt x="1800283" y="154731"/>
                </a:cubicBezTo>
                <a:cubicBezTo>
                  <a:pt x="1790308" y="144586"/>
                  <a:pt x="1785320" y="130457"/>
                  <a:pt x="1785320" y="112346"/>
                </a:cubicBezTo>
                <a:cubicBezTo>
                  <a:pt x="1785320" y="94302"/>
                  <a:pt x="1790631" y="79646"/>
                  <a:pt x="1801253" y="68378"/>
                </a:cubicBezTo>
                <a:cubicBezTo>
                  <a:pt x="1811875" y="57109"/>
                  <a:pt x="1825220" y="51475"/>
                  <a:pt x="1841289" y="51475"/>
                </a:cubicBezTo>
                <a:cubicBezTo>
                  <a:pt x="1857290" y="51475"/>
                  <a:pt x="1869801" y="56326"/>
                  <a:pt x="1878823" y="66029"/>
                </a:cubicBezTo>
                <a:cubicBezTo>
                  <a:pt x="1887844" y="75731"/>
                  <a:pt x="1892355" y="89060"/>
                  <a:pt x="1892355" y="106014"/>
                </a:cubicBezTo>
                <a:lnTo>
                  <a:pt x="1892355" y="120006"/>
                </a:lnTo>
                <a:moveTo>
                  <a:pt x="1861613" y="99375"/>
                </a:moveTo>
                <a:cubicBezTo>
                  <a:pt x="1861613" y="82489"/>
                  <a:pt x="1854770" y="74046"/>
                  <a:pt x="1841085" y="74046"/>
                </a:cubicBezTo>
                <a:cubicBezTo>
                  <a:pt x="1835433" y="74046"/>
                  <a:pt x="1830429" y="76361"/>
                  <a:pt x="1826071" y="80991"/>
                </a:cubicBezTo>
                <a:cubicBezTo>
                  <a:pt x="1821714" y="85621"/>
                  <a:pt x="1818990" y="91749"/>
                  <a:pt x="1817901" y="99375"/>
                </a:cubicBezTo>
                <a:lnTo>
                  <a:pt x="1861613" y="99375"/>
                </a:lnTo>
                <a:close/>
                <a:moveTo>
                  <a:pt x="1984545" y="84157"/>
                </a:moveTo>
                <a:cubicBezTo>
                  <a:pt x="1980528" y="81842"/>
                  <a:pt x="1975660" y="80685"/>
                  <a:pt x="1969940" y="80685"/>
                </a:cubicBezTo>
                <a:cubicBezTo>
                  <a:pt x="1962450" y="80685"/>
                  <a:pt x="1956510" y="83544"/>
                  <a:pt x="1952118" y="89264"/>
                </a:cubicBezTo>
                <a:cubicBezTo>
                  <a:pt x="1947726" y="94983"/>
                  <a:pt x="1945530" y="102847"/>
                  <a:pt x="1945530" y="112856"/>
                </a:cubicBezTo>
                <a:lnTo>
                  <a:pt x="1945530" y="167191"/>
                </a:lnTo>
                <a:lnTo>
                  <a:pt x="1912542" y="167191"/>
                </a:lnTo>
                <a:lnTo>
                  <a:pt x="1912542" y="54232"/>
                </a:lnTo>
                <a:lnTo>
                  <a:pt x="1945530" y="54232"/>
                </a:lnTo>
                <a:lnTo>
                  <a:pt x="1945530" y="75476"/>
                </a:lnTo>
                <a:lnTo>
                  <a:pt x="1945939" y="75476"/>
                </a:lnTo>
                <a:cubicBezTo>
                  <a:pt x="1951386" y="60020"/>
                  <a:pt x="1961293" y="52292"/>
                  <a:pt x="1975660" y="52292"/>
                </a:cubicBezTo>
                <a:cubicBezTo>
                  <a:pt x="1979541" y="52292"/>
                  <a:pt x="1982502" y="52734"/>
                  <a:pt x="1984545" y="53620"/>
                </a:cubicBezTo>
                <a:lnTo>
                  <a:pt x="1984545" y="84157"/>
                </a:lnTo>
                <a:close/>
                <a:moveTo>
                  <a:pt x="2003986" y="61075"/>
                </a:moveTo>
                <a:cubicBezTo>
                  <a:pt x="2009093" y="58216"/>
                  <a:pt x="2015919" y="55901"/>
                  <a:pt x="2024464" y="54130"/>
                </a:cubicBezTo>
                <a:cubicBezTo>
                  <a:pt x="2033009" y="52360"/>
                  <a:pt x="2040311" y="51475"/>
                  <a:pt x="2046371" y="51475"/>
                </a:cubicBezTo>
                <a:cubicBezTo>
                  <a:pt x="2077964" y="51475"/>
                  <a:pt x="2093761" y="67305"/>
                  <a:pt x="2093761" y="98966"/>
                </a:cubicBezTo>
                <a:lnTo>
                  <a:pt x="2093761" y="167191"/>
                </a:lnTo>
                <a:lnTo>
                  <a:pt x="2062406" y="167191"/>
                </a:lnTo>
                <a:lnTo>
                  <a:pt x="2062406" y="150748"/>
                </a:lnTo>
                <a:lnTo>
                  <a:pt x="2061998" y="150748"/>
                </a:lnTo>
                <a:cubicBezTo>
                  <a:pt x="2054304" y="163548"/>
                  <a:pt x="2043035" y="169948"/>
                  <a:pt x="2028192" y="169948"/>
                </a:cubicBezTo>
                <a:cubicBezTo>
                  <a:pt x="2017502" y="169948"/>
                  <a:pt x="2008940" y="166901"/>
                  <a:pt x="2002505" y="160808"/>
                </a:cubicBezTo>
                <a:cubicBezTo>
                  <a:pt x="1996071" y="154714"/>
                  <a:pt x="1992854" y="146424"/>
                  <a:pt x="1992854" y="135938"/>
                </a:cubicBezTo>
                <a:cubicBezTo>
                  <a:pt x="1992854" y="114286"/>
                  <a:pt x="2005757" y="101690"/>
                  <a:pt x="2031562" y="98149"/>
                </a:cubicBezTo>
                <a:lnTo>
                  <a:pt x="2062610" y="93962"/>
                </a:lnTo>
                <a:cubicBezTo>
                  <a:pt x="2062610" y="80821"/>
                  <a:pt x="2055767" y="74250"/>
                  <a:pt x="2042082" y="74250"/>
                </a:cubicBezTo>
                <a:cubicBezTo>
                  <a:pt x="2028600" y="74250"/>
                  <a:pt x="2015902" y="78336"/>
                  <a:pt x="2003986" y="86506"/>
                </a:cubicBezTo>
                <a:lnTo>
                  <a:pt x="2003986" y="61075"/>
                </a:lnTo>
                <a:moveTo>
                  <a:pt x="2041265" y="116022"/>
                </a:moveTo>
                <a:cubicBezTo>
                  <a:pt x="2029349" y="117589"/>
                  <a:pt x="2023391" y="122968"/>
                  <a:pt x="2023391" y="132159"/>
                </a:cubicBezTo>
                <a:cubicBezTo>
                  <a:pt x="2023391" y="136381"/>
                  <a:pt x="2024838" y="139785"/>
                  <a:pt x="2027732" y="142373"/>
                </a:cubicBezTo>
                <a:cubicBezTo>
                  <a:pt x="2030626" y="144960"/>
                  <a:pt x="2034524" y="146254"/>
                  <a:pt x="2039426" y="146254"/>
                </a:cubicBezTo>
                <a:cubicBezTo>
                  <a:pt x="2046167" y="146254"/>
                  <a:pt x="2051716" y="143871"/>
                  <a:pt x="2056074" y="139104"/>
                </a:cubicBezTo>
                <a:cubicBezTo>
                  <a:pt x="2060432" y="134338"/>
                  <a:pt x="2062610" y="128415"/>
                  <a:pt x="2062610" y="121333"/>
                </a:cubicBezTo>
                <a:lnTo>
                  <a:pt x="2062610" y="113265"/>
                </a:lnTo>
                <a:lnTo>
                  <a:pt x="2041265" y="116022"/>
                </a:lnTo>
                <a:close/>
                <a:moveTo>
                  <a:pt x="2188616" y="165863"/>
                </a:moveTo>
                <a:cubicBezTo>
                  <a:pt x="2183645" y="168587"/>
                  <a:pt x="2176122" y="169948"/>
                  <a:pt x="2166044" y="169948"/>
                </a:cubicBezTo>
                <a:cubicBezTo>
                  <a:pt x="2142077" y="169948"/>
                  <a:pt x="2130094" y="157352"/>
                  <a:pt x="2130094" y="132159"/>
                </a:cubicBezTo>
                <a:lnTo>
                  <a:pt x="2130094" y="78846"/>
                </a:lnTo>
                <a:lnTo>
                  <a:pt x="2111506" y="78846"/>
                </a:lnTo>
                <a:lnTo>
                  <a:pt x="2111506" y="54232"/>
                </a:lnTo>
                <a:lnTo>
                  <a:pt x="2130094" y="54232"/>
                </a:lnTo>
                <a:lnTo>
                  <a:pt x="2130094" y="29414"/>
                </a:lnTo>
                <a:lnTo>
                  <a:pt x="2162878" y="20018"/>
                </a:lnTo>
                <a:lnTo>
                  <a:pt x="2162878" y="54232"/>
                </a:lnTo>
                <a:lnTo>
                  <a:pt x="2188616" y="54232"/>
                </a:lnTo>
                <a:lnTo>
                  <a:pt x="2188616" y="78846"/>
                </a:lnTo>
                <a:lnTo>
                  <a:pt x="2162878" y="78846"/>
                </a:lnTo>
                <a:lnTo>
                  <a:pt x="2162878" y="126440"/>
                </a:lnTo>
                <a:cubicBezTo>
                  <a:pt x="2162878" y="138492"/>
                  <a:pt x="2167645" y="144517"/>
                  <a:pt x="2177177" y="144517"/>
                </a:cubicBezTo>
                <a:cubicBezTo>
                  <a:pt x="2180854" y="144517"/>
                  <a:pt x="2184667" y="143428"/>
                  <a:pt x="2188616" y="141249"/>
                </a:cubicBezTo>
                <a:lnTo>
                  <a:pt x="2188616" y="165863"/>
                </a:lnTo>
                <a:close/>
                <a:moveTo>
                  <a:pt x="2205761" y="17771"/>
                </a:moveTo>
                <a:cubicBezTo>
                  <a:pt x="2205761" y="12733"/>
                  <a:pt x="2207548" y="8630"/>
                  <a:pt x="2211123" y="5464"/>
                </a:cubicBezTo>
                <a:cubicBezTo>
                  <a:pt x="2214698" y="2298"/>
                  <a:pt x="2219277" y="715"/>
                  <a:pt x="2224860" y="715"/>
                </a:cubicBezTo>
                <a:cubicBezTo>
                  <a:pt x="2230579" y="715"/>
                  <a:pt x="2235209" y="2332"/>
                  <a:pt x="2238750" y="5566"/>
                </a:cubicBezTo>
                <a:cubicBezTo>
                  <a:pt x="2242290" y="8800"/>
                  <a:pt x="2244061" y="12869"/>
                  <a:pt x="2244061" y="17771"/>
                </a:cubicBezTo>
                <a:cubicBezTo>
                  <a:pt x="2244061" y="22741"/>
                  <a:pt x="2242256" y="26878"/>
                  <a:pt x="2238648" y="30180"/>
                </a:cubicBezTo>
                <a:cubicBezTo>
                  <a:pt x="2235039" y="33482"/>
                  <a:pt x="2230443" y="35134"/>
                  <a:pt x="2224860" y="35134"/>
                </a:cubicBezTo>
                <a:cubicBezTo>
                  <a:pt x="2219345" y="35134"/>
                  <a:pt x="2214783" y="33465"/>
                  <a:pt x="2211174" y="30129"/>
                </a:cubicBezTo>
                <a:cubicBezTo>
                  <a:pt x="2207565" y="26793"/>
                  <a:pt x="2205761" y="22673"/>
                  <a:pt x="2205761" y="17771"/>
                </a:cubicBezTo>
                <a:moveTo>
                  <a:pt x="2208212" y="167191"/>
                </a:moveTo>
                <a:lnTo>
                  <a:pt x="2208212" y="54232"/>
                </a:lnTo>
                <a:lnTo>
                  <a:pt x="2241099" y="54232"/>
                </a:lnTo>
                <a:lnTo>
                  <a:pt x="2241099" y="167191"/>
                </a:lnTo>
                <a:lnTo>
                  <a:pt x="2208212" y="167191"/>
                </a:lnTo>
                <a:close/>
                <a:moveTo>
                  <a:pt x="2262850" y="111222"/>
                </a:moveTo>
                <a:cubicBezTo>
                  <a:pt x="2262850" y="92634"/>
                  <a:pt x="2268416" y="78029"/>
                  <a:pt x="2279548" y="67407"/>
                </a:cubicBezTo>
                <a:cubicBezTo>
                  <a:pt x="2290681" y="56786"/>
                  <a:pt x="2305643" y="51475"/>
                  <a:pt x="2324436" y="51475"/>
                </a:cubicBezTo>
                <a:cubicBezTo>
                  <a:pt x="2342615" y="51475"/>
                  <a:pt x="2357050" y="56701"/>
                  <a:pt x="2367740" y="67152"/>
                </a:cubicBezTo>
                <a:cubicBezTo>
                  <a:pt x="2378430" y="77604"/>
                  <a:pt x="2383775" y="91647"/>
                  <a:pt x="2383775" y="109282"/>
                </a:cubicBezTo>
                <a:cubicBezTo>
                  <a:pt x="2383775" y="127802"/>
                  <a:pt x="2378294" y="142543"/>
                  <a:pt x="2367331" y="153505"/>
                </a:cubicBezTo>
                <a:cubicBezTo>
                  <a:pt x="2356369" y="164467"/>
                  <a:pt x="2341526" y="169948"/>
                  <a:pt x="2322802" y="169948"/>
                </a:cubicBezTo>
                <a:cubicBezTo>
                  <a:pt x="2304418" y="169948"/>
                  <a:pt x="2289830" y="164689"/>
                  <a:pt x="2279038" y="154169"/>
                </a:cubicBezTo>
                <a:cubicBezTo>
                  <a:pt x="2268246" y="143649"/>
                  <a:pt x="2262850" y="129334"/>
                  <a:pt x="2262850" y="111222"/>
                </a:cubicBezTo>
                <a:moveTo>
                  <a:pt x="2296247" y="110814"/>
                </a:moveTo>
                <a:cubicBezTo>
                  <a:pt x="2296247" y="133351"/>
                  <a:pt x="2305439" y="144620"/>
                  <a:pt x="2323823" y="144620"/>
                </a:cubicBezTo>
                <a:cubicBezTo>
                  <a:pt x="2341458" y="144620"/>
                  <a:pt x="2350275" y="133045"/>
                  <a:pt x="2350275" y="109895"/>
                </a:cubicBezTo>
                <a:cubicBezTo>
                  <a:pt x="2350275" y="87834"/>
                  <a:pt x="2341390" y="76804"/>
                  <a:pt x="2323619" y="76804"/>
                </a:cubicBezTo>
                <a:cubicBezTo>
                  <a:pt x="2314971" y="76804"/>
                  <a:pt x="2308248" y="79765"/>
                  <a:pt x="2303447" y="85689"/>
                </a:cubicBezTo>
                <a:cubicBezTo>
                  <a:pt x="2298647" y="91613"/>
                  <a:pt x="2296247" y="99988"/>
                  <a:pt x="2296247" y="110814"/>
                </a:cubicBezTo>
                <a:close/>
                <a:moveTo>
                  <a:pt x="2514354" y="167191"/>
                </a:moveTo>
                <a:lnTo>
                  <a:pt x="2481570" y="167191"/>
                </a:lnTo>
                <a:lnTo>
                  <a:pt x="2481570" y="104175"/>
                </a:lnTo>
                <a:cubicBezTo>
                  <a:pt x="2481570" y="85927"/>
                  <a:pt x="2474999" y="76804"/>
                  <a:pt x="2461858" y="76804"/>
                </a:cubicBezTo>
                <a:cubicBezTo>
                  <a:pt x="2455594" y="76804"/>
                  <a:pt x="2450385" y="79238"/>
                  <a:pt x="2446232" y="84106"/>
                </a:cubicBezTo>
                <a:cubicBezTo>
                  <a:pt x="2442079" y="88974"/>
                  <a:pt x="2440002" y="95187"/>
                  <a:pt x="2440002" y="102745"/>
                </a:cubicBezTo>
                <a:lnTo>
                  <a:pt x="2440002" y="167191"/>
                </a:lnTo>
                <a:lnTo>
                  <a:pt x="2407013" y="167191"/>
                </a:lnTo>
                <a:lnTo>
                  <a:pt x="2407013" y="54232"/>
                </a:lnTo>
                <a:lnTo>
                  <a:pt x="2440002" y="54232"/>
                </a:lnTo>
                <a:lnTo>
                  <a:pt x="2440002" y="72208"/>
                </a:lnTo>
                <a:lnTo>
                  <a:pt x="2440410" y="72208"/>
                </a:lnTo>
                <a:cubicBezTo>
                  <a:pt x="2448649" y="58386"/>
                  <a:pt x="2460769" y="51475"/>
                  <a:pt x="2476770" y="51475"/>
                </a:cubicBezTo>
                <a:cubicBezTo>
                  <a:pt x="2501826" y="51475"/>
                  <a:pt x="2514354" y="66999"/>
                  <a:pt x="2514354" y="98047"/>
                </a:cubicBezTo>
                <a:lnTo>
                  <a:pt x="2514354" y="1671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LLM">
            <a:extLst xmlns:a="http://schemas.openxmlformats.org/drawingml/2006/main">
              <a:ext uri="{FF2B5EF4-FFF2-40B4-BE49-F238E27FC236}">
                <a16:creationId xmlns:a16="http://schemas.microsoft.com/office/drawing/2014/main" id="{A3D2DAF9-A2EA-40DF-8DC3-945B2348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874" y="4603647"/>
            <a:ext cx="332463" cy="139171"/>
          </a:xfrm>
          <a:custGeom xmlns:a="http://schemas.openxmlformats.org/drawingml/2006/main">
            <a:pathLst>
              <a:path w="332463" h="139171">
                <a:moveTo>
                  <a:pt x="73404" y="139171"/>
                </a:moveTo>
                <a:lnTo>
                  <a:pt x="0" y="139171"/>
                </a:lnTo>
                <a:lnTo>
                  <a:pt x="0" y="0"/>
                </a:lnTo>
                <a:lnTo>
                  <a:pt x="17969" y="0"/>
                </a:lnTo>
                <a:lnTo>
                  <a:pt x="17969" y="123269"/>
                </a:lnTo>
                <a:lnTo>
                  <a:pt x="73404" y="123269"/>
                </a:lnTo>
                <a:lnTo>
                  <a:pt x="73404" y="139171"/>
                </a:lnTo>
                <a:close/>
                <a:moveTo>
                  <a:pt x="167759" y="139171"/>
                </a:moveTo>
                <a:lnTo>
                  <a:pt x="94355" y="139171"/>
                </a:lnTo>
                <a:lnTo>
                  <a:pt x="94355" y="0"/>
                </a:lnTo>
                <a:lnTo>
                  <a:pt x="112324" y="0"/>
                </a:lnTo>
                <a:lnTo>
                  <a:pt x="112324" y="123269"/>
                </a:lnTo>
                <a:lnTo>
                  <a:pt x="167759" y="123269"/>
                </a:lnTo>
                <a:lnTo>
                  <a:pt x="167759" y="139171"/>
                </a:lnTo>
                <a:close/>
                <a:moveTo>
                  <a:pt x="314584" y="139171"/>
                </a:moveTo>
                <a:lnTo>
                  <a:pt x="314584" y="46989"/>
                </a:lnTo>
                <a:cubicBezTo>
                  <a:pt x="314584" y="39382"/>
                  <a:pt x="315033" y="30248"/>
                  <a:pt x="315932" y="19586"/>
                </a:cubicBezTo>
                <a:lnTo>
                  <a:pt x="315482" y="19586"/>
                </a:lnTo>
                <a:cubicBezTo>
                  <a:pt x="313925" y="26295"/>
                  <a:pt x="312548" y="30967"/>
                  <a:pt x="311350" y="33602"/>
                </a:cubicBezTo>
                <a:lnTo>
                  <a:pt x="265438" y="139171"/>
                </a:lnTo>
                <a:lnTo>
                  <a:pt x="255465" y="139171"/>
                </a:lnTo>
                <a:lnTo>
                  <a:pt x="209644" y="34411"/>
                </a:lnTo>
                <a:cubicBezTo>
                  <a:pt x="208566" y="32015"/>
                  <a:pt x="207188" y="27074"/>
                  <a:pt x="205511" y="19586"/>
                </a:cubicBezTo>
                <a:lnTo>
                  <a:pt x="204972" y="19586"/>
                </a:lnTo>
                <a:cubicBezTo>
                  <a:pt x="205571" y="26055"/>
                  <a:pt x="205871" y="35459"/>
                  <a:pt x="205871" y="47798"/>
                </a:cubicBezTo>
                <a:lnTo>
                  <a:pt x="205871" y="139171"/>
                </a:lnTo>
                <a:lnTo>
                  <a:pt x="188710" y="139171"/>
                </a:lnTo>
                <a:lnTo>
                  <a:pt x="188710" y="0"/>
                </a:lnTo>
                <a:lnTo>
                  <a:pt x="213058" y="0"/>
                </a:lnTo>
                <a:lnTo>
                  <a:pt x="254118" y="95416"/>
                </a:lnTo>
                <a:cubicBezTo>
                  <a:pt x="257232" y="102724"/>
                  <a:pt x="259299" y="108414"/>
                  <a:pt x="260317" y="112487"/>
                </a:cubicBezTo>
                <a:lnTo>
                  <a:pt x="260946" y="112487"/>
                </a:lnTo>
                <a:cubicBezTo>
                  <a:pt x="264061" y="103922"/>
                  <a:pt x="266247" y="98112"/>
                  <a:pt x="267505" y="95057"/>
                </a:cubicBezTo>
                <a:lnTo>
                  <a:pt x="309283" y="0"/>
                </a:lnTo>
                <a:lnTo>
                  <a:pt x="332463" y="0"/>
                </a:lnTo>
                <a:lnTo>
                  <a:pt x="332463" y="139171"/>
                </a:lnTo>
                <a:lnTo>
                  <a:pt x="314584" y="1391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Probs.">
            <a:extLst xmlns:a="http://schemas.openxmlformats.org/drawingml/2006/main">
              <a:ext uri="{FF2B5EF4-FFF2-40B4-BE49-F238E27FC236}">
                <a16:creationId xmlns:a16="http://schemas.microsoft.com/office/drawing/2014/main" id="{B8949A1B-DDDB-4B2E-A445-638C0DB0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874" y="4815916"/>
            <a:ext cx="515748" cy="149414"/>
          </a:xfrm>
          <a:custGeom xmlns:a="http://schemas.openxmlformats.org/drawingml/2006/main">
            <a:pathLst>
              <a:path w="515748" h="149414">
                <a:moveTo>
                  <a:pt x="17969" y="95057"/>
                </a:moveTo>
                <a:lnTo>
                  <a:pt x="17969" y="147078"/>
                </a:lnTo>
                <a:lnTo>
                  <a:pt x="0" y="147078"/>
                </a:lnTo>
                <a:lnTo>
                  <a:pt x="0" y="7906"/>
                </a:lnTo>
                <a:lnTo>
                  <a:pt x="39532" y="7906"/>
                </a:lnTo>
                <a:cubicBezTo>
                  <a:pt x="54566" y="7906"/>
                  <a:pt x="66231" y="11530"/>
                  <a:pt x="74527" y="18778"/>
                </a:cubicBezTo>
                <a:cubicBezTo>
                  <a:pt x="82823" y="26025"/>
                  <a:pt x="86971" y="36388"/>
                  <a:pt x="86971" y="49864"/>
                </a:cubicBezTo>
                <a:cubicBezTo>
                  <a:pt x="86971" y="63521"/>
                  <a:pt x="82119" y="74587"/>
                  <a:pt x="72416" y="83063"/>
                </a:cubicBezTo>
                <a:cubicBezTo>
                  <a:pt x="62712" y="91538"/>
                  <a:pt x="50583" y="95536"/>
                  <a:pt x="36028" y="95057"/>
                </a:cubicBezTo>
                <a:lnTo>
                  <a:pt x="17969" y="95057"/>
                </a:lnTo>
                <a:moveTo>
                  <a:pt x="17969" y="23719"/>
                </a:moveTo>
                <a:lnTo>
                  <a:pt x="17969" y="79244"/>
                </a:lnTo>
                <a:lnTo>
                  <a:pt x="34591" y="79244"/>
                </a:lnTo>
                <a:cubicBezTo>
                  <a:pt x="45552" y="79244"/>
                  <a:pt x="53878" y="76773"/>
                  <a:pt x="59568" y="71832"/>
                </a:cubicBezTo>
                <a:cubicBezTo>
                  <a:pt x="65258" y="66890"/>
                  <a:pt x="68103" y="59807"/>
                  <a:pt x="68103" y="50583"/>
                </a:cubicBezTo>
                <a:cubicBezTo>
                  <a:pt x="68103" y="32674"/>
                  <a:pt x="57501" y="23719"/>
                  <a:pt x="36298" y="23719"/>
                </a:cubicBezTo>
                <a:lnTo>
                  <a:pt x="17969" y="23719"/>
                </a:lnTo>
                <a:close/>
                <a:moveTo>
                  <a:pt x="164011" y="65138"/>
                </a:moveTo>
                <a:cubicBezTo>
                  <a:pt x="161076" y="63042"/>
                  <a:pt x="157033" y="61994"/>
                  <a:pt x="151882" y="61994"/>
                </a:cubicBezTo>
                <a:cubicBezTo>
                  <a:pt x="145054" y="61994"/>
                  <a:pt x="139423" y="65183"/>
                  <a:pt x="134991" y="71562"/>
                </a:cubicBezTo>
                <a:cubicBezTo>
                  <a:pt x="130559" y="77941"/>
                  <a:pt x="128342" y="86342"/>
                  <a:pt x="128342" y="96764"/>
                </a:cubicBezTo>
                <a:lnTo>
                  <a:pt x="128342" y="147078"/>
                </a:lnTo>
                <a:lnTo>
                  <a:pt x="110733" y="147078"/>
                </a:lnTo>
                <a:lnTo>
                  <a:pt x="110733" y="47708"/>
                </a:lnTo>
                <a:lnTo>
                  <a:pt x="128342" y="47708"/>
                </a:lnTo>
                <a:lnTo>
                  <a:pt x="128342" y="67923"/>
                </a:lnTo>
                <a:lnTo>
                  <a:pt x="128702" y="67923"/>
                </a:lnTo>
                <a:cubicBezTo>
                  <a:pt x="133733" y="53309"/>
                  <a:pt x="142418" y="46001"/>
                  <a:pt x="154757" y="46001"/>
                </a:cubicBezTo>
                <a:cubicBezTo>
                  <a:pt x="158770" y="46001"/>
                  <a:pt x="161855" y="46450"/>
                  <a:pt x="164011" y="47349"/>
                </a:cubicBezTo>
                <a:lnTo>
                  <a:pt x="164011" y="65138"/>
                </a:lnTo>
                <a:close/>
                <a:moveTo>
                  <a:pt x="171798" y="98471"/>
                </a:moveTo>
                <a:cubicBezTo>
                  <a:pt x="171798" y="82059"/>
                  <a:pt x="176380" y="69106"/>
                  <a:pt x="185544" y="59613"/>
                </a:cubicBezTo>
                <a:cubicBezTo>
                  <a:pt x="194708" y="50119"/>
                  <a:pt x="207137" y="45372"/>
                  <a:pt x="222830" y="45372"/>
                </a:cubicBezTo>
                <a:cubicBezTo>
                  <a:pt x="237744" y="45372"/>
                  <a:pt x="249439" y="49939"/>
                  <a:pt x="257915" y="59074"/>
                </a:cubicBezTo>
                <a:cubicBezTo>
                  <a:pt x="266390" y="68208"/>
                  <a:pt x="270628" y="80831"/>
                  <a:pt x="270628" y="96944"/>
                </a:cubicBezTo>
                <a:cubicBezTo>
                  <a:pt x="270628" y="112637"/>
                  <a:pt x="266106" y="125305"/>
                  <a:pt x="257061" y="134948"/>
                </a:cubicBezTo>
                <a:cubicBezTo>
                  <a:pt x="248017" y="144592"/>
                  <a:pt x="235888" y="149414"/>
                  <a:pt x="220674" y="149414"/>
                </a:cubicBezTo>
                <a:cubicBezTo>
                  <a:pt x="205819" y="149414"/>
                  <a:pt x="193960" y="144742"/>
                  <a:pt x="185095" y="135398"/>
                </a:cubicBezTo>
                <a:cubicBezTo>
                  <a:pt x="176230" y="126054"/>
                  <a:pt x="171798" y="113745"/>
                  <a:pt x="171798" y="98471"/>
                </a:cubicBezTo>
                <a:moveTo>
                  <a:pt x="189767" y="97932"/>
                </a:moveTo>
                <a:cubicBezTo>
                  <a:pt x="189767" y="109372"/>
                  <a:pt x="192657" y="118387"/>
                  <a:pt x="198437" y="124976"/>
                </a:cubicBezTo>
                <a:cubicBezTo>
                  <a:pt x="204217" y="131564"/>
                  <a:pt x="211989" y="134859"/>
                  <a:pt x="221752" y="134859"/>
                </a:cubicBezTo>
                <a:cubicBezTo>
                  <a:pt x="231815" y="134859"/>
                  <a:pt x="239481" y="131639"/>
                  <a:pt x="244752" y="125200"/>
                </a:cubicBezTo>
                <a:cubicBezTo>
                  <a:pt x="250023" y="118761"/>
                  <a:pt x="252659" y="109522"/>
                  <a:pt x="252659" y="97483"/>
                </a:cubicBezTo>
                <a:cubicBezTo>
                  <a:pt x="252659" y="85384"/>
                  <a:pt x="250023" y="76099"/>
                  <a:pt x="244752" y="69631"/>
                </a:cubicBezTo>
                <a:cubicBezTo>
                  <a:pt x="239481" y="63162"/>
                  <a:pt x="231815" y="59927"/>
                  <a:pt x="221752" y="59927"/>
                </a:cubicBezTo>
                <a:cubicBezTo>
                  <a:pt x="211869" y="59927"/>
                  <a:pt x="204067" y="63311"/>
                  <a:pt x="198347" y="70080"/>
                </a:cubicBezTo>
                <a:cubicBezTo>
                  <a:pt x="192627" y="76848"/>
                  <a:pt x="189767" y="86132"/>
                  <a:pt x="189767" y="97932"/>
                </a:cubicBezTo>
                <a:close/>
                <a:moveTo>
                  <a:pt x="312347" y="133062"/>
                </a:moveTo>
                <a:lnTo>
                  <a:pt x="312347" y="147078"/>
                </a:lnTo>
                <a:lnTo>
                  <a:pt x="294737" y="147078"/>
                </a:lnTo>
                <a:lnTo>
                  <a:pt x="294737" y="0"/>
                </a:lnTo>
                <a:lnTo>
                  <a:pt x="312347" y="0"/>
                </a:lnTo>
                <a:lnTo>
                  <a:pt x="312347" y="64869"/>
                </a:lnTo>
                <a:lnTo>
                  <a:pt x="312706" y="64869"/>
                </a:lnTo>
                <a:cubicBezTo>
                  <a:pt x="320493" y="51871"/>
                  <a:pt x="331873" y="45372"/>
                  <a:pt x="346848" y="45372"/>
                </a:cubicBezTo>
                <a:cubicBezTo>
                  <a:pt x="359306" y="45372"/>
                  <a:pt x="369204" y="49760"/>
                  <a:pt x="376542" y="58535"/>
                </a:cubicBezTo>
                <a:cubicBezTo>
                  <a:pt x="383879" y="67310"/>
                  <a:pt x="387548" y="79304"/>
                  <a:pt x="387548" y="94518"/>
                </a:cubicBezTo>
                <a:cubicBezTo>
                  <a:pt x="387548" y="111289"/>
                  <a:pt x="383430" y="124631"/>
                  <a:pt x="375194" y="134544"/>
                </a:cubicBezTo>
                <a:cubicBezTo>
                  <a:pt x="366958" y="144457"/>
                  <a:pt x="355982" y="149414"/>
                  <a:pt x="342265" y="149414"/>
                </a:cubicBezTo>
                <a:cubicBezTo>
                  <a:pt x="329328" y="149414"/>
                  <a:pt x="319474" y="143963"/>
                  <a:pt x="312706" y="133062"/>
                </a:cubicBezTo>
                <a:lnTo>
                  <a:pt x="312347" y="133062"/>
                </a:lnTo>
                <a:moveTo>
                  <a:pt x="312257" y="106198"/>
                </a:moveTo>
                <a:cubicBezTo>
                  <a:pt x="312257" y="114224"/>
                  <a:pt x="314862" y="121007"/>
                  <a:pt x="320073" y="126548"/>
                </a:cubicBezTo>
                <a:cubicBezTo>
                  <a:pt x="325285" y="132088"/>
                  <a:pt x="331813" y="134859"/>
                  <a:pt x="339660" y="134859"/>
                </a:cubicBezTo>
                <a:cubicBezTo>
                  <a:pt x="349004" y="134859"/>
                  <a:pt x="356311" y="131265"/>
                  <a:pt x="361582" y="124077"/>
                </a:cubicBezTo>
                <a:cubicBezTo>
                  <a:pt x="366853" y="116889"/>
                  <a:pt x="369489" y="106947"/>
                  <a:pt x="369489" y="94248"/>
                </a:cubicBezTo>
                <a:cubicBezTo>
                  <a:pt x="369489" y="83766"/>
                  <a:pt x="367033" y="75426"/>
                  <a:pt x="362121" y="69226"/>
                </a:cubicBezTo>
                <a:cubicBezTo>
                  <a:pt x="357210" y="63027"/>
                  <a:pt x="350501" y="59927"/>
                  <a:pt x="341996" y="59927"/>
                </a:cubicBezTo>
                <a:cubicBezTo>
                  <a:pt x="333371" y="59927"/>
                  <a:pt x="326258" y="63012"/>
                  <a:pt x="320657" y="69181"/>
                </a:cubicBezTo>
                <a:cubicBezTo>
                  <a:pt x="315057" y="75351"/>
                  <a:pt x="312257" y="83197"/>
                  <a:pt x="312257" y="92721"/>
                </a:cubicBezTo>
                <a:lnTo>
                  <a:pt x="312257" y="106198"/>
                </a:lnTo>
                <a:close/>
                <a:moveTo>
                  <a:pt x="406745" y="125605"/>
                </a:moveTo>
                <a:cubicBezTo>
                  <a:pt x="415610" y="132014"/>
                  <a:pt x="425164" y="135218"/>
                  <a:pt x="435406" y="135218"/>
                </a:cubicBezTo>
                <a:cubicBezTo>
                  <a:pt x="449123" y="135218"/>
                  <a:pt x="455981" y="130726"/>
                  <a:pt x="455981" y="121741"/>
                </a:cubicBezTo>
                <a:cubicBezTo>
                  <a:pt x="455981" y="117908"/>
                  <a:pt x="454483" y="114748"/>
                  <a:pt x="451488" y="112262"/>
                </a:cubicBezTo>
                <a:cubicBezTo>
                  <a:pt x="448494" y="109777"/>
                  <a:pt x="442414" y="106827"/>
                  <a:pt x="433250" y="103413"/>
                </a:cubicBezTo>
                <a:cubicBezTo>
                  <a:pt x="422229" y="98980"/>
                  <a:pt x="415071" y="94593"/>
                  <a:pt x="411777" y="90250"/>
                </a:cubicBezTo>
                <a:cubicBezTo>
                  <a:pt x="408482" y="85908"/>
                  <a:pt x="406835" y="80652"/>
                  <a:pt x="406835" y="74482"/>
                </a:cubicBezTo>
                <a:cubicBezTo>
                  <a:pt x="406835" y="65677"/>
                  <a:pt x="410564" y="58624"/>
                  <a:pt x="418021" y="53324"/>
                </a:cubicBezTo>
                <a:cubicBezTo>
                  <a:pt x="425478" y="48023"/>
                  <a:pt x="434657" y="45372"/>
                  <a:pt x="445559" y="45372"/>
                </a:cubicBezTo>
                <a:cubicBezTo>
                  <a:pt x="454004" y="45372"/>
                  <a:pt x="461851" y="46840"/>
                  <a:pt x="469098" y="49775"/>
                </a:cubicBezTo>
                <a:lnTo>
                  <a:pt x="469098" y="66755"/>
                </a:lnTo>
                <a:cubicBezTo>
                  <a:pt x="461671" y="61964"/>
                  <a:pt x="453255" y="59568"/>
                  <a:pt x="443852" y="59568"/>
                </a:cubicBezTo>
                <a:cubicBezTo>
                  <a:pt x="438221" y="59568"/>
                  <a:pt x="433639" y="60796"/>
                  <a:pt x="430105" y="63251"/>
                </a:cubicBezTo>
                <a:cubicBezTo>
                  <a:pt x="426571" y="65707"/>
                  <a:pt x="424804" y="68942"/>
                  <a:pt x="424804" y="72955"/>
                </a:cubicBezTo>
                <a:cubicBezTo>
                  <a:pt x="424804" y="76908"/>
                  <a:pt x="426077" y="79993"/>
                  <a:pt x="428623" y="82209"/>
                </a:cubicBezTo>
                <a:cubicBezTo>
                  <a:pt x="431168" y="84425"/>
                  <a:pt x="436814" y="87270"/>
                  <a:pt x="445559" y="90744"/>
                </a:cubicBezTo>
                <a:cubicBezTo>
                  <a:pt x="456640" y="94877"/>
                  <a:pt x="464127" y="99160"/>
                  <a:pt x="468020" y="103592"/>
                </a:cubicBezTo>
                <a:cubicBezTo>
                  <a:pt x="471913" y="108025"/>
                  <a:pt x="473860" y="113505"/>
                  <a:pt x="473860" y="120034"/>
                </a:cubicBezTo>
                <a:cubicBezTo>
                  <a:pt x="473860" y="129138"/>
                  <a:pt x="470131" y="136311"/>
                  <a:pt x="462674" y="141552"/>
                </a:cubicBezTo>
                <a:cubicBezTo>
                  <a:pt x="455217" y="146793"/>
                  <a:pt x="445559" y="149414"/>
                  <a:pt x="433699" y="149414"/>
                </a:cubicBezTo>
                <a:cubicBezTo>
                  <a:pt x="423397" y="149414"/>
                  <a:pt x="414412" y="147467"/>
                  <a:pt x="406745" y="143574"/>
                </a:cubicBezTo>
                <a:lnTo>
                  <a:pt x="406745" y="125605"/>
                </a:lnTo>
                <a:close/>
                <a:moveTo>
                  <a:pt x="492478" y="137824"/>
                </a:moveTo>
                <a:cubicBezTo>
                  <a:pt x="492478" y="134589"/>
                  <a:pt x="493586" y="131864"/>
                  <a:pt x="495803" y="129648"/>
                </a:cubicBezTo>
                <a:cubicBezTo>
                  <a:pt x="498019" y="127431"/>
                  <a:pt x="500774" y="126323"/>
                  <a:pt x="504068" y="126323"/>
                </a:cubicBezTo>
                <a:cubicBezTo>
                  <a:pt x="507423" y="126323"/>
                  <a:pt x="510208" y="127446"/>
                  <a:pt x="512424" y="129693"/>
                </a:cubicBezTo>
                <a:cubicBezTo>
                  <a:pt x="514640" y="131939"/>
                  <a:pt x="515748" y="134649"/>
                  <a:pt x="515748" y="137824"/>
                </a:cubicBezTo>
                <a:cubicBezTo>
                  <a:pt x="515748" y="140938"/>
                  <a:pt x="514640" y="143619"/>
                  <a:pt x="512424" y="145865"/>
                </a:cubicBezTo>
                <a:cubicBezTo>
                  <a:pt x="510208" y="148111"/>
                  <a:pt x="507393" y="149234"/>
                  <a:pt x="503979" y="149234"/>
                </a:cubicBezTo>
                <a:cubicBezTo>
                  <a:pt x="500684" y="149234"/>
                  <a:pt x="497944" y="148111"/>
                  <a:pt x="495758" y="145865"/>
                </a:cubicBezTo>
                <a:cubicBezTo>
                  <a:pt x="493571" y="143619"/>
                  <a:pt x="492478" y="140938"/>
                  <a:pt x="492478" y="1378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DPDA">
            <a:extLst xmlns:a="http://schemas.openxmlformats.org/drawingml/2006/main">
              <a:ext uri="{FF2B5EF4-FFF2-40B4-BE49-F238E27FC236}">
                <a16:creationId xmlns:a16="http://schemas.microsoft.com/office/drawing/2014/main" id="{BFAEBF56-D955-4C73-AA22-0C53BC63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6" y="4610881"/>
            <a:ext cx="499432" cy="139171"/>
          </a:xfrm>
          <a:custGeom xmlns:a="http://schemas.openxmlformats.org/drawingml/2006/main">
            <a:pathLst>
              <a:path w="499432" h="139171">
                <a:moveTo>
                  <a:pt x="0" y="139171"/>
                </a:moveTo>
                <a:lnTo>
                  <a:pt x="0" y="0"/>
                </a:lnTo>
                <a:lnTo>
                  <a:pt x="39712" y="0"/>
                </a:lnTo>
                <a:cubicBezTo>
                  <a:pt x="60796" y="0"/>
                  <a:pt x="78331" y="6139"/>
                  <a:pt x="92317" y="18418"/>
                </a:cubicBezTo>
                <a:cubicBezTo>
                  <a:pt x="106303" y="30697"/>
                  <a:pt x="113296" y="47169"/>
                  <a:pt x="113296" y="67834"/>
                </a:cubicBezTo>
                <a:cubicBezTo>
                  <a:pt x="113296" y="89397"/>
                  <a:pt x="106303" y="106677"/>
                  <a:pt x="92317" y="119675"/>
                </a:cubicBezTo>
                <a:cubicBezTo>
                  <a:pt x="78331" y="132672"/>
                  <a:pt x="60317" y="139171"/>
                  <a:pt x="38274" y="139171"/>
                </a:cubicBezTo>
                <a:lnTo>
                  <a:pt x="0" y="139171"/>
                </a:lnTo>
                <a:moveTo>
                  <a:pt x="17969" y="15993"/>
                </a:moveTo>
                <a:lnTo>
                  <a:pt x="17969" y="123269"/>
                </a:lnTo>
                <a:lnTo>
                  <a:pt x="38184" y="123269"/>
                </a:lnTo>
                <a:cubicBezTo>
                  <a:pt x="55854" y="123269"/>
                  <a:pt x="69646" y="118447"/>
                  <a:pt x="79559" y="108803"/>
                </a:cubicBezTo>
                <a:cubicBezTo>
                  <a:pt x="89472" y="99160"/>
                  <a:pt x="94428" y="85653"/>
                  <a:pt x="94428" y="68283"/>
                </a:cubicBezTo>
                <a:cubicBezTo>
                  <a:pt x="94428" y="50913"/>
                  <a:pt x="89337" y="37855"/>
                  <a:pt x="79154" y="29110"/>
                </a:cubicBezTo>
                <a:cubicBezTo>
                  <a:pt x="68972" y="20365"/>
                  <a:pt x="55585" y="15993"/>
                  <a:pt x="38993" y="15993"/>
                </a:cubicBezTo>
                <a:lnTo>
                  <a:pt x="17969" y="15993"/>
                </a:lnTo>
                <a:close/>
                <a:moveTo>
                  <a:pt x="158181" y="87150"/>
                </a:moveTo>
                <a:lnTo>
                  <a:pt x="158181" y="139171"/>
                </a:lnTo>
                <a:lnTo>
                  <a:pt x="140211" y="139171"/>
                </a:lnTo>
                <a:lnTo>
                  <a:pt x="140211" y="0"/>
                </a:lnTo>
                <a:lnTo>
                  <a:pt x="179744" y="0"/>
                </a:lnTo>
                <a:cubicBezTo>
                  <a:pt x="194778" y="0"/>
                  <a:pt x="206443" y="3624"/>
                  <a:pt x="214739" y="10871"/>
                </a:cubicBezTo>
                <a:cubicBezTo>
                  <a:pt x="223034" y="18119"/>
                  <a:pt x="227182" y="28481"/>
                  <a:pt x="227182" y="41958"/>
                </a:cubicBezTo>
                <a:cubicBezTo>
                  <a:pt x="227182" y="55615"/>
                  <a:pt x="222331" y="66681"/>
                  <a:pt x="212627" y="75156"/>
                </a:cubicBezTo>
                <a:cubicBezTo>
                  <a:pt x="202924" y="83632"/>
                  <a:pt x="190795" y="87630"/>
                  <a:pt x="176240" y="87150"/>
                </a:cubicBezTo>
                <a:lnTo>
                  <a:pt x="158181" y="87150"/>
                </a:lnTo>
                <a:moveTo>
                  <a:pt x="158181" y="15813"/>
                </a:moveTo>
                <a:lnTo>
                  <a:pt x="158181" y="71338"/>
                </a:lnTo>
                <a:lnTo>
                  <a:pt x="174802" y="71338"/>
                </a:lnTo>
                <a:cubicBezTo>
                  <a:pt x="185763" y="71338"/>
                  <a:pt x="194089" y="68867"/>
                  <a:pt x="199779" y="63925"/>
                </a:cubicBezTo>
                <a:cubicBezTo>
                  <a:pt x="205469" y="58984"/>
                  <a:pt x="208315" y="51901"/>
                  <a:pt x="208315" y="42677"/>
                </a:cubicBezTo>
                <a:cubicBezTo>
                  <a:pt x="208315" y="24768"/>
                  <a:pt x="197713" y="15813"/>
                  <a:pt x="176509" y="15813"/>
                </a:cubicBezTo>
                <a:lnTo>
                  <a:pt x="158181" y="15813"/>
                </a:lnTo>
                <a:close/>
                <a:moveTo>
                  <a:pt x="252822" y="139171"/>
                </a:moveTo>
                <a:lnTo>
                  <a:pt x="252822" y="0"/>
                </a:lnTo>
                <a:lnTo>
                  <a:pt x="292534" y="0"/>
                </a:lnTo>
                <a:cubicBezTo>
                  <a:pt x="313618" y="0"/>
                  <a:pt x="331153" y="6139"/>
                  <a:pt x="345139" y="18418"/>
                </a:cubicBezTo>
                <a:cubicBezTo>
                  <a:pt x="359125" y="30697"/>
                  <a:pt x="366118" y="47169"/>
                  <a:pt x="366118" y="67834"/>
                </a:cubicBezTo>
                <a:cubicBezTo>
                  <a:pt x="366118" y="89397"/>
                  <a:pt x="359125" y="106677"/>
                  <a:pt x="345139" y="119675"/>
                </a:cubicBezTo>
                <a:cubicBezTo>
                  <a:pt x="331153" y="132672"/>
                  <a:pt x="313139" y="139171"/>
                  <a:pt x="291096" y="139171"/>
                </a:cubicBezTo>
                <a:lnTo>
                  <a:pt x="252822" y="139171"/>
                </a:lnTo>
                <a:moveTo>
                  <a:pt x="270791" y="15993"/>
                </a:moveTo>
                <a:lnTo>
                  <a:pt x="270791" y="123269"/>
                </a:lnTo>
                <a:lnTo>
                  <a:pt x="291007" y="123269"/>
                </a:lnTo>
                <a:cubicBezTo>
                  <a:pt x="308676" y="123269"/>
                  <a:pt x="322468" y="118447"/>
                  <a:pt x="332381" y="108803"/>
                </a:cubicBezTo>
                <a:cubicBezTo>
                  <a:pt x="342294" y="99160"/>
                  <a:pt x="347250" y="85653"/>
                  <a:pt x="347250" y="68283"/>
                </a:cubicBezTo>
                <a:cubicBezTo>
                  <a:pt x="347250" y="50913"/>
                  <a:pt x="342159" y="37855"/>
                  <a:pt x="331976" y="29110"/>
                </a:cubicBezTo>
                <a:cubicBezTo>
                  <a:pt x="321794" y="20365"/>
                  <a:pt x="308407" y="15993"/>
                  <a:pt x="291815" y="15993"/>
                </a:cubicBezTo>
                <a:lnTo>
                  <a:pt x="270791" y="15993"/>
                </a:lnTo>
                <a:close/>
                <a:moveTo>
                  <a:pt x="499432" y="139171"/>
                </a:moveTo>
                <a:lnTo>
                  <a:pt x="479576" y="139171"/>
                </a:lnTo>
                <a:lnTo>
                  <a:pt x="465380" y="101077"/>
                </a:lnTo>
                <a:lnTo>
                  <a:pt x="407430" y="101077"/>
                </a:lnTo>
                <a:lnTo>
                  <a:pt x="394043" y="139171"/>
                </a:lnTo>
                <a:lnTo>
                  <a:pt x="374187" y="139171"/>
                </a:lnTo>
                <a:lnTo>
                  <a:pt x="427196" y="0"/>
                </a:lnTo>
                <a:lnTo>
                  <a:pt x="446423" y="0"/>
                </a:lnTo>
                <a:lnTo>
                  <a:pt x="499432" y="139171"/>
                </a:lnTo>
                <a:moveTo>
                  <a:pt x="459810" y="85354"/>
                </a:moveTo>
                <a:lnTo>
                  <a:pt x="438786" y="27493"/>
                </a:lnTo>
                <a:cubicBezTo>
                  <a:pt x="438127" y="25636"/>
                  <a:pt x="437408" y="22402"/>
                  <a:pt x="436630" y="17789"/>
                </a:cubicBezTo>
                <a:lnTo>
                  <a:pt x="436180" y="17789"/>
                </a:lnTo>
                <a:cubicBezTo>
                  <a:pt x="435522" y="21982"/>
                  <a:pt x="434773" y="25217"/>
                  <a:pt x="433934" y="27493"/>
                </a:cubicBezTo>
                <a:lnTo>
                  <a:pt x="413090" y="85354"/>
                </a:lnTo>
                <a:lnTo>
                  <a:pt x="459810" y="853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Mask">
            <a:extLst xmlns:a="http://schemas.openxmlformats.org/drawingml/2006/main">
              <a:ext uri="{FF2B5EF4-FFF2-40B4-BE49-F238E27FC236}">
                <a16:creationId xmlns:a16="http://schemas.microsoft.com/office/drawing/2014/main" id="{1571ACAF-A5D5-4B72-ACA3-BE2533E8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6" y="4823151"/>
            <a:ext cx="448930" cy="149414"/>
          </a:xfrm>
          <a:custGeom xmlns:a="http://schemas.openxmlformats.org/drawingml/2006/main">
            <a:pathLst>
              <a:path w="448930" h="149414">
                <a:moveTo>
                  <a:pt x="125874" y="147078"/>
                </a:moveTo>
                <a:lnTo>
                  <a:pt x="125874" y="54896"/>
                </a:lnTo>
                <a:cubicBezTo>
                  <a:pt x="125874" y="47289"/>
                  <a:pt x="126323" y="38155"/>
                  <a:pt x="127222" y="27493"/>
                </a:cubicBezTo>
                <a:lnTo>
                  <a:pt x="126773" y="27493"/>
                </a:lnTo>
                <a:cubicBezTo>
                  <a:pt x="125215" y="34201"/>
                  <a:pt x="123838" y="38873"/>
                  <a:pt x="122640" y="41509"/>
                </a:cubicBezTo>
                <a:lnTo>
                  <a:pt x="76728" y="147078"/>
                </a:lnTo>
                <a:lnTo>
                  <a:pt x="66755" y="147078"/>
                </a:lnTo>
                <a:lnTo>
                  <a:pt x="20934" y="42317"/>
                </a:lnTo>
                <a:cubicBezTo>
                  <a:pt x="19856" y="39922"/>
                  <a:pt x="18478" y="34980"/>
                  <a:pt x="16801" y="27493"/>
                </a:cubicBezTo>
                <a:lnTo>
                  <a:pt x="16262" y="27493"/>
                </a:lnTo>
                <a:cubicBezTo>
                  <a:pt x="16861" y="33962"/>
                  <a:pt x="17161" y="43366"/>
                  <a:pt x="17161" y="55704"/>
                </a:cubicBezTo>
                <a:lnTo>
                  <a:pt x="17161" y="147078"/>
                </a:lnTo>
                <a:lnTo>
                  <a:pt x="0" y="147078"/>
                </a:lnTo>
                <a:lnTo>
                  <a:pt x="0" y="7906"/>
                </a:lnTo>
                <a:lnTo>
                  <a:pt x="24348" y="7906"/>
                </a:lnTo>
                <a:lnTo>
                  <a:pt x="65408" y="103323"/>
                </a:lnTo>
                <a:cubicBezTo>
                  <a:pt x="68522" y="110630"/>
                  <a:pt x="70589" y="116320"/>
                  <a:pt x="71607" y="120393"/>
                </a:cubicBezTo>
                <a:lnTo>
                  <a:pt x="72236" y="120393"/>
                </a:lnTo>
                <a:cubicBezTo>
                  <a:pt x="75351" y="111828"/>
                  <a:pt x="77537" y="106018"/>
                  <a:pt x="78795" y="102963"/>
                </a:cubicBezTo>
                <a:lnTo>
                  <a:pt x="120573" y="7906"/>
                </a:lnTo>
                <a:lnTo>
                  <a:pt x="143753" y="7906"/>
                </a:lnTo>
                <a:lnTo>
                  <a:pt x="143753" y="147078"/>
                </a:lnTo>
                <a:lnTo>
                  <a:pt x="125874" y="147078"/>
                </a:lnTo>
                <a:close/>
                <a:moveTo>
                  <a:pt x="179862" y="54626"/>
                </a:moveTo>
                <a:cubicBezTo>
                  <a:pt x="189745" y="48457"/>
                  <a:pt x="201156" y="45372"/>
                  <a:pt x="214093" y="45372"/>
                </a:cubicBezTo>
                <a:cubicBezTo>
                  <a:pt x="238052" y="45372"/>
                  <a:pt x="250032" y="57951"/>
                  <a:pt x="250032" y="83107"/>
                </a:cubicBezTo>
                <a:lnTo>
                  <a:pt x="250032" y="147078"/>
                </a:lnTo>
                <a:lnTo>
                  <a:pt x="232602" y="147078"/>
                </a:lnTo>
                <a:lnTo>
                  <a:pt x="232602" y="131714"/>
                </a:lnTo>
                <a:lnTo>
                  <a:pt x="232152" y="131714"/>
                </a:lnTo>
                <a:cubicBezTo>
                  <a:pt x="225264" y="143514"/>
                  <a:pt x="215112" y="149414"/>
                  <a:pt x="201695" y="149414"/>
                </a:cubicBezTo>
                <a:cubicBezTo>
                  <a:pt x="192051" y="149414"/>
                  <a:pt x="184384" y="146808"/>
                  <a:pt x="178694" y="141597"/>
                </a:cubicBezTo>
                <a:cubicBezTo>
                  <a:pt x="173004" y="136386"/>
                  <a:pt x="170159" y="129348"/>
                  <a:pt x="170159" y="120483"/>
                </a:cubicBezTo>
                <a:cubicBezTo>
                  <a:pt x="170159" y="101915"/>
                  <a:pt x="181150" y="91104"/>
                  <a:pt x="203132" y="88049"/>
                </a:cubicBezTo>
                <a:lnTo>
                  <a:pt x="232602" y="83916"/>
                </a:lnTo>
                <a:cubicBezTo>
                  <a:pt x="232602" y="67684"/>
                  <a:pt x="225893" y="59568"/>
                  <a:pt x="212476" y="59568"/>
                </a:cubicBezTo>
                <a:cubicBezTo>
                  <a:pt x="200557" y="59568"/>
                  <a:pt x="189685" y="63581"/>
                  <a:pt x="179862" y="71607"/>
                </a:cubicBezTo>
                <a:lnTo>
                  <a:pt x="179862" y="54626"/>
                </a:lnTo>
                <a:moveTo>
                  <a:pt x="209332" y="100358"/>
                </a:moveTo>
                <a:cubicBezTo>
                  <a:pt x="201186" y="101436"/>
                  <a:pt x="195570" y="103472"/>
                  <a:pt x="192486" y="106467"/>
                </a:cubicBezTo>
                <a:cubicBezTo>
                  <a:pt x="189401" y="109462"/>
                  <a:pt x="187858" y="113655"/>
                  <a:pt x="187858" y="119046"/>
                </a:cubicBezTo>
                <a:cubicBezTo>
                  <a:pt x="187858" y="123778"/>
                  <a:pt x="189536" y="127641"/>
                  <a:pt x="192890" y="130636"/>
                </a:cubicBezTo>
                <a:cubicBezTo>
                  <a:pt x="196244" y="133631"/>
                  <a:pt x="200676" y="135128"/>
                  <a:pt x="206187" y="135128"/>
                </a:cubicBezTo>
                <a:cubicBezTo>
                  <a:pt x="213854" y="135128"/>
                  <a:pt x="220173" y="132433"/>
                  <a:pt x="225144" y="127042"/>
                </a:cubicBezTo>
                <a:cubicBezTo>
                  <a:pt x="230116" y="121651"/>
                  <a:pt x="232602" y="114883"/>
                  <a:pt x="232602" y="106737"/>
                </a:cubicBezTo>
                <a:lnTo>
                  <a:pt x="232602" y="97213"/>
                </a:lnTo>
                <a:lnTo>
                  <a:pt x="209332" y="100358"/>
                </a:lnTo>
                <a:close/>
                <a:moveTo>
                  <a:pt x="273710" y="125605"/>
                </a:moveTo>
                <a:cubicBezTo>
                  <a:pt x="282575" y="132014"/>
                  <a:pt x="292128" y="135218"/>
                  <a:pt x="302371" y="135218"/>
                </a:cubicBezTo>
                <a:cubicBezTo>
                  <a:pt x="316087" y="135218"/>
                  <a:pt x="322945" y="130726"/>
                  <a:pt x="322945" y="121741"/>
                </a:cubicBezTo>
                <a:cubicBezTo>
                  <a:pt x="322945" y="117908"/>
                  <a:pt x="321448" y="114748"/>
                  <a:pt x="318453" y="112262"/>
                </a:cubicBezTo>
                <a:cubicBezTo>
                  <a:pt x="315458" y="109777"/>
                  <a:pt x="309379" y="106827"/>
                  <a:pt x="300214" y="103413"/>
                </a:cubicBezTo>
                <a:cubicBezTo>
                  <a:pt x="289193" y="98980"/>
                  <a:pt x="282036" y="94593"/>
                  <a:pt x="278741" y="90250"/>
                </a:cubicBezTo>
                <a:cubicBezTo>
                  <a:pt x="275447" y="85908"/>
                  <a:pt x="273800" y="80652"/>
                  <a:pt x="273800" y="74482"/>
                </a:cubicBezTo>
                <a:cubicBezTo>
                  <a:pt x="273800" y="65677"/>
                  <a:pt x="277528" y="58624"/>
                  <a:pt x="284986" y="53324"/>
                </a:cubicBezTo>
                <a:cubicBezTo>
                  <a:pt x="292443" y="48023"/>
                  <a:pt x="301622" y="45372"/>
                  <a:pt x="312523" y="45372"/>
                </a:cubicBezTo>
                <a:cubicBezTo>
                  <a:pt x="320969" y="45372"/>
                  <a:pt x="328815" y="46840"/>
                  <a:pt x="336063" y="49775"/>
                </a:cubicBezTo>
                <a:lnTo>
                  <a:pt x="336063" y="66755"/>
                </a:lnTo>
                <a:cubicBezTo>
                  <a:pt x="328636" y="61964"/>
                  <a:pt x="320220" y="59568"/>
                  <a:pt x="310816" y="59568"/>
                </a:cubicBezTo>
                <a:cubicBezTo>
                  <a:pt x="305186" y="59568"/>
                  <a:pt x="300604" y="60796"/>
                  <a:pt x="297070" y="63251"/>
                </a:cubicBezTo>
                <a:cubicBezTo>
                  <a:pt x="293536" y="65707"/>
                  <a:pt x="291769" y="68942"/>
                  <a:pt x="291769" y="72955"/>
                </a:cubicBezTo>
                <a:cubicBezTo>
                  <a:pt x="291769" y="76908"/>
                  <a:pt x="293042" y="79993"/>
                  <a:pt x="295587" y="82209"/>
                </a:cubicBezTo>
                <a:cubicBezTo>
                  <a:pt x="298133" y="84425"/>
                  <a:pt x="303778" y="87270"/>
                  <a:pt x="312523" y="90744"/>
                </a:cubicBezTo>
                <a:cubicBezTo>
                  <a:pt x="323604" y="94877"/>
                  <a:pt x="331091" y="99160"/>
                  <a:pt x="334985" y="103592"/>
                </a:cubicBezTo>
                <a:cubicBezTo>
                  <a:pt x="338878" y="108025"/>
                  <a:pt x="340825" y="113505"/>
                  <a:pt x="340825" y="120034"/>
                </a:cubicBezTo>
                <a:cubicBezTo>
                  <a:pt x="340825" y="129138"/>
                  <a:pt x="337096" y="136311"/>
                  <a:pt x="329639" y="141552"/>
                </a:cubicBezTo>
                <a:cubicBezTo>
                  <a:pt x="322182" y="146793"/>
                  <a:pt x="312523" y="149414"/>
                  <a:pt x="300664" y="149414"/>
                </a:cubicBezTo>
                <a:cubicBezTo>
                  <a:pt x="290361" y="149414"/>
                  <a:pt x="281377" y="147467"/>
                  <a:pt x="273710" y="143574"/>
                </a:cubicBezTo>
                <a:lnTo>
                  <a:pt x="273710" y="125605"/>
                </a:lnTo>
                <a:close/>
                <a:moveTo>
                  <a:pt x="448930" y="147078"/>
                </a:moveTo>
                <a:lnTo>
                  <a:pt x="424941" y="147078"/>
                </a:lnTo>
                <a:lnTo>
                  <a:pt x="382444" y="99190"/>
                </a:lnTo>
                <a:lnTo>
                  <a:pt x="382084" y="99190"/>
                </a:lnTo>
                <a:lnTo>
                  <a:pt x="382084" y="147078"/>
                </a:lnTo>
                <a:lnTo>
                  <a:pt x="364474" y="147078"/>
                </a:lnTo>
                <a:lnTo>
                  <a:pt x="364474" y="0"/>
                </a:lnTo>
                <a:lnTo>
                  <a:pt x="382084" y="0"/>
                </a:lnTo>
                <a:lnTo>
                  <a:pt x="382084" y="93260"/>
                </a:lnTo>
                <a:lnTo>
                  <a:pt x="382444" y="93260"/>
                </a:lnTo>
                <a:lnTo>
                  <a:pt x="422784" y="47708"/>
                </a:lnTo>
                <a:lnTo>
                  <a:pt x="445426" y="47708"/>
                </a:lnTo>
                <a:lnTo>
                  <a:pt x="400503" y="95506"/>
                </a:lnTo>
                <a:lnTo>
                  <a:pt x="448930" y="147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316B4-9956-4B9E-A498-C11D0A0D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3271963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ADB63-9CA7-4281-ABA4-2B3B669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3271963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DE6E5-790B-4AFE-BAF2-5A71C443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3452429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397D4-8D9C-429F-BD1C-0C10F83A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3452429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8B6B5-0E1E-4D17-AFCB-E929DA02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3635778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4C2AE-5C83-4493-AF66-2C153ED1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3635778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FA15D-18E7-420C-B884-2A7DDF02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3806611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A06FA-D268-48F2-9557-17DC436C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3806611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FDA4D-DA3E-40FA-9C75-51FBFB67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3988190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24ED4-CB0C-4A4A-BD47-79EAF453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3988190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F207B-4951-43FA-AF6D-10FA400B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4169770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BA0EC-D830-4AB3-B006-FEE57505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4169770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FC24EE-E536-440C-8A5A-C392B948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4340564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9E7F4-FE13-43E5-8D73-B83DFFDA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60" y="4340564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69DB9-C75D-457C-BF60-21AB0B0D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3271963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64465-F02B-4D5B-9141-4A49C33D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3271963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EA6B1-455B-4BFA-B378-DFAF18DE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3452429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3E8C0-ADE5-499C-B307-5E52BE3E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3452429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E0419-506D-41BC-A319-3A824D3E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3635778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97D37-F734-4DCB-9961-A44680A8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3635778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588E5-E3D3-4180-BE63-36DF27D6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3806611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B63BB-086D-4BE0-8973-A7DBF8F8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3806611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30247-07CF-4E17-88C7-9BD7AB90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3988190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5A1CD-5C16-4BE2-86D7-02A63CC9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3988190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673E1-99BB-4B25-AF27-9B81079A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4169770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5BB7C-6200-4BD2-8E92-87589CF8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4169770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8A0FE-FF90-4F14-B77C-B1F388F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4340564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81E60-0878-48B4-9A09-39D9E44A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90" y="4340564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179" name="Text +">
            <a:extLst xmlns:a="http://schemas.openxmlformats.org/drawingml/2006/main">
              <a:ext uri="{FF2B5EF4-FFF2-40B4-BE49-F238E27FC236}">
                <a16:creationId xmlns:a16="http://schemas.microsoft.com/office/drawing/2014/main" id="{1B8D8B09-C1A9-48F9-84FE-FCDCB6E2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925" y="3839330"/>
            <a:ext cx="148015" cy="141910"/>
          </a:xfrm>
          <a:custGeom xmlns:a="http://schemas.openxmlformats.org/drawingml/2006/main">
            <a:pathLst>
              <a:path w="148015" h="141910">
                <a:moveTo>
                  <a:pt x="66348" y="79133"/>
                </a:moveTo>
                <a:lnTo>
                  <a:pt x="0" y="79133"/>
                </a:lnTo>
                <a:lnTo>
                  <a:pt x="0" y="62777"/>
                </a:lnTo>
                <a:lnTo>
                  <a:pt x="66348" y="62777"/>
                </a:lnTo>
                <a:lnTo>
                  <a:pt x="66348" y="0"/>
                </a:lnTo>
                <a:lnTo>
                  <a:pt x="81668" y="0"/>
                </a:lnTo>
                <a:lnTo>
                  <a:pt x="81668" y="62777"/>
                </a:lnTo>
                <a:lnTo>
                  <a:pt x="148015" y="62777"/>
                </a:lnTo>
                <a:lnTo>
                  <a:pt x="148015" y="79133"/>
                </a:lnTo>
                <a:lnTo>
                  <a:pt x="81668" y="79133"/>
                </a:lnTo>
                <a:lnTo>
                  <a:pt x="81668" y="141910"/>
                </a:lnTo>
                <a:lnTo>
                  <a:pt x="66348" y="141910"/>
                </a:lnTo>
                <a:lnTo>
                  <a:pt x="66348" y="791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=">
            <a:extLst xmlns:a="http://schemas.openxmlformats.org/drawingml/2006/main">
              <a:ext uri="{FF2B5EF4-FFF2-40B4-BE49-F238E27FC236}">
                <a16:creationId xmlns:a16="http://schemas.microsoft.com/office/drawing/2014/main" id="{4B37EA19-B96F-4B4D-B020-477A6C0F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32" y="3861136"/>
            <a:ext cx="146748" cy="63122"/>
          </a:xfrm>
          <a:custGeom xmlns:a="http://schemas.openxmlformats.org/drawingml/2006/main">
            <a:pathLst>
              <a:path w="146748" h="63122">
                <a:moveTo>
                  <a:pt x="146748" y="47803"/>
                </a:moveTo>
                <a:lnTo>
                  <a:pt x="146748" y="63122"/>
                </a:lnTo>
                <a:lnTo>
                  <a:pt x="4838" y="63122"/>
                </a:lnTo>
                <a:lnTo>
                  <a:pt x="4838" y="47803"/>
                </a:lnTo>
                <a:lnTo>
                  <a:pt x="146748" y="47803"/>
                </a:lnTo>
                <a:moveTo>
                  <a:pt x="146748" y="0"/>
                </a:moveTo>
                <a:lnTo>
                  <a:pt x="146748" y="15320"/>
                </a:lnTo>
                <a:lnTo>
                  <a:pt x="4838" y="15320"/>
                </a:lnTo>
                <a:lnTo>
                  <a:pt x="4838" y="0"/>
                </a:lnTo>
                <a:lnTo>
                  <a:pt x="146748" y="0"/>
                </a:lnTo>
                <a:moveTo>
                  <a:pt x="0" y="31561"/>
                </a:moveTo>
                <a:lnTo>
                  <a:pt x="0" y="315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Output">
            <a:extLst xmlns:a="http://schemas.openxmlformats.org/drawingml/2006/main">
              <a:ext uri="{FF2B5EF4-FFF2-40B4-BE49-F238E27FC236}">
                <a16:creationId xmlns:a16="http://schemas.microsoft.com/office/drawing/2014/main" id="{F0C9B332-09FA-43D8-ADF5-3C9A6D05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16" y="4676800"/>
            <a:ext cx="617316" cy="187239"/>
          </a:xfrm>
          <a:custGeom xmlns:a="http://schemas.openxmlformats.org/drawingml/2006/main">
            <a:pathLst>
              <a:path w="617316" h="187239">
                <a:moveTo>
                  <a:pt x="0" y="73584"/>
                </a:moveTo>
                <a:cubicBezTo>
                  <a:pt x="0" y="51122"/>
                  <a:pt x="6080" y="33243"/>
                  <a:pt x="18239" y="19946"/>
                </a:cubicBezTo>
                <a:cubicBezTo>
                  <a:pt x="30398" y="6649"/>
                  <a:pt x="46870" y="0"/>
                  <a:pt x="67654" y="0"/>
                </a:cubicBezTo>
                <a:cubicBezTo>
                  <a:pt x="87001" y="0"/>
                  <a:pt x="102574" y="6499"/>
                  <a:pt x="114374" y="19497"/>
                </a:cubicBezTo>
                <a:cubicBezTo>
                  <a:pt x="126174" y="32494"/>
                  <a:pt x="132073" y="49415"/>
                  <a:pt x="132073" y="70259"/>
                </a:cubicBezTo>
                <a:cubicBezTo>
                  <a:pt x="132073" y="92841"/>
                  <a:pt x="126024" y="110750"/>
                  <a:pt x="113925" y="123987"/>
                </a:cubicBezTo>
                <a:cubicBezTo>
                  <a:pt x="101825" y="137225"/>
                  <a:pt x="85653" y="143843"/>
                  <a:pt x="65408" y="143843"/>
                </a:cubicBezTo>
                <a:cubicBezTo>
                  <a:pt x="45642" y="143843"/>
                  <a:pt x="29799" y="137344"/>
                  <a:pt x="17879" y="124347"/>
                </a:cubicBezTo>
                <a:cubicBezTo>
                  <a:pt x="5960" y="111349"/>
                  <a:pt x="0" y="94428"/>
                  <a:pt x="0" y="73584"/>
                </a:cubicBezTo>
                <a:moveTo>
                  <a:pt x="18868" y="72146"/>
                </a:moveTo>
                <a:cubicBezTo>
                  <a:pt x="18868" y="88977"/>
                  <a:pt x="23165" y="102469"/>
                  <a:pt x="31761" y="112622"/>
                </a:cubicBezTo>
                <a:cubicBezTo>
                  <a:pt x="40356" y="122774"/>
                  <a:pt x="51572" y="127851"/>
                  <a:pt x="65408" y="127851"/>
                </a:cubicBezTo>
                <a:cubicBezTo>
                  <a:pt x="80262" y="127851"/>
                  <a:pt x="91927" y="122984"/>
                  <a:pt x="100403" y="113251"/>
                </a:cubicBezTo>
                <a:cubicBezTo>
                  <a:pt x="108878" y="103517"/>
                  <a:pt x="113116" y="89906"/>
                  <a:pt x="113116" y="72416"/>
                </a:cubicBezTo>
                <a:cubicBezTo>
                  <a:pt x="113116" y="54447"/>
                  <a:pt x="108968" y="40580"/>
                  <a:pt x="100672" y="30817"/>
                </a:cubicBezTo>
                <a:cubicBezTo>
                  <a:pt x="92377" y="21054"/>
                  <a:pt x="81011" y="16172"/>
                  <a:pt x="66576" y="16172"/>
                </a:cubicBezTo>
                <a:cubicBezTo>
                  <a:pt x="52380" y="16172"/>
                  <a:pt x="40880" y="21323"/>
                  <a:pt x="32075" y="31626"/>
                </a:cubicBezTo>
                <a:cubicBezTo>
                  <a:pt x="23270" y="41928"/>
                  <a:pt x="18868" y="55435"/>
                  <a:pt x="18868" y="72146"/>
                </a:cubicBezTo>
                <a:close/>
                <a:moveTo>
                  <a:pt x="238179" y="141507"/>
                </a:moveTo>
                <a:lnTo>
                  <a:pt x="220480" y="141507"/>
                </a:lnTo>
                <a:lnTo>
                  <a:pt x="220480" y="125874"/>
                </a:lnTo>
                <a:lnTo>
                  <a:pt x="220120" y="125874"/>
                </a:lnTo>
                <a:cubicBezTo>
                  <a:pt x="213472" y="137854"/>
                  <a:pt x="203259" y="143843"/>
                  <a:pt x="189483" y="143843"/>
                </a:cubicBezTo>
                <a:cubicBezTo>
                  <a:pt x="165943" y="143843"/>
                  <a:pt x="154173" y="129767"/>
                  <a:pt x="154173" y="101616"/>
                </a:cubicBezTo>
                <a:lnTo>
                  <a:pt x="154173" y="42138"/>
                </a:lnTo>
                <a:lnTo>
                  <a:pt x="171603" y="42138"/>
                </a:lnTo>
                <a:lnTo>
                  <a:pt x="171603" y="99010"/>
                </a:lnTo>
                <a:cubicBezTo>
                  <a:pt x="171603" y="119196"/>
                  <a:pt x="179330" y="129288"/>
                  <a:pt x="194784" y="129288"/>
                </a:cubicBezTo>
                <a:cubicBezTo>
                  <a:pt x="202451" y="129288"/>
                  <a:pt x="208650" y="126458"/>
                  <a:pt x="213382" y="120798"/>
                </a:cubicBezTo>
                <a:cubicBezTo>
                  <a:pt x="218114" y="115137"/>
                  <a:pt x="220480" y="107995"/>
                  <a:pt x="220480" y="99370"/>
                </a:cubicBezTo>
                <a:lnTo>
                  <a:pt x="220480" y="42138"/>
                </a:lnTo>
                <a:lnTo>
                  <a:pt x="238179" y="42138"/>
                </a:lnTo>
                <a:lnTo>
                  <a:pt x="238179" y="141507"/>
                </a:lnTo>
                <a:close/>
                <a:moveTo>
                  <a:pt x="317205" y="140519"/>
                </a:moveTo>
                <a:cubicBezTo>
                  <a:pt x="313371" y="142615"/>
                  <a:pt x="308190" y="143664"/>
                  <a:pt x="301662" y="143664"/>
                </a:cubicBezTo>
                <a:cubicBezTo>
                  <a:pt x="283872" y="143664"/>
                  <a:pt x="274977" y="133810"/>
                  <a:pt x="274977" y="114104"/>
                </a:cubicBezTo>
                <a:lnTo>
                  <a:pt x="274977" y="56693"/>
                </a:lnTo>
                <a:lnTo>
                  <a:pt x="257907" y="56693"/>
                </a:lnTo>
                <a:lnTo>
                  <a:pt x="257907" y="42138"/>
                </a:lnTo>
                <a:lnTo>
                  <a:pt x="274977" y="42138"/>
                </a:lnTo>
                <a:lnTo>
                  <a:pt x="274977" y="18239"/>
                </a:lnTo>
                <a:lnTo>
                  <a:pt x="292497" y="12668"/>
                </a:lnTo>
                <a:lnTo>
                  <a:pt x="292497" y="42138"/>
                </a:lnTo>
                <a:lnTo>
                  <a:pt x="317205" y="42138"/>
                </a:lnTo>
                <a:lnTo>
                  <a:pt x="317205" y="56693"/>
                </a:lnTo>
                <a:lnTo>
                  <a:pt x="292497" y="56693"/>
                </a:lnTo>
                <a:lnTo>
                  <a:pt x="292497" y="110960"/>
                </a:lnTo>
                <a:cubicBezTo>
                  <a:pt x="292497" y="117488"/>
                  <a:pt x="293605" y="122160"/>
                  <a:pt x="295822" y="124976"/>
                </a:cubicBezTo>
                <a:cubicBezTo>
                  <a:pt x="298038" y="127791"/>
                  <a:pt x="301721" y="129198"/>
                  <a:pt x="306873" y="129198"/>
                </a:cubicBezTo>
                <a:cubicBezTo>
                  <a:pt x="310826" y="129198"/>
                  <a:pt x="314270" y="128090"/>
                  <a:pt x="317205" y="125874"/>
                </a:cubicBezTo>
                <a:lnTo>
                  <a:pt x="317205" y="140519"/>
                </a:lnTo>
                <a:close/>
                <a:moveTo>
                  <a:pt x="355740" y="127491"/>
                </a:moveTo>
                <a:lnTo>
                  <a:pt x="355740" y="187239"/>
                </a:lnTo>
                <a:lnTo>
                  <a:pt x="338130" y="187239"/>
                </a:lnTo>
                <a:lnTo>
                  <a:pt x="338130" y="42138"/>
                </a:lnTo>
                <a:lnTo>
                  <a:pt x="355740" y="42138"/>
                </a:lnTo>
                <a:lnTo>
                  <a:pt x="355740" y="59298"/>
                </a:lnTo>
                <a:lnTo>
                  <a:pt x="356099" y="59298"/>
                </a:lnTo>
                <a:cubicBezTo>
                  <a:pt x="363886" y="46301"/>
                  <a:pt x="375267" y="39802"/>
                  <a:pt x="390241" y="39802"/>
                </a:cubicBezTo>
                <a:cubicBezTo>
                  <a:pt x="402939" y="39802"/>
                  <a:pt x="412897" y="44249"/>
                  <a:pt x="420115" y="53144"/>
                </a:cubicBezTo>
                <a:cubicBezTo>
                  <a:pt x="427332" y="62039"/>
                  <a:pt x="430941" y="73973"/>
                  <a:pt x="430941" y="88947"/>
                </a:cubicBezTo>
                <a:cubicBezTo>
                  <a:pt x="430941" y="105479"/>
                  <a:pt x="426853" y="118761"/>
                  <a:pt x="418677" y="128794"/>
                </a:cubicBezTo>
                <a:cubicBezTo>
                  <a:pt x="410501" y="138827"/>
                  <a:pt x="399495" y="143843"/>
                  <a:pt x="385659" y="143843"/>
                </a:cubicBezTo>
                <a:cubicBezTo>
                  <a:pt x="372901" y="143843"/>
                  <a:pt x="363048" y="138393"/>
                  <a:pt x="356099" y="127491"/>
                </a:cubicBezTo>
                <a:lnTo>
                  <a:pt x="355740" y="127491"/>
                </a:lnTo>
                <a:moveTo>
                  <a:pt x="355650" y="100538"/>
                </a:moveTo>
                <a:cubicBezTo>
                  <a:pt x="355650" y="108624"/>
                  <a:pt x="358256" y="115437"/>
                  <a:pt x="363467" y="120977"/>
                </a:cubicBezTo>
                <a:cubicBezTo>
                  <a:pt x="368678" y="126518"/>
                  <a:pt x="375207" y="129288"/>
                  <a:pt x="383053" y="129288"/>
                </a:cubicBezTo>
                <a:cubicBezTo>
                  <a:pt x="392397" y="129288"/>
                  <a:pt x="399705" y="125694"/>
                  <a:pt x="404976" y="118507"/>
                </a:cubicBezTo>
                <a:cubicBezTo>
                  <a:pt x="410247" y="111319"/>
                  <a:pt x="412882" y="101376"/>
                  <a:pt x="412882" y="88678"/>
                </a:cubicBezTo>
                <a:cubicBezTo>
                  <a:pt x="412882" y="77956"/>
                  <a:pt x="410426" y="69556"/>
                  <a:pt x="405515" y="63476"/>
                </a:cubicBezTo>
                <a:cubicBezTo>
                  <a:pt x="400603" y="57397"/>
                  <a:pt x="393895" y="54357"/>
                  <a:pt x="385389" y="54357"/>
                </a:cubicBezTo>
                <a:cubicBezTo>
                  <a:pt x="376704" y="54357"/>
                  <a:pt x="369576" y="57441"/>
                  <a:pt x="364006" y="63611"/>
                </a:cubicBezTo>
                <a:cubicBezTo>
                  <a:pt x="358435" y="69780"/>
                  <a:pt x="355650" y="77687"/>
                  <a:pt x="355650" y="87330"/>
                </a:cubicBezTo>
                <a:lnTo>
                  <a:pt x="355650" y="100538"/>
                </a:lnTo>
                <a:close/>
                <a:moveTo>
                  <a:pt x="538290" y="141507"/>
                </a:moveTo>
                <a:lnTo>
                  <a:pt x="520591" y="141507"/>
                </a:lnTo>
                <a:lnTo>
                  <a:pt x="520591" y="125874"/>
                </a:lnTo>
                <a:lnTo>
                  <a:pt x="520231" y="125874"/>
                </a:lnTo>
                <a:cubicBezTo>
                  <a:pt x="513583" y="137854"/>
                  <a:pt x="503370" y="143843"/>
                  <a:pt x="489594" y="143843"/>
                </a:cubicBezTo>
                <a:cubicBezTo>
                  <a:pt x="466054" y="143843"/>
                  <a:pt x="454284" y="129767"/>
                  <a:pt x="454284" y="101616"/>
                </a:cubicBezTo>
                <a:lnTo>
                  <a:pt x="454284" y="42138"/>
                </a:lnTo>
                <a:lnTo>
                  <a:pt x="471715" y="42138"/>
                </a:lnTo>
                <a:lnTo>
                  <a:pt x="471715" y="99010"/>
                </a:lnTo>
                <a:cubicBezTo>
                  <a:pt x="471715" y="119196"/>
                  <a:pt x="479441" y="129288"/>
                  <a:pt x="494895" y="129288"/>
                </a:cubicBezTo>
                <a:cubicBezTo>
                  <a:pt x="502562" y="129288"/>
                  <a:pt x="508761" y="126458"/>
                  <a:pt x="513493" y="120798"/>
                </a:cubicBezTo>
                <a:cubicBezTo>
                  <a:pt x="518225" y="115137"/>
                  <a:pt x="520591" y="107995"/>
                  <a:pt x="520591" y="99370"/>
                </a:cubicBezTo>
                <a:lnTo>
                  <a:pt x="520591" y="42138"/>
                </a:lnTo>
                <a:lnTo>
                  <a:pt x="538290" y="42138"/>
                </a:lnTo>
                <a:lnTo>
                  <a:pt x="538290" y="141507"/>
                </a:lnTo>
                <a:close/>
                <a:moveTo>
                  <a:pt x="617316" y="140519"/>
                </a:moveTo>
                <a:cubicBezTo>
                  <a:pt x="613483" y="142615"/>
                  <a:pt x="608301" y="143664"/>
                  <a:pt x="601773" y="143664"/>
                </a:cubicBezTo>
                <a:cubicBezTo>
                  <a:pt x="583983" y="143664"/>
                  <a:pt x="575088" y="133810"/>
                  <a:pt x="575088" y="114104"/>
                </a:cubicBezTo>
                <a:lnTo>
                  <a:pt x="575088" y="56693"/>
                </a:lnTo>
                <a:lnTo>
                  <a:pt x="558018" y="56693"/>
                </a:lnTo>
                <a:lnTo>
                  <a:pt x="558018" y="42138"/>
                </a:lnTo>
                <a:lnTo>
                  <a:pt x="575088" y="42138"/>
                </a:lnTo>
                <a:lnTo>
                  <a:pt x="575088" y="18239"/>
                </a:lnTo>
                <a:lnTo>
                  <a:pt x="592608" y="12668"/>
                </a:lnTo>
                <a:lnTo>
                  <a:pt x="592608" y="42138"/>
                </a:lnTo>
                <a:lnTo>
                  <a:pt x="617316" y="42138"/>
                </a:lnTo>
                <a:lnTo>
                  <a:pt x="617316" y="56693"/>
                </a:lnTo>
                <a:lnTo>
                  <a:pt x="592608" y="56693"/>
                </a:lnTo>
                <a:lnTo>
                  <a:pt x="592608" y="110960"/>
                </a:lnTo>
                <a:cubicBezTo>
                  <a:pt x="592608" y="117488"/>
                  <a:pt x="593716" y="122160"/>
                  <a:pt x="595933" y="124976"/>
                </a:cubicBezTo>
                <a:cubicBezTo>
                  <a:pt x="598149" y="127791"/>
                  <a:pt x="601833" y="129198"/>
                  <a:pt x="606984" y="129198"/>
                </a:cubicBezTo>
                <a:cubicBezTo>
                  <a:pt x="610937" y="129198"/>
                  <a:pt x="614381" y="128090"/>
                  <a:pt x="617316" y="125874"/>
                </a:cubicBezTo>
                <a:lnTo>
                  <a:pt x="617316" y="140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1A9BE-6523-4E6E-8E61-17F3E513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640" y="3893593"/>
            <a:ext cx="691851" cy="478320"/>
          </a:xfrm>
          <a:custGeom xmlns:a="http://schemas.openxmlformats.org/drawingml/2006/main">
            <a:pathLst>
              <a:path w="691851" h="478320">
                <a:moveTo>
                  <a:pt x="0" y="83759"/>
                </a:moveTo>
                <a:lnTo>
                  <a:pt x="29877" y="79118"/>
                </a:lnTo>
                <a:lnTo>
                  <a:pt x="32240" y="90207"/>
                </a:lnTo>
                <a:lnTo>
                  <a:pt x="40759" y="112722"/>
                </a:lnTo>
                <a:lnTo>
                  <a:pt x="50850" y="134661"/>
                </a:lnTo>
                <a:lnTo>
                  <a:pt x="62514" y="156246"/>
                </a:lnTo>
                <a:lnTo>
                  <a:pt x="75620" y="177465"/>
                </a:lnTo>
                <a:lnTo>
                  <a:pt x="90298" y="198368"/>
                </a:lnTo>
                <a:lnTo>
                  <a:pt x="106550" y="218721"/>
                </a:lnTo>
                <a:lnTo>
                  <a:pt x="123849" y="238734"/>
                </a:lnTo>
                <a:lnTo>
                  <a:pt x="142459" y="258143"/>
                </a:lnTo>
                <a:lnTo>
                  <a:pt x="162511" y="277029"/>
                </a:lnTo>
                <a:lnTo>
                  <a:pt x="183480" y="295377"/>
                </a:lnTo>
                <a:lnTo>
                  <a:pt x="205629" y="313135"/>
                </a:lnTo>
                <a:lnTo>
                  <a:pt x="228957" y="330172"/>
                </a:lnTo>
                <a:lnTo>
                  <a:pt x="252940" y="346515"/>
                </a:lnTo>
                <a:lnTo>
                  <a:pt x="278103" y="362046"/>
                </a:lnTo>
                <a:lnTo>
                  <a:pt x="304053" y="376868"/>
                </a:lnTo>
                <a:lnTo>
                  <a:pt x="330788" y="390800"/>
                </a:lnTo>
                <a:lnTo>
                  <a:pt x="358310" y="403918"/>
                </a:lnTo>
                <a:lnTo>
                  <a:pt x="386357" y="416146"/>
                </a:lnTo>
                <a:lnTo>
                  <a:pt x="415189" y="427391"/>
                </a:lnTo>
                <a:lnTo>
                  <a:pt x="444415" y="437535"/>
                </a:lnTo>
                <a:lnTo>
                  <a:pt x="474165" y="446787"/>
                </a:lnTo>
                <a:lnTo>
                  <a:pt x="504439" y="454834"/>
                </a:lnTo>
                <a:lnTo>
                  <a:pt x="535107" y="461898"/>
                </a:lnTo>
                <a:lnTo>
                  <a:pt x="565905" y="467678"/>
                </a:lnTo>
                <a:lnTo>
                  <a:pt x="597228" y="472252"/>
                </a:lnTo>
                <a:lnTo>
                  <a:pt x="628550" y="475633"/>
                </a:lnTo>
                <a:lnTo>
                  <a:pt x="660004" y="477625"/>
                </a:lnTo>
                <a:lnTo>
                  <a:pt x="691458" y="478320"/>
                </a:lnTo>
                <a:lnTo>
                  <a:pt x="691851" y="458674"/>
                </a:lnTo>
                <a:lnTo>
                  <a:pt x="660659" y="457979"/>
                </a:lnTo>
                <a:lnTo>
                  <a:pt x="661053" y="458006"/>
                </a:lnTo>
                <a:lnTo>
                  <a:pt x="629992" y="456040"/>
                </a:lnTo>
                <a:lnTo>
                  <a:pt x="630516" y="456066"/>
                </a:lnTo>
                <a:lnTo>
                  <a:pt x="599591" y="452739"/>
                </a:lnTo>
                <a:lnTo>
                  <a:pt x="569248" y="448284"/>
                </a:lnTo>
                <a:lnTo>
                  <a:pt x="539181" y="442671"/>
                </a:lnTo>
                <a:lnTo>
                  <a:pt x="509026" y="435726"/>
                </a:lnTo>
                <a:lnTo>
                  <a:pt x="509419" y="435805"/>
                </a:lnTo>
                <a:lnTo>
                  <a:pt x="479538" y="427836"/>
                </a:lnTo>
                <a:lnTo>
                  <a:pt x="479800" y="427954"/>
                </a:lnTo>
                <a:lnTo>
                  <a:pt x="450313" y="418806"/>
                </a:lnTo>
                <a:lnTo>
                  <a:pt x="450706" y="418911"/>
                </a:lnTo>
                <a:lnTo>
                  <a:pt x="421742" y="408885"/>
                </a:lnTo>
                <a:lnTo>
                  <a:pt x="422135" y="409016"/>
                </a:lnTo>
                <a:lnTo>
                  <a:pt x="393696" y="397916"/>
                </a:lnTo>
                <a:lnTo>
                  <a:pt x="394089" y="398047"/>
                </a:lnTo>
                <a:lnTo>
                  <a:pt x="366305" y="385964"/>
                </a:lnTo>
                <a:lnTo>
                  <a:pt x="366567" y="386108"/>
                </a:lnTo>
                <a:lnTo>
                  <a:pt x="339438" y="373133"/>
                </a:lnTo>
                <a:lnTo>
                  <a:pt x="339700" y="373277"/>
                </a:lnTo>
                <a:lnTo>
                  <a:pt x="313358" y="359516"/>
                </a:lnTo>
                <a:lnTo>
                  <a:pt x="313620" y="359700"/>
                </a:lnTo>
                <a:lnTo>
                  <a:pt x="287933" y="345061"/>
                </a:lnTo>
                <a:lnTo>
                  <a:pt x="288326" y="345231"/>
                </a:lnTo>
                <a:lnTo>
                  <a:pt x="263556" y="329897"/>
                </a:lnTo>
                <a:lnTo>
                  <a:pt x="263818" y="330120"/>
                </a:lnTo>
                <a:lnTo>
                  <a:pt x="240097" y="314000"/>
                </a:lnTo>
                <a:lnTo>
                  <a:pt x="240359" y="314210"/>
                </a:lnTo>
                <a:lnTo>
                  <a:pt x="217424" y="297408"/>
                </a:lnTo>
                <a:lnTo>
                  <a:pt x="217817" y="297657"/>
                </a:lnTo>
                <a:lnTo>
                  <a:pt x="195931" y="280161"/>
                </a:lnTo>
                <a:lnTo>
                  <a:pt x="196324" y="280423"/>
                </a:lnTo>
                <a:lnTo>
                  <a:pt x="175617" y="262337"/>
                </a:lnTo>
                <a:lnTo>
                  <a:pt x="175879" y="262599"/>
                </a:lnTo>
                <a:lnTo>
                  <a:pt x="156220" y="244029"/>
                </a:lnTo>
                <a:lnTo>
                  <a:pt x="156482" y="244369"/>
                </a:lnTo>
                <a:lnTo>
                  <a:pt x="138265" y="225300"/>
                </a:lnTo>
                <a:lnTo>
                  <a:pt x="138527" y="225654"/>
                </a:lnTo>
                <a:lnTo>
                  <a:pt x="121490" y="205996"/>
                </a:lnTo>
                <a:lnTo>
                  <a:pt x="121752" y="206336"/>
                </a:lnTo>
                <a:lnTo>
                  <a:pt x="105894" y="186376"/>
                </a:lnTo>
                <a:lnTo>
                  <a:pt x="106287" y="186848"/>
                </a:lnTo>
                <a:lnTo>
                  <a:pt x="91871" y="166403"/>
                </a:lnTo>
                <a:lnTo>
                  <a:pt x="92264" y="166862"/>
                </a:lnTo>
                <a:lnTo>
                  <a:pt x="79290" y="146116"/>
                </a:lnTo>
                <a:lnTo>
                  <a:pt x="79683" y="146627"/>
                </a:lnTo>
                <a:lnTo>
                  <a:pt x="68281" y="125592"/>
                </a:lnTo>
                <a:lnTo>
                  <a:pt x="68543" y="126195"/>
                </a:lnTo>
                <a:lnTo>
                  <a:pt x="59043" y="105294"/>
                </a:lnTo>
                <a:lnTo>
                  <a:pt x="51356" y="85249"/>
                </a:lnTo>
                <a:lnTo>
                  <a:pt x="49347" y="76095"/>
                </a:lnTo>
                <a:lnTo>
                  <a:pt x="77717" y="71688"/>
                </a:lnTo>
                <a:lnTo>
                  <a:pt x="26736" y="0"/>
                </a:lnTo>
                <a:lnTo>
                  <a:pt x="0" y="83759"/>
                </a:ln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D4DB8-58C6-4B07-A8C9-A72D7468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323" y="3476700"/>
            <a:ext cx="401428" cy="392778"/>
          </a:xfrm>
          <a:custGeom xmlns:a="http://schemas.openxmlformats.org/drawingml/2006/main">
            <a:pathLst>
              <a:path w="401428" h="392778">
                <a:moveTo>
                  <a:pt x="0" y="196324"/>
                </a:moveTo>
                <a:cubicBezTo>
                  <a:pt x="0" y="87939"/>
                  <a:pt x="89774" y="0"/>
                  <a:pt x="200649" y="0"/>
                </a:cubicBezTo>
                <a:cubicBezTo>
                  <a:pt x="311523" y="0"/>
                  <a:pt x="401428" y="87939"/>
                  <a:pt x="401428" y="196324"/>
                </a:cubicBezTo>
                <a:cubicBezTo>
                  <a:pt x="401428" y="304839"/>
                  <a:pt x="311523" y="392778"/>
                  <a:pt x="200649" y="392778"/>
                </a:cubicBezTo>
                <a:cubicBezTo>
                  <a:pt x="89774" y="392778"/>
                  <a:pt x="0" y="304839"/>
                  <a:pt x="0" y="19632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CBCFC-4C3F-4515-BC41-A1073ECA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323" y="3476700"/>
            <a:ext cx="401428" cy="392778"/>
          </a:xfrm>
          <a:custGeom xmlns:a="http://schemas.openxmlformats.org/drawingml/2006/main">
            <a:pathLst>
              <a:path w="401428" h="392778" fill="none">
                <a:moveTo>
                  <a:pt x="0" y="196324"/>
                </a:moveTo>
                <a:cubicBezTo>
                  <a:pt x="0" y="87939"/>
                  <a:pt x="89774" y="0"/>
                  <a:pt x="200649" y="0"/>
                </a:cubicBezTo>
                <a:cubicBezTo>
                  <a:pt x="311523" y="0"/>
                  <a:pt x="401428" y="87939"/>
                  <a:pt x="401428" y="196324"/>
                </a:cubicBezTo>
                <a:cubicBezTo>
                  <a:pt x="401428" y="304839"/>
                  <a:pt x="311523" y="392778"/>
                  <a:pt x="200649" y="392778"/>
                </a:cubicBezTo>
                <a:cubicBezTo>
                  <a:pt x="89774" y="392778"/>
                  <a:pt x="0" y="304839"/>
                  <a:pt x="0" y="1963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85" name="Text 3">
            <a:extLst xmlns:a="http://schemas.openxmlformats.org/drawingml/2006/main">
              <a:ext uri="{FF2B5EF4-FFF2-40B4-BE49-F238E27FC236}">
                <a16:creationId xmlns:a16="http://schemas.microsoft.com/office/drawing/2014/main" id="{0D2D96E6-429E-406F-8605-BF2B2643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842" y="3611250"/>
            <a:ext cx="83647" cy="137266"/>
          </a:xfrm>
          <a:custGeom xmlns:a="http://schemas.openxmlformats.org/drawingml/2006/main">
            <a:pathLst>
              <a:path w="83647" h="137266">
                <a:moveTo>
                  <a:pt x="83647" y="94881"/>
                </a:moveTo>
                <a:cubicBezTo>
                  <a:pt x="83647" y="100737"/>
                  <a:pt x="82455" y="106235"/>
                  <a:pt x="80072" y="111375"/>
                </a:cubicBezTo>
                <a:cubicBezTo>
                  <a:pt x="77689" y="116516"/>
                  <a:pt x="74114" y="121010"/>
                  <a:pt x="69348" y="124857"/>
                </a:cubicBezTo>
                <a:cubicBezTo>
                  <a:pt x="64582" y="128704"/>
                  <a:pt x="58590" y="131734"/>
                  <a:pt x="51373" y="133947"/>
                </a:cubicBezTo>
                <a:cubicBezTo>
                  <a:pt x="44155" y="136160"/>
                  <a:pt x="35746" y="137266"/>
                  <a:pt x="26146" y="137266"/>
                </a:cubicBezTo>
                <a:cubicBezTo>
                  <a:pt x="20835" y="137266"/>
                  <a:pt x="16069" y="137086"/>
                  <a:pt x="11847" y="136727"/>
                </a:cubicBezTo>
                <a:cubicBezTo>
                  <a:pt x="7626" y="136367"/>
                  <a:pt x="3677" y="135900"/>
                  <a:pt x="0" y="135326"/>
                </a:cubicBezTo>
                <a:lnTo>
                  <a:pt x="0" y="119393"/>
                </a:lnTo>
                <a:cubicBezTo>
                  <a:pt x="4221" y="120174"/>
                  <a:pt x="8681" y="120778"/>
                  <a:pt x="13379" y="121206"/>
                </a:cubicBezTo>
                <a:cubicBezTo>
                  <a:pt x="18077" y="121631"/>
                  <a:pt x="22878" y="121844"/>
                  <a:pt x="27780" y="121844"/>
                </a:cubicBezTo>
                <a:cubicBezTo>
                  <a:pt x="34453" y="121844"/>
                  <a:pt x="40155" y="121248"/>
                  <a:pt x="44887" y="120057"/>
                </a:cubicBezTo>
                <a:cubicBezTo>
                  <a:pt x="49619" y="118865"/>
                  <a:pt x="53483" y="117146"/>
                  <a:pt x="56479" y="114899"/>
                </a:cubicBezTo>
                <a:cubicBezTo>
                  <a:pt x="59475" y="112652"/>
                  <a:pt x="61654" y="109929"/>
                  <a:pt x="63016" y="106728"/>
                </a:cubicBezTo>
                <a:cubicBezTo>
                  <a:pt x="64378" y="103528"/>
                  <a:pt x="65058" y="99920"/>
                  <a:pt x="65058" y="95902"/>
                </a:cubicBezTo>
                <a:cubicBezTo>
                  <a:pt x="65058" y="92226"/>
                  <a:pt x="64241" y="89025"/>
                  <a:pt x="62607" y="86302"/>
                </a:cubicBezTo>
                <a:cubicBezTo>
                  <a:pt x="60973" y="83578"/>
                  <a:pt x="58675" y="81297"/>
                  <a:pt x="55713" y="79459"/>
                </a:cubicBezTo>
                <a:cubicBezTo>
                  <a:pt x="52751" y="77621"/>
                  <a:pt x="49211" y="76242"/>
                  <a:pt x="45091" y="75323"/>
                </a:cubicBezTo>
                <a:cubicBezTo>
                  <a:pt x="40972" y="74404"/>
                  <a:pt x="36461" y="73944"/>
                  <a:pt x="31559" y="73944"/>
                </a:cubicBezTo>
                <a:lnTo>
                  <a:pt x="16341" y="73944"/>
                </a:lnTo>
                <a:lnTo>
                  <a:pt x="16341" y="59339"/>
                </a:lnTo>
                <a:lnTo>
                  <a:pt x="31763" y="59339"/>
                </a:lnTo>
                <a:cubicBezTo>
                  <a:pt x="35780" y="59339"/>
                  <a:pt x="39440" y="58810"/>
                  <a:pt x="42742" y="57753"/>
                </a:cubicBezTo>
                <a:cubicBezTo>
                  <a:pt x="46045" y="56695"/>
                  <a:pt x="48870" y="55177"/>
                  <a:pt x="51219" y="53198"/>
                </a:cubicBezTo>
                <a:cubicBezTo>
                  <a:pt x="53568" y="51217"/>
                  <a:pt x="55373" y="48777"/>
                  <a:pt x="56632" y="45877"/>
                </a:cubicBezTo>
                <a:cubicBezTo>
                  <a:pt x="57892" y="42976"/>
                  <a:pt x="58522" y="39684"/>
                  <a:pt x="58522" y="35999"/>
                </a:cubicBezTo>
                <a:cubicBezTo>
                  <a:pt x="58522" y="28832"/>
                  <a:pt x="56343" y="23612"/>
                  <a:pt x="51985" y="20337"/>
                </a:cubicBezTo>
                <a:cubicBezTo>
                  <a:pt x="47628" y="17060"/>
                  <a:pt x="41227" y="15422"/>
                  <a:pt x="32785" y="15422"/>
                </a:cubicBezTo>
                <a:cubicBezTo>
                  <a:pt x="28291" y="15422"/>
                  <a:pt x="23661" y="15865"/>
                  <a:pt x="18895" y="16750"/>
                </a:cubicBezTo>
                <a:cubicBezTo>
                  <a:pt x="14128" y="17635"/>
                  <a:pt x="9022" y="18963"/>
                  <a:pt x="3575" y="20733"/>
                </a:cubicBezTo>
                <a:lnTo>
                  <a:pt x="3575" y="5209"/>
                </a:lnTo>
                <a:cubicBezTo>
                  <a:pt x="5890" y="4392"/>
                  <a:pt x="8358" y="3660"/>
                  <a:pt x="10979" y="3013"/>
                </a:cubicBezTo>
                <a:cubicBezTo>
                  <a:pt x="13601" y="2366"/>
                  <a:pt x="16222" y="1821"/>
                  <a:pt x="18843" y="1379"/>
                </a:cubicBezTo>
                <a:cubicBezTo>
                  <a:pt x="21465" y="936"/>
                  <a:pt x="24069" y="596"/>
                  <a:pt x="26657" y="357"/>
                </a:cubicBezTo>
                <a:cubicBezTo>
                  <a:pt x="29244" y="119"/>
                  <a:pt x="31729" y="0"/>
                  <a:pt x="34112" y="0"/>
                </a:cubicBezTo>
                <a:cubicBezTo>
                  <a:pt x="41193" y="0"/>
                  <a:pt x="47424" y="767"/>
                  <a:pt x="52802" y="2301"/>
                </a:cubicBezTo>
                <a:cubicBezTo>
                  <a:pt x="58181" y="3835"/>
                  <a:pt x="62675" y="6035"/>
                  <a:pt x="66284" y="8901"/>
                </a:cubicBezTo>
                <a:cubicBezTo>
                  <a:pt x="69893" y="11765"/>
                  <a:pt x="72616" y="15243"/>
                  <a:pt x="74455" y="19335"/>
                </a:cubicBezTo>
                <a:cubicBezTo>
                  <a:pt x="76293" y="23427"/>
                  <a:pt x="77212" y="28029"/>
                  <a:pt x="77212" y="33142"/>
                </a:cubicBezTo>
                <a:cubicBezTo>
                  <a:pt x="77212" y="40781"/>
                  <a:pt x="75255" y="47192"/>
                  <a:pt x="71340" y="52375"/>
                </a:cubicBezTo>
                <a:cubicBezTo>
                  <a:pt x="67424" y="57558"/>
                  <a:pt x="62063" y="61684"/>
                  <a:pt x="55254" y="64752"/>
                </a:cubicBezTo>
                <a:cubicBezTo>
                  <a:pt x="58726" y="65297"/>
                  <a:pt x="62148" y="66386"/>
                  <a:pt x="65518" y="68020"/>
                </a:cubicBezTo>
                <a:cubicBezTo>
                  <a:pt x="68888" y="69654"/>
                  <a:pt x="71918" y="71748"/>
                  <a:pt x="74608" y="74301"/>
                </a:cubicBezTo>
                <a:cubicBezTo>
                  <a:pt x="77297" y="76855"/>
                  <a:pt x="79476" y="79868"/>
                  <a:pt x="81144" y="83340"/>
                </a:cubicBezTo>
                <a:cubicBezTo>
                  <a:pt x="82812" y="86813"/>
                  <a:pt x="83647" y="90660"/>
                  <a:pt x="83647" y="94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668C8-EAF2-4D58-852C-12A37654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560" y="3935794"/>
            <a:ext cx="401428" cy="392844"/>
          </a:xfrm>
          <a:custGeom xmlns:a="http://schemas.openxmlformats.org/drawingml/2006/main">
            <a:pathLst>
              <a:path w="401428" h="392844">
                <a:moveTo>
                  <a:pt x="0" y="196429"/>
                </a:moveTo>
                <a:cubicBezTo>
                  <a:pt x="0" y="87953"/>
                  <a:pt x="89905" y="0"/>
                  <a:pt x="200780" y="0"/>
                </a:cubicBezTo>
                <a:cubicBezTo>
                  <a:pt x="311523" y="0"/>
                  <a:pt x="401428" y="87953"/>
                  <a:pt x="401428" y="196429"/>
                </a:cubicBezTo>
                <a:cubicBezTo>
                  <a:pt x="401428" y="304905"/>
                  <a:pt x="311523" y="392844"/>
                  <a:pt x="200780" y="392844"/>
                </a:cubicBezTo>
                <a:cubicBezTo>
                  <a:pt x="89905" y="392844"/>
                  <a:pt x="0" y="304905"/>
                  <a:pt x="0" y="19642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CF018-8B3B-45E7-8ED6-99A1282E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560" y="3935794"/>
            <a:ext cx="401428" cy="392844"/>
          </a:xfrm>
          <a:custGeom xmlns:a="http://schemas.openxmlformats.org/drawingml/2006/main">
            <a:pathLst>
              <a:path w="401428" h="392844" fill="none">
                <a:moveTo>
                  <a:pt x="0" y="196429"/>
                </a:moveTo>
                <a:cubicBezTo>
                  <a:pt x="0" y="87953"/>
                  <a:pt x="89905" y="0"/>
                  <a:pt x="200780" y="0"/>
                </a:cubicBezTo>
                <a:cubicBezTo>
                  <a:pt x="311523" y="0"/>
                  <a:pt x="401428" y="87953"/>
                  <a:pt x="401428" y="196429"/>
                </a:cubicBezTo>
                <a:cubicBezTo>
                  <a:pt x="401428" y="304905"/>
                  <a:pt x="311523" y="392844"/>
                  <a:pt x="200780" y="392844"/>
                </a:cubicBezTo>
                <a:cubicBezTo>
                  <a:pt x="89905" y="392844"/>
                  <a:pt x="0" y="304905"/>
                  <a:pt x="0" y="1964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106" cap="flat">
            <a:solidFill>
              <a:srgbClr val="172C51"/>
            </a:solidFill>
            <a:miter/>
          </a:ln>
        </p:spPr>
      </p:sp>
      <p:sp>
        <p:nvSpPr>
          <p:cNvPr id="188" name="Text 4">
            <a:extLst xmlns:a="http://schemas.openxmlformats.org/drawingml/2006/main">
              <a:ext uri="{FF2B5EF4-FFF2-40B4-BE49-F238E27FC236}">
                <a16:creationId xmlns:a16="http://schemas.microsoft.com/office/drawing/2014/main" id="{5251EC5F-4843-4CC4-ACDD-95710945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853" y="4072314"/>
            <a:ext cx="105196" cy="133589"/>
          </a:xfrm>
          <a:custGeom xmlns:a="http://schemas.openxmlformats.org/drawingml/2006/main">
            <a:pathLst>
              <a:path w="105196" h="133589">
                <a:moveTo>
                  <a:pt x="105196" y="103971"/>
                </a:moveTo>
                <a:lnTo>
                  <a:pt x="82421" y="103971"/>
                </a:lnTo>
                <a:lnTo>
                  <a:pt x="82421" y="133589"/>
                </a:lnTo>
                <a:lnTo>
                  <a:pt x="64241" y="133589"/>
                </a:lnTo>
                <a:lnTo>
                  <a:pt x="64241" y="103971"/>
                </a:lnTo>
                <a:lnTo>
                  <a:pt x="0" y="103971"/>
                </a:lnTo>
                <a:lnTo>
                  <a:pt x="0" y="88345"/>
                </a:lnTo>
                <a:lnTo>
                  <a:pt x="56888" y="0"/>
                </a:lnTo>
                <a:lnTo>
                  <a:pt x="82421" y="0"/>
                </a:lnTo>
                <a:lnTo>
                  <a:pt x="82421" y="88345"/>
                </a:lnTo>
                <a:lnTo>
                  <a:pt x="105196" y="88345"/>
                </a:lnTo>
                <a:lnTo>
                  <a:pt x="105196" y="103971"/>
                </a:lnTo>
                <a:moveTo>
                  <a:pt x="64241" y="17158"/>
                </a:moveTo>
                <a:lnTo>
                  <a:pt x="17771" y="88345"/>
                </a:lnTo>
                <a:lnTo>
                  <a:pt x="64241" y="88345"/>
                </a:lnTo>
                <a:lnTo>
                  <a:pt x="64241" y="171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E9BD3-9CA9-47ED-94ED-A0212E3C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53" y="3647599"/>
            <a:ext cx="290030" cy="268274"/>
          </a:xfrm>
          <a:custGeom xmlns:a="http://schemas.openxmlformats.org/drawingml/2006/main">
            <a:pathLst>
              <a:path w="290030" h="268274">
                <a:moveTo>
                  <a:pt x="250581" y="3539"/>
                </a:moveTo>
                <a:lnTo>
                  <a:pt x="237869" y="6029"/>
                </a:lnTo>
                <a:lnTo>
                  <a:pt x="225025" y="9305"/>
                </a:lnTo>
                <a:lnTo>
                  <a:pt x="212444" y="13368"/>
                </a:lnTo>
                <a:lnTo>
                  <a:pt x="199993" y="17955"/>
                </a:lnTo>
                <a:lnTo>
                  <a:pt x="187674" y="23066"/>
                </a:lnTo>
                <a:lnTo>
                  <a:pt x="164084" y="35123"/>
                </a:lnTo>
                <a:lnTo>
                  <a:pt x="141280" y="49409"/>
                </a:lnTo>
                <a:lnTo>
                  <a:pt x="119786" y="65660"/>
                </a:lnTo>
                <a:lnTo>
                  <a:pt x="99735" y="83483"/>
                </a:lnTo>
                <a:lnTo>
                  <a:pt x="81255" y="103011"/>
                </a:lnTo>
                <a:lnTo>
                  <a:pt x="64480" y="123849"/>
                </a:lnTo>
                <a:lnTo>
                  <a:pt x="49802" y="145867"/>
                </a:lnTo>
                <a:lnTo>
                  <a:pt x="37351" y="168933"/>
                </a:lnTo>
                <a:lnTo>
                  <a:pt x="31716" y="181514"/>
                </a:lnTo>
                <a:lnTo>
                  <a:pt x="29659" y="189331"/>
                </a:lnTo>
                <a:lnTo>
                  <a:pt x="0" y="183480"/>
                </a:lnTo>
                <a:lnTo>
                  <a:pt x="23328" y="268274"/>
                </a:lnTo>
                <a:lnTo>
                  <a:pt x="77062" y="198683"/>
                </a:lnTo>
                <a:lnTo>
                  <a:pt x="48934" y="193134"/>
                </a:lnTo>
                <a:lnTo>
                  <a:pt x="50202" y="188262"/>
                </a:lnTo>
                <a:lnTo>
                  <a:pt x="55175" y="177320"/>
                </a:lnTo>
                <a:lnTo>
                  <a:pt x="54782" y="177976"/>
                </a:lnTo>
                <a:lnTo>
                  <a:pt x="66970" y="155696"/>
                </a:lnTo>
                <a:lnTo>
                  <a:pt x="66446" y="156351"/>
                </a:lnTo>
                <a:lnTo>
                  <a:pt x="80568" y="135168"/>
                </a:lnTo>
                <a:lnTo>
                  <a:pt x="96327" y="115724"/>
                </a:lnTo>
                <a:lnTo>
                  <a:pt x="95803" y="116248"/>
                </a:lnTo>
                <a:lnTo>
                  <a:pt x="113332" y="97695"/>
                </a:lnTo>
                <a:lnTo>
                  <a:pt x="132499" y="80600"/>
                </a:lnTo>
                <a:lnTo>
                  <a:pt x="131975" y="81124"/>
                </a:lnTo>
                <a:lnTo>
                  <a:pt x="152813" y="65398"/>
                </a:lnTo>
                <a:lnTo>
                  <a:pt x="152026" y="65791"/>
                </a:lnTo>
                <a:lnTo>
                  <a:pt x="174044" y="52030"/>
                </a:lnTo>
                <a:lnTo>
                  <a:pt x="173389" y="52554"/>
                </a:lnTo>
                <a:lnTo>
                  <a:pt x="196324" y="40759"/>
                </a:lnTo>
                <a:lnTo>
                  <a:pt x="195668" y="41152"/>
                </a:lnTo>
                <a:lnTo>
                  <a:pt x="207464" y="36041"/>
                </a:lnTo>
                <a:lnTo>
                  <a:pt x="207070" y="36303"/>
                </a:lnTo>
                <a:lnTo>
                  <a:pt x="218875" y="31892"/>
                </a:lnTo>
                <a:lnTo>
                  <a:pt x="230661" y="28177"/>
                </a:lnTo>
                <a:lnTo>
                  <a:pt x="230136" y="28308"/>
                </a:lnTo>
                <a:lnTo>
                  <a:pt x="241984" y="25283"/>
                </a:lnTo>
                <a:lnTo>
                  <a:pt x="254251" y="22804"/>
                </a:lnTo>
                <a:lnTo>
                  <a:pt x="253727" y="22935"/>
                </a:lnTo>
                <a:lnTo>
                  <a:pt x="266177" y="20969"/>
                </a:lnTo>
                <a:lnTo>
                  <a:pt x="265522" y="21100"/>
                </a:lnTo>
                <a:lnTo>
                  <a:pt x="277972" y="20052"/>
                </a:lnTo>
                <a:lnTo>
                  <a:pt x="277448" y="20052"/>
                </a:lnTo>
                <a:lnTo>
                  <a:pt x="290030" y="19659"/>
                </a:lnTo>
                <a:lnTo>
                  <a:pt x="289374" y="0"/>
                </a:lnTo>
                <a:lnTo>
                  <a:pt x="276662" y="393"/>
                </a:lnTo>
                <a:lnTo>
                  <a:pt x="263556" y="1573"/>
                </a:lnTo>
                <a:lnTo>
                  <a:pt x="250581" y="3539"/>
                </a:ln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94E08-287C-4357-9EEB-B2FE17EC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71" y="3379849"/>
            <a:ext cx="1108089" cy="752373"/>
          </a:xfrm>
          <a:custGeom xmlns:a="http://schemas.openxmlformats.org/drawingml/2006/main">
            <a:pathLst>
              <a:path w="1108089" h="752373" fill="none">
                <a:moveTo>
                  <a:pt x="0" y="0"/>
                </a:moveTo>
                <a:lnTo>
                  <a:pt x="1108089" y="752373"/>
                </a:lnTo>
              </a:path>
            </a:pathLst>
          </a:custGeom>
          <a:noFill xmlns:a="http://schemas.openxmlformats.org/drawingml/2006/main"/>
          <a:ln xmlns:a="http://schemas.openxmlformats.org/drawingml/2006/main" w="19659" cap="flat">
            <a:solidFill>
              <a:srgbClr val="7F7F7F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E3ECE-606A-475A-AC2A-16F13B58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074" y="3091104"/>
            <a:ext cx="401454" cy="1504013"/>
          </a:xfrm>
          <a:custGeom xmlns:a="http://schemas.openxmlformats.org/drawingml/2006/main">
            <a:pathLst>
              <a:path w="401454" h="1504013">
                <a:moveTo>
                  <a:pt x="0" y="1504013"/>
                </a:moveTo>
                <a:lnTo>
                  <a:pt x="0" y="0"/>
                </a:lnTo>
                <a:lnTo>
                  <a:pt x="401454" y="0"/>
                </a:lnTo>
                <a:lnTo>
                  <a:pt x="401454" y="1504013"/>
                </a:lnTo>
                <a:lnTo>
                  <a:pt x="0" y="1504013"/>
                </a:ln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FB0AD-D9A8-431D-9185-971F953D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683" y="3325067"/>
            <a:ext cx="339176" cy="184529"/>
          </a:xfrm>
          <a:custGeom xmlns:a="http://schemas.openxmlformats.org/drawingml/2006/main">
            <a:pathLst>
              <a:path w="339176" h="184529">
                <a:moveTo>
                  <a:pt x="314799" y="0"/>
                </a:moveTo>
                <a:lnTo>
                  <a:pt x="290030" y="393"/>
                </a:lnTo>
                <a:lnTo>
                  <a:pt x="265391" y="2490"/>
                </a:lnTo>
                <a:lnTo>
                  <a:pt x="240883" y="6422"/>
                </a:lnTo>
                <a:lnTo>
                  <a:pt x="216769" y="12188"/>
                </a:lnTo>
                <a:lnTo>
                  <a:pt x="192916" y="19528"/>
                </a:lnTo>
                <a:lnTo>
                  <a:pt x="169588" y="28702"/>
                </a:lnTo>
                <a:lnTo>
                  <a:pt x="146653" y="39448"/>
                </a:lnTo>
                <a:lnTo>
                  <a:pt x="124504" y="51768"/>
                </a:lnTo>
                <a:lnTo>
                  <a:pt x="102749" y="65660"/>
                </a:lnTo>
                <a:lnTo>
                  <a:pt x="82042" y="81124"/>
                </a:lnTo>
                <a:lnTo>
                  <a:pt x="61990" y="97900"/>
                </a:lnTo>
                <a:lnTo>
                  <a:pt x="42725" y="116379"/>
                </a:lnTo>
                <a:lnTo>
                  <a:pt x="41961" y="117308"/>
                </a:lnTo>
                <a:lnTo>
                  <a:pt x="19003" y="98686"/>
                </a:lnTo>
                <a:lnTo>
                  <a:pt x="0" y="184529"/>
                </a:lnTo>
                <a:lnTo>
                  <a:pt x="80076" y="148226"/>
                </a:lnTo>
                <a:lnTo>
                  <a:pt x="57257" y="129716"/>
                </a:lnTo>
                <a:lnTo>
                  <a:pt x="57511" y="129409"/>
                </a:lnTo>
                <a:lnTo>
                  <a:pt x="75358" y="112316"/>
                </a:lnTo>
                <a:lnTo>
                  <a:pt x="74834" y="112709"/>
                </a:lnTo>
                <a:lnTo>
                  <a:pt x="94446" y="96366"/>
                </a:lnTo>
                <a:lnTo>
                  <a:pt x="114282" y="81649"/>
                </a:lnTo>
                <a:lnTo>
                  <a:pt x="113627" y="82042"/>
                </a:lnTo>
                <a:lnTo>
                  <a:pt x="134858" y="68412"/>
                </a:lnTo>
                <a:lnTo>
                  <a:pt x="134334" y="68805"/>
                </a:lnTo>
                <a:lnTo>
                  <a:pt x="155958" y="56748"/>
                </a:lnTo>
                <a:lnTo>
                  <a:pt x="155303" y="57141"/>
                </a:lnTo>
                <a:lnTo>
                  <a:pt x="177583" y="46656"/>
                </a:lnTo>
                <a:lnTo>
                  <a:pt x="177058" y="46918"/>
                </a:lnTo>
                <a:lnTo>
                  <a:pt x="199731" y="38007"/>
                </a:lnTo>
                <a:lnTo>
                  <a:pt x="199076" y="38269"/>
                </a:lnTo>
                <a:lnTo>
                  <a:pt x="222273" y="31061"/>
                </a:lnTo>
                <a:lnTo>
                  <a:pt x="221618" y="31192"/>
                </a:lnTo>
                <a:lnTo>
                  <a:pt x="245077" y="25556"/>
                </a:lnTo>
                <a:lnTo>
                  <a:pt x="244422" y="25818"/>
                </a:lnTo>
                <a:lnTo>
                  <a:pt x="268143" y="21887"/>
                </a:lnTo>
                <a:lnTo>
                  <a:pt x="267357" y="22018"/>
                </a:lnTo>
                <a:lnTo>
                  <a:pt x="291340" y="19921"/>
                </a:lnTo>
                <a:lnTo>
                  <a:pt x="290685" y="19921"/>
                </a:lnTo>
                <a:lnTo>
                  <a:pt x="314004" y="19666"/>
                </a:lnTo>
                <a:lnTo>
                  <a:pt x="337997" y="21100"/>
                </a:lnTo>
                <a:lnTo>
                  <a:pt x="339176" y="1573"/>
                </a:lnTo>
                <a:lnTo>
                  <a:pt x="314799" y="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C0899-5AD1-4D11-AB16-61964983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725" y="4132222"/>
            <a:ext cx="1118835" cy="300029"/>
          </a:xfrm>
          <a:custGeom xmlns:a="http://schemas.openxmlformats.org/drawingml/2006/main">
            <a:pathLst>
              <a:path w="1118835" h="300029" fill="none">
                <a:moveTo>
                  <a:pt x="0" y="300029"/>
                </a:moveTo>
                <a:lnTo>
                  <a:pt x="11188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9" cap="flat">
            <a:solidFill>
              <a:srgbClr val="7F7F7F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CAB75-F846-44E0-8031-A39894A8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679" y="4087191"/>
            <a:ext cx="1100881" cy="45031"/>
          </a:xfrm>
          <a:custGeom xmlns:a="http://schemas.openxmlformats.org/drawingml/2006/main">
            <a:pathLst>
              <a:path w="1100881" h="45031" fill="none">
                <a:moveTo>
                  <a:pt x="0" y="0"/>
                </a:moveTo>
                <a:lnTo>
                  <a:pt x="1100881" y="45031"/>
                </a:lnTo>
              </a:path>
            </a:pathLst>
          </a:custGeom>
          <a:noFill xmlns:a="http://schemas.openxmlformats.org/drawingml/2006/main"/>
          <a:ln xmlns:a="http://schemas.openxmlformats.org/drawingml/2006/main" w="19659" cap="flat">
            <a:solidFill>
              <a:srgbClr val="7F7F7F"/>
            </a:solidFill>
            <a:miter/>
          </a:ln>
        </p:spPr>
      </p:sp>
      <p:sp>
        <p:nvSpPr>
          <p:cNvPr id="195" name="Text …">
            <a:extLst xmlns:a="http://schemas.openxmlformats.org/drawingml/2006/main">
              <a:ext uri="{FF2B5EF4-FFF2-40B4-BE49-F238E27FC236}">
                <a16:creationId xmlns:a16="http://schemas.microsoft.com/office/drawing/2014/main" id="{4D224E53-D4DD-4B78-9CA8-5C6898F8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095" y="3798025"/>
            <a:ext cx="30937" cy="129396"/>
          </a:xfrm>
          <a:custGeom xmlns:a="http://schemas.openxmlformats.org/drawingml/2006/main">
            <a:pathLst>
              <a:path w="30937" h="129396">
                <a:moveTo>
                  <a:pt x="15404" y="30552"/>
                </a:moveTo>
                <a:cubicBezTo>
                  <a:pt x="13350" y="30552"/>
                  <a:pt x="11382" y="30167"/>
                  <a:pt x="9499" y="29397"/>
                </a:cubicBezTo>
                <a:cubicBezTo>
                  <a:pt x="7617" y="28626"/>
                  <a:pt x="5969" y="27578"/>
                  <a:pt x="4557" y="26252"/>
                </a:cubicBezTo>
                <a:cubicBezTo>
                  <a:pt x="3145" y="24925"/>
                  <a:pt x="2033" y="23320"/>
                  <a:pt x="1220" y="21438"/>
                </a:cubicBezTo>
                <a:cubicBezTo>
                  <a:pt x="407" y="19555"/>
                  <a:pt x="0" y="17501"/>
                  <a:pt x="0" y="15276"/>
                </a:cubicBezTo>
                <a:cubicBezTo>
                  <a:pt x="0" y="13051"/>
                  <a:pt x="407" y="10997"/>
                  <a:pt x="1220" y="9114"/>
                </a:cubicBezTo>
                <a:cubicBezTo>
                  <a:pt x="2033" y="7231"/>
                  <a:pt x="3124" y="5627"/>
                  <a:pt x="4493" y="4300"/>
                </a:cubicBezTo>
                <a:cubicBezTo>
                  <a:pt x="5862" y="2974"/>
                  <a:pt x="7488" y="1926"/>
                  <a:pt x="9371" y="1155"/>
                </a:cubicBezTo>
                <a:cubicBezTo>
                  <a:pt x="11254" y="385"/>
                  <a:pt x="13265" y="0"/>
                  <a:pt x="15404" y="0"/>
                </a:cubicBezTo>
                <a:cubicBezTo>
                  <a:pt x="17544" y="0"/>
                  <a:pt x="19555" y="385"/>
                  <a:pt x="21438" y="1155"/>
                </a:cubicBezTo>
                <a:cubicBezTo>
                  <a:pt x="23320" y="1926"/>
                  <a:pt x="24968" y="2974"/>
                  <a:pt x="26380" y="4300"/>
                </a:cubicBezTo>
                <a:cubicBezTo>
                  <a:pt x="27792" y="5627"/>
                  <a:pt x="28905" y="7231"/>
                  <a:pt x="29718" y="9114"/>
                </a:cubicBezTo>
                <a:cubicBezTo>
                  <a:pt x="30531" y="10997"/>
                  <a:pt x="30937" y="13051"/>
                  <a:pt x="30937" y="15276"/>
                </a:cubicBezTo>
                <a:cubicBezTo>
                  <a:pt x="30937" y="17501"/>
                  <a:pt x="30531" y="19555"/>
                  <a:pt x="29718" y="21438"/>
                </a:cubicBezTo>
                <a:cubicBezTo>
                  <a:pt x="28905" y="23320"/>
                  <a:pt x="27813" y="24925"/>
                  <a:pt x="26444" y="26252"/>
                </a:cubicBezTo>
                <a:cubicBezTo>
                  <a:pt x="25075" y="27578"/>
                  <a:pt x="23427" y="28626"/>
                  <a:pt x="21502" y="29397"/>
                </a:cubicBezTo>
                <a:cubicBezTo>
                  <a:pt x="19576" y="30167"/>
                  <a:pt x="17544" y="30552"/>
                  <a:pt x="15404" y="30552"/>
                </a:cubicBezTo>
                <a:moveTo>
                  <a:pt x="15404" y="79974"/>
                </a:moveTo>
                <a:cubicBezTo>
                  <a:pt x="13350" y="79974"/>
                  <a:pt x="11382" y="79589"/>
                  <a:pt x="9499" y="78819"/>
                </a:cubicBezTo>
                <a:cubicBezTo>
                  <a:pt x="7617" y="78049"/>
                  <a:pt x="5969" y="77000"/>
                  <a:pt x="4557" y="75674"/>
                </a:cubicBezTo>
                <a:cubicBezTo>
                  <a:pt x="3145" y="74347"/>
                  <a:pt x="2033" y="72743"/>
                  <a:pt x="1220" y="70860"/>
                </a:cubicBezTo>
                <a:cubicBezTo>
                  <a:pt x="407" y="68977"/>
                  <a:pt x="0" y="66923"/>
                  <a:pt x="0" y="64698"/>
                </a:cubicBezTo>
                <a:cubicBezTo>
                  <a:pt x="0" y="62473"/>
                  <a:pt x="407" y="60419"/>
                  <a:pt x="1220" y="58537"/>
                </a:cubicBezTo>
                <a:cubicBezTo>
                  <a:pt x="2033" y="56654"/>
                  <a:pt x="3124" y="55049"/>
                  <a:pt x="4493" y="53723"/>
                </a:cubicBezTo>
                <a:cubicBezTo>
                  <a:pt x="5862" y="52396"/>
                  <a:pt x="7488" y="51348"/>
                  <a:pt x="9371" y="50578"/>
                </a:cubicBezTo>
                <a:cubicBezTo>
                  <a:pt x="11254" y="49807"/>
                  <a:pt x="13265" y="49422"/>
                  <a:pt x="15404" y="49422"/>
                </a:cubicBezTo>
                <a:cubicBezTo>
                  <a:pt x="17544" y="49422"/>
                  <a:pt x="19555" y="49807"/>
                  <a:pt x="21438" y="50578"/>
                </a:cubicBezTo>
                <a:cubicBezTo>
                  <a:pt x="23320" y="51348"/>
                  <a:pt x="24968" y="52396"/>
                  <a:pt x="26380" y="53723"/>
                </a:cubicBezTo>
                <a:cubicBezTo>
                  <a:pt x="27792" y="55049"/>
                  <a:pt x="28905" y="56654"/>
                  <a:pt x="29718" y="58537"/>
                </a:cubicBezTo>
                <a:cubicBezTo>
                  <a:pt x="30531" y="60419"/>
                  <a:pt x="30937" y="62473"/>
                  <a:pt x="30937" y="64698"/>
                </a:cubicBezTo>
                <a:cubicBezTo>
                  <a:pt x="30937" y="66923"/>
                  <a:pt x="30531" y="68977"/>
                  <a:pt x="29718" y="70860"/>
                </a:cubicBezTo>
                <a:cubicBezTo>
                  <a:pt x="28905" y="72743"/>
                  <a:pt x="27813" y="74347"/>
                  <a:pt x="26444" y="75674"/>
                </a:cubicBezTo>
                <a:cubicBezTo>
                  <a:pt x="25075" y="77000"/>
                  <a:pt x="23427" y="78049"/>
                  <a:pt x="21502" y="78819"/>
                </a:cubicBezTo>
                <a:cubicBezTo>
                  <a:pt x="19576" y="79589"/>
                  <a:pt x="17544" y="79974"/>
                  <a:pt x="15404" y="79974"/>
                </a:cubicBezTo>
                <a:moveTo>
                  <a:pt x="15404" y="129396"/>
                </a:moveTo>
                <a:cubicBezTo>
                  <a:pt x="13350" y="129396"/>
                  <a:pt x="11382" y="129011"/>
                  <a:pt x="9499" y="128241"/>
                </a:cubicBezTo>
                <a:cubicBezTo>
                  <a:pt x="7617" y="127471"/>
                  <a:pt x="5969" y="126423"/>
                  <a:pt x="4557" y="125096"/>
                </a:cubicBezTo>
                <a:cubicBezTo>
                  <a:pt x="3145" y="123770"/>
                  <a:pt x="2033" y="122165"/>
                  <a:pt x="1220" y="120282"/>
                </a:cubicBezTo>
                <a:cubicBezTo>
                  <a:pt x="407" y="118399"/>
                  <a:pt x="0" y="116346"/>
                  <a:pt x="0" y="114121"/>
                </a:cubicBezTo>
                <a:cubicBezTo>
                  <a:pt x="0" y="111895"/>
                  <a:pt x="407" y="109842"/>
                  <a:pt x="1220" y="107959"/>
                </a:cubicBezTo>
                <a:cubicBezTo>
                  <a:pt x="2033" y="106076"/>
                  <a:pt x="3124" y="104471"/>
                  <a:pt x="4493" y="103145"/>
                </a:cubicBezTo>
                <a:cubicBezTo>
                  <a:pt x="5862" y="101818"/>
                  <a:pt x="7488" y="100770"/>
                  <a:pt x="9371" y="100000"/>
                </a:cubicBezTo>
                <a:cubicBezTo>
                  <a:pt x="11254" y="99230"/>
                  <a:pt x="13265" y="98845"/>
                  <a:pt x="15404" y="98845"/>
                </a:cubicBezTo>
                <a:cubicBezTo>
                  <a:pt x="17544" y="98845"/>
                  <a:pt x="19555" y="99230"/>
                  <a:pt x="21438" y="100000"/>
                </a:cubicBezTo>
                <a:cubicBezTo>
                  <a:pt x="23320" y="100770"/>
                  <a:pt x="24968" y="101818"/>
                  <a:pt x="26380" y="103145"/>
                </a:cubicBezTo>
                <a:cubicBezTo>
                  <a:pt x="27792" y="104471"/>
                  <a:pt x="28905" y="106076"/>
                  <a:pt x="29718" y="107959"/>
                </a:cubicBezTo>
                <a:cubicBezTo>
                  <a:pt x="30531" y="109842"/>
                  <a:pt x="30937" y="111895"/>
                  <a:pt x="30937" y="114121"/>
                </a:cubicBezTo>
                <a:cubicBezTo>
                  <a:pt x="30937" y="116346"/>
                  <a:pt x="30531" y="118399"/>
                  <a:pt x="29718" y="120282"/>
                </a:cubicBezTo>
                <a:cubicBezTo>
                  <a:pt x="28905" y="122165"/>
                  <a:pt x="27813" y="123770"/>
                  <a:pt x="26444" y="125096"/>
                </a:cubicBezTo>
                <a:cubicBezTo>
                  <a:pt x="25075" y="126423"/>
                  <a:pt x="23427" y="127471"/>
                  <a:pt x="21502" y="128241"/>
                </a:cubicBezTo>
                <a:cubicBezTo>
                  <a:pt x="19576" y="129011"/>
                  <a:pt x="17544" y="129396"/>
                  <a:pt x="15404" y="129396"/>
                </a:cubicBezTo>
                <a:close/>
              </a:path>
            </a:pathLst>
          </a:custGeom>
          <a:solidFill xmlns:a="http://schemas.openxmlformats.org/drawingml/2006/main">
            <a:srgbClr val="001D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D7620-CFE0-4736-A6E3-0E99FDA4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147" y="3189685"/>
            <a:ext cx="314537" cy="1421879"/>
          </a:xfrm>
          <a:custGeom xmlns:a="http://schemas.openxmlformats.org/drawingml/2006/main">
            <a:pathLst>
              <a:path w="314537" h="1421879">
                <a:moveTo>
                  <a:pt x="52423" y="1421879"/>
                </a:moveTo>
                <a:cubicBezTo>
                  <a:pt x="23459" y="1421879"/>
                  <a:pt x="0" y="1398407"/>
                  <a:pt x="0" y="1369456"/>
                </a:cubicBezTo>
                <a:lnTo>
                  <a:pt x="0" y="52423"/>
                </a:lnTo>
                <a:cubicBezTo>
                  <a:pt x="0" y="23459"/>
                  <a:pt x="23459" y="0"/>
                  <a:pt x="52423" y="0"/>
                </a:cubicBezTo>
                <a:lnTo>
                  <a:pt x="262114" y="0"/>
                </a:lnTo>
                <a:cubicBezTo>
                  <a:pt x="291078" y="0"/>
                  <a:pt x="314537" y="23459"/>
                  <a:pt x="314537" y="52423"/>
                </a:cubicBezTo>
                <a:lnTo>
                  <a:pt x="314537" y="1369456"/>
                </a:lnTo>
                <a:cubicBezTo>
                  <a:pt x="314537" y="1398407"/>
                  <a:pt x="291078" y="1421879"/>
                  <a:pt x="262114" y="1421879"/>
                </a:cubicBezTo>
                <a:lnTo>
                  <a:pt x="52423" y="1421879"/>
                </a:lnTo>
                <a:close/>
              </a:path>
            </a:pathLst>
          </a:custGeom>
          <a:solidFill xmlns:a="http://schemas.openxmlformats.org/drawingml/2006/main">
            <a:srgbClr val="FBE5D6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34778-8422-4BCE-B470-4C238D8D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147" y="3189685"/>
            <a:ext cx="314537" cy="1421879"/>
          </a:xfrm>
          <a:custGeom xmlns:a="http://schemas.openxmlformats.org/drawingml/2006/main">
            <a:pathLst>
              <a:path w="314537" h="1421879" fill="none">
                <a:moveTo>
                  <a:pt x="52423" y="1421879"/>
                </a:moveTo>
                <a:cubicBezTo>
                  <a:pt x="23459" y="1421879"/>
                  <a:pt x="0" y="1398407"/>
                  <a:pt x="0" y="1369456"/>
                </a:cubicBezTo>
                <a:lnTo>
                  <a:pt x="0" y="52423"/>
                </a:lnTo>
                <a:cubicBezTo>
                  <a:pt x="0" y="23459"/>
                  <a:pt x="23459" y="0"/>
                  <a:pt x="52423" y="0"/>
                </a:cubicBezTo>
                <a:lnTo>
                  <a:pt x="262114" y="0"/>
                </a:lnTo>
                <a:cubicBezTo>
                  <a:pt x="291078" y="0"/>
                  <a:pt x="314537" y="23459"/>
                  <a:pt x="314537" y="52423"/>
                </a:cubicBezTo>
                <a:lnTo>
                  <a:pt x="314537" y="1369456"/>
                </a:lnTo>
                <a:cubicBezTo>
                  <a:pt x="314537" y="1398407"/>
                  <a:pt x="291078" y="1421879"/>
                  <a:pt x="262114" y="1421879"/>
                </a:cubicBezTo>
                <a:lnTo>
                  <a:pt x="52423" y="14218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935" cap="flat">
            <a:solidFill>
              <a:srgbClr val="F8CBAD"/>
            </a:solidFill>
            <a:custDash>
              <a:ds d="300000" sp="100000"/>
            </a:custDash>
            <a:miter/>
          </a:ln>
        </p:spPr>
      </p:sp>
      <p:sp>
        <p:nvSpPr>
          <p:cNvPr id="198" name="Text P">
            <a:extLst xmlns:a="http://schemas.openxmlformats.org/drawingml/2006/main">
              <a:ext uri="{FF2B5EF4-FFF2-40B4-BE49-F238E27FC236}">
                <a16:creationId xmlns:a16="http://schemas.microsoft.com/office/drawing/2014/main" id="{B3C790FC-E517-4AAC-8C93-5E8CF104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468" y="4250415"/>
            <a:ext cx="139171" cy="99819"/>
          </a:xfrm>
          <a:custGeom xmlns:a="http://schemas.openxmlformats.org/drawingml/2006/main">
            <a:pathLst>
              <a:path w="139171" h="99819">
                <a:moveTo>
                  <a:pt x="90654" y="70170"/>
                </a:moveTo>
                <a:lnTo>
                  <a:pt x="139171" y="70170"/>
                </a:lnTo>
                <a:lnTo>
                  <a:pt x="139171" y="99819"/>
                </a:lnTo>
                <a:lnTo>
                  <a:pt x="0" y="99819"/>
                </a:lnTo>
                <a:lnTo>
                  <a:pt x="0" y="51931"/>
                </a:lnTo>
                <a:cubicBezTo>
                  <a:pt x="0" y="17310"/>
                  <a:pt x="14675" y="0"/>
                  <a:pt x="44024" y="0"/>
                </a:cubicBezTo>
                <a:cubicBezTo>
                  <a:pt x="58280" y="0"/>
                  <a:pt x="69705" y="5226"/>
                  <a:pt x="78301" y="15678"/>
                </a:cubicBezTo>
                <a:cubicBezTo>
                  <a:pt x="86896" y="26130"/>
                  <a:pt x="91014" y="39203"/>
                  <a:pt x="90654" y="54896"/>
                </a:cubicBezTo>
                <a:lnTo>
                  <a:pt x="90654" y="70170"/>
                </a:lnTo>
                <a:moveTo>
                  <a:pt x="23001" y="70170"/>
                </a:moveTo>
                <a:lnTo>
                  <a:pt x="67923" y="70170"/>
                </a:lnTo>
                <a:lnTo>
                  <a:pt x="67923" y="57322"/>
                </a:lnTo>
                <a:cubicBezTo>
                  <a:pt x="67923" y="39892"/>
                  <a:pt x="60346" y="31177"/>
                  <a:pt x="45192" y="31177"/>
                </a:cubicBezTo>
                <a:cubicBezTo>
                  <a:pt x="30398" y="31177"/>
                  <a:pt x="23001" y="39802"/>
                  <a:pt x="23001" y="57052"/>
                </a:cubicBezTo>
                <a:lnTo>
                  <a:pt x="23001" y="701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a">
            <a:extLst xmlns:a="http://schemas.openxmlformats.org/drawingml/2006/main">
              <a:ext uri="{FF2B5EF4-FFF2-40B4-BE49-F238E27FC236}">
                <a16:creationId xmlns:a16="http://schemas.microsoft.com/office/drawing/2014/main" id="{55E6C67C-6BF0-4306-8A29-D2EB19D5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844" y="4155418"/>
            <a:ext cx="104221" cy="88768"/>
          </a:xfrm>
          <a:custGeom xmlns:a="http://schemas.openxmlformats.org/drawingml/2006/main">
            <a:pathLst>
              <a:path w="104221" h="88768">
                <a:moveTo>
                  <a:pt x="8446" y="78975"/>
                </a:moveTo>
                <a:cubicBezTo>
                  <a:pt x="5930" y="74482"/>
                  <a:pt x="3893" y="68478"/>
                  <a:pt x="2336" y="60960"/>
                </a:cubicBezTo>
                <a:cubicBezTo>
                  <a:pt x="779" y="53443"/>
                  <a:pt x="0" y="47019"/>
                  <a:pt x="0" y="41688"/>
                </a:cubicBezTo>
                <a:cubicBezTo>
                  <a:pt x="0" y="13896"/>
                  <a:pt x="13926" y="0"/>
                  <a:pt x="41778" y="0"/>
                </a:cubicBezTo>
                <a:lnTo>
                  <a:pt x="101795" y="0"/>
                </a:lnTo>
                <a:lnTo>
                  <a:pt x="101795" y="27583"/>
                </a:lnTo>
                <a:lnTo>
                  <a:pt x="87330" y="27583"/>
                </a:lnTo>
                <a:lnTo>
                  <a:pt x="87330" y="27942"/>
                </a:lnTo>
                <a:cubicBezTo>
                  <a:pt x="98591" y="34710"/>
                  <a:pt x="104221" y="44623"/>
                  <a:pt x="104221" y="57681"/>
                </a:cubicBezTo>
                <a:cubicBezTo>
                  <a:pt x="104221" y="67085"/>
                  <a:pt x="101541" y="74617"/>
                  <a:pt x="96180" y="80277"/>
                </a:cubicBezTo>
                <a:cubicBezTo>
                  <a:pt x="90819" y="85938"/>
                  <a:pt x="83527" y="88768"/>
                  <a:pt x="74303" y="88768"/>
                </a:cubicBezTo>
                <a:cubicBezTo>
                  <a:pt x="55255" y="88768"/>
                  <a:pt x="44174" y="77417"/>
                  <a:pt x="41060" y="54716"/>
                </a:cubicBezTo>
                <a:lnTo>
                  <a:pt x="37376" y="27403"/>
                </a:lnTo>
                <a:cubicBezTo>
                  <a:pt x="25816" y="27403"/>
                  <a:pt x="20036" y="33423"/>
                  <a:pt x="20036" y="45462"/>
                </a:cubicBezTo>
                <a:cubicBezTo>
                  <a:pt x="20036" y="57322"/>
                  <a:pt x="23629" y="68493"/>
                  <a:pt x="30817" y="78975"/>
                </a:cubicBezTo>
                <a:lnTo>
                  <a:pt x="8446" y="78975"/>
                </a:lnTo>
                <a:moveTo>
                  <a:pt x="56783" y="46181"/>
                </a:moveTo>
                <a:cubicBezTo>
                  <a:pt x="58160" y="56663"/>
                  <a:pt x="62892" y="61904"/>
                  <a:pt x="70978" y="61904"/>
                </a:cubicBezTo>
                <a:cubicBezTo>
                  <a:pt x="74692" y="61904"/>
                  <a:pt x="77687" y="60631"/>
                  <a:pt x="79963" y="58085"/>
                </a:cubicBezTo>
                <a:cubicBezTo>
                  <a:pt x="82239" y="55540"/>
                  <a:pt x="83377" y="52111"/>
                  <a:pt x="83377" y="47798"/>
                </a:cubicBezTo>
                <a:cubicBezTo>
                  <a:pt x="83377" y="41868"/>
                  <a:pt x="81281" y="36987"/>
                  <a:pt x="77088" y="33153"/>
                </a:cubicBezTo>
                <a:cubicBezTo>
                  <a:pt x="72895" y="29320"/>
                  <a:pt x="67684" y="27403"/>
                  <a:pt x="61455" y="27403"/>
                </a:cubicBezTo>
                <a:lnTo>
                  <a:pt x="54357" y="27403"/>
                </a:lnTo>
                <a:lnTo>
                  <a:pt x="56783" y="461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r">
            <a:extLst xmlns:a="http://schemas.openxmlformats.org/drawingml/2006/main">
              <a:ext uri="{FF2B5EF4-FFF2-40B4-BE49-F238E27FC236}">
                <a16:creationId xmlns:a16="http://schemas.microsoft.com/office/drawing/2014/main" id="{8F5F6223-B1D1-449F-BC7E-F7521C2C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563" y="4066754"/>
            <a:ext cx="101077" cy="63341"/>
          </a:xfrm>
          <a:custGeom xmlns:a="http://schemas.openxmlformats.org/drawingml/2006/main">
            <a:pathLst>
              <a:path w="101077" h="63341">
                <a:moveTo>
                  <a:pt x="28032" y="0"/>
                </a:moveTo>
                <a:cubicBezTo>
                  <a:pt x="25995" y="3534"/>
                  <a:pt x="24977" y="7817"/>
                  <a:pt x="24977" y="12848"/>
                </a:cubicBezTo>
                <a:cubicBezTo>
                  <a:pt x="24977" y="19437"/>
                  <a:pt x="27493" y="24663"/>
                  <a:pt x="32524" y="28526"/>
                </a:cubicBezTo>
                <a:cubicBezTo>
                  <a:pt x="37556" y="32389"/>
                  <a:pt x="44474" y="34321"/>
                  <a:pt x="53279" y="34321"/>
                </a:cubicBezTo>
                <a:lnTo>
                  <a:pt x="101077" y="34321"/>
                </a:lnTo>
                <a:lnTo>
                  <a:pt x="101077" y="63341"/>
                </a:lnTo>
                <a:lnTo>
                  <a:pt x="1707" y="63341"/>
                </a:lnTo>
                <a:lnTo>
                  <a:pt x="1707" y="34321"/>
                </a:lnTo>
                <a:lnTo>
                  <a:pt x="20395" y="34321"/>
                </a:lnTo>
                <a:lnTo>
                  <a:pt x="20395" y="33962"/>
                </a:lnTo>
                <a:cubicBezTo>
                  <a:pt x="6798" y="29170"/>
                  <a:pt x="0" y="20455"/>
                  <a:pt x="0" y="7817"/>
                </a:cubicBezTo>
                <a:cubicBezTo>
                  <a:pt x="0" y="4402"/>
                  <a:pt x="389" y="1797"/>
                  <a:pt x="1168" y="0"/>
                </a:cubicBezTo>
                <a:lnTo>
                  <a:pt x="28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a">
            <a:extLst xmlns:a="http://schemas.openxmlformats.org/drawingml/2006/main">
              <a:ext uri="{FF2B5EF4-FFF2-40B4-BE49-F238E27FC236}">
                <a16:creationId xmlns:a16="http://schemas.microsoft.com/office/drawing/2014/main" id="{ABA6FCAA-B6EC-4B78-979E-75D81753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844" y="3970310"/>
            <a:ext cx="104221" cy="88768"/>
          </a:xfrm>
          <a:custGeom xmlns:a="http://schemas.openxmlformats.org/drawingml/2006/main">
            <a:pathLst>
              <a:path w="104221" h="88768">
                <a:moveTo>
                  <a:pt x="8446" y="78975"/>
                </a:moveTo>
                <a:cubicBezTo>
                  <a:pt x="5930" y="74482"/>
                  <a:pt x="3893" y="68478"/>
                  <a:pt x="2336" y="60960"/>
                </a:cubicBezTo>
                <a:cubicBezTo>
                  <a:pt x="779" y="53443"/>
                  <a:pt x="0" y="47019"/>
                  <a:pt x="0" y="41688"/>
                </a:cubicBezTo>
                <a:cubicBezTo>
                  <a:pt x="0" y="13896"/>
                  <a:pt x="13926" y="0"/>
                  <a:pt x="41778" y="0"/>
                </a:cubicBezTo>
                <a:lnTo>
                  <a:pt x="101795" y="0"/>
                </a:lnTo>
                <a:lnTo>
                  <a:pt x="101795" y="27583"/>
                </a:lnTo>
                <a:lnTo>
                  <a:pt x="87330" y="27583"/>
                </a:lnTo>
                <a:lnTo>
                  <a:pt x="87330" y="27942"/>
                </a:lnTo>
                <a:cubicBezTo>
                  <a:pt x="98591" y="34710"/>
                  <a:pt x="104221" y="44623"/>
                  <a:pt x="104221" y="57681"/>
                </a:cubicBezTo>
                <a:cubicBezTo>
                  <a:pt x="104221" y="67085"/>
                  <a:pt x="101541" y="74617"/>
                  <a:pt x="96180" y="80277"/>
                </a:cubicBezTo>
                <a:cubicBezTo>
                  <a:pt x="90819" y="85938"/>
                  <a:pt x="83527" y="88768"/>
                  <a:pt x="74303" y="88768"/>
                </a:cubicBezTo>
                <a:cubicBezTo>
                  <a:pt x="55255" y="88768"/>
                  <a:pt x="44174" y="77417"/>
                  <a:pt x="41060" y="54716"/>
                </a:cubicBezTo>
                <a:lnTo>
                  <a:pt x="37376" y="27403"/>
                </a:lnTo>
                <a:cubicBezTo>
                  <a:pt x="25816" y="27403"/>
                  <a:pt x="20036" y="33423"/>
                  <a:pt x="20036" y="45462"/>
                </a:cubicBezTo>
                <a:cubicBezTo>
                  <a:pt x="20036" y="57322"/>
                  <a:pt x="23629" y="68493"/>
                  <a:pt x="30817" y="78975"/>
                </a:cubicBezTo>
                <a:lnTo>
                  <a:pt x="8446" y="78975"/>
                </a:lnTo>
                <a:moveTo>
                  <a:pt x="56783" y="46181"/>
                </a:moveTo>
                <a:cubicBezTo>
                  <a:pt x="58160" y="56663"/>
                  <a:pt x="62892" y="61904"/>
                  <a:pt x="70978" y="61904"/>
                </a:cubicBezTo>
                <a:cubicBezTo>
                  <a:pt x="74692" y="61904"/>
                  <a:pt x="77687" y="60631"/>
                  <a:pt x="79963" y="58085"/>
                </a:cubicBezTo>
                <a:cubicBezTo>
                  <a:pt x="82239" y="55540"/>
                  <a:pt x="83377" y="52111"/>
                  <a:pt x="83377" y="47798"/>
                </a:cubicBezTo>
                <a:cubicBezTo>
                  <a:pt x="83377" y="41868"/>
                  <a:pt x="81281" y="36987"/>
                  <a:pt x="77088" y="33153"/>
                </a:cubicBezTo>
                <a:cubicBezTo>
                  <a:pt x="72895" y="29320"/>
                  <a:pt x="67684" y="27403"/>
                  <a:pt x="61455" y="27403"/>
                </a:cubicBezTo>
                <a:lnTo>
                  <a:pt x="54357" y="27403"/>
                </a:lnTo>
                <a:lnTo>
                  <a:pt x="56783" y="461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l">
            <a:extLst xmlns:a="http://schemas.openxmlformats.org/drawingml/2006/main">
              <a:ext uri="{FF2B5EF4-FFF2-40B4-BE49-F238E27FC236}">
                <a16:creationId xmlns:a16="http://schemas.microsoft.com/office/drawing/2014/main" id="{C1842DE3-FD8F-4347-A9B5-9BB825C1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2" y="3916506"/>
            <a:ext cx="147078" cy="28930"/>
          </a:xfrm>
          <a:custGeom xmlns:a="http://schemas.openxmlformats.org/drawingml/2006/main">
            <a:pathLst>
              <a:path w="147078" h="28930">
                <a:moveTo>
                  <a:pt x="147078" y="28930"/>
                </a:moveTo>
                <a:lnTo>
                  <a:pt x="0" y="28930"/>
                </a:lnTo>
                <a:lnTo>
                  <a:pt x="0" y="0"/>
                </a:lnTo>
                <a:lnTo>
                  <a:pt x="147078" y="0"/>
                </a:lnTo>
                <a:lnTo>
                  <a:pt x="147078" y="28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l">
            <a:extLst xmlns:a="http://schemas.openxmlformats.org/drawingml/2006/main">
              <a:ext uri="{FF2B5EF4-FFF2-40B4-BE49-F238E27FC236}">
                <a16:creationId xmlns:a16="http://schemas.microsoft.com/office/drawing/2014/main" id="{915BD536-63E0-41CC-A919-9A469C2C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2" y="3861673"/>
            <a:ext cx="147078" cy="28930"/>
          </a:xfrm>
          <a:custGeom xmlns:a="http://schemas.openxmlformats.org/drawingml/2006/main">
            <a:pathLst>
              <a:path w="147078" h="28930">
                <a:moveTo>
                  <a:pt x="147078" y="28930"/>
                </a:moveTo>
                <a:lnTo>
                  <a:pt x="0" y="28930"/>
                </a:lnTo>
                <a:lnTo>
                  <a:pt x="0" y="0"/>
                </a:lnTo>
                <a:lnTo>
                  <a:pt x="147078" y="0"/>
                </a:lnTo>
                <a:lnTo>
                  <a:pt x="147078" y="28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e">
            <a:extLst xmlns:a="http://schemas.openxmlformats.org/drawingml/2006/main">
              <a:ext uri="{FF2B5EF4-FFF2-40B4-BE49-F238E27FC236}">
                <a16:creationId xmlns:a16="http://schemas.microsoft.com/office/drawing/2014/main" id="{5C3EFF61-7EEA-4759-ACB1-944D2A72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844" y="3747092"/>
            <a:ext cx="104221" cy="94158"/>
          </a:xfrm>
          <a:custGeom xmlns:a="http://schemas.openxmlformats.org/drawingml/2006/main">
            <a:pathLst>
              <a:path w="104221" h="94158">
                <a:moveTo>
                  <a:pt x="60287" y="0"/>
                </a:moveTo>
                <a:lnTo>
                  <a:pt x="60287" y="65408"/>
                </a:lnTo>
                <a:cubicBezTo>
                  <a:pt x="75680" y="64390"/>
                  <a:pt x="83377" y="55105"/>
                  <a:pt x="83377" y="37556"/>
                </a:cubicBezTo>
                <a:cubicBezTo>
                  <a:pt x="83377" y="26594"/>
                  <a:pt x="80682" y="16921"/>
                  <a:pt x="75291" y="8535"/>
                </a:cubicBezTo>
                <a:lnTo>
                  <a:pt x="96584" y="8535"/>
                </a:lnTo>
                <a:cubicBezTo>
                  <a:pt x="101676" y="17580"/>
                  <a:pt x="104221" y="29440"/>
                  <a:pt x="104221" y="44114"/>
                </a:cubicBezTo>
                <a:cubicBezTo>
                  <a:pt x="104221" y="59927"/>
                  <a:pt x="99759" y="72221"/>
                  <a:pt x="90834" y="80996"/>
                </a:cubicBezTo>
                <a:cubicBezTo>
                  <a:pt x="81909" y="89771"/>
                  <a:pt x="69481" y="94158"/>
                  <a:pt x="53548" y="94158"/>
                </a:cubicBezTo>
                <a:cubicBezTo>
                  <a:pt x="37675" y="94158"/>
                  <a:pt x="24782" y="89486"/>
                  <a:pt x="14869" y="80143"/>
                </a:cubicBezTo>
                <a:cubicBezTo>
                  <a:pt x="4957" y="70799"/>
                  <a:pt x="0" y="59059"/>
                  <a:pt x="0" y="44923"/>
                </a:cubicBezTo>
                <a:cubicBezTo>
                  <a:pt x="0" y="30847"/>
                  <a:pt x="4268" y="19841"/>
                  <a:pt x="12803" y="11905"/>
                </a:cubicBezTo>
                <a:cubicBezTo>
                  <a:pt x="21338" y="3968"/>
                  <a:pt x="33063" y="0"/>
                  <a:pt x="47978" y="0"/>
                </a:cubicBezTo>
                <a:lnTo>
                  <a:pt x="60287" y="0"/>
                </a:lnTo>
                <a:moveTo>
                  <a:pt x="42138" y="27044"/>
                </a:moveTo>
                <a:cubicBezTo>
                  <a:pt x="27283" y="27044"/>
                  <a:pt x="19856" y="33063"/>
                  <a:pt x="19856" y="45103"/>
                </a:cubicBezTo>
                <a:cubicBezTo>
                  <a:pt x="19856" y="50074"/>
                  <a:pt x="21892" y="54477"/>
                  <a:pt x="25965" y="58310"/>
                </a:cubicBezTo>
                <a:cubicBezTo>
                  <a:pt x="30038" y="62143"/>
                  <a:pt x="35429" y="64539"/>
                  <a:pt x="42138" y="65498"/>
                </a:cubicBezTo>
                <a:lnTo>
                  <a:pt x="42138" y="27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l">
            <a:extLst xmlns:a="http://schemas.openxmlformats.org/drawingml/2006/main">
              <a:ext uri="{FF2B5EF4-FFF2-40B4-BE49-F238E27FC236}">
                <a16:creationId xmlns:a16="http://schemas.microsoft.com/office/drawing/2014/main" id="{09544359-2AB0-4119-A65D-EBBFEE9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2" y="3699749"/>
            <a:ext cx="147078" cy="28930"/>
          </a:xfrm>
          <a:custGeom xmlns:a="http://schemas.openxmlformats.org/drawingml/2006/main">
            <a:pathLst>
              <a:path w="147078" h="28930">
                <a:moveTo>
                  <a:pt x="147078" y="28930"/>
                </a:moveTo>
                <a:lnTo>
                  <a:pt x="0" y="28930"/>
                </a:lnTo>
                <a:lnTo>
                  <a:pt x="0" y="0"/>
                </a:lnTo>
                <a:lnTo>
                  <a:pt x="147078" y="0"/>
                </a:lnTo>
                <a:lnTo>
                  <a:pt x="147078" y="28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e">
            <a:extLst xmlns:a="http://schemas.openxmlformats.org/drawingml/2006/main">
              <a:ext uri="{FF2B5EF4-FFF2-40B4-BE49-F238E27FC236}">
                <a16:creationId xmlns:a16="http://schemas.microsoft.com/office/drawing/2014/main" id="{B4011483-BCCF-4338-B5D4-7B8C6C39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844" y="3586641"/>
            <a:ext cx="104221" cy="94158"/>
          </a:xfrm>
          <a:custGeom xmlns:a="http://schemas.openxmlformats.org/drawingml/2006/main">
            <a:pathLst>
              <a:path w="104221" h="94158">
                <a:moveTo>
                  <a:pt x="60287" y="0"/>
                </a:moveTo>
                <a:lnTo>
                  <a:pt x="60287" y="65408"/>
                </a:lnTo>
                <a:cubicBezTo>
                  <a:pt x="75680" y="64390"/>
                  <a:pt x="83377" y="55105"/>
                  <a:pt x="83377" y="37556"/>
                </a:cubicBezTo>
                <a:cubicBezTo>
                  <a:pt x="83377" y="26594"/>
                  <a:pt x="80682" y="16921"/>
                  <a:pt x="75291" y="8535"/>
                </a:cubicBezTo>
                <a:lnTo>
                  <a:pt x="96584" y="8535"/>
                </a:lnTo>
                <a:cubicBezTo>
                  <a:pt x="101676" y="17580"/>
                  <a:pt x="104221" y="29440"/>
                  <a:pt x="104221" y="44114"/>
                </a:cubicBezTo>
                <a:cubicBezTo>
                  <a:pt x="104221" y="59927"/>
                  <a:pt x="99759" y="72221"/>
                  <a:pt x="90834" y="80996"/>
                </a:cubicBezTo>
                <a:cubicBezTo>
                  <a:pt x="81909" y="89771"/>
                  <a:pt x="69481" y="94158"/>
                  <a:pt x="53548" y="94158"/>
                </a:cubicBezTo>
                <a:cubicBezTo>
                  <a:pt x="37675" y="94158"/>
                  <a:pt x="24782" y="89486"/>
                  <a:pt x="14869" y="80143"/>
                </a:cubicBezTo>
                <a:cubicBezTo>
                  <a:pt x="4957" y="70799"/>
                  <a:pt x="0" y="59059"/>
                  <a:pt x="0" y="44923"/>
                </a:cubicBezTo>
                <a:cubicBezTo>
                  <a:pt x="0" y="30847"/>
                  <a:pt x="4268" y="19841"/>
                  <a:pt x="12803" y="11905"/>
                </a:cubicBezTo>
                <a:cubicBezTo>
                  <a:pt x="21338" y="3968"/>
                  <a:pt x="33063" y="0"/>
                  <a:pt x="47978" y="0"/>
                </a:cubicBezTo>
                <a:lnTo>
                  <a:pt x="60287" y="0"/>
                </a:lnTo>
                <a:moveTo>
                  <a:pt x="42138" y="27044"/>
                </a:moveTo>
                <a:cubicBezTo>
                  <a:pt x="27283" y="27044"/>
                  <a:pt x="19856" y="33063"/>
                  <a:pt x="19856" y="45103"/>
                </a:cubicBezTo>
                <a:cubicBezTo>
                  <a:pt x="19856" y="50074"/>
                  <a:pt x="21892" y="54477"/>
                  <a:pt x="25965" y="58310"/>
                </a:cubicBezTo>
                <a:cubicBezTo>
                  <a:pt x="30038" y="62143"/>
                  <a:pt x="35429" y="64539"/>
                  <a:pt x="42138" y="65498"/>
                </a:cubicBezTo>
                <a:lnTo>
                  <a:pt x="42138" y="27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d">
            <a:extLst xmlns:a="http://schemas.openxmlformats.org/drawingml/2006/main">
              <a:ext uri="{FF2B5EF4-FFF2-40B4-BE49-F238E27FC236}">
                <a16:creationId xmlns:a16="http://schemas.microsoft.com/office/drawing/2014/main" id="{62C73307-380A-4500-9ED2-C4DD3EB9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2" y="3471913"/>
            <a:ext cx="149504" cy="101795"/>
          </a:xfrm>
          <a:custGeom xmlns:a="http://schemas.openxmlformats.org/drawingml/2006/main">
            <a:pathLst>
              <a:path w="149504" h="101795">
                <a:moveTo>
                  <a:pt x="147078" y="0"/>
                </a:moveTo>
                <a:lnTo>
                  <a:pt x="147078" y="28930"/>
                </a:lnTo>
                <a:lnTo>
                  <a:pt x="133062" y="28930"/>
                </a:lnTo>
                <a:lnTo>
                  <a:pt x="133062" y="29380"/>
                </a:lnTo>
                <a:cubicBezTo>
                  <a:pt x="144023" y="36388"/>
                  <a:pt x="149504" y="46750"/>
                  <a:pt x="149504" y="60466"/>
                </a:cubicBezTo>
                <a:cubicBezTo>
                  <a:pt x="149504" y="73105"/>
                  <a:pt x="145041" y="83152"/>
                  <a:pt x="136116" y="90610"/>
                </a:cubicBezTo>
                <a:cubicBezTo>
                  <a:pt x="127192" y="98067"/>
                  <a:pt x="115033" y="101795"/>
                  <a:pt x="99639" y="101795"/>
                </a:cubicBezTo>
                <a:cubicBezTo>
                  <a:pt x="83347" y="101795"/>
                  <a:pt x="70215" y="97618"/>
                  <a:pt x="60242" y="89262"/>
                </a:cubicBezTo>
                <a:cubicBezTo>
                  <a:pt x="50269" y="80906"/>
                  <a:pt x="45282" y="69990"/>
                  <a:pt x="45282" y="56513"/>
                </a:cubicBezTo>
                <a:cubicBezTo>
                  <a:pt x="45282" y="43575"/>
                  <a:pt x="49954" y="34531"/>
                  <a:pt x="59298" y="29380"/>
                </a:cubicBezTo>
                <a:lnTo>
                  <a:pt x="59298" y="28930"/>
                </a:lnTo>
                <a:lnTo>
                  <a:pt x="0" y="28930"/>
                </a:lnTo>
                <a:lnTo>
                  <a:pt x="0" y="0"/>
                </a:lnTo>
                <a:lnTo>
                  <a:pt x="147078" y="0"/>
                </a:lnTo>
                <a:moveTo>
                  <a:pt x="90834" y="28481"/>
                </a:moveTo>
                <a:cubicBezTo>
                  <a:pt x="84126" y="28481"/>
                  <a:pt x="78570" y="30503"/>
                  <a:pt x="74168" y="34546"/>
                </a:cubicBezTo>
                <a:cubicBezTo>
                  <a:pt x="69765" y="38589"/>
                  <a:pt x="67564" y="43635"/>
                  <a:pt x="67564" y="49685"/>
                </a:cubicBezTo>
                <a:cubicBezTo>
                  <a:pt x="67564" y="56753"/>
                  <a:pt x="70364" y="62308"/>
                  <a:pt x="75965" y="66351"/>
                </a:cubicBezTo>
                <a:cubicBezTo>
                  <a:pt x="81565" y="70394"/>
                  <a:pt x="89157" y="72416"/>
                  <a:pt x="98741" y="72416"/>
                </a:cubicBezTo>
                <a:cubicBezTo>
                  <a:pt x="107845" y="72416"/>
                  <a:pt x="114868" y="70469"/>
                  <a:pt x="119809" y="66576"/>
                </a:cubicBezTo>
                <a:cubicBezTo>
                  <a:pt x="124751" y="62682"/>
                  <a:pt x="127222" y="57322"/>
                  <a:pt x="127222" y="50493"/>
                </a:cubicBezTo>
                <a:cubicBezTo>
                  <a:pt x="127222" y="44084"/>
                  <a:pt x="124616" y="38813"/>
                  <a:pt x="119405" y="34681"/>
                </a:cubicBezTo>
                <a:cubicBezTo>
                  <a:pt x="114194" y="30548"/>
                  <a:pt x="107426" y="28481"/>
                  <a:pt x="99100" y="28481"/>
                </a:cubicBezTo>
                <a:lnTo>
                  <a:pt x="90834" y="284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54A86-9F31-4FE3-8C53-8137C766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3260954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A8C88-7D11-491F-A324-7A087C82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3260954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9C29F-0A27-4483-A047-44A12620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3441420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9F6F5-1BA1-415F-B0EE-163302A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3441420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72180-1B58-4E5C-940E-04D9F617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3624769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4823B-EED0-4960-9159-8FA663A0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3624769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5805D-099F-4BA6-A038-54495A89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3795589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D6DCC-35C9-44E6-8068-72443EA4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3795589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71D59-A96F-498F-A28F-F3CCD3F3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3977169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F0EF0-6E4D-4DE6-B257-7244277D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3977169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ADAE6-CFDC-44A1-8898-2A80957D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4158748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0448E-97D8-4644-9585-ED537125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4158748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1AC8B-EA8A-4E88-9E5E-3FE6C88E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4329542"/>
            <a:ext cx="180243" cy="183375"/>
          </a:xfrm>
          <a:custGeom xmlns:a="http://schemas.openxmlformats.org/drawingml/2006/main">
            <a:pathLst>
              <a:path w="180243" h="183375">
                <a:moveTo>
                  <a:pt x="0" y="183375"/>
                </a:moveTo>
                <a:lnTo>
                  <a:pt x="0" y="0"/>
                </a:lnTo>
                <a:lnTo>
                  <a:pt x="180243" y="0"/>
                </a:lnTo>
                <a:lnTo>
                  <a:pt x="180243" y="183375"/>
                </a:lnTo>
                <a:lnTo>
                  <a:pt x="0" y="183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67669-95B6-49B2-B7BE-C56E1096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6" y="4329542"/>
            <a:ext cx="180243" cy="183375"/>
          </a:xfrm>
          <a:custGeom xmlns:a="http://schemas.openxmlformats.org/drawingml/2006/main">
            <a:pathLst>
              <a:path w="180243" h="183375" fill="none">
                <a:moveTo>
                  <a:pt x="0" y="183375"/>
                </a:moveTo>
                <a:lnTo>
                  <a:pt x="180243" y="183375"/>
                </a:lnTo>
                <a:lnTo>
                  <a:pt x="180243" y="0"/>
                </a:lnTo>
                <a:lnTo>
                  <a:pt x="0" y="0"/>
                </a:lnTo>
                <a:lnTo>
                  <a:pt x="0" y="1833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82" cap="flat">
            <a:solidFill>
              <a:srgbClr val="E7E6E6"/>
            </a:solidFill>
            <a:miter/>
          </a:ln>
        </p:spPr>
      </p:sp>
      <p:sp>
        <p:nvSpPr>
          <p:cNvPr id="222" name="Text Applying">
            <a:extLst xmlns:a="http://schemas.openxmlformats.org/drawingml/2006/main">
              <a:ext uri="{FF2B5EF4-FFF2-40B4-BE49-F238E27FC236}">
                <a16:creationId xmlns:a16="http://schemas.microsoft.com/office/drawing/2014/main" id="{B3071462-AB8A-4423-8E79-3263EBEB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559" y="467079"/>
            <a:ext cx="706592" cy="165562"/>
          </a:xfrm>
          <a:custGeom xmlns:a="http://schemas.openxmlformats.org/drawingml/2006/main">
            <a:pathLst>
              <a:path w="706592" h="165562">
                <a:moveTo>
                  <a:pt x="116032" y="125707"/>
                </a:moveTo>
                <a:lnTo>
                  <a:pt x="88387" y="125707"/>
                </a:lnTo>
                <a:lnTo>
                  <a:pt x="79479" y="98446"/>
                </a:lnTo>
                <a:lnTo>
                  <a:pt x="36246" y="98446"/>
                </a:lnTo>
                <a:lnTo>
                  <a:pt x="27491" y="125707"/>
                </a:lnTo>
                <a:lnTo>
                  <a:pt x="0" y="125707"/>
                </a:lnTo>
                <a:lnTo>
                  <a:pt x="43541" y="6758"/>
                </a:lnTo>
                <a:lnTo>
                  <a:pt x="73336" y="6758"/>
                </a:lnTo>
                <a:lnTo>
                  <a:pt x="116032" y="125707"/>
                </a:lnTo>
                <a:moveTo>
                  <a:pt x="73489" y="78865"/>
                </a:moveTo>
                <a:lnTo>
                  <a:pt x="59974" y="37628"/>
                </a:lnTo>
                <a:cubicBezTo>
                  <a:pt x="59104" y="35017"/>
                  <a:pt x="58489" y="31561"/>
                  <a:pt x="58131" y="27261"/>
                </a:cubicBezTo>
                <a:lnTo>
                  <a:pt x="57440" y="27261"/>
                </a:lnTo>
                <a:cubicBezTo>
                  <a:pt x="57133" y="30742"/>
                  <a:pt x="56442" y="34095"/>
                  <a:pt x="55367" y="37321"/>
                </a:cubicBezTo>
                <a:lnTo>
                  <a:pt x="41774" y="78865"/>
                </a:lnTo>
                <a:lnTo>
                  <a:pt x="73489" y="78865"/>
                </a:lnTo>
                <a:close/>
                <a:moveTo>
                  <a:pt x="153436" y="115494"/>
                </a:moveTo>
                <a:lnTo>
                  <a:pt x="153436" y="164794"/>
                </a:lnTo>
                <a:lnTo>
                  <a:pt x="128633" y="164794"/>
                </a:lnTo>
                <a:lnTo>
                  <a:pt x="128633" y="40776"/>
                </a:lnTo>
                <a:lnTo>
                  <a:pt x="153436" y="40776"/>
                </a:lnTo>
                <a:lnTo>
                  <a:pt x="153436" y="53754"/>
                </a:lnTo>
                <a:lnTo>
                  <a:pt x="153744" y="53754"/>
                </a:lnTo>
                <a:cubicBezTo>
                  <a:pt x="160245" y="43720"/>
                  <a:pt x="169435" y="38703"/>
                  <a:pt x="181312" y="38703"/>
                </a:cubicBezTo>
                <a:cubicBezTo>
                  <a:pt x="192114" y="38703"/>
                  <a:pt x="200561" y="42478"/>
                  <a:pt x="206653" y="50030"/>
                </a:cubicBezTo>
                <a:cubicBezTo>
                  <a:pt x="212745" y="57581"/>
                  <a:pt x="215791" y="67858"/>
                  <a:pt x="215791" y="80861"/>
                </a:cubicBezTo>
                <a:cubicBezTo>
                  <a:pt x="215791" y="95042"/>
                  <a:pt x="212259" y="106407"/>
                  <a:pt x="205194" y="114957"/>
                </a:cubicBezTo>
                <a:cubicBezTo>
                  <a:pt x="198129" y="123506"/>
                  <a:pt x="188863" y="127781"/>
                  <a:pt x="177395" y="127781"/>
                </a:cubicBezTo>
                <a:cubicBezTo>
                  <a:pt x="167003" y="127781"/>
                  <a:pt x="159119" y="123685"/>
                  <a:pt x="153744" y="115494"/>
                </a:cubicBezTo>
                <a:lnTo>
                  <a:pt x="153436" y="115494"/>
                </a:lnTo>
                <a:moveTo>
                  <a:pt x="153052" y="88156"/>
                </a:moveTo>
                <a:cubicBezTo>
                  <a:pt x="153052" y="94197"/>
                  <a:pt x="154691" y="99138"/>
                  <a:pt x="157967" y="102977"/>
                </a:cubicBezTo>
                <a:cubicBezTo>
                  <a:pt x="161243" y="106817"/>
                  <a:pt x="165493" y="108737"/>
                  <a:pt x="170714" y="108737"/>
                </a:cubicBezTo>
                <a:cubicBezTo>
                  <a:pt x="176909" y="108737"/>
                  <a:pt x="181734" y="106330"/>
                  <a:pt x="185190" y="101518"/>
                </a:cubicBezTo>
                <a:cubicBezTo>
                  <a:pt x="188645" y="96706"/>
                  <a:pt x="190373" y="89897"/>
                  <a:pt x="190373" y="81092"/>
                </a:cubicBezTo>
                <a:cubicBezTo>
                  <a:pt x="190373" y="65529"/>
                  <a:pt x="184306" y="57747"/>
                  <a:pt x="172173" y="57747"/>
                </a:cubicBezTo>
                <a:cubicBezTo>
                  <a:pt x="166542" y="57747"/>
                  <a:pt x="161947" y="59897"/>
                  <a:pt x="158389" y="64198"/>
                </a:cubicBezTo>
                <a:cubicBezTo>
                  <a:pt x="154831" y="68498"/>
                  <a:pt x="153052" y="74027"/>
                  <a:pt x="153052" y="80784"/>
                </a:cubicBezTo>
                <a:lnTo>
                  <a:pt x="153052" y="88156"/>
                </a:lnTo>
                <a:close/>
                <a:moveTo>
                  <a:pt x="258177" y="115494"/>
                </a:moveTo>
                <a:lnTo>
                  <a:pt x="258177" y="164794"/>
                </a:lnTo>
                <a:lnTo>
                  <a:pt x="233373" y="164794"/>
                </a:lnTo>
                <a:lnTo>
                  <a:pt x="233373" y="40776"/>
                </a:lnTo>
                <a:lnTo>
                  <a:pt x="258177" y="40776"/>
                </a:lnTo>
                <a:lnTo>
                  <a:pt x="258177" y="53754"/>
                </a:lnTo>
                <a:lnTo>
                  <a:pt x="258484" y="53754"/>
                </a:lnTo>
                <a:cubicBezTo>
                  <a:pt x="264986" y="43720"/>
                  <a:pt x="274175" y="38703"/>
                  <a:pt x="286052" y="38703"/>
                </a:cubicBezTo>
                <a:cubicBezTo>
                  <a:pt x="296854" y="38703"/>
                  <a:pt x="305301" y="42478"/>
                  <a:pt x="311393" y="50030"/>
                </a:cubicBezTo>
                <a:cubicBezTo>
                  <a:pt x="317485" y="57581"/>
                  <a:pt x="320531" y="67858"/>
                  <a:pt x="320531" y="80861"/>
                </a:cubicBezTo>
                <a:cubicBezTo>
                  <a:pt x="320531" y="95042"/>
                  <a:pt x="316999" y="106407"/>
                  <a:pt x="309934" y="114957"/>
                </a:cubicBezTo>
                <a:cubicBezTo>
                  <a:pt x="302869" y="123506"/>
                  <a:pt x="293603" y="127781"/>
                  <a:pt x="282136" y="127781"/>
                </a:cubicBezTo>
                <a:cubicBezTo>
                  <a:pt x="271743" y="127781"/>
                  <a:pt x="263859" y="123685"/>
                  <a:pt x="258484" y="115494"/>
                </a:cubicBezTo>
                <a:lnTo>
                  <a:pt x="258177" y="115494"/>
                </a:lnTo>
                <a:moveTo>
                  <a:pt x="257793" y="88156"/>
                </a:moveTo>
                <a:cubicBezTo>
                  <a:pt x="257793" y="94197"/>
                  <a:pt x="259431" y="99138"/>
                  <a:pt x="262708" y="102977"/>
                </a:cubicBezTo>
                <a:cubicBezTo>
                  <a:pt x="265984" y="106817"/>
                  <a:pt x="270233" y="108737"/>
                  <a:pt x="275455" y="108737"/>
                </a:cubicBezTo>
                <a:cubicBezTo>
                  <a:pt x="281649" y="108737"/>
                  <a:pt x="286474" y="106330"/>
                  <a:pt x="289930" y="101518"/>
                </a:cubicBezTo>
                <a:cubicBezTo>
                  <a:pt x="293386" y="96706"/>
                  <a:pt x="295114" y="89897"/>
                  <a:pt x="295114" y="81092"/>
                </a:cubicBezTo>
                <a:cubicBezTo>
                  <a:pt x="295114" y="65529"/>
                  <a:pt x="289047" y="57747"/>
                  <a:pt x="276914" y="57747"/>
                </a:cubicBezTo>
                <a:cubicBezTo>
                  <a:pt x="271283" y="57747"/>
                  <a:pt x="266688" y="59897"/>
                  <a:pt x="263130" y="64198"/>
                </a:cubicBezTo>
                <a:cubicBezTo>
                  <a:pt x="259572" y="68498"/>
                  <a:pt x="257793" y="74027"/>
                  <a:pt x="257793" y="80784"/>
                </a:cubicBezTo>
                <a:lnTo>
                  <a:pt x="257793" y="88156"/>
                </a:lnTo>
                <a:close/>
                <a:moveTo>
                  <a:pt x="338517" y="125707"/>
                </a:moveTo>
                <a:lnTo>
                  <a:pt x="338517" y="0"/>
                </a:lnTo>
                <a:lnTo>
                  <a:pt x="363244" y="0"/>
                </a:lnTo>
                <a:lnTo>
                  <a:pt x="363244" y="125707"/>
                </a:lnTo>
                <a:lnTo>
                  <a:pt x="338517" y="125707"/>
                </a:lnTo>
                <a:close/>
                <a:moveTo>
                  <a:pt x="465327" y="40776"/>
                </a:moveTo>
                <a:lnTo>
                  <a:pt x="430310" y="133310"/>
                </a:lnTo>
                <a:cubicBezTo>
                  <a:pt x="422170" y="154811"/>
                  <a:pt x="409986" y="165562"/>
                  <a:pt x="393757" y="165562"/>
                </a:cubicBezTo>
                <a:cubicBezTo>
                  <a:pt x="387358" y="165562"/>
                  <a:pt x="382392" y="164897"/>
                  <a:pt x="378860" y="163566"/>
                </a:cubicBezTo>
                <a:lnTo>
                  <a:pt x="378860" y="143677"/>
                </a:lnTo>
                <a:cubicBezTo>
                  <a:pt x="382187" y="145571"/>
                  <a:pt x="385848" y="146518"/>
                  <a:pt x="389841" y="146518"/>
                </a:cubicBezTo>
                <a:cubicBezTo>
                  <a:pt x="396599" y="146518"/>
                  <a:pt x="401360" y="143241"/>
                  <a:pt x="404124" y="136689"/>
                </a:cubicBezTo>
                <a:lnTo>
                  <a:pt x="408808" y="125554"/>
                </a:lnTo>
                <a:lnTo>
                  <a:pt x="374483" y="40776"/>
                </a:lnTo>
                <a:lnTo>
                  <a:pt x="401974" y="40776"/>
                </a:lnTo>
                <a:lnTo>
                  <a:pt x="418561" y="93993"/>
                </a:lnTo>
                <a:cubicBezTo>
                  <a:pt x="419585" y="97218"/>
                  <a:pt x="420327" y="100827"/>
                  <a:pt x="420788" y="104820"/>
                </a:cubicBezTo>
                <a:lnTo>
                  <a:pt x="421249" y="104820"/>
                </a:lnTo>
                <a:cubicBezTo>
                  <a:pt x="421607" y="102107"/>
                  <a:pt x="422452" y="98549"/>
                  <a:pt x="423783" y="94146"/>
                </a:cubicBezTo>
                <a:lnTo>
                  <a:pt x="440754" y="40776"/>
                </a:lnTo>
                <a:lnTo>
                  <a:pt x="465327" y="40776"/>
                </a:lnTo>
                <a:close/>
                <a:moveTo>
                  <a:pt x="473341" y="13362"/>
                </a:moveTo>
                <a:cubicBezTo>
                  <a:pt x="473341" y="9573"/>
                  <a:pt x="474685" y="6489"/>
                  <a:pt x="477372" y="4108"/>
                </a:cubicBezTo>
                <a:cubicBezTo>
                  <a:pt x="480060" y="1728"/>
                  <a:pt x="483503" y="538"/>
                  <a:pt x="487701" y="538"/>
                </a:cubicBezTo>
                <a:cubicBezTo>
                  <a:pt x="492001" y="538"/>
                  <a:pt x="495482" y="1753"/>
                  <a:pt x="498144" y="4185"/>
                </a:cubicBezTo>
                <a:cubicBezTo>
                  <a:pt x="500807" y="6617"/>
                  <a:pt x="502138" y="9676"/>
                  <a:pt x="502138" y="13362"/>
                </a:cubicBezTo>
                <a:cubicBezTo>
                  <a:pt x="502138" y="17099"/>
                  <a:pt x="500781" y="20209"/>
                  <a:pt x="498068" y="22692"/>
                </a:cubicBezTo>
                <a:cubicBezTo>
                  <a:pt x="495354" y="25175"/>
                  <a:pt x="491899" y="26416"/>
                  <a:pt x="487701" y="26416"/>
                </a:cubicBezTo>
                <a:cubicBezTo>
                  <a:pt x="483554" y="26416"/>
                  <a:pt x="480124" y="25162"/>
                  <a:pt x="477411" y="22653"/>
                </a:cubicBezTo>
                <a:cubicBezTo>
                  <a:pt x="474698" y="20145"/>
                  <a:pt x="473341" y="17048"/>
                  <a:pt x="473341" y="13362"/>
                </a:cubicBezTo>
                <a:moveTo>
                  <a:pt x="475184" y="125707"/>
                </a:moveTo>
                <a:lnTo>
                  <a:pt x="475184" y="40776"/>
                </a:lnTo>
                <a:lnTo>
                  <a:pt x="499911" y="40776"/>
                </a:lnTo>
                <a:lnTo>
                  <a:pt x="499911" y="125707"/>
                </a:lnTo>
                <a:lnTo>
                  <a:pt x="475184" y="125707"/>
                </a:lnTo>
                <a:close/>
                <a:moveTo>
                  <a:pt x="603299" y="125707"/>
                </a:moveTo>
                <a:lnTo>
                  <a:pt x="578649" y="125707"/>
                </a:lnTo>
                <a:lnTo>
                  <a:pt x="578649" y="78327"/>
                </a:lnTo>
                <a:cubicBezTo>
                  <a:pt x="578649" y="64607"/>
                  <a:pt x="573709" y="57747"/>
                  <a:pt x="563829" y="57747"/>
                </a:cubicBezTo>
                <a:cubicBezTo>
                  <a:pt x="559119" y="57747"/>
                  <a:pt x="555202" y="59577"/>
                  <a:pt x="552080" y="63238"/>
                </a:cubicBezTo>
                <a:cubicBezTo>
                  <a:pt x="548957" y="66898"/>
                  <a:pt x="547395" y="71570"/>
                  <a:pt x="547395" y="77252"/>
                </a:cubicBezTo>
                <a:lnTo>
                  <a:pt x="547395" y="125707"/>
                </a:lnTo>
                <a:lnTo>
                  <a:pt x="522592" y="125707"/>
                </a:lnTo>
                <a:lnTo>
                  <a:pt x="522592" y="40776"/>
                </a:lnTo>
                <a:lnTo>
                  <a:pt x="547395" y="40776"/>
                </a:lnTo>
                <a:lnTo>
                  <a:pt x="547395" y="54291"/>
                </a:lnTo>
                <a:lnTo>
                  <a:pt x="547702" y="54291"/>
                </a:lnTo>
                <a:cubicBezTo>
                  <a:pt x="553897" y="43899"/>
                  <a:pt x="563010" y="38703"/>
                  <a:pt x="575040" y="38703"/>
                </a:cubicBezTo>
                <a:cubicBezTo>
                  <a:pt x="593880" y="38703"/>
                  <a:pt x="603299" y="50375"/>
                  <a:pt x="603299" y="73720"/>
                </a:cubicBezTo>
                <a:lnTo>
                  <a:pt x="603299" y="125707"/>
                </a:lnTo>
                <a:close/>
                <a:moveTo>
                  <a:pt x="706592" y="116339"/>
                </a:moveTo>
                <a:cubicBezTo>
                  <a:pt x="706592" y="132107"/>
                  <a:pt x="702099" y="144253"/>
                  <a:pt x="693115" y="152776"/>
                </a:cubicBezTo>
                <a:cubicBezTo>
                  <a:pt x="684130" y="161300"/>
                  <a:pt x="671191" y="165562"/>
                  <a:pt x="654297" y="165562"/>
                </a:cubicBezTo>
                <a:cubicBezTo>
                  <a:pt x="642829" y="165562"/>
                  <a:pt x="633717" y="163924"/>
                  <a:pt x="626959" y="160647"/>
                </a:cubicBezTo>
                <a:lnTo>
                  <a:pt x="626959" y="139453"/>
                </a:lnTo>
                <a:cubicBezTo>
                  <a:pt x="635764" y="144572"/>
                  <a:pt x="644647" y="147132"/>
                  <a:pt x="653606" y="147132"/>
                </a:cubicBezTo>
                <a:cubicBezTo>
                  <a:pt x="662462" y="147132"/>
                  <a:pt x="669386" y="144764"/>
                  <a:pt x="674378" y="140029"/>
                </a:cubicBezTo>
                <a:cubicBezTo>
                  <a:pt x="679369" y="135294"/>
                  <a:pt x="681865" y="128728"/>
                  <a:pt x="681865" y="120332"/>
                </a:cubicBezTo>
                <a:lnTo>
                  <a:pt x="681865" y="113267"/>
                </a:lnTo>
                <a:lnTo>
                  <a:pt x="681481" y="113267"/>
                </a:lnTo>
                <a:cubicBezTo>
                  <a:pt x="675491" y="122943"/>
                  <a:pt x="666583" y="127781"/>
                  <a:pt x="654757" y="127781"/>
                </a:cubicBezTo>
                <a:cubicBezTo>
                  <a:pt x="644058" y="127781"/>
                  <a:pt x="635496" y="123967"/>
                  <a:pt x="629071" y="116339"/>
                </a:cubicBezTo>
                <a:cubicBezTo>
                  <a:pt x="622646" y="108711"/>
                  <a:pt x="619433" y="98498"/>
                  <a:pt x="619433" y="85699"/>
                </a:cubicBezTo>
                <a:cubicBezTo>
                  <a:pt x="619433" y="71416"/>
                  <a:pt x="622979" y="60012"/>
                  <a:pt x="630069" y="51489"/>
                </a:cubicBezTo>
                <a:cubicBezTo>
                  <a:pt x="637159" y="42965"/>
                  <a:pt x="646464" y="38703"/>
                  <a:pt x="657983" y="38703"/>
                </a:cubicBezTo>
                <a:cubicBezTo>
                  <a:pt x="668426" y="38703"/>
                  <a:pt x="676259" y="42773"/>
                  <a:pt x="681481" y="50913"/>
                </a:cubicBezTo>
                <a:lnTo>
                  <a:pt x="681865" y="50913"/>
                </a:lnTo>
                <a:lnTo>
                  <a:pt x="681865" y="40776"/>
                </a:lnTo>
                <a:lnTo>
                  <a:pt x="706592" y="40776"/>
                </a:lnTo>
                <a:lnTo>
                  <a:pt x="706592" y="116339"/>
                </a:lnTo>
                <a:moveTo>
                  <a:pt x="682095" y="77790"/>
                </a:moveTo>
                <a:cubicBezTo>
                  <a:pt x="682095" y="72158"/>
                  <a:pt x="680393" y="67410"/>
                  <a:pt x="676988" y="63545"/>
                </a:cubicBezTo>
                <a:cubicBezTo>
                  <a:pt x="673584" y="59680"/>
                  <a:pt x="669297" y="57747"/>
                  <a:pt x="664126" y="57747"/>
                </a:cubicBezTo>
                <a:cubicBezTo>
                  <a:pt x="658085" y="57747"/>
                  <a:pt x="653311" y="60115"/>
                  <a:pt x="649804" y="64850"/>
                </a:cubicBezTo>
                <a:cubicBezTo>
                  <a:pt x="646298" y="69586"/>
                  <a:pt x="644544" y="76228"/>
                  <a:pt x="644544" y="84778"/>
                </a:cubicBezTo>
                <a:cubicBezTo>
                  <a:pt x="644544" y="92201"/>
                  <a:pt x="646234" y="98050"/>
                  <a:pt x="649612" y="102324"/>
                </a:cubicBezTo>
                <a:cubicBezTo>
                  <a:pt x="652991" y="106599"/>
                  <a:pt x="657471" y="108737"/>
                  <a:pt x="663051" y="108737"/>
                </a:cubicBezTo>
                <a:cubicBezTo>
                  <a:pt x="668682" y="108737"/>
                  <a:pt x="673264" y="106561"/>
                  <a:pt x="676796" y="102209"/>
                </a:cubicBezTo>
                <a:cubicBezTo>
                  <a:pt x="680329" y="97858"/>
                  <a:pt x="682095" y="92201"/>
                  <a:pt x="682095" y="85238"/>
                </a:cubicBezTo>
                <a:lnTo>
                  <a:pt x="682095" y="77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prefix-conditioned">
            <a:extLst xmlns:a="http://schemas.openxmlformats.org/drawingml/2006/main">
              <a:ext uri="{FF2B5EF4-FFF2-40B4-BE49-F238E27FC236}">
                <a16:creationId xmlns:a16="http://schemas.microsoft.com/office/drawing/2014/main" id="{33234441-CBDC-4ECB-B64F-E8FE5873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926" y="654198"/>
            <a:ext cx="1464406" cy="166791"/>
          </a:xfrm>
          <a:custGeom xmlns:a="http://schemas.openxmlformats.org/drawingml/2006/main">
            <a:pathLst>
              <a:path w="1464406" h="166791">
                <a:moveTo>
                  <a:pt x="24804" y="117491"/>
                </a:moveTo>
                <a:lnTo>
                  <a:pt x="24804" y="166791"/>
                </a:lnTo>
                <a:lnTo>
                  <a:pt x="0" y="166791"/>
                </a:lnTo>
                <a:lnTo>
                  <a:pt x="0" y="42773"/>
                </a:lnTo>
                <a:lnTo>
                  <a:pt x="24804" y="42773"/>
                </a:lnTo>
                <a:lnTo>
                  <a:pt x="24804" y="55751"/>
                </a:lnTo>
                <a:lnTo>
                  <a:pt x="25111" y="55751"/>
                </a:lnTo>
                <a:cubicBezTo>
                  <a:pt x="31612" y="45716"/>
                  <a:pt x="40802" y="40699"/>
                  <a:pt x="52679" y="40699"/>
                </a:cubicBezTo>
                <a:cubicBezTo>
                  <a:pt x="63481" y="40699"/>
                  <a:pt x="71928" y="44475"/>
                  <a:pt x="78020" y="52026"/>
                </a:cubicBezTo>
                <a:cubicBezTo>
                  <a:pt x="84112" y="59577"/>
                  <a:pt x="87158" y="69855"/>
                  <a:pt x="87158" y="82858"/>
                </a:cubicBezTo>
                <a:cubicBezTo>
                  <a:pt x="87158" y="97039"/>
                  <a:pt x="83626" y="108404"/>
                  <a:pt x="76561" y="116953"/>
                </a:cubicBezTo>
                <a:cubicBezTo>
                  <a:pt x="69496" y="125503"/>
                  <a:pt x="60230" y="129777"/>
                  <a:pt x="48762" y="129777"/>
                </a:cubicBezTo>
                <a:cubicBezTo>
                  <a:pt x="38370" y="129777"/>
                  <a:pt x="30486" y="125682"/>
                  <a:pt x="25111" y="117491"/>
                </a:cubicBezTo>
                <a:lnTo>
                  <a:pt x="24804" y="117491"/>
                </a:lnTo>
                <a:moveTo>
                  <a:pt x="24420" y="90153"/>
                </a:moveTo>
                <a:cubicBezTo>
                  <a:pt x="24420" y="96194"/>
                  <a:pt x="26058" y="101134"/>
                  <a:pt x="29334" y="104974"/>
                </a:cubicBezTo>
                <a:cubicBezTo>
                  <a:pt x="32611" y="108813"/>
                  <a:pt x="36860" y="110733"/>
                  <a:pt x="42082" y="110733"/>
                </a:cubicBezTo>
                <a:cubicBezTo>
                  <a:pt x="48276" y="110733"/>
                  <a:pt x="53101" y="108327"/>
                  <a:pt x="56557" y="103515"/>
                </a:cubicBezTo>
                <a:cubicBezTo>
                  <a:pt x="60012" y="98702"/>
                  <a:pt x="61740" y="91894"/>
                  <a:pt x="61740" y="83088"/>
                </a:cubicBezTo>
                <a:cubicBezTo>
                  <a:pt x="61740" y="67525"/>
                  <a:pt x="55674" y="59744"/>
                  <a:pt x="43541" y="59744"/>
                </a:cubicBezTo>
                <a:cubicBezTo>
                  <a:pt x="37909" y="59744"/>
                  <a:pt x="33315" y="61894"/>
                  <a:pt x="29757" y="66194"/>
                </a:cubicBezTo>
                <a:cubicBezTo>
                  <a:pt x="26199" y="70494"/>
                  <a:pt x="24420" y="76023"/>
                  <a:pt x="24420" y="82781"/>
                </a:cubicBezTo>
                <a:lnTo>
                  <a:pt x="24420" y="90153"/>
                </a:lnTo>
                <a:close/>
                <a:moveTo>
                  <a:pt x="159351" y="65273"/>
                </a:moveTo>
                <a:cubicBezTo>
                  <a:pt x="156331" y="63532"/>
                  <a:pt x="152670" y="62662"/>
                  <a:pt x="148370" y="62662"/>
                </a:cubicBezTo>
                <a:cubicBezTo>
                  <a:pt x="142739" y="62662"/>
                  <a:pt x="138272" y="64812"/>
                  <a:pt x="134970" y="69112"/>
                </a:cubicBezTo>
                <a:cubicBezTo>
                  <a:pt x="131668" y="73413"/>
                  <a:pt x="130017" y="79325"/>
                  <a:pt x="130017" y="86851"/>
                </a:cubicBezTo>
                <a:lnTo>
                  <a:pt x="130017" y="127704"/>
                </a:lnTo>
                <a:lnTo>
                  <a:pt x="105213" y="127704"/>
                </a:lnTo>
                <a:lnTo>
                  <a:pt x="105213" y="42773"/>
                </a:lnTo>
                <a:lnTo>
                  <a:pt x="130017" y="42773"/>
                </a:lnTo>
                <a:lnTo>
                  <a:pt x="130017" y="58745"/>
                </a:lnTo>
                <a:lnTo>
                  <a:pt x="130324" y="58745"/>
                </a:lnTo>
                <a:cubicBezTo>
                  <a:pt x="134419" y="47124"/>
                  <a:pt x="141868" y="41314"/>
                  <a:pt x="152670" y="41314"/>
                </a:cubicBezTo>
                <a:cubicBezTo>
                  <a:pt x="155588" y="41314"/>
                  <a:pt x="157815" y="41647"/>
                  <a:pt x="159351" y="42312"/>
                </a:cubicBezTo>
                <a:lnTo>
                  <a:pt x="159351" y="65273"/>
                </a:lnTo>
                <a:close/>
                <a:moveTo>
                  <a:pt x="246675" y="92226"/>
                </a:moveTo>
                <a:lnTo>
                  <a:pt x="190771" y="92226"/>
                </a:lnTo>
                <a:cubicBezTo>
                  <a:pt x="191641" y="105383"/>
                  <a:pt x="199576" y="111962"/>
                  <a:pt x="214576" y="111962"/>
                </a:cubicBezTo>
                <a:cubicBezTo>
                  <a:pt x="223945" y="111962"/>
                  <a:pt x="232212" y="109658"/>
                  <a:pt x="239380" y="105051"/>
                </a:cubicBezTo>
                <a:lnTo>
                  <a:pt x="239380" y="123250"/>
                </a:lnTo>
                <a:cubicBezTo>
                  <a:pt x="231649" y="127602"/>
                  <a:pt x="221513" y="129777"/>
                  <a:pt x="208970" y="129777"/>
                </a:cubicBezTo>
                <a:cubicBezTo>
                  <a:pt x="195455" y="129777"/>
                  <a:pt x="184947" y="125963"/>
                  <a:pt x="177447" y="118335"/>
                </a:cubicBezTo>
                <a:cubicBezTo>
                  <a:pt x="169947" y="110708"/>
                  <a:pt x="166197" y="100085"/>
                  <a:pt x="166197" y="86467"/>
                </a:cubicBezTo>
                <a:cubicBezTo>
                  <a:pt x="166197" y="72901"/>
                  <a:pt x="170191" y="61881"/>
                  <a:pt x="178177" y="53408"/>
                </a:cubicBezTo>
                <a:cubicBezTo>
                  <a:pt x="186163" y="44936"/>
                  <a:pt x="196197" y="40699"/>
                  <a:pt x="208279" y="40699"/>
                </a:cubicBezTo>
                <a:cubicBezTo>
                  <a:pt x="220310" y="40699"/>
                  <a:pt x="229717" y="44347"/>
                  <a:pt x="236500" y="51642"/>
                </a:cubicBezTo>
                <a:cubicBezTo>
                  <a:pt x="243283" y="58937"/>
                  <a:pt x="246675" y="68959"/>
                  <a:pt x="246675" y="81706"/>
                </a:cubicBezTo>
                <a:lnTo>
                  <a:pt x="246675" y="92226"/>
                </a:lnTo>
                <a:moveTo>
                  <a:pt x="223561" y="76715"/>
                </a:moveTo>
                <a:cubicBezTo>
                  <a:pt x="223561" y="64018"/>
                  <a:pt x="218416" y="57670"/>
                  <a:pt x="208126" y="57670"/>
                </a:cubicBezTo>
                <a:cubicBezTo>
                  <a:pt x="203876" y="57670"/>
                  <a:pt x="200114" y="59411"/>
                  <a:pt x="196837" y="62892"/>
                </a:cubicBezTo>
                <a:cubicBezTo>
                  <a:pt x="193561" y="66373"/>
                  <a:pt x="191513" y="70981"/>
                  <a:pt x="190694" y="76715"/>
                </a:cubicBezTo>
                <a:lnTo>
                  <a:pt x="223561" y="76715"/>
                </a:lnTo>
                <a:close/>
                <a:moveTo>
                  <a:pt x="316704" y="21118"/>
                </a:moveTo>
                <a:cubicBezTo>
                  <a:pt x="313326" y="19787"/>
                  <a:pt x="310126" y="19121"/>
                  <a:pt x="307105" y="19121"/>
                </a:cubicBezTo>
                <a:cubicBezTo>
                  <a:pt x="298607" y="19121"/>
                  <a:pt x="294358" y="23831"/>
                  <a:pt x="294358" y="33251"/>
                </a:cubicBezTo>
                <a:lnTo>
                  <a:pt x="294358" y="42773"/>
                </a:lnTo>
                <a:lnTo>
                  <a:pt x="313709" y="42773"/>
                </a:lnTo>
                <a:lnTo>
                  <a:pt x="313709" y="61279"/>
                </a:lnTo>
                <a:lnTo>
                  <a:pt x="294358" y="61279"/>
                </a:lnTo>
                <a:lnTo>
                  <a:pt x="294358" y="127704"/>
                </a:lnTo>
                <a:lnTo>
                  <a:pt x="269554" y="127704"/>
                </a:lnTo>
                <a:lnTo>
                  <a:pt x="269554" y="61279"/>
                </a:lnTo>
                <a:lnTo>
                  <a:pt x="255348" y="61279"/>
                </a:lnTo>
                <a:lnTo>
                  <a:pt x="255348" y="42773"/>
                </a:lnTo>
                <a:lnTo>
                  <a:pt x="269554" y="42773"/>
                </a:lnTo>
                <a:lnTo>
                  <a:pt x="269554" y="31868"/>
                </a:lnTo>
                <a:cubicBezTo>
                  <a:pt x="269554" y="22193"/>
                  <a:pt x="272703" y="14462"/>
                  <a:pt x="279000" y="8677"/>
                </a:cubicBezTo>
                <a:cubicBezTo>
                  <a:pt x="285297" y="2892"/>
                  <a:pt x="293565" y="0"/>
                  <a:pt x="303803" y="0"/>
                </a:cubicBezTo>
                <a:cubicBezTo>
                  <a:pt x="309025" y="0"/>
                  <a:pt x="313326" y="538"/>
                  <a:pt x="316704" y="1613"/>
                </a:cubicBezTo>
                <a:lnTo>
                  <a:pt x="316704" y="21118"/>
                </a:lnTo>
                <a:close/>
                <a:moveTo>
                  <a:pt x="324578" y="15358"/>
                </a:moveTo>
                <a:cubicBezTo>
                  <a:pt x="324578" y="11570"/>
                  <a:pt x="325921" y="8485"/>
                  <a:pt x="328609" y="6105"/>
                </a:cubicBezTo>
                <a:cubicBezTo>
                  <a:pt x="331297" y="3724"/>
                  <a:pt x="334740" y="2534"/>
                  <a:pt x="338938" y="2534"/>
                </a:cubicBezTo>
                <a:cubicBezTo>
                  <a:pt x="343238" y="2534"/>
                  <a:pt x="346719" y="3750"/>
                  <a:pt x="349381" y="6182"/>
                </a:cubicBezTo>
                <a:cubicBezTo>
                  <a:pt x="352043" y="8613"/>
                  <a:pt x="353374" y="11672"/>
                  <a:pt x="353374" y="15358"/>
                </a:cubicBezTo>
                <a:cubicBezTo>
                  <a:pt x="353374" y="19095"/>
                  <a:pt x="352018" y="22205"/>
                  <a:pt x="349304" y="24688"/>
                </a:cubicBezTo>
                <a:cubicBezTo>
                  <a:pt x="346591" y="27171"/>
                  <a:pt x="343136" y="28413"/>
                  <a:pt x="338938" y="28413"/>
                </a:cubicBezTo>
                <a:cubicBezTo>
                  <a:pt x="334791" y="28413"/>
                  <a:pt x="331361" y="27159"/>
                  <a:pt x="328648" y="24650"/>
                </a:cubicBezTo>
                <a:cubicBezTo>
                  <a:pt x="325934" y="22141"/>
                  <a:pt x="324578" y="19044"/>
                  <a:pt x="324578" y="15358"/>
                </a:cubicBezTo>
                <a:moveTo>
                  <a:pt x="326421" y="127704"/>
                </a:moveTo>
                <a:lnTo>
                  <a:pt x="326421" y="42773"/>
                </a:lnTo>
                <a:lnTo>
                  <a:pt x="351147" y="42773"/>
                </a:lnTo>
                <a:lnTo>
                  <a:pt x="351147" y="127704"/>
                </a:lnTo>
                <a:lnTo>
                  <a:pt x="326421" y="127704"/>
                </a:lnTo>
                <a:close/>
                <a:moveTo>
                  <a:pt x="453614" y="42773"/>
                </a:moveTo>
                <a:lnTo>
                  <a:pt x="425509" y="84163"/>
                </a:lnTo>
                <a:lnTo>
                  <a:pt x="453384" y="127704"/>
                </a:lnTo>
                <a:lnTo>
                  <a:pt x="424741" y="127704"/>
                </a:lnTo>
                <a:lnTo>
                  <a:pt x="412070" y="104283"/>
                </a:lnTo>
                <a:cubicBezTo>
                  <a:pt x="410330" y="101057"/>
                  <a:pt x="409127" y="98523"/>
                  <a:pt x="408461" y="96680"/>
                </a:cubicBezTo>
                <a:lnTo>
                  <a:pt x="408154" y="96680"/>
                </a:lnTo>
                <a:cubicBezTo>
                  <a:pt x="407232" y="99138"/>
                  <a:pt x="406081" y="101595"/>
                  <a:pt x="404698" y="104052"/>
                </a:cubicBezTo>
                <a:lnTo>
                  <a:pt x="391797" y="127704"/>
                </a:lnTo>
                <a:lnTo>
                  <a:pt x="363308" y="127704"/>
                </a:lnTo>
                <a:lnTo>
                  <a:pt x="392028" y="85469"/>
                </a:lnTo>
                <a:lnTo>
                  <a:pt x="364997" y="42773"/>
                </a:lnTo>
                <a:lnTo>
                  <a:pt x="393717" y="42773"/>
                </a:lnTo>
                <a:lnTo>
                  <a:pt x="406311" y="67192"/>
                </a:lnTo>
                <a:cubicBezTo>
                  <a:pt x="407540" y="69547"/>
                  <a:pt x="408691" y="72158"/>
                  <a:pt x="409766" y="75025"/>
                </a:cubicBezTo>
                <a:lnTo>
                  <a:pt x="410074" y="75025"/>
                </a:lnTo>
                <a:cubicBezTo>
                  <a:pt x="410586" y="73285"/>
                  <a:pt x="411763" y="70648"/>
                  <a:pt x="413606" y="67116"/>
                </a:cubicBezTo>
                <a:lnTo>
                  <a:pt x="426584" y="42773"/>
                </a:lnTo>
                <a:lnTo>
                  <a:pt x="453614" y="42773"/>
                </a:lnTo>
                <a:close/>
                <a:moveTo>
                  <a:pt x="511829" y="90921"/>
                </a:moveTo>
                <a:lnTo>
                  <a:pt x="466446" y="90921"/>
                </a:lnTo>
                <a:lnTo>
                  <a:pt x="466446" y="73413"/>
                </a:lnTo>
                <a:lnTo>
                  <a:pt x="511829" y="73413"/>
                </a:lnTo>
                <a:lnTo>
                  <a:pt x="511829" y="90921"/>
                </a:lnTo>
                <a:close/>
                <a:moveTo>
                  <a:pt x="598767" y="124556"/>
                </a:moveTo>
                <a:cubicBezTo>
                  <a:pt x="592829" y="128037"/>
                  <a:pt x="584382" y="129777"/>
                  <a:pt x="573426" y="129777"/>
                </a:cubicBezTo>
                <a:cubicBezTo>
                  <a:pt x="560474" y="129777"/>
                  <a:pt x="550005" y="125835"/>
                  <a:pt x="542018" y="117951"/>
                </a:cubicBezTo>
                <a:cubicBezTo>
                  <a:pt x="534032" y="110068"/>
                  <a:pt x="530039" y="99854"/>
                  <a:pt x="530039" y="87312"/>
                </a:cubicBezTo>
                <a:cubicBezTo>
                  <a:pt x="530039" y="72875"/>
                  <a:pt x="534339" y="61497"/>
                  <a:pt x="542940" y="53178"/>
                </a:cubicBezTo>
                <a:cubicBezTo>
                  <a:pt x="551541" y="44859"/>
                  <a:pt x="563008" y="40699"/>
                  <a:pt x="577342" y="40699"/>
                </a:cubicBezTo>
                <a:cubicBezTo>
                  <a:pt x="587018" y="40699"/>
                  <a:pt x="594185" y="42030"/>
                  <a:pt x="598844" y="44693"/>
                </a:cubicBezTo>
                <a:lnTo>
                  <a:pt x="598844" y="65964"/>
                </a:lnTo>
                <a:cubicBezTo>
                  <a:pt x="593161" y="61817"/>
                  <a:pt x="586967" y="59744"/>
                  <a:pt x="580260" y="59744"/>
                </a:cubicBezTo>
                <a:cubicBezTo>
                  <a:pt x="572684" y="59744"/>
                  <a:pt x="566604" y="62047"/>
                  <a:pt x="562023" y="66655"/>
                </a:cubicBezTo>
                <a:cubicBezTo>
                  <a:pt x="557441" y="71262"/>
                  <a:pt x="555150" y="77585"/>
                  <a:pt x="555150" y="85622"/>
                </a:cubicBezTo>
                <a:cubicBezTo>
                  <a:pt x="555150" y="93404"/>
                  <a:pt x="557325" y="99534"/>
                  <a:pt x="561677" y="104014"/>
                </a:cubicBezTo>
                <a:cubicBezTo>
                  <a:pt x="566028" y="108493"/>
                  <a:pt x="571941" y="110733"/>
                  <a:pt x="579416" y="110733"/>
                </a:cubicBezTo>
                <a:cubicBezTo>
                  <a:pt x="586020" y="110733"/>
                  <a:pt x="592470" y="108634"/>
                  <a:pt x="598767" y="104436"/>
                </a:cubicBezTo>
                <a:lnTo>
                  <a:pt x="598767" y="124556"/>
                </a:lnTo>
                <a:close/>
                <a:moveTo>
                  <a:pt x="611346" y="85622"/>
                </a:moveTo>
                <a:cubicBezTo>
                  <a:pt x="611346" y="71646"/>
                  <a:pt x="615531" y="60665"/>
                  <a:pt x="623902" y="52679"/>
                </a:cubicBezTo>
                <a:cubicBezTo>
                  <a:pt x="632272" y="44693"/>
                  <a:pt x="643522" y="40699"/>
                  <a:pt x="657651" y="40699"/>
                </a:cubicBezTo>
                <a:cubicBezTo>
                  <a:pt x="671320" y="40699"/>
                  <a:pt x="682173" y="44629"/>
                  <a:pt x="690211" y="52487"/>
                </a:cubicBezTo>
                <a:cubicBezTo>
                  <a:pt x="698248" y="60345"/>
                  <a:pt x="702267" y="70904"/>
                  <a:pt x="702267" y="84163"/>
                </a:cubicBezTo>
                <a:cubicBezTo>
                  <a:pt x="702267" y="98088"/>
                  <a:pt x="698146" y="109172"/>
                  <a:pt x="689904" y="117414"/>
                </a:cubicBezTo>
                <a:cubicBezTo>
                  <a:pt x="681662" y="125656"/>
                  <a:pt x="670501" y="129777"/>
                  <a:pt x="656423" y="129777"/>
                </a:cubicBezTo>
                <a:cubicBezTo>
                  <a:pt x="642600" y="129777"/>
                  <a:pt x="631632" y="125823"/>
                  <a:pt x="623518" y="117913"/>
                </a:cubicBezTo>
                <a:cubicBezTo>
                  <a:pt x="615403" y="110004"/>
                  <a:pt x="611346" y="99240"/>
                  <a:pt x="611346" y="85622"/>
                </a:cubicBezTo>
                <a:moveTo>
                  <a:pt x="636457" y="85315"/>
                </a:moveTo>
                <a:cubicBezTo>
                  <a:pt x="636457" y="102260"/>
                  <a:pt x="643368" y="110733"/>
                  <a:pt x="657191" y="110733"/>
                </a:cubicBezTo>
                <a:cubicBezTo>
                  <a:pt x="670450" y="110733"/>
                  <a:pt x="677080" y="102030"/>
                  <a:pt x="677080" y="84624"/>
                </a:cubicBezTo>
                <a:cubicBezTo>
                  <a:pt x="677080" y="68037"/>
                  <a:pt x="670399" y="59744"/>
                  <a:pt x="657037" y="59744"/>
                </a:cubicBezTo>
                <a:cubicBezTo>
                  <a:pt x="650535" y="59744"/>
                  <a:pt x="645480" y="61971"/>
                  <a:pt x="641871" y="66425"/>
                </a:cubicBezTo>
                <a:cubicBezTo>
                  <a:pt x="638262" y="70878"/>
                  <a:pt x="636457" y="77175"/>
                  <a:pt x="636457" y="85315"/>
                </a:cubicBezTo>
                <a:close/>
                <a:moveTo>
                  <a:pt x="801233" y="127704"/>
                </a:moveTo>
                <a:lnTo>
                  <a:pt x="776583" y="127704"/>
                </a:lnTo>
                <a:lnTo>
                  <a:pt x="776583" y="80324"/>
                </a:lnTo>
                <a:cubicBezTo>
                  <a:pt x="776583" y="66604"/>
                  <a:pt x="771643" y="59744"/>
                  <a:pt x="761763" y="59744"/>
                </a:cubicBezTo>
                <a:cubicBezTo>
                  <a:pt x="757053" y="59744"/>
                  <a:pt x="753136" y="61574"/>
                  <a:pt x="750014" y="65234"/>
                </a:cubicBezTo>
                <a:cubicBezTo>
                  <a:pt x="746891" y="68895"/>
                  <a:pt x="745329" y="73566"/>
                  <a:pt x="745329" y="79249"/>
                </a:cubicBezTo>
                <a:lnTo>
                  <a:pt x="745329" y="127704"/>
                </a:lnTo>
                <a:lnTo>
                  <a:pt x="720526" y="127704"/>
                </a:lnTo>
                <a:lnTo>
                  <a:pt x="720526" y="42773"/>
                </a:lnTo>
                <a:lnTo>
                  <a:pt x="745329" y="42773"/>
                </a:lnTo>
                <a:lnTo>
                  <a:pt x="745329" y="56288"/>
                </a:lnTo>
                <a:lnTo>
                  <a:pt x="745637" y="56288"/>
                </a:lnTo>
                <a:cubicBezTo>
                  <a:pt x="751831" y="45896"/>
                  <a:pt x="760944" y="40699"/>
                  <a:pt x="772974" y="40699"/>
                </a:cubicBezTo>
                <a:cubicBezTo>
                  <a:pt x="791814" y="40699"/>
                  <a:pt x="801233" y="52372"/>
                  <a:pt x="801233" y="75716"/>
                </a:cubicBezTo>
                <a:lnTo>
                  <a:pt x="801233" y="127704"/>
                </a:lnTo>
                <a:close/>
                <a:moveTo>
                  <a:pt x="904372" y="127704"/>
                </a:moveTo>
                <a:lnTo>
                  <a:pt x="879645" y="127704"/>
                </a:lnTo>
                <a:lnTo>
                  <a:pt x="879645" y="115725"/>
                </a:lnTo>
                <a:lnTo>
                  <a:pt x="879261" y="115725"/>
                </a:lnTo>
                <a:cubicBezTo>
                  <a:pt x="873272" y="125093"/>
                  <a:pt x="864415" y="129777"/>
                  <a:pt x="852691" y="129777"/>
                </a:cubicBezTo>
                <a:cubicBezTo>
                  <a:pt x="841889" y="129777"/>
                  <a:pt x="833302" y="125963"/>
                  <a:pt x="826928" y="118335"/>
                </a:cubicBezTo>
                <a:cubicBezTo>
                  <a:pt x="820554" y="110708"/>
                  <a:pt x="817367" y="100315"/>
                  <a:pt x="817367" y="87158"/>
                </a:cubicBezTo>
                <a:cubicBezTo>
                  <a:pt x="817367" y="73233"/>
                  <a:pt x="820938" y="62009"/>
                  <a:pt x="828080" y="53485"/>
                </a:cubicBezTo>
                <a:cubicBezTo>
                  <a:pt x="835221" y="44961"/>
                  <a:pt x="844552" y="40699"/>
                  <a:pt x="856070" y="40699"/>
                </a:cubicBezTo>
                <a:cubicBezTo>
                  <a:pt x="867128" y="40699"/>
                  <a:pt x="874859" y="44693"/>
                  <a:pt x="879261" y="52679"/>
                </a:cubicBezTo>
                <a:lnTo>
                  <a:pt x="879645" y="52679"/>
                </a:lnTo>
                <a:lnTo>
                  <a:pt x="879645" y="1997"/>
                </a:lnTo>
                <a:lnTo>
                  <a:pt x="904372" y="1997"/>
                </a:lnTo>
                <a:lnTo>
                  <a:pt x="904372" y="127704"/>
                </a:lnTo>
                <a:moveTo>
                  <a:pt x="880029" y="79633"/>
                </a:moveTo>
                <a:cubicBezTo>
                  <a:pt x="880029" y="73899"/>
                  <a:pt x="878301" y="69151"/>
                  <a:pt x="874846" y="65388"/>
                </a:cubicBezTo>
                <a:cubicBezTo>
                  <a:pt x="871390" y="61625"/>
                  <a:pt x="867077" y="59744"/>
                  <a:pt x="861906" y="59744"/>
                </a:cubicBezTo>
                <a:cubicBezTo>
                  <a:pt x="855865" y="59744"/>
                  <a:pt x="851117" y="62137"/>
                  <a:pt x="847662" y="66924"/>
                </a:cubicBezTo>
                <a:cubicBezTo>
                  <a:pt x="844206" y="71710"/>
                  <a:pt x="842478" y="78199"/>
                  <a:pt x="842478" y="86390"/>
                </a:cubicBezTo>
                <a:cubicBezTo>
                  <a:pt x="842478" y="94172"/>
                  <a:pt x="844142" y="100174"/>
                  <a:pt x="847470" y="104398"/>
                </a:cubicBezTo>
                <a:cubicBezTo>
                  <a:pt x="850797" y="108621"/>
                  <a:pt x="855379" y="110733"/>
                  <a:pt x="861215" y="110733"/>
                </a:cubicBezTo>
                <a:cubicBezTo>
                  <a:pt x="866693" y="110733"/>
                  <a:pt x="871198" y="108506"/>
                  <a:pt x="874731" y="104052"/>
                </a:cubicBezTo>
                <a:cubicBezTo>
                  <a:pt x="878263" y="99598"/>
                  <a:pt x="880029" y="93813"/>
                  <a:pt x="880029" y="86697"/>
                </a:cubicBezTo>
                <a:lnTo>
                  <a:pt x="880029" y="79633"/>
                </a:lnTo>
                <a:close/>
                <a:moveTo>
                  <a:pt x="924792" y="15358"/>
                </a:moveTo>
                <a:cubicBezTo>
                  <a:pt x="924792" y="11570"/>
                  <a:pt x="926136" y="8485"/>
                  <a:pt x="928824" y="6105"/>
                </a:cubicBezTo>
                <a:cubicBezTo>
                  <a:pt x="931512" y="3724"/>
                  <a:pt x="934954" y="2534"/>
                  <a:pt x="939152" y="2534"/>
                </a:cubicBezTo>
                <a:cubicBezTo>
                  <a:pt x="943453" y="2534"/>
                  <a:pt x="946934" y="3750"/>
                  <a:pt x="949596" y="6182"/>
                </a:cubicBezTo>
                <a:cubicBezTo>
                  <a:pt x="952258" y="8613"/>
                  <a:pt x="953589" y="11672"/>
                  <a:pt x="953589" y="15358"/>
                </a:cubicBezTo>
                <a:cubicBezTo>
                  <a:pt x="953589" y="19095"/>
                  <a:pt x="952232" y="22205"/>
                  <a:pt x="949519" y="24688"/>
                </a:cubicBezTo>
                <a:cubicBezTo>
                  <a:pt x="946806" y="27171"/>
                  <a:pt x="943350" y="28413"/>
                  <a:pt x="939152" y="28413"/>
                </a:cubicBezTo>
                <a:cubicBezTo>
                  <a:pt x="935006" y="28413"/>
                  <a:pt x="931576" y="27159"/>
                  <a:pt x="928862" y="24650"/>
                </a:cubicBezTo>
                <a:cubicBezTo>
                  <a:pt x="926149" y="22141"/>
                  <a:pt x="924792" y="19044"/>
                  <a:pt x="924792" y="15358"/>
                </a:cubicBezTo>
                <a:moveTo>
                  <a:pt x="926635" y="127704"/>
                </a:moveTo>
                <a:lnTo>
                  <a:pt x="926635" y="42773"/>
                </a:lnTo>
                <a:lnTo>
                  <a:pt x="951362" y="42773"/>
                </a:lnTo>
                <a:lnTo>
                  <a:pt x="951362" y="127704"/>
                </a:lnTo>
                <a:lnTo>
                  <a:pt x="926635" y="127704"/>
                </a:lnTo>
                <a:close/>
                <a:moveTo>
                  <a:pt x="1023563" y="126706"/>
                </a:moveTo>
                <a:cubicBezTo>
                  <a:pt x="1019825" y="128753"/>
                  <a:pt x="1014168" y="129777"/>
                  <a:pt x="1006592" y="129777"/>
                </a:cubicBezTo>
                <a:cubicBezTo>
                  <a:pt x="988571" y="129777"/>
                  <a:pt x="979561" y="120306"/>
                  <a:pt x="979561" y="101365"/>
                </a:cubicBezTo>
                <a:lnTo>
                  <a:pt x="979561" y="61279"/>
                </a:lnTo>
                <a:lnTo>
                  <a:pt x="965585" y="61279"/>
                </a:lnTo>
                <a:lnTo>
                  <a:pt x="965585" y="42773"/>
                </a:lnTo>
                <a:lnTo>
                  <a:pt x="979561" y="42773"/>
                </a:lnTo>
                <a:lnTo>
                  <a:pt x="979561" y="24112"/>
                </a:lnTo>
                <a:lnTo>
                  <a:pt x="1004211" y="17048"/>
                </a:lnTo>
                <a:lnTo>
                  <a:pt x="1004211" y="42773"/>
                </a:lnTo>
                <a:lnTo>
                  <a:pt x="1023563" y="42773"/>
                </a:lnTo>
                <a:lnTo>
                  <a:pt x="1023563" y="61279"/>
                </a:lnTo>
                <a:lnTo>
                  <a:pt x="1004211" y="61279"/>
                </a:lnTo>
                <a:lnTo>
                  <a:pt x="1004211" y="97064"/>
                </a:lnTo>
                <a:cubicBezTo>
                  <a:pt x="1004211" y="106126"/>
                  <a:pt x="1007795" y="110656"/>
                  <a:pt x="1014962" y="110656"/>
                </a:cubicBezTo>
                <a:cubicBezTo>
                  <a:pt x="1017726" y="110656"/>
                  <a:pt x="1020593" y="109837"/>
                  <a:pt x="1023563" y="108199"/>
                </a:cubicBezTo>
                <a:lnTo>
                  <a:pt x="1023563" y="126706"/>
                </a:lnTo>
                <a:close/>
                <a:moveTo>
                  <a:pt x="1036453" y="15358"/>
                </a:moveTo>
                <a:cubicBezTo>
                  <a:pt x="1036453" y="11570"/>
                  <a:pt x="1037797" y="8485"/>
                  <a:pt x="1040484" y="6105"/>
                </a:cubicBezTo>
                <a:cubicBezTo>
                  <a:pt x="1043172" y="3724"/>
                  <a:pt x="1046615" y="2534"/>
                  <a:pt x="1050813" y="2534"/>
                </a:cubicBezTo>
                <a:cubicBezTo>
                  <a:pt x="1055113" y="2534"/>
                  <a:pt x="1058594" y="3750"/>
                  <a:pt x="1061256" y="6182"/>
                </a:cubicBezTo>
                <a:cubicBezTo>
                  <a:pt x="1063919" y="8613"/>
                  <a:pt x="1065250" y="11672"/>
                  <a:pt x="1065250" y="15358"/>
                </a:cubicBezTo>
                <a:cubicBezTo>
                  <a:pt x="1065250" y="19095"/>
                  <a:pt x="1063893" y="22205"/>
                  <a:pt x="1061180" y="24688"/>
                </a:cubicBezTo>
                <a:cubicBezTo>
                  <a:pt x="1058466" y="27171"/>
                  <a:pt x="1055011" y="28413"/>
                  <a:pt x="1050813" y="28413"/>
                </a:cubicBezTo>
                <a:cubicBezTo>
                  <a:pt x="1046666" y="28413"/>
                  <a:pt x="1043236" y="27159"/>
                  <a:pt x="1040523" y="24650"/>
                </a:cubicBezTo>
                <a:cubicBezTo>
                  <a:pt x="1037810" y="22141"/>
                  <a:pt x="1036453" y="19044"/>
                  <a:pt x="1036453" y="15358"/>
                </a:cubicBezTo>
                <a:moveTo>
                  <a:pt x="1038296" y="127704"/>
                </a:moveTo>
                <a:lnTo>
                  <a:pt x="1038296" y="42773"/>
                </a:lnTo>
                <a:lnTo>
                  <a:pt x="1063023" y="42773"/>
                </a:lnTo>
                <a:lnTo>
                  <a:pt x="1063023" y="127704"/>
                </a:lnTo>
                <a:lnTo>
                  <a:pt x="1038296" y="127704"/>
                </a:lnTo>
                <a:close/>
                <a:moveTo>
                  <a:pt x="1080163" y="85622"/>
                </a:moveTo>
                <a:cubicBezTo>
                  <a:pt x="1080163" y="71646"/>
                  <a:pt x="1084348" y="60665"/>
                  <a:pt x="1092719" y="52679"/>
                </a:cubicBezTo>
                <a:cubicBezTo>
                  <a:pt x="1101089" y="44693"/>
                  <a:pt x="1112339" y="40699"/>
                  <a:pt x="1126468" y="40699"/>
                </a:cubicBezTo>
                <a:cubicBezTo>
                  <a:pt x="1140137" y="40699"/>
                  <a:pt x="1150990" y="44629"/>
                  <a:pt x="1159028" y="52487"/>
                </a:cubicBezTo>
                <a:cubicBezTo>
                  <a:pt x="1167065" y="60345"/>
                  <a:pt x="1171084" y="70904"/>
                  <a:pt x="1171084" y="84163"/>
                </a:cubicBezTo>
                <a:cubicBezTo>
                  <a:pt x="1171084" y="98088"/>
                  <a:pt x="1166963" y="109172"/>
                  <a:pt x="1158721" y="117414"/>
                </a:cubicBezTo>
                <a:cubicBezTo>
                  <a:pt x="1150478" y="125656"/>
                  <a:pt x="1139318" y="129777"/>
                  <a:pt x="1125240" y="129777"/>
                </a:cubicBezTo>
                <a:cubicBezTo>
                  <a:pt x="1111417" y="129777"/>
                  <a:pt x="1100449" y="125823"/>
                  <a:pt x="1092335" y="117913"/>
                </a:cubicBezTo>
                <a:cubicBezTo>
                  <a:pt x="1084220" y="110004"/>
                  <a:pt x="1080163" y="99240"/>
                  <a:pt x="1080163" y="85622"/>
                </a:cubicBezTo>
                <a:moveTo>
                  <a:pt x="1105274" y="85315"/>
                </a:moveTo>
                <a:cubicBezTo>
                  <a:pt x="1105274" y="102260"/>
                  <a:pt x="1112185" y="110733"/>
                  <a:pt x="1126008" y="110733"/>
                </a:cubicBezTo>
                <a:cubicBezTo>
                  <a:pt x="1139267" y="110733"/>
                  <a:pt x="1145897" y="102030"/>
                  <a:pt x="1145897" y="84624"/>
                </a:cubicBezTo>
                <a:cubicBezTo>
                  <a:pt x="1145897" y="68037"/>
                  <a:pt x="1139216" y="59744"/>
                  <a:pt x="1125854" y="59744"/>
                </a:cubicBezTo>
                <a:cubicBezTo>
                  <a:pt x="1119352" y="59744"/>
                  <a:pt x="1114297" y="61971"/>
                  <a:pt x="1110688" y="66425"/>
                </a:cubicBezTo>
                <a:cubicBezTo>
                  <a:pt x="1107078" y="70878"/>
                  <a:pt x="1105274" y="77175"/>
                  <a:pt x="1105274" y="85315"/>
                </a:cubicBezTo>
                <a:close/>
                <a:moveTo>
                  <a:pt x="1269737" y="127704"/>
                </a:moveTo>
                <a:lnTo>
                  <a:pt x="1245087" y="127704"/>
                </a:lnTo>
                <a:lnTo>
                  <a:pt x="1245087" y="80324"/>
                </a:lnTo>
                <a:cubicBezTo>
                  <a:pt x="1245087" y="66604"/>
                  <a:pt x="1240146" y="59744"/>
                  <a:pt x="1230266" y="59744"/>
                </a:cubicBezTo>
                <a:cubicBezTo>
                  <a:pt x="1225556" y="59744"/>
                  <a:pt x="1221640" y="61574"/>
                  <a:pt x="1218517" y="65234"/>
                </a:cubicBezTo>
                <a:cubicBezTo>
                  <a:pt x="1215394" y="68895"/>
                  <a:pt x="1213832" y="73566"/>
                  <a:pt x="1213832" y="79249"/>
                </a:cubicBezTo>
                <a:lnTo>
                  <a:pt x="1213832" y="127704"/>
                </a:lnTo>
                <a:lnTo>
                  <a:pt x="1189029" y="127704"/>
                </a:lnTo>
                <a:lnTo>
                  <a:pt x="1189029" y="42773"/>
                </a:lnTo>
                <a:lnTo>
                  <a:pt x="1213832" y="42773"/>
                </a:lnTo>
                <a:lnTo>
                  <a:pt x="1213832" y="56288"/>
                </a:lnTo>
                <a:lnTo>
                  <a:pt x="1214140" y="56288"/>
                </a:lnTo>
                <a:cubicBezTo>
                  <a:pt x="1220334" y="45896"/>
                  <a:pt x="1229447" y="40699"/>
                  <a:pt x="1241477" y="40699"/>
                </a:cubicBezTo>
                <a:cubicBezTo>
                  <a:pt x="1260317" y="40699"/>
                  <a:pt x="1269737" y="52372"/>
                  <a:pt x="1269737" y="75716"/>
                </a:cubicBezTo>
                <a:lnTo>
                  <a:pt x="1269737" y="127704"/>
                </a:lnTo>
                <a:close/>
                <a:moveTo>
                  <a:pt x="1366348" y="92226"/>
                </a:moveTo>
                <a:lnTo>
                  <a:pt x="1310444" y="92226"/>
                </a:lnTo>
                <a:cubicBezTo>
                  <a:pt x="1311314" y="105383"/>
                  <a:pt x="1319249" y="111962"/>
                  <a:pt x="1334249" y="111962"/>
                </a:cubicBezTo>
                <a:cubicBezTo>
                  <a:pt x="1343618" y="111962"/>
                  <a:pt x="1351885" y="109658"/>
                  <a:pt x="1359053" y="105051"/>
                </a:cubicBezTo>
                <a:lnTo>
                  <a:pt x="1359053" y="123250"/>
                </a:lnTo>
                <a:cubicBezTo>
                  <a:pt x="1351322" y="127602"/>
                  <a:pt x="1341186" y="129777"/>
                  <a:pt x="1328643" y="129777"/>
                </a:cubicBezTo>
                <a:cubicBezTo>
                  <a:pt x="1315128" y="129777"/>
                  <a:pt x="1304620" y="125963"/>
                  <a:pt x="1297120" y="118335"/>
                </a:cubicBezTo>
                <a:cubicBezTo>
                  <a:pt x="1289621" y="110708"/>
                  <a:pt x="1285871" y="100085"/>
                  <a:pt x="1285871" y="86467"/>
                </a:cubicBezTo>
                <a:cubicBezTo>
                  <a:pt x="1285871" y="72901"/>
                  <a:pt x="1289864" y="61881"/>
                  <a:pt x="1297850" y="53408"/>
                </a:cubicBezTo>
                <a:cubicBezTo>
                  <a:pt x="1305836" y="44936"/>
                  <a:pt x="1315870" y="40699"/>
                  <a:pt x="1327952" y="40699"/>
                </a:cubicBezTo>
                <a:cubicBezTo>
                  <a:pt x="1339983" y="40699"/>
                  <a:pt x="1349390" y="44347"/>
                  <a:pt x="1356173" y="51642"/>
                </a:cubicBezTo>
                <a:cubicBezTo>
                  <a:pt x="1362956" y="58937"/>
                  <a:pt x="1366348" y="68959"/>
                  <a:pt x="1366348" y="81706"/>
                </a:cubicBezTo>
                <a:lnTo>
                  <a:pt x="1366348" y="92226"/>
                </a:lnTo>
                <a:moveTo>
                  <a:pt x="1343234" y="76715"/>
                </a:moveTo>
                <a:cubicBezTo>
                  <a:pt x="1343234" y="64018"/>
                  <a:pt x="1338089" y="57670"/>
                  <a:pt x="1327799" y="57670"/>
                </a:cubicBezTo>
                <a:cubicBezTo>
                  <a:pt x="1323549" y="57670"/>
                  <a:pt x="1319787" y="59411"/>
                  <a:pt x="1316510" y="62892"/>
                </a:cubicBezTo>
                <a:cubicBezTo>
                  <a:pt x="1313234" y="66373"/>
                  <a:pt x="1311186" y="70981"/>
                  <a:pt x="1310367" y="76715"/>
                </a:cubicBezTo>
                <a:lnTo>
                  <a:pt x="1343234" y="76715"/>
                </a:lnTo>
                <a:close/>
                <a:moveTo>
                  <a:pt x="1464406" y="127704"/>
                </a:moveTo>
                <a:lnTo>
                  <a:pt x="1439679" y="127704"/>
                </a:lnTo>
                <a:lnTo>
                  <a:pt x="1439679" y="115725"/>
                </a:lnTo>
                <a:lnTo>
                  <a:pt x="1439296" y="115725"/>
                </a:lnTo>
                <a:cubicBezTo>
                  <a:pt x="1433306" y="125093"/>
                  <a:pt x="1424449" y="129777"/>
                  <a:pt x="1412726" y="129777"/>
                </a:cubicBezTo>
                <a:cubicBezTo>
                  <a:pt x="1401924" y="129777"/>
                  <a:pt x="1393336" y="125963"/>
                  <a:pt x="1386962" y="118335"/>
                </a:cubicBezTo>
                <a:cubicBezTo>
                  <a:pt x="1380589" y="110708"/>
                  <a:pt x="1377402" y="100315"/>
                  <a:pt x="1377402" y="87158"/>
                </a:cubicBezTo>
                <a:cubicBezTo>
                  <a:pt x="1377402" y="73233"/>
                  <a:pt x="1380972" y="62009"/>
                  <a:pt x="1388114" y="53485"/>
                </a:cubicBezTo>
                <a:cubicBezTo>
                  <a:pt x="1395256" y="44961"/>
                  <a:pt x="1404586" y="40699"/>
                  <a:pt x="1416105" y="40699"/>
                </a:cubicBezTo>
                <a:cubicBezTo>
                  <a:pt x="1427162" y="40699"/>
                  <a:pt x="1434893" y="44693"/>
                  <a:pt x="1439296" y="52679"/>
                </a:cubicBezTo>
                <a:lnTo>
                  <a:pt x="1439679" y="52679"/>
                </a:lnTo>
                <a:lnTo>
                  <a:pt x="1439679" y="1997"/>
                </a:lnTo>
                <a:lnTo>
                  <a:pt x="1464406" y="1997"/>
                </a:lnTo>
                <a:lnTo>
                  <a:pt x="1464406" y="127704"/>
                </a:lnTo>
                <a:moveTo>
                  <a:pt x="1440063" y="79633"/>
                </a:moveTo>
                <a:cubicBezTo>
                  <a:pt x="1440063" y="73899"/>
                  <a:pt x="1438336" y="69151"/>
                  <a:pt x="1434880" y="65388"/>
                </a:cubicBezTo>
                <a:cubicBezTo>
                  <a:pt x="1431424" y="61625"/>
                  <a:pt x="1427111" y="59744"/>
                  <a:pt x="1421941" y="59744"/>
                </a:cubicBezTo>
                <a:cubicBezTo>
                  <a:pt x="1415900" y="59744"/>
                  <a:pt x="1411151" y="62137"/>
                  <a:pt x="1407696" y="66924"/>
                </a:cubicBezTo>
                <a:cubicBezTo>
                  <a:pt x="1404240" y="71710"/>
                  <a:pt x="1402512" y="78199"/>
                  <a:pt x="1402512" y="86390"/>
                </a:cubicBezTo>
                <a:cubicBezTo>
                  <a:pt x="1402512" y="94172"/>
                  <a:pt x="1404176" y="100174"/>
                  <a:pt x="1407504" y="104398"/>
                </a:cubicBezTo>
                <a:cubicBezTo>
                  <a:pt x="1410832" y="108621"/>
                  <a:pt x="1415413" y="110733"/>
                  <a:pt x="1421250" y="110733"/>
                </a:cubicBezTo>
                <a:cubicBezTo>
                  <a:pt x="1426727" y="110733"/>
                  <a:pt x="1431232" y="108506"/>
                  <a:pt x="1434765" y="104052"/>
                </a:cubicBezTo>
                <a:cubicBezTo>
                  <a:pt x="1438297" y="99598"/>
                  <a:pt x="1440063" y="93813"/>
                  <a:pt x="1440063" y="86697"/>
                </a:cubicBezTo>
                <a:lnTo>
                  <a:pt x="1440063" y="79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edge(§3.1)">
            <a:extLst xmlns:a="http://schemas.openxmlformats.org/drawingml/2006/main">
              <a:ext uri="{FF2B5EF4-FFF2-40B4-BE49-F238E27FC236}">
                <a16:creationId xmlns:a16="http://schemas.microsoft.com/office/drawing/2014/main" id="{2168304D-D4F6-40BB-A581-4811C7EE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858" y="844917"/>
            <a:ext cx="866398" cy="165562"/>
          </a:xfrm>
          <a:custGeom xmlns:a="http://schemas.openxmlformats.org/drawingml/2006/main">
            <a:pathLst>
              <a:path w="866398" h="165562">
                <a:moveTo>
                  <a:pt x="80477" y="90230"/>
                </a:moveTo>
                <a:lnTo>
                  <a:pt x="24573" y="90230"/>
                </a:lnTo>
                <a:cubicBezTo>
                  <a:pt x="25444" y="103387"/>
                  <a:pt x="33379" y="109965"/>
                  <a:pt x="48379" y="109965"/>
                </a:cubicBezTo>
                <a:cubicBezTo>
                  <a:pt x="57747" y="109965"/>
                  <a:pt x="66015" y="107661"/>
                  <a:pt x="73182" y="103054"/>
                </a:cubicBezTo>
                <a:lnTo>
                  <a:pt x="73182" y="121254"/>
                </a:lnTo>
                <a:cubicBezTo>
                  <a:pt x="65452" y="125605"/>
                  <a:pt x="55315" y="127781"/>
                  <a:pt x="42773" y="127781"/>
                </a:cubicBezTo>
                <a:cubicBezTo>
                  <a:pt x="29257" y="127781"/>
                  <a:pt x="18750" y="123967"/>
                  <a:pt x="11250" y="116339"/>
                </a:cubicBezTo>
                <a:cubicBezTo>
                  <a:pt x="3750" y="108711"/>
                  <a:pt x="0" y="98088"/>
                  <a:pt x="0" y="84470"/>
                </a:cubicBezTo>
                <a:cubicBezTo>
                  <a:pt x="0" y="70904"/>
                  <a:pt x="3993" y="59884"/>
                  <a:pt x="11979" y="51412"/>
                </a:cubicBezTo>
                <a:cubicBezTo>
                  <a:pt x="19966" y="42939"/>
                  <a:pt x="30000" y="38703"/>
                  <a:pt x="42082" y="38703"/>
                </a:cubicBezTo>
                <a:cubicBezTo>
                  <a:pt x="54112" y="38703"/>
                  <a:pt x="63519" y="42350"/>
                  <a:pt x="70302" y="49646"/>
                </a:cubicBezTo>
                <a:cubicBezTo>
                  <a:pt x="77086" y="56941"/>
                  <a:pt x="80477" y="66962"/>
                  <a:pt x="80477" y="79709"/>
                </a:cubicBezTo>
                <a:lnTo>
                  <a:pt x="80477" y="90230"/>
                </a:lnTo>
                <a:moveTo>
                  <a:pt x="57363" y="74718"/>
                </a:moveTo>
                <a:cubicBezTo>
                  <a:pt x="57363" y="62022"/>
                  <a:pt x="52218" y="55674"/>
                  <a:pt x="41928" y="55674"/>
                </a:cubicBezTo>
                <a:cubicBezTo>
                  <a:pt x="37679" y="55674"/>
                  <a:pt x="33916" y="57414"/>
                  <a:pt x="30640" y="60896"/>
                </a:cubicBezTo>
                <a:cubicBezTo>
                  <a:pt x="27363" y="64377"/>
                  <a:pt x="25316" y="68984"/>
                  <a:pt x="24496" y="74718"/>
                </a:cubicBezTo>
                <a:lnTo>
                  <a:pt x="57363" y="74718"/>
                </a:lnTo>
                <a:close/>
                <a:moveTo>
                  <a:pt x="178535" y="125707"/>
                </a:moveTo>
                <a:lnTo>
                  <a:pt x="153808" y="125707"/>
                </a:lnTo>
                <a:lnTo>
                  <a:pt x="153808" y="113728"/>
                </a:lnTo>
                <a:lnTo>
                  <a:pt x="153424" y="113728"/>
                </a:lnTo>
                <a:cubicBezTo>
                  <a:pt x="147434" y="123097"/>
                  <a:pt x="138578" y="127781"/>
                  <a:pt x="126854" y="127781"/>
                </a:cubicBezTo>
                <a:cubicBezTo>
                  <a:pt x="116052" y="127781"/>
                  <a:pt x="107464" y="123967"/>
                  <a:pt x="101091" y="116339"/>
                </a:cubicBezTo>
                <a:cubicBezTo>
                  <a:pt x="94717" y="108711"/>
                  <a:pt x="91530" y="98319"/>
                  <a:pt x="91530" y="85162"/>
                </a:cubicBezTo>
                <a:cubicBezTo>
                  <a:pt x="91530" y="71237"/>
                  <a:pt x="95101" y="60012"/>
                  <a:pt x="102242" y="51489"/>
                </a:cubicBezTo>
                <a:cubicBezTo>
                  <a:pt x="109384" y="42965"/>
                  <a:pt x="118714" y="38703"/>
                  <a:pt x="130233" y="38703"/>
                </a:cubicBezTo>
                <a:cubicBezTo>
                  <a:pt x="141291" y="38703"/>
                  <a:pt x="149021" y="42696"/>
                  <a:pt x="153424" y="50682"/>
                </a:cubicBezTo>
                <a:lnTo>
                  <a:pt x="153808" y="50682"/>
                </a:lnTo>
                <a:lnTo>
                  <a:pt x="153808" y="0"/>
                </a:lnTo>
                <a:lnTo>
                  <a:pt x="178535" y="0"/>
                </a:lnTo>
                <a:lnTo>
                  <a:pt x="178535" y="125707"/>
                </a:lnTo>
                <a:moveTo>
                  <a:pt x="154192" y="77636"/>
                </a:moveTo>
                <a:cubicBezTo>
                  <a:pt x="154192" y="71902"/>
                  <a:pt x="152464" y="67154"/>
                  <a:pt x="149008" y="63391"/>
                </a:cubicBezTo>
                <a:cubicBezTo>
                  <a:pt x="145553" y="59628"/>
                  <a:pt x="141240" y="57747"/>
                  <a:pt x="136069" y="57747"/>
                </a:cubicBezTo>
                <a:cubicBezTo>
                  <a:pt x="130028" y="57747"/>
                  <a:pt x="125280" y="60140"/>
                  <a:pt x="121824" y="64927"/>
                </a:cubicBezTo>
                <a:cubicBezTo>
                  <a:pt x="118369" y="69714"/>
                  <a:pt x="116641" y="76203"/>
                  <a:pt x="116641" y="84394"/>
                </a:cubicBezTo>
                <a:cubicBezTo>
                  <a:pt x="116641" y="92175"/>
                  <a:pt x="118305" y="98178"/>
                  <a:pt x="121632" y="102401"/>
                </a:cubicBezTo>
                <a:cubicBezTo>
                  <a:pt x="124960" y="106625"/>
                  <a:pt x="129542" y="108737"/>
                  <a:pt x="135378" y="108737"/>
                </a:cubicBezTo>
                <a:cubicBezTo>
                  <a:pt x="140856" y="108737"/>
                  <a:pt x="145361" y="106510"/>
                  <a:pt x="148893" y="102056"/>
                </a:cubicBezTo>
                <a:cubicBezTo>
                  <a:pt x="152426" y="97602"/>
                  <a:pt x="154192" y="91817"/>
                  <a:pt x="154192" y="84701"/>
                </a:cubicBezTo>
                <a:lnTo>
                  <a:pt x="154192" y="77636"/>
                </a:lnTo>
                <a:close/>
                <a:moveTo>
                  <a:pt x="282171" y="116339"/>
                </a:moveTo>
                <a:cubicBezTo>
                  <a:pt x="282171" y="132107"/>
                  <a:pt x="277679" y="144253"/>
                  <a:pt x="268695" y="152776"/>
                </a:cubicBezTo>
                <a:cubicBezTo>
                  <a:pt x="259710" y="161300"/>
                  <a:pt x="246771" y="165562"/>
                  <a:pt x="229876" y="165562"/>
                </a:cubicBezTo>
                <a:cubicBezTo>
                  <a:pt x="218409" y="165562"/>
                  <a:pt x="209296" y="163924"/>
                  <a:pt x="202539" y="160647"/>
                </a:cubicBezTo>
                <a:lnTo>
                  <a:pt x="202539" y="139453"/>
                </a:lnTo>
                <a:cubicBezTo>
                  <a:pt x="211344" y="144572"/>
                  <a:pt x="220226" y="147132"/>
                  <a:pt x="229185" y="147132"/>
                </a:cubicBezTo>
                <a:cubicBezTo>
                  <a:pt x="238042" y="147132"/>
                  <a:pt x="244966" y="144764"/>
                  <a:pt x="249957" y="140029"/>
                </a:cubicBezTo>
                <a:cubicBezTo>
                  <a:pt x="254949" y="135294"/>
                  <a:pt x="257445" y="128728"/>
                  <a:pt x="257445" y="120332"/>
                </a:cubicBezTo>
                <a:lnTo>
                  <a:pt x="257445" y="113267"/>
                </a:lnTo>
                <a:lnTo>
                  <a:pt x="257061" y="113267"/>
                </a:lnTo>
                <a:cubicBezTo>
                  <a:pt x="251071" y="122943"/>
                  <a:pt x="242163" y="127781"/>
                  <a:pt x="230337" y="127781"/>
                </a:cubicBezTo>
                <a:cubicBezTo>
                  <a:pt x="219638" y="127781"/>
                  <a:pt x="211075" y="123967"/>
                  <a:pt x="204651" y="116339"/>
                </a:cubicBezTo>
                <a:cubicBezTo>
                  <a:pt x="198226" y="108711"/>
                  <a:pt x="195013" y="98498"/>
                  <a:pt x="195013" y="85699"/>
                </a:cubicBezTo>
                <a:cubicBezTo>
                  <a:pt x="195013" y="71416"/>
                  <a:pt x="198558" y="60012"/>
                  <a:pt x="205649" y="51489"/>
                </a:cubicBezTo>
                <a:cubicBezTo>
                  <a:pt x="212739" y="42965"/>
                  <a:pt x="222044" y="38703"/>
                  <a:pt x="233562" y="38703"/>
                </a:cubicBezTo>
                <a:cubicBezTo>
                  <a:pt x="244006" y="38703"/>
                  <a:pt x="251839" y="42773"/>
                  <a:pt x="257061" y="50913"/>
                </a:cubicBezTo>
                <a:lnTo>
                  <a:pt x="257445" y="50913"/>
                </a:lnTo>
                <a:lnTo>
                  <a:pt x="257445" y="40776"/>
                </a:lnTo>
                <a:lnTo>
                  <a:pt x="282171" y="40776"/>
                </a:lnTo>
                <a:lnTo>
                  <a:pt x="282171" y="116339"/>
                </a:lnTo>
                <a:moveTo>
                  <a:pt x="257675" y="77790"/>
                </a:moveTo>
                <a:cubicBezTo>
                  <a:pt x="257675" y="72158"/>
                  <a:pt x="255973" y="67410"/>
                  <a:pt x="252568" y="63545"/>
                </a:cubicBezTo>
                <a:cubicBezTo>
                  <a:pt x="249164" y="59680"/>
                  <a:pt x="244876" y="57747"/>
                  <a:pt x="239706" y="57747"/>
                </a:cubicBezTo>
                <a:cubicBezTo>
                  <a:pt x="233665" y="57747"/>
                  <a:pt x="228891" y="60115"/>
                  <a:pt x="225384" y="64850"/>
                </a:cubicBezTo>
                <a:cubicBezTo>
                  <a:pt x="221877" y="69586"/>
                  <a:pt x="220124" y="76228"/>
                  <a:pt x="220124" y="84778"/>
                </a:cubicBezTo>
                <a:cubicBezTo>
                  <a:pt x="220124" y="92201"/>
                  <a:pt x="221813" y="98050"/>
                  <a:pt x="225192" y="102324"/>
                </a:cubicBezTo>
                <a:cubicBezTo>
                  <a:pt x="228571" y="106599"/>
                  <a:pt x="233051" y="108737"/>
                  <a:pt x="238631" y="108737"/>
                </a:cubicBezTo>
                <a:cubicBezTo>
                  <a:pt x="244262" y="108737"/>
                  <a:pt x="248844" y="106561"/>
                  <a:pt x="252376" y="102209"/>
                </a:cubicBezTo>
                <a:cubicBezTo>
                  <a:pt x="255909" y="97858"/>
                  <a:pt x="257675" y="92201"/>
                  <a:pt x="257675" y="85238"/>
                </a:cubicBezTo>
                <a:lnTo>
                  <a:pt x="257675" y="77790"/>
                </a:lnTo>
                <a:close/>
                <a:moveTo>
                  <a:pt x="379288" y="90230"/>
                </a:moveTo>
                <a:lnTo>
                  <a:pt x="323383" y="90230"/>
                </a:lnTo>
                <a:cubicBezTo>
                  <a:pt x="324254" y="103387"/>
                  <a:pt x="332189" y="109965"/>
                  <a:pt x="347189" y="109965"/>
                </a:cubicBezTo>
                <a:cubicBezTo>
                  <a:pt x="356557" y="109965"/>
                  <a:pt x="364825" y="107661"/>
                  <a:pt x="371992" y="103054"/>
                </a:cubicBezTo>
                <a:lnTo>
                  <a:pt x="371992" y="121254"/>
                </a:lnTo>
                <a:cubicBezTo>
                  <a:pt x="364262" y="125605"/>
                  <a:pt x="354126" y="127781"/>
                  <a:pt x="341583" y="127781"/>
                </a:cubicBezTo>
                <a:cubicBezTo>
                  <a:pt x="328068" y="127781"/>
                  <a:pt x="317560" y="123967"/>
                  <a:pt x="310060" y="116339"/>
                </a:cubicBezTo>
                <a:cubicBezTo>
                  <a:pt x="302560" y="108711"/>
                  <a:pt x="298810" y="98088"/>
                  <a:pt x="298810" y="84470"/>
                </a:cubicBezTo>
                <a:cubicBezTo>
                  <a:pt x="298810" y="70904"/>
                  <a:pt x="302803" y="59884"/>
                  <a:pt x="310790" y="51412"/>
                </a:cubicBezTo>
                <a:cubicBezTo>
                  <a:pt x="318776" y="42939"/>
                  <a:pt x="328810" y="38703"/>
                  <a:pt x="340892" y="38703"/>
                </a:cubicBezTo>
                <a:cubicBezTo>
                  <a:pt x="352922" y="38703"/>
                  <a:pt x="362329" y="42350"/>
                  <a:pt x="369113" y="49646"/>
                </a:cubicBezTo>
                <a:cubicBezTo>
                  <a:pt x="375896" y="56941"/>
                  <a:pt x="379288" y="66962"/>
                  <a:pt x="379288" y="79709"/>
                </a:cubicBezTo>
                <a:lnTo>
                  <a:pt x="379288" y="90230"/>
                </a:lnTo>
                <a:moveTo>
                  <a:pt x="356173" y="74718"/>
                </a:moveTo>
                <a:cubicBezTo>
                  <a:pt x="356173" y="62022"/>
                  <a:pt x="351028" y="55674"/>
                  <a:pt x="340738" y="55674"/>
                </a:cubicBezTo>
                <a:cubicBezTo>
                  <a:pt x="336489" y="55674"/>
                  <a:pt x="332726" y="57414"/>
                  <a:pt x="329450" y="60896"/>
                </a:cubicBezTo>
                <a:cubicBezTo>
                  <a:pt x="326174" y="64377"/>
                  <a:pt x="324126" y="68984"/>
                  <a:pt x="323307" y="74718"/>
                </a:cubicBezTo>
                <a:lnTo>
                  <a:pt x="356173" y="74718"/>
                </a:lnTo>
                <a:close/>
                <a:moveTo>
                  <a:pt x="473996" y="152738"/>
                </a:moveTo>
                <a:cubicBezTo>
                  <a:pt x="456283" y="133131"/>
                  <a:pt x="447426" y="108941"/>
                  <a:pt x="447426" y="80170"/>
                </a:cubicBezTo>
                <a:cubicBezTo>
                  <a:pt x="447426" y="52372"/>
                  <a:pt x="456283" y="27901"/>
                  <a:pt x="473996" y="6758"/>
                </a:cubicBezTo>
                <a:lnTo>
                  <a:pt x="494269" y="6758"/>
                </a:lnTo>
                <a:cubicBezTo>
                  <a:pt x="477477" y="28771"/>
                  <a:pt x="469081" y="53242"/>
                  <a:pt x="469081" y="80170"/>
                </a:cubicBezTo>
                <a:cubicBezTo>
                  <a:pt x="469081" y="106996"/>
                  <a:pt x="477528" y="131185"/>
                  <a:pt x="494422" y="152738"/>
                </a:cubicBezTo>
                <a:lnTo>
                  <a:pt x="473996" y="152738"/>
                </a:lnTo>
                <a:close/>
                <a:moveTo>
                  <a:pt x="557370" y="89846"/>
                </a:moveTo>
                <a:cubicBezTo>
                  <a:pt x="561927" y="93993"/>
                  <a:pt x="564205" y="98856"/>
                  <a:pt x="564205" y="104436"/>
                </a:cubicBezTo>
                <a:cubicBezTo>
                  <a:pt x="564205" y="112423"/>
                  <a:pt x="561248" y="118873"/>
                  <a:pt x="555335" y="123788"/>
                </a:cubicBezTo>
                <a:cubicBezTo>
                  <a:pt x="549422" y="128702"/>
                  <a:pt x="541602" y="131160"/>
                  <a:pt x="531876" y="131160"/>
                </a:cubicBezTo>
                <a:cubicBezTo>
                  <a:pt x="523070" y="131160"/>
                  <a:pt x="515212" y="129317"/>
                  <a:pt x="508301" y="125631"/>
                </a:cubicBezTo>
                <a:lnTo>
                  <a:pt x="508301" y="105895"/>
                </a:lnTo>
                <a:cubicBezTo>
                  <a:pt x="517925" y="111527"/>
                  <a:pt x="526347" y="114342"/>
                  <a:pt x="533565" y="114342"/>
                </a:cubicBezTo>
                <a:cubicBezTo>
                  <a:pt x="540886" y="114342"/>
                  <a:pt x="544546" y="111475"/>
                  <a:pt x="544546" y="105742"/>
                </a:cubicBezTo>
                <a:cubicBezTo>
                  <a:pt x="544546" y="101953"/>
                  <a:pt x="540220" y="98037"/>
                  <a:pt x="531568" y="93993"/>
                </a:cubicBezTo>
                <a:cubicBezTo>
                  <a:pt x="514981" y="86313"/>
                  <a:pt x="506688" y="76689"/>
                  <a:pt x="506688" y="65119"/>
                </a:cubicBezTo>
                <a:cubicBezTo>
                  <a:pt x="506688" y="57030"/>
                  <a:pt x="510220" y="50529"/>
                  <a:pt x="517285" y="45614"/>
                </a:cubicBezTo>
                <a:cubicBezTo>
                  <a:pt x="512319" y="40802"/>
                  <a:pt x="509836" y="34838"/>
                  <a:pt x="509836" y="27722"/>
                </a:cubicBezTo>
                <a:cubicBezTo>
                  <a:pt x="509836" y="20043"/>
                  <a:pt x="512665" y="13848"/>
                  <a:pt x="518322" y="9138"/>
                </a:cubicBezTo>
                <a:cubicBezTo>
                  <a:pt x="523979" y="4428"/>
                  <a:pt x="531466" y="2073"/>
                  <a:pt x="540783" y="2073"/>
                </a:cubicBezTo>
                <a:cubicBezTo>
                  <a:pt x="548462" y="2073"/>
                  <a:pt x="555502" y="3558"/>
                  <a:pt x="561901" y="6527"/>
                </a:cubicBezTo>
                <a:lnTo>
                  <a:pt x="561901" y="26339"/>
                </a:lnTo>
                <a:cubicBezTo>
                  <a:pt x="554427" y="21271"/>
                  <a:pt x="547362" y="18737"/>
                  <a:pt x="540707" y="18737"/>
                </a:cubicBezTo>
                <a:cubicBezTo>
                  <a:pt x="533642" y="18737"/>
                  <a:pt x="530109" y="21502"/>
                  <a:pt x="530109" y="27031"/>
                </a:cubicBezTo>
                <a:cubicBezTo>
                  <a:pt x="530109" y="29693"/>
                  <a:pt x="531197" y="31945"/>
                  <a:pt x="533373" y="33788"/>
                </a:cubicBezTo>
                <a:cubicBezTo>
                  <a:pt x="535549" y="35631"/>
                  <a:pt x="540732" y="38344"/>
                  <a:pt x="548923" y="41928"/>
                </a:cubicBezTo>
                <a:cubicBezTo>
                  <a:pt x="562797" y="48071"/>
                  <a:pt x="569734" y="56570"/>
                  <a:pt x="569734" y="67423"/>
                </a:cubicBezTo>
                <a:cubicBezTo>
                  <a:pt x="569734" y="76587"/>
                  <a:pt x="565612" y="84061"/>
                  <a:pt x="557370" y="89846"/>
                </a:cubicBezTo>
                <a:moveTo>
                  <a:pt x="531415" y="53677"/>
                </a:moveTo>
                <a:cubicBezTo>
                  <a:pt x="527575" y="55827"/>
                  <a:pt x="525655" y="59027"/>
                  <a:pt x="525655" y="63276"/>
                </a:cubicBezTo>
                <a:cubicBezTo>
                  <a:pt x="525655" y="66808"/>
                  <a:pt x="527217" y="69842"/>
                  <a:pt x="530340" y="72376"/>
                </a:cubicBezTo>
                <a:cubicBezTo>
                  <a:pt x="533463" y="74910"/>
                  <a:pt x="538300" y="77559"/>
                  <a:pt x="544853" y="80324"/>
                </a:cubicBezTo>
                <a:cubicBezTo>
                  <a:pt x="548642" y="77713"/>
                  <a:pt x="550536" y="74155"/>
                  <a:pt x="550536" y="69650"/>
                </a:cubicBezTo>
                <a:cubicBezTo>
                  <a:pt x="550536" y="66271"/>
                  <a:pt x="549090" y="63442"/>
                  <a:pt x="546197" y="61164"/>
                </a:cubicBezTo>
                <a:cubicBezTo>
                  <a:pt x="543305" y="58886"/>
                  <a:pt x="538377" y="56390"/>
                  <a:pt x="531415" y="53677"/>
                </a:cubicBezTo>
                <a:close/>
                <a:moveTo>
                  <a:pt x="589773" y="99829"/>
                </a:moveTo>
                <a:cubicBezTo>
                  <a:pt x="597708" y="105767"/>
                  <a:pt x="606974" y="108737"/>
                  <a:pt x="617572" y="108737"/>
                </a:cubicBezTo>
                <a:cubicBezTo>
                  <a:pt x="624278" y="108737"/>
                  <a:pt x="629602" y="107252"/>
                  <a:pt x="633544" y="104283"/>
                </a:cubicBezTo>
                <a:cubicBezTo>
                  <a:pt x="637486" y="101313"/>
                  <a:pt x="639457" y="97090"/>
                  <a:pt x="639457" y="91612"/>
                </a:cubicBezTo>
                <a:cubicBezTo>
                  <a:pt x="639457" y="85981"/>
                  <a:pt x="637115" y="81680"/>
                  <a:pt x="632431" y="78711"/>
                </a:cubicBezTo>
                <a:cubicBezTo>
                  <a:pt x="627746" y="75742"/>
                  <a:pt x="621181" y="74257"/>
                  <a:pt x="612734" y="74257"/>
                </a:cubicBezTo>
                <a:lnTo>
                  <a:pt x="602136" y="74257"/>
                </a:lnTo>
                <a:lnTo>
                  <a:pt x="602136" y="55136"/>
                </a:lnTo>
                <a:lnTo>
                  <a:pt x="611889" y="55136"/>
                </a:lnTo>
                <a:cubicBezTo>
                  <a:pt x="627862" y="55136"/>
                  <a:pt x="635848" y="49761"/>
                  <a:pt x="635848" y="39010"/>
                </a:cubicBezTo>
                <a:cubicBezTo>
                  <a:pt x="635848" y="28874"/>
                  <a:pt x="629730" y="23805"/>
                  <a:pt x="617495" y="23805"/>
                </a:cubicBezTo>
                <a:cubicBezTo>
                  <a:pt x="609508" y="23805"/>
                  <a:pt x="601752" y="26416"/>
                  <a:pt x="594227" y="31638"/>
                </a:cubicBezTo>
                <a:lnTo>
                  <a:pt x="594227" y="11135"/>
                </a:lnTo>
                <a:cubicBezTo>
                  <a:pt x="602418" y="6886"/>
                  <a:pt x="612068" y="4761"/>
                  <a:pt x="623177" y="4761"/>
                </a:cubicBezTo>
                <a:cubicBezTo>
                  <a:pt x="634440" y="4761"/>
                  <a:pt x="643578" y="7359"/>
                  <a:pt x="650592" y="12555"/>
                </a:cubicBezTo>
                <a:cubicBezTo>
                  <a:pt x="657605" y="17752"/>
                  <a:pt x="661112" y="24957"/>
                  <a:pt x="661112" y="34172"/>
                </a:cubicBezTo>
                <a:cubicBezTo>
                  <a:pt x="661112" y="49735"/>
                  <a:pt x="653228" y="59513"/>
                  <a:pt x="637460" y="63506"/>
                </a:cubicBezTo>
                <a:lnTo>
                  <a:pt x="637460" y="63890"/>
                </a:lnTo>
                <a:cubicBezTo>
                  <a:pt x="645754" y="64812"/>
                  <a:pt x="652384" y="67845"/>
                  <a:pt x="657349" y="72990"/>
                </a:cubicBezTo>
                <a:cubicBezTo>
                  <a:pt x="662315" y="78135"/>
                  <a:pt x="664798" y="84394"/>
                  <a:pt x="664798" y="91766"/>
                </a:cubicBezTo>
                <a:cubicBezTo>
                  <a:pt x="664798" y="103080"/>
                  <a:pt x="660664" y="111911"/>
                  <a:pt x="652396" y="118259"/>
                </a:cubicBezTo>
                <a:cubicBezTo>
                  <a:pt x="644129" y="124607"/>
                  <a:pt x="633109" y="127781"/>
                  <a:pt x="619338" y="127781"/>
                </a:cubicBezTo>
                <a:cubicBezTo>
                  <a:pt x="607102" y="127781"/>
                  <a:pt x="597247" y="125759"/>
                  <a:pt x="589773" y="121714"/>
                </a:cubicBezTo>
                <a:lnTo>
                  <a:pt x="589773" y="99829"/>
                </a:lnTo>
                <a:close/>
                <a:moveTo>
                  <a:pt x="682668" y="114573"/>
                </a:moveTo>
                <a:cubicBezTo>
                  <a:pt x="682668" y="110733"/>
                  <a:pt x="684127" y="107585"/>
                  <a:pt x="687045" y="105127"/>
                </a:cubicBezTo>
                <a:cubicBezTo>
                  <a:pt x="689963" y="102670"/>
                  <a:pt x="693444" y="101441"/>
                  <a:pt x="697488" y="101441"/>
                </a:cubicBezTo>
                <a:cubicBezTo>
                  <a:pt x="701584" y="101441"/>
                  <a:pt x="705039" y="102696"/>
                  <a:pt x="707855" y="105204"/>
                </a:cubicBezTo>
                <a:cubicBezTo>
                  <a:pt x="710671" y="107713"/>
                  <a:pt x="712079" y="110835"/>
                  <a:pt x="712079" y="114573"/>
                </a:cubicBezTo>
                <a:cubicBezTo>
                  <a:pt x="712079" y="118515"/>
                  <a:pt x="710671" y="121701"/>
                  <a:pt x="707855" y="124133"/>
                </a:cubicBezTo>
                <a:cubicBezTo>
                  <a:pt x="705039" y="126565"/>
                  <a:pt x="701481" y="127781"/>
                  <a:pt x="697181" y="127781"/>
                </a:cubicBezTo>
                <a:cubicBezTo>
                  <a:pt x="693188" y="127781"/>
                  <a:pt x="689771" y="126527"/>
                  <a:pt x="686930" y="124018"/>
                </a:cubicBezTo>
                <a:cubicBezTo>
                  <a:pt x="684088" y="121509"/>
                  <a:pt x="682668" y="118361"/>
                  <a:pt x="682668" y="114573"/>
                </a:cubicBezTo>
                <a:close/>
                <a:moveTo>
                  <a:pt x="787171" y="4147"/>
                </a:moveTo>
                <a:lnTo>
                  <a:pt x="787171" y="125707"/>
                </a:lnTo>
                <a:lnTo>
                  <a:pt x="762214" y="125707"/>
                </a:lnTo>
                <a:lnTo>
                  <a:pt x="762214" y="32099"/>
                </a:lnTo>
                <a:cubicBezTo>
                  <a:pt x="759142" y="34761"/>
                  <a:pt x="754944" y="37154"/>
                  <a:pt x="749620" y="39279"/>
                </a:cubicBezTo>
                <a:cubicBezTo>
                  <a:pt x="744296" y="41403"/>
                  <a:pt x="739407" y="42722"/>
                  <a:pt x="734953" y="43234"/>
                </a:cubicBezTo>
                <a:lnTo>
                  <a:pt x="734953" y="21962"/>
                </a:lnTo>
                <a:cubicBezTo>
                  <a:pt x="748980" y="17867"/>
                  <a:pt x="761113" y="11928"/>
                  <a:pt x="771352" y="4147"/>
                </a:cubicBezTo>
                <a:lnTo>
                  <a:pt x="787171" y="4147"/>
                </a:lnTo>
                <a:close/>
                <a:moveTo>
                  <a:pt x="819248" y="152738"/>
                </a:moveTo>
                <a:cubicBezTo>
                  <a:pt x="836244" y="131185"/>
                  <a:pt x="844742" y="106996"/>
                  <a:pt x="844742" y="80170"/>
                </a:cubicBezTo>
                <a:cubicBezTo>
                  <a:pt x="844742" y="53447"/>
                  <a:pt x="836244" y="28976"/>
                  <a:pt x="819248" y="6758"/>
                </a:cubicBezTo>
                <a:lnTo>
                  <a:pt x="839597" y="6758"/>
                </a:lnTo>
                <a:cubicBezTo>
                  <a:pt x="857464" y="28003"/>
                  <a:pt x="866398" y="52474"/>
                  <a:pt x="866398" y="80170"/>
                </a:cubicBezTo>
                <a:cubicBezTo>
                  <a:pt x="866398" y="108685"/>
                  <a:pt x="857413" y="132875"/>
                  <a:pt x="839444" y="152738"/>
                </a:cubicBezTo>
                <a:lnTo>
                  <a:pt x="819248" y="152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65882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2026-09-05T17:18:05.7210000Z</dcterms:created>
  <dcterms:modified xsi:type="dcterms:W3CDTF">2026-09-05T17:18:05.7220000Z</dcterms:modified>
</coreProperties>
</file>