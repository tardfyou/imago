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54f1846ae44f63" /><Relationship Type="http://schemas.openxmlformats.org/officeDocument/2006/relationships/extended-properties" Target="/docProps/app.xml" Id="Ref0e9b39fd20411f" /><Relationship Type="http://schemas.openxmlformats.org/officeDocument/2006/relationships/officeDocument" Target="/ppt/presentation.xml" Id="Refcd3e9989c846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f408a135b43da"/>
  </p:sldMasterIdLst>
  <p:notesMasterIdLst>
    <p:notesMasterId xmlns:r="http://schemas.openxmlformats.org/officeDocument/2006/relationships" r:id="R9440eaf4521747e7"/>
  </p:notesMasterIdLst>
  <p:sldIdLst>
    <p:sldId xmlns:r="http://schemas.openxmlformats.org/officeDocument/2006/relationships" id="256" r:id="R1c8268770dd64a38"/>
  </p:sldIdLst>
  <p:sldSz cx="13030200" cy="7600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8b85854c8c4390" /><Relationship Type="http://schemas.openxmlformats.org/officeDocument/2006/relationships/slideMaster" Target="/ppt/slideMasters/slideMaster1.xml" Id="R10ff408a135b43da" /><Relationship Type="http://schemas.openxmlformats.org/officeDocument/2006/relationships/notesMaster" Target="/ppt/notesMasters/notesMaster1.xml" Id="R9440eaf4521747e7" /><Relationship Type="http://schemas.openxmlformats.org/officeDocument/2006/relationships/presProps" Target="/ppt/presProps.xml" Id="Rbfaab27f919b42d5" /><Relationship Type="http://schemas.openxmlformats.org/officeDocument/2006/relationships/tableStyles" Target="/ppt/tableStyles.xml" Id="Rcc1092514d584ac4" /><Relationship Type="http://schemas.openxmlformats.org/officeDocument/2006/relationships/slide" Target="/ppt/slides/slide1.xml" Id="R1c8268770dd6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adf203ff9742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2f0390bd9f4751" /><Relationship Type="http://schemas.openxmlformats.org/officeDocument/2006/relationships/notesMaster" Target="/ppt/notesMasters/notesMaster1.xml" Id="R35020fdb031349b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素材ID：AI-027</ns1:t>
            </ns1:r>
          </ns1:p>
          <ns1:p>
            <ns1:r>
              <ns1:t>论文：Turning Trash into Treasure: Accelerating Inference of Large Language Models with Token Recycling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借鉴点：把邻接矩阵初始化、树状草稿检索、注意力掩码及验证后更新并置，适合复杂缓存/检索算法展示。</ns1:t>
            </ns1:r>
          </ns1:p>
          <ns1:p>
            <ns1:r>
              <ns1:t>论文URL：https://aclanthology.org/2025.acl-long.338/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08a7108fc46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233379f9bf454f" /><Relationship Type="http://schemas.openxmlformats.org/officeDocument/2006/relationships/slideLayout" Target="/ppt/slideLayouts/slideLayout1.xml" Id="R8c6f439a184947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6f439a184947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6f3c4186c420d" /><Relationship Type="http://schemas.openxmlformats.org/officeDocument/2006/relationships/image" Target="/ppt/media/image.png" Id="R95fd2a641cb748b8" /><Relationship Type="http://schemas.openxmlformats.org/officeDocument/2006/relationships/image" Target="/ppt/media/image2.png" Id="R3fb9088478e04b3e" /><Relationship Type="http://schemas.openxmlformats.org/officeDocument/2006/relationships/image" Target="/ppt/media/image3.png" Id="R94fcbd8a896e4145" /><Relationship Type="http://schemas.openxmlformats.org/officeDocument/2006/relationships/image" Target="/ppt/media/image4.png" Id="R2484b9c0b00040bf" /><Relationship Type="http://schemas.openxmlformats.org/officeDocument/2006/relationships/image" Target="/ppt/media/image5.png" Id="R3e5ee1290f414682" /><Relationship Type="http://schemas.openxmlformats.org/officeDocument/2006/relationships/image" Target="/ppt/media/image6.png" Id="Rbb975e3c502b4565" /><Relationship Type="http://schemas.openxmlformats.org/officeDocument/2006/relationships/image" Target="/ppt/media/image7.png" Id="Rce1fd15e0c0049c1" /><Relationship Type="http://schemas.openxmlformats.org/officeDocument/2006/relationships/image" Target="/ppt/media/image8.png" Id="R56068dff9cf54b7e" /><Relationship Type="http://schemas.openxmlformats.org/officeDocument/2006/relationships/image" Target="/ppt/media/image9.png" Id="R748718325a1b41ae" /><Relationship Type="http://schemas.openxmlformats.org/officeDocument/2006/relationships/image" Target="/ppt/media/image10.png" Id="R520e11828d1740e0" /><Relationship Type="http://schemas.openxmlformats.org/officeDocument/2006/relationships/image" Target="/ppt/media/image11.png" Id="R9f87e8b12fb44842" /><Relationship Type="http://schemas.openxmlformats.org/officeDocument/2006/relationships/image" Target="/ppt/media/image12.png" Id="R69e33b09d1074f52" /><Relationship Type="http://schemas.openxmlformats.org/officeDocument/2006/relationships/image" Target="/ppt/media/image13.png" Id="Rd38d8bd9154148e0" /><Relationship Type="http://schemas.openxmlformats.org/officeDocument/2006/relationships/notesSlide" Target="/ppt/notesSlides/notesSlide1.xml" Id="R1fb5efb511ed4f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FDC36-93AB-4371-93EF-CD98860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352" y="78201"/>
            <a:ext cx="8124409" cy="3582232"/>
          </a:xfrm>
          <a:custGeom xmlns:a="http://schemas.openxmlformats.org/drawingml/2006/main">
            <a:pathLst>
              <a:path w="8124409" h="3582232">
                <a:moveTo>
                  <a:pt x="0" y="0"/>
                </a:moveTo>
                <a:lnTo>
                  <a:pt x="8124409" y="0"/>
                </a:lnTo>
                <a:lnTo>
                  <a:pt x="8124409" y="3582232"/>
                </a:lnTo>
                <a:lnTo>
                  <a:pt x="0" y="35822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8045B-E6AA-4A91-9099-52F057F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39" y="54788"/>
            <a:ext cx="8171236" cy="3629059"/>
          </a:xfrm>
          <a:custGeom xmlns:a="http://schemas.openxmlformats.org/drawingml/2006/main">
            <a:pathLst>
              <a:path w="8171236" h="3629059">
                <a:moveTo>
                  <a:pt x="1849649" y="46827"/>
                </a:moveTo>
                <a:lnTo>
                  <a:pt x="1849649" y="0"/>
                </a:lnTo>
                <a:lnTo>
                  <a:pt x="1709170" y="0"/>
                </a:lnTo>
                <a:lnTo>
                  <a:pt x="1709170" y="46827"/>
                </a:lnTo>
                <a:lnTo>
                  <a:pt x="1849649" y="46827"/>
                </a:lnTo>
                <a:close/>
                <a:moveTo>
                  <a:pt x="1568690" y="46827"/>
                </a:moveTo>
                <a:lnTo>
                  <a:pt x="1568690" y="0"/>
                </a:lnTo>
                <a:lnTo>
                  <a:pt x="1428210" y="0"/>
                </a:lnTo>
                <a:lnTo>
                  <a:pt x="1428210" y="46827"/>
                </a:lnTo>
                <a:lnTo>
                  <a:pt x="1568690" y="46827"/>
                </a:lnTo>
                <a:close/>
                <a:moveTo>
                  <a:pt x="1287731" y="46827"/>
                </a:moveTo>
                <a:lnTo>
                  <a:pt x="1287731" y="0"/>
                </a:lnTo>
                <a:lnTo>
                  <a:pt x="1147251" y="0"/>
                </a:lnTo>
                <a:lnTo>
                  <a:pt x="1147251" y="46827"/>
                </a:lnTo>
                <a:lnTo>
                  <a:pt x="1287731" y="46827"/>
                </a:lnTo>
                <a:close/>
                <a:moveTo>
                  <a:pt x="1006771" y="0"/>
                </a:moveTo>
                <a:lnTo>
                  <a:pt x="866291" y="0"/>
                </a:lnTo>
                <a:lnTo>
                  <a:pt x="866291" y="46827"/>
                </a:lnTo>
                <a:lnTo>
                  <a:pt x="1006771" y="46827"/>
                </a:lnTo>
                <a:lnTo>
                  <a:pt x="1006771" y="0"/>
                </a:lnTo>
                <a:close/>
                <a:moveTo>
                  <a:pt x="725812" y="0"/>
                </a:moveTo>
                <a:lnTo>
                  <a:pt x="585332" y="0"/>
                </a:lnTo>
                <a:lnTo>
                  <a:pt x="585332" y="46827"/>
                </a:lnTo>
                <a:lnTo>
                  <a:pt x="725812" y="46827"/>
                </a:lnTo>
                <a:lnTo>
                  <a:pt x="725812" y="0"/>
                </a:lnTo>
                <a:close/>
                <a:moveTo>
                  <a:pt x="444852" y="46827"/>
                </a:moveTo>
                <a:lnTo>
                  <a:pt x="444852" y="0"/>
                </a:lnTo>
                <a:lnTo>
                  <a:pt x="304373" y="0"/>
                </a:lnTo>
                <a:lnTo>
                  <a:pt x="304373" y="46827"/>
                </a:lnTo>
                <a:lnTo>
                  <a:pt x="444852" y="46827"/>
                </a:lnTo>
                <a:close/>
                <a:moveTo>
                  <a:pt x="2130609" y="46827"/>
                </a:moveTo>
                <a:lnTo>
                  <a:pt x="2130609" y="0"/>
                </a:lnTo>
                <a:lnTo>
                  <a:pt x="1990129" y="0"/>
                </a:lnTo>
                <a:lnTo>
                  <a:pt x="1990129" y="46827"/>
                </a:lnTo>
                <a:lnTo>
                  <a:pt x="2130609" y="46827"/>
                </a:lnTo>
                <a:close/>
                <a:moveTo>
                  <a:pt x="163893" y="46827"/>
                </a:moveTo>
                <a:lnTo>
                  <a:pt x="163893" y="0"/>
                </a:lnTo>
                <a:lnTo>
                  <a:pt x="0" y="0"/>
                </a:lnTo>
                <a:lnTo>
                  <a:pt x="0" y="117066"/>
                </a:lnTo>
                <a:lnTo>
                  <a:pt x="46827" y="117066"/>
                </a:lnTo>
                <a:lnTo>
                  <a:pt x="46827" y="46827"/>
                </a:lnTo>
                <a:lnTo>
                  <a:pt x="163893" y="46827"/>
                </a:lnTo>
                <a:close/>
                <a:moveTo>
                  <a:pt x="0" y="257546"/>
                </a:moveTo>
                <a:lnTo>
                  <a:pt x="0" y="398026"/>
                </a:lnTo>
                <a:lnTo>
                  <a:pt x="46827" y="398026"/>
                </a:lnTo>
                <a:lnTo>
                  <a:pt x="46827" y="257546"/>
                </a:lnTo>
                <a:lnTo>
                  <a:pt x="0" y="257546"/>
                </a:lnTo>
                <a:close/>
                <a:moveTo>
                  <a:pt x="46827" y="538506"/>
                </a:moveTo>
                <a:lnTo>
                  <a:pt x="0" y="538506"/>
                </a:lnTo>
                <a:lnTo>
                  <a:pt x="0" y="678985"/>
                </a:lnTo>
                <a:lnTo>
                  <a:pt x="46827" y="678985"/>
                </a:lnTo>
                <a:lnTo>
                  <a:pt x="46827" y="538506"/>
                </a:lnTo>
                <a:close/>
                <a:moveTo>
                  <a:pt x="46827" y="819465"/>
                </a:moveTo>
                <a:lnTo>
                  <a:pt x="0" y="819465"/>
                </a:lnTo>
                <a:lnTo>
                  <a:pt x="0" y="959945"/>
                </a:lnTo>
                <a:lnTo>
                  <a:pt x="46827" y="959945"/>
                </a:lnTo>
                <a:lnTo>
                  <a:pt x="46827" y="819465"/>
                </a:lnTo>
                <a:close/>
                <a:moveTo>
                  <a:pt x="46827" y="1100424"/>
                </a:moveTo>
                <a:lnTo>
                  <a:pt x="0" y="1100424"/>
                </a:lnTo>
                <a:lnTo>
                  <a:pt x="0" y="1240904"/>
                </a:lnTo>
                <a:lnTo>
                  <a:pt x="46827" y="1240904"/>
                </a:lnTo>
                <a:lnTo>
                  <a:pt x="46827" y="1100424"/>
                </a:lnTo>
                <a:close/>
                <a:moveTo>
                  <a:pt x="0" y="1381384"/>
                </a:moveTo>
                <a:lnTo>
                  <a:pt x="0" y="1521863"/>
                </a:lnTo>
                <a:lnTo>
                  <a:pt x="46827" y="1521863"/>
                </a:lnTo>
                <a:lnTo>
                  <a:pt x="46827" y="1381384"/>
                </a:lnTo>
                <a:lnTo>
                  <a:pt x="0" y="1381384"/>
                </a:lnTo>
                <a:close/>
                <a:moveTo>
                  <a:pt x="0" y="1662343"/>
                </a:moveTo>
                <a:lnTo>
                  <a:pt x="0" y="1802823"/>
                </a:lnTo>
                <a:lnTo>
                  <a:pt x="46827" y="1802823"/>
                </a:lnTo>
                <a:lnTo>
                  <a:pt x="46827" y="1662343"/>
                </a:lnTo>
                <a:lnTo>
                  <a:pt x="0" y="1662343"/>
                </a:lnTo>
                <a:close/>
                <a:moveTo>
                  <a:pt x="46827" y="1943303"/>
                </a:moveTo>
                <a:lnTo>
                  <a:pt x="0" y="1943303"/>
                </a:lnTo>
                <a:lnTo>
                  <a:pt x="0" y="2083782"/>
                </a:lnTo>
                <a:lnTo>
                  <a:pt x="46827" y="2083782"/>
                </a:lnTo>
                <a:lnTo>
                  <a:pt x="46827" y="1943303"/>
                </a:lnTo>
                <a:close/>
                <a:moveTo>
                  <a:pt x="0" y="2224262"/>
                </a:moveTo>
                <a:lnTo>
                  <a:pt x="0" y="2364742"/>
                </a:lnTo>
                <a:lnTo>
                  <a:pt x="46827" y="2364742"/>
                </a:lnTo>
                <a:lnTo>
                  <a:pt x="46827" y="2224262"/>
                </a:lnTo>
                <a:lnTo>
                  <a:pt x="0" y="2224262"/>
                </a:lnTo>
                <a:close/>
                <a:moveTo>
                  <a:pt x="0" y="2505221"/>
                </a:moveTo>
                <a:lnTo>
                  <a:pt x="0" y="2645701"/>
                </a:lnTo>
                <a:lnTo>
                  <a:pt x="46827" y="2645701"/>
                </a:lnTo>
                <a:lnTo>
                  <a:pt x="46827" y="2505221"/>
                </a:lnTo>
                <a:lnTo>
                  <a:pt x="0" y="2505221"/>
                </a:lnTo>
                <a:close/>
                <a:moveTo>
                  <a:pt x="46827" y="2786181"/>
                </a:moveTo>
                <a:lnTo>
                  <a:pt x="0" y="2786181"/>
                </a:lnTo>
                <a:lnTo>
                  <a:pt x="0" y="2926660"/>
                </a:lnTo>
                <a:lnTo>
                  <a:pt x="46827" y="2926660"/>
                </a:lnTo>
                <a:lnTo>
                  <a:pt x="46827" y="2786181"/>
                </a:lnTo>
                <a:close/>
                <a:moveTo>
                  <a:pt x="0" y="3067140"/>
                </a:moveTo>
                <a:lnTo>
                  <a:pt x="0" y="3207620"/>
                </a:lnTo>
                <a:lnTo>
                  <a:pt x="46827" y="3207620"/>
                </a:lnTo>
                <a:lnTo>
                  <a:pt x="46827" y="3067140"/>
                </a:lnTo>
                <a:lnTo>
                  <a:pt x="0" y="3067140"/>
                </a:lnTo>
                <a:close/>
                <a:moveTo>
                  <a:pt x="0" y="3348099"/>
                </a:moveTo>
                <a:lnTo>
                  <a:pt x="0" y="3488579"/>
                </a:lnTo>
                <a:lnTo>
                  <a:pt x="46827" y="3488579"/>
                </a:lnTo>
                <a:lnTo>
                  <a:pt x="46827" y="3348099"/>
                </a:lnTo>
                <a:lnTo>
                  <a:pt x="0" y="3348099"/>
                </a:lnTo>
                <a:close/>
                <a:moveTo>
                  <a:pt x="327786" y="3582232"/>
                </a:moveTo>
                <a:lnTo>
                  <a:pt x="327786" y="3629059"/>
                </a:lnTo>
                <a:lnTo>
                  <a:pt x="468266" y="3629059"/>
                </a:lnTo>
                <a:lnTo>
                  <a:pt x="468266" y="3582232"/>
                </a:lnTo>
                <a:lnTo>
                  <a:pt x="327786" y="3582232"/>
                </a:lnTo>
                <a:close/>
                <a:moveTo>
                  <a:pt x="608745" y="3582232"/>
                </a:moveTo>
                <a:lnTo>
                  <a:pt x="608745" y="3629059"/>
                </a:lnTo>
                <a:lnTo>
                  <a:pt x="749225" y="3629059"/>
                </a:lnTo>
                <a:lnTo>
                  <a:pt x="749225" y="3582232"/>
                </a:lnTo>
                <a:lnTo>
                  <a:pt x="608745" y="3582232"/>
                </a:lnTo>
                <a:close/>
                <a:moveTo>
                  <a:pt x="889705" y="3582232"/>
                </a:moveTo>
                <a:lnTo>
                  <a:pt x="889705" y="3629059"/>
                </a:lnTo>
                <a:lnTo>
                  <a:pt x="1030184" y="3629059"/>
                </a:lnTo>
                <a:lnTo>
                  <a:pt x="1030184" y="3582232"/>
                </a:lnTo>
                <a:lnTo>
                  <a:pt x="889705" y="3582232"/>
                </a:lnTo>
                <a:close/>
                <a:moveTo>
                  <a:pt x="1170664" y="3629059"/>
                </a:moveTo>
                <a:lnTo>
                  <a:pt x="1311144" y="3629059"/>
                </a:lnTo>
                <a:lnTo>
                  <a:pt x="1311144" y="3582232"/>
                </a:lnTo>
                <a:lnTo>
                  <a:pt x="1170664" y="3582232"/>
                </a:lnTo>
                <a:lnTo>
                  <a:pt x="1170664" y="3629059"/>
                </a:lnTo>
                <a:close/>
                <a:moveTo>
                  <a:pt x="1451624" y="3629059"/>
                </a:moveTo>
                <a:lnTo>
                  <a:pt x="1592103" y="3629059"/>
                </a:lnTo>
                <a:lnTo>
                  <a:pt x="1592103" y="3582232"/>
                </a:lnTo>
                <a:lnTo>
                  <a:pt x="1451624" y="3582232"/>
                </a:lnTo>
                <a:lnTo>
                  <a:pt x="1451624" y="3629059"/>
                </a:lnTo>
                <a:close/>
                <a:moveTo>
                  <a:pt x="1732583" y="3582232"/>
                </a:moveTo>
                <a:lnTo>
                  <a:pt x="1732583" y="3629059"/>
                </a:lnTo>
                <a:lnTo>
                  <a:pt x="1873063" y="3629059"/>
                </a:lnTo>
                <a:lnTo>
                  <a:pt x="1873063" y="3582232"/>
                </a:lnTo>
                <a:lnTo>
                  <a:pt x="1732583" y="3582232"/>
                </a:lnTo>
                <a:close/>
                <a:moveTo>
                  <a:pt x="46827" y="3582232"/>
                </a:moveTo>
                <a:lnTo>
                  <a:pt x="46827" y="3629059"/>
                </a:lnTo>
                <a:lnTo>
                  <a:pt x="187306" y="3629059"/>
                </a:lnTo>
                <a:lnTo>
                  <a:pt x="187306" y="3582232"/>
                </a:lnTo>
                <a:lnTo>
                  <a:pt x="46827" y="3582232"/>
                </a:lnTo>
                <a:close/>
                <a:moveTo>
                  <a:pt x="6064040" y="46827"/>
                </a:moveTo>
                <a:lnTo>
                  <a:pt x="6064040" y="0"/>
                </a:lnTo>
                <a:lnTo>
                  <a:pt x="5923561" y="0"/>
                </a:lnTo>
                <a:lnTo>
                  <a:pt x="5923561" y="46827"/>
                </a:lnTo>
                <a:lnTo>
                  <a:pt x="6064040" y="46827"/>
                </a:lnTo>
                <a:close/>
                <a:moveTo>
                  <a:pt x="2411568" y="0"/>
                </a:moveTo>
                <a:lnTo>
                  <a:pt x="2271088" y="0"/>
                </a:lnTo>
                <a:lnTo>
                  <a:pt x="2271088" y="46827"/>
                </a:lnTo>
                <a:lnTo>
                  <a:pt x="2411568" y="46827"/>
                </a:lnTo>
                <a:lnTo>
                  <a:pt x="2411568" y="0"/>
                </a:lnTo>
                <a:close/>
                <a:moveTo>
                  <a:pt x="5783081" y="0"/>
                </a:moveTo>
                <a:lnTo>
                  <a:pt x="5642601" y="0"/>
                </a:lnTo>
                <a:lnTo>
                  <a:pt x="5642601" y="46827"/>
                </a:lnTo>
                <a:lnTo>
                  <a:pt x="5783081" y="46827"/>
                </a:lnTo>
                <a:lnTo>
                  <a:pt x="5783081" y="0"/>
                </a:lnTo>
                <a:close/>
                <a:moveTo>
                  <a:pt x="2692528" y="46827"/>
                </a:moveTo>
                <a:lnTo>
                  <a:pt x="2692528" y="0"/>
                </a:lnTo>
                <a:lnTo>
                  <a:pt x="2552048" y="0"/>
                </a:lnTo>
                <a:lnTo>
                  <a:pt x="2552048" y="46827"/>
                </a:lnTo>
                <a:lnTo>
                  <a:pt x="2692528" y="46827"/>
                </a:lnTo>
                <a:close/>
                <a:moveTo>
                  <a:pt x="5502122" y="46827"/>
                </a:moveTo>
                <a:lnTo>
                  <a:pt x="5502122" y="0"/>
                </a:lnTo>
                <a:lnTo>
                  <a:pt x="5361642" y="0"/>
                </a:lnTo>
                <a:lnTo>
                  <a:pt x="5361642" y="46827"/>
                </a:lnTo>
                <a:lnTo>
                  <a:pt x="5502122" y="46827"/>
                </a:lnTo>
                <a:close/>
                <a:moveTo>
                  <a:pt x="2973487" y="46827"/>
                </a:moveTo>
                <a:lnTo>
                  <a:pt x="2973487" y="0"/>
                </a:lnTo>
                <a:lnTo>
                  <a:pt x="2833007" y="0"/>
                </a:lnTo>
                <a:lnTo>
                  <a:pt x="2833007" y="46827"/>
                </a:lnTo>
                <a:lnTo>
                  <a:pt x="2973487" y="46827"/>
                </a:lnTo>
                <a:close/>
                <a:moveTo>
                  <a:pt x="5221162" y="0"/>
                </a:moveTo>
                <a:lnTo>
                  <a:pt x="5080682" y="0"/>
                </a:lnTo>
                <a:lnTo>
                  <a:pt x="5080682" y="46827"/>
                </a:lnTo>
                <a:lnTo>
                  <a:pt x="5221162" y="46827"/>
                </a:lnTo>
                <a:lnTo>
                  <a:pt x="5221162" y="0"/>
                </a:lnTo>
                <a:close/>
                <a:moveTo>
                  <a:pt x="3254446" y="0"/>
                </a:moveTo>
                <a:lnTo>
                  <a:pt x="3113967" y="0"/>
                </a:lnTo>
                <a:lnTo>
                  <a:pt x="3113967" y="46827"/>
                </a:lnTo>
                <a:lnTo>
                  <a:pt x="3254446" y="46827"/>
                </a:lnTo>
                <a:lnTo>
                  <a:pt x="3254446" y="0"/>
                </a:lnTo>
                <a:close/>
                <a:moveTo>
                  <a:pt x="4940203" y="46827"/>
                </a:moveTo>
                <a:lnTo>
                  <a:pt x="4940203" y="0"/>
                </a:lnTo>
                <a:lnTo>
                  <a:pt x="4799723" y="0"/>
                </a:lnTo>
                <a:lnTo>
                  <a:pt x="4799723" y="46827"/>
                </a:lnTo>
                <a:lnTo>
                  <a:pt x="4940203" y="46827"/>
                </a:lnTo>
                <a:close/>
                <a:moveTo>
                  <a:pt x="3535406" y="0"/>
                </a:moveTo>
                <a:lnTo>
                  <a:pt x="3394926" y="0"/>
                </a:lnTo>
                <a:lnTo>
                  <a:pt x="3394926" y="46827"/>
                </a:lnTo>
                <a:lnTo>
                  <a:pt x="3535406" y="46827"/>
                </a:lnTo>
                <a:lnTo>
                  <a:pt x="3535406" y="0"/>
                </a:lnTo>
                <a:close/>
                <a:moveTo>
                  <a:pt x="4659243" y="0"/>
                </a:moveTo>
                <a:lnTo>
                  <a:pt x="4518764" y="0"/>
                </a:lnTo>
                <a:lnTo>
                  <a:pt x="4518764" y="46827"/>
                </a:lnTo>
                <a:lnTo>
                  <a:pt x="4659243" y="46827"/>
                </a:lnTo>
                <a:lnTo>
                  <a:pt x="4659243" y="0"/>
                </a:lnTo>
                <a:close/>
                <a:moveTo>
                  <a:pt x="3816365" y="46827"/>
                </a:moveTo>
                <a:lnTo>
                  <a:pt x="3816365" y="0"/>
                </a:lnTo>
                <a:lnTo>
                  <a:pt x="3675885" y="0"/>
                </a:lnTo>
                <a:lnTo>
                  <a:pt x="3675885" y="46827"/>
                </a:lnTo>
                <a:lnTo>
                  <a:pt x="3816365" y="46827"/>
                </a:lnTo>
                <a:close/>
                <a:moveTo>
                  <a:pt x="4378284" y="0"/>
                </a:moveTo>
                <a:lnTo>
                  <a:pt x="4237804" y="0"/>
                </a:lnTo>
                <a:lnTo>
                  <a:pt x="4237804" y="46827"/>
                </a:lnTo>
                <a:lnTo>
                  <a:pt x="4378284" y="46827"/>
                </a:lnTo>
                <a:lnTo>
                  <a:pt x="4378284" y="0"/>
                </a:lnTo>
                <a:close/>
                <a:moveTo>
                  <a:pt x="4097325" y="0"/>
                </a:moveTo>
                <a:lnTo>
                  <a:pt x="3956845" y="0"/>
                </a:lnTo>
                <a:lnTo>
                  <a:pt x="3956845" y="46827"/>
                </a:lnTo>
                <a:lnTo>
                  <a:pt x="4097325" y="46827"/>
                </a:lnTo>
                <a:lnTo>
                  <a:pt x="4097325" y="0"/>
                </a:lnTo>
                <a:close/>
                <a:moveTo>
                  <a:pt x="3980258" y="3582232"/>
                </a:moveTo>
                <a:lnTo>
                  <a:pt x="3980258" y="3629059"/>
                </a:lnTo>
                <a:lnTo>
                  <a:pt x="4120738" y="3629059"/>
                </a:lnTo>
                <a:lnTo>
                  <a:pt x="4120738" y="3582232"/>
                </a:lnTo>
                <a:lnTo>
                  <a:pt x="3980258" y="3582232"/>
                </a:lnTo>
                <a:close/>
                <a:moveTo>
                  <a:pt x="3699299" y="3582232"/>
                </a:moveTo>
                <a:lnTo>
                  <a:pt x="3699299" y="3629059"/>
                </a:lnTo>
                <a:lnTo>
                  <a:pt x="3839778" y="3629059"/>
                </a:lnTo>
                <a:lnTo>
                  <a:pt x="3839778" y="3582232"/>
                </a:lnTo>
                <a:lnTo>
                  <a:pt x="3699299" y="3582232"/>
                </a:lnTo>
                <a:close/>
                <a:moveTo>
                  <a:pt x="4261218" y="3582232"/>
                </a:moveTo>
                <a:lnTo>
                  <a:pt x="4261218" y="3629059"/>
                </a:lnTo>
                <a:lnTo>
                  <a:pt x="4401697" y="3629059"/>
                </a:lnTo>
                <a:lnTo>
                  <a:pt x="4401697" y="3582232"/>
                </a:lnTo>
                <a:lnTo>
                  <a:pt x="4261218" y="3582232"/>
                </a:lnTo>
                <a:close/>
                <a:moveTo>
                  <a:pt x="3418339" y="3629059"/>
                </a:moveTo>
                <a:lnTo>
                  <a:pt x="3558819" y="3629059"/>
                </a:lnTo>
                <a:lnTo>
                  <a:pt x="3558819" y="3582232"/>
                </a:lnTo>
                <a:lnTo>
                  <a:pt x="3418339" y="3582232"/>
                </a:lnTo>
                <a:lnTo>
                  <a:pt x="3418339" y="3629059"/>
                </a:lnTo>
                <a:close/>
                <a:moveTo>
                  <a:pt x="4542177" y="3629059"/>
                </a:moveTo>
                <a:lnTo>
                  <a:pt x="4682657" y="3629059"/>
                </a:lnTo>
                <a:lnTo>
                  <a:pt x="4682657" y="3582232"/>
                </a:lnTo>
                <a:lnTo>
                  <a:pt x="4542177" y="3582232"/>
                </a:lnTo>
                <a:lnTo>
                  <a:pt x="4542177" y="3629059"/>
                </a:lnTo>
                <a:close/>
                <a:moveTo>
                  <a:pt x="3137380" y="3582232"/>
                </a:moveTo>
                <a:lnTo>
                  <a:pt x="3137380" y="3629059"/>
                </a:lnTo>
                <a:lnTo>
                  <a:pt x="3277860" y="3629059"/>
                </a:lnTo>
                <a:lnTo>
                  <a:pt x="3277860" y="3582232"/>
                </a:lnTo>
                <a:lnTo>
                  <a:pt x="3137380" y="3582232"/>
                </a:lnTo>
                <a:close/>
                <a:moveTo>
                  <a:pt x="4823136" y="3582232"/>
                </a:moveTo>
                <a:lnTo>
                  <a:pt x="4823136" y="3629059"/>
                </a:lnTo>
                <a:lnTo>
                  <a:pt x="4963616" y="3629059"/>
                </a:lnTo>
                <a:lnTo>
                  <a:pt x="4963616" y="3582232"/>
                </a:lnTo>
                <a:lnTo>
                  <a:pt x="4823136" y="3582232"/>
                </a:lnTo>
                <a:close/>
                <a:moveTo>
                  <a:pt x="2856421" y="3582232"/>
                </a:moveTo>
                <a:lnTo>
                  <a:pt x="2856421" y="3629059"/>
                </a:lnTo>
                <a:lnTo>
                  <a:pt x="2996900" y="3629059"/>
                </a:lnTo>
                <a:lnTo>
                  <a:pt x="2996900" y="3582232"/>
                </a:lnTo>
                <a:lnTo>
                  <a:pt x="2856421" y="3582232"/>
                </a:lnTo>
                <a:close/>
                <a:moveTo>
                  <a:pt x="5104096" y="3629059"/>
                </a:moveTo>
                <a:lnTo>
                  <a:pt x="5244575" y="3629059"/>
                </a:lnTo>
                <a:lnTo>
                  <a:pt x="5244575" y="3582232"/>
                </a:lnTo>
                <a:lnTo>
                  <a:pt x="5104096" y="3582232"/>
                </a:lnTo>
                <a:lnTo>
                  <a:pt x="5104096" y="3629059"/>
                </a:lnTo>
                <a:close/>
                <a:moveTo>
                  <a:pt x="2575461" y="3629059"/>
                </a:moveTo>
                <a:lnTo>
                  <a:pt x="2715941" y="3629059"/>
                </a:lnTo>
                <a:lnTo>
                  <a:pt x="2715941" y="3582232"/>
                </a:lnTo>
                <a:lnTo>
                  <a:pt x="2575461" y="3582232"/>
                </a:lnTo>
                <a:lnTo>
                  <a:pt x="2575461" y="3629059"/>
                </a:lnTo>
                <a:close/>
                <a:moveTo>
                  <a:pt x="5385055" y="3582232"/>
                </a:moveTo>
                <a:lnTo>
                  <a:pt x="5385055" y="3629059"/>
                </a:lnTo>
                <a:lnTo>
                  <a:pt x="5525535" y="3629059"/>
                </a:lnTo>
                <a:lnTo>
                  <a:pt x="5525535" y="3582232"/>
                </a:lnTo>
                <a:lnTo>
                  <a:pt x="5385055" y="3582232"/>
                </a:lnTo>
                <a:close/>
                <a:moveTo>
                  <a:pt x="2294502" y="3582232"/>
                </a:moveTo>
                <a:lnTo>
                  <a:pt x="2294502" y="3629059"/>
                </a:lnTo>
                <a:lnTo>
                  <a:pt x="2434981" y="3629059"/>
                </a:lnTo>
                <a:lnTo>
                  <a:pt x="2434981" y="3582232"/>
                </a:lnTo>
                <a:lnTo>
                  <a:pt x="2294502" y="3582232"/>
                </a:lnTo>
                <a:close/>
                <a:moveTo>
                  <a:pt x="5666015" y="3582232"/>
                </a:moveTo>
                <a:lnTo>
                  <a:pt x="5666015" y="3629059"/>
                </a:lnTo>
                <a:lnTo>
                  <a:pt x="5806494" y="3629059"/>
                </a:lnTo>
                <a:lnTo>
                  <a:pt x="5806494" y="3582232"/>
                </a:lnTo>
                <a:lnTo>
                  <a:pt x="5666015" y="3582232"/>
                </a:lnTo>
                <a:close/>
                <a:moveTo>
                  <a:pt x="2013542" y="3629059"/>
                </a:moveTo>
                <a:lnTo>
                  <a:pt x="2154022" y="3629059"/>
                </a:lnTo>
                <a:lnTo>
                  <a:pt x="2154022" y="3582232"/>
                </a:lnTo>
                <a:lnTo>
                  <a:pt x="2013542" y="3582232"/>
                </a:lnTo>
                <a:lnTo>
                  <a:pt x="2013542" y="3629059"/>
                </a:lnTo>
                <a:close/>
                <a:moveTo>
                  <a:pt x="6345000" y="0"/>
                </a:moveTo>
                <a:lnTo>
                  <a:pt x="6204520" y="0"/>
                </a:lnTo>
                <a:lnTo>
                  <a:pt x="6204520" y="46827"/>
                </a:lnTo>
                <a:lnTo>
                  <a:pt x="6345000" y="46827"/>
                </a:lnTo>
                <a:lnTo>
                  <a:pt x="6345000" y="0"/>
                </a:lnTo>
                <a:close/>
                <a:moveTo>
                  <a:pt x="6625959" y="46827"/>
                </a:moveTo>
                <a:lnTo>
                  <a:pt x="6625959" y="0"/>
                </a:lnTo>
                <a:lnTo>
                  <a:pt x="6485479" y="0"/>
                </a:lnTo>
                <a:lnTo>
                  <a:pt x="6485479" y="46827"/>
                </a:lnTo>
                <a:lnTo>
                  <a:pt x="6625959" y="46827"/>
                </a:lnTo>
                <a:close/>
                <a:moveTo>
                  <a:pt x="6906919" y="0"/>
                </a:moveTo>
                <a:lnTo>
                  <a:pt x="6766439" y="0"/>
                </a:lnTo>
                <a:lnTo>
                  <a:pt x="6766439" y="46827"/>
                </a:lnTo>
                <a:lnTo>
                  <a:pt x="6906919" y="46827"/>
                </a:lnTo>
                <a:lnTo>
                  <a:pt x="6906919" y="0"/>
                </a:lnTo>
                <a:close/>
                <a:moveTo>
                  <a:pt x="7187878" y="0"/>
                </a:moveTo>
                <a:lnTo>
                  <a:pt x="7047398" y="0"/>
                </a:lnTo>
                <a:lnTo>
                  <a:pt x="7047398" y="46827"/>
                </a:lnTo>
                <a:lnTo>
                  <a:pt x="7187878" y="46827"/>
                </a:lnTo>
                <a:lnTo>
                  <a:pt x="7187878" y="0"/>
                </a:lnTo>
                <a:close/>
                <a:moveTo>
                  <a:pt x="7468837" y="46827"/>
                </a:moveTo>
                <a:lnTo>
                  <a:pt x="7468837" y="0"/>
                </a:lnTo>
                <a:lnTo>
                  <a:pt x="7328358" y="0"/>
                </a:lnTo>
                <a:lnTo>
                  <a:pt x="7328358" y="46827"/>
                </a:lnTo>
                <a:lnTo>
                  <a:pt x="7468837" y="46827"/>
                </a:lnTo>
                <a:close/>
                <a:moveTo>
                  <a:pt x="7749797" y="0"/>
                </a:moveTo>
                <a:lnTo>
                  <a:pt x="7609317" y="0"/>
                </a:lnTo>
                <a:lnTo>
                  <a:pt x="7609317" y="46827"/>
                </a:lnTo>
                <a:lnTo>
                  <a:pt x="7749797" y="46827"/>
                </a:lnTo>
                <a:lnTo>
                  <a:pt x="7749797" y="0"/>
                </a:lnTo>
                <a:close/>
                <a:moveTo>
                  <a:pt x="8030756" y="0"/>
                </a:moveTo>
                <a:lnTo>
                  <a:pt x="7890276" y="0"/>
                </a:lnTo>
                <a:lnTo>
                  <a:pt x="7890276" y="46827"/>
                </a:lnTo>
                <a:lnTo>
                  <a:pt x="8030756" y="46827"/>
                </a:lnTo>
                <a:lnTo>
                  <a:pt x="8030756" y="0"/>
                </a:lnTo>
                <a:close/>
                <a:moveTo>
                  <a:pt x="8124409" y="187306"/>
                </a:moveTo>
                <a:lnTo>
                  <a:pt x="8171236" y="187306"/>
                </a:lnTo>
                <a:lnTo>
                  <a:pt x="8171236" y="46827"/>
                </a:lnTo>
                <a:lnTo>
                  <a:pt x="8124409" y="46827"/>
                </a:lnTo>
                <a:lnTo>
                  <a:pt x="8124409" y="187306"/>
                </a:lnTo>
                <a:close/>
                <a:moveTo>
                  <a:pt x="8124409" y="468266"/>
                </a:moveTo>
                <a:lnTo>
                  <a:pt x="8171236" y="468266"/>
                </a:lnTo>
                <a:lnTo>
                  <a:pt x="8171236" y="327786"/>
                </a:lnTo>
                <a:lnTo>
                  <a:pt x="8124409" y="327786"/>
                </a:lnTo>
                <a:lnTo>
                  <a:pt x="8124409" y="468266"/>
                </a:lnTo>
                <a:close/>
                <a:moveTo>
                  <a:pt x="8124409" y="749225"/>
                </a:moveTo>
                <a:lnTo>
                  <a:pt x="8171236" y="749225"/>
                </a:lnTo>
                <a:lnTo>
                  <a:pt x="8171236" y="608745"/>
                </a:lnTo>
                <a:lnTo>
                  <a:pt x="8124409" y="608745"/>
                </a:lnTo>
                <a:lnTo>
                  <a:pt x="8124409" y="749225"/>
                </a:lnTo>
                <a:close/>
                <a:moveTo>
                  <a:pt x="8171236" y="1030185"/>
                </a:moveTo>
                <a:lnTo>
                  <a:pt x="8171236" y="889705"/>
                </a:lnTo>
                <a:lnTo>
                  <a:pt x="8124409" y="889705"/>
                </a:lnTo>
                <a:lnTo>
                  <a:pt x="8124409" y="1030185"/>
                </a:lnTo>
                <a:lnTo>
                  <a:pt x="8171236" y="1030185"/>
                </a:lnTo>
                <a:close/>
                <a:moveTo>
                  <a:pt x="8171236" y="1311144"/>
                </a:moveTo>
                <a:lnTo>
                  <a:pt x="8171236" y="1170664"/>
                </a:lnTo>
                <a:lnTo>
                  <a:pt x="8124409" y="1170664"/>
                </a:lnTo>
                <a:lnTo>
                  <a:pt x="8124409" y="1311144"/>
                </a:lnTo>
                <a:lnTo>
                  <a:pt x="8171236" y="1311144"/>
                </a:lnTo>
                <a:close/>
                <a:moveTo>
                  <a:pt x="8124409" y="1592103"/>
                </a:moveTo>
                <a:lnTo>
                  <a:pt x="8171236" y="1592103"/>
                </a:lnTo>
                <a:lnTo>
                  <a:pt x="8171236" y="1451624"/>
                </a:lnTo>
                <a:lnTo>
                  <a:pt x="8124409" y="1451624"/>
                </a:lnTo>
                <a:lnTo>
                  <a:pt x="8124409" y="1592103"/>
                </a:lnTo>
                <a:close/>
                <a:moveTo>
                  <a:pt x="8124409" y="1873063"/>
                </a:moveTo>
                <a:lnTo>
                  <a:pt x="8171236" y="1873063"/>
                </a:lnTo>
                <a:lnTo>
                  <a:pt x="8171236" y="1732583"/>
                </a:lnTo>
                <a:lnTo>
                  <a:pt x="8124409" y="1732583"/>
                </a:lnTo>
                <a:lnTo>
                  <a:pt x="8124409" y="1873063"/>
                </a:lnTo>
                <a:close/>
                <a:moveTo>
                  <a:pt x="8124409" y="2154022"/>
                </a:moveTo>
                <a:lnTo>
                  <a:pt x="8171236" y="2154022"/>
                </a:lnTo>
                <a:lnTo>
                  <a:pt x="8171236" y="2013543"/>
                </a:lnTo>
                <a:lnTo>
                  <a:pt x="8124409" y="2013543"/>
                </a:lnTo>
                <a:lnTo>
                  <a:pt x="8124409" y="2154022"/>
                </a:lnTo>
                <a:close/>
                <a:moveTo>
                  <a:pt x="8171236" y="2434981"/>
                </a:moveTo>
                <a:lnTo>
                  <a:pt x="8171236" y="2294502"/>
                </a:lnTo>
                <a:lnTo>
                  <a:pt x="8124409" y="2294502"/>
                </a:lnTo>
                <a:lnTo>
                  <a:pt x="8124409" y="2434981"/>
                </a:lnTo>
                <a:lnTo>
                  <a:pt x="8171236" y="2434981"/>
                </a:lnTo>
                <a:close/>
                <a:moveTo>
                  <a:pt x="8171236" y="2715941"/>
                </a:moveTo>
                <a:lnTo>
                  <a:pt x="8171236" y="2575461"/>
                </a:lnTo>
                <a:lnTo>
                  <a:pt x="8124409" y="2575461"/>
                </a:lnTo>
                <a:lnTo>
                  <a:pt x="8124409" y="2715941"/>
                </a:lnTo>
                <a:lnTo>
                  <a:pt x="8171236" y="2715941"/>
                </a:lnTo>
                <a:close/>
                <a:moveTo>
                  <a:pt x="8124409" y="2996900"/>
                </a:moveTo>
                <a:lnTo>
                  <a:pt x="8171236" y="2996900"/>
                </a:lnTo>
                <a:lnTo>
                  <a:pt x="8171236" y="2856421"/>
                </a:lnTo>
                <a:lnTo>
                  <a:pt x="8124409" y="2856421"/>
                </a:lnTo>
                <a:lnTo>
                  <a:pt x="8124409" y="2996900"/>
                </a:lnTo>
                <a:close/>
                <a:moveTo>
                  <a:pt x="8124409" y="3277860"/>
                </a:moveTo>
                <a:lnTo>
                  <a:pt x="8171236" y="3277860"/>
                </a:lnTo>
                <a:lnTo>
                  <a:pt x="8171236" y="3137380"/>
                </a:lnTo>
                <a:lnTo>
                  <a:pt x="8124409" y="3137380"/>
                </a:lnTo>
                <a:lnTo>
                  <a:pt x="8124409" y="3277860"/>
                </a:lnTo>
                <a:close/>
                <a:moveTo>
                  <a:pt x="8124409" y="3558819"/>
                </a:moveTo>
                <a:lnTo>
                  <a:pt x="8171236" y="3558819"/>
                </a:lnTo>
                <a:lnTo>
                  <a:pt x="8171236" y="3418339"/>
                </a:lnTo>
                <a:lnTo>
                  <a:pt x="8124409" y="3418339"/>
                </a:lnTo>
                <a:lnTo>
                  <a:pt x="8124409" y="3558819"/>
                </a:lnTo>
                <a:close/>
                <a:moveTo>
                  <a:pt x="7913690" y="3629059"/>
                </a:moveTo>
                <a:lnTo>
                  <a:pt x="8054169" y="3629059"/>
                </a:lnTo>
                <a:lnTo>
                  <a:pt x="8054169" y="3582232"/>
                </a:lnTo>
                <a:lnTo>
                  <a:pt x="7913690" y="3582232"/>
                </a:lnTo>
                <a:lnTo>
                  <a:pt x="7913690" y="3629059"/>
                </a:lnTo>
                <a:close/>
                <a:moveTo>
                  <a:pt x="7632730" y="3629059"/>
                </a:moveTo>
                <a:lnTo>
                  <a:pt x="7773210" y="3629059"/>
                </a:lnTo>
                <a:lnTo>
                  <a:pt x="7773210" y="3582232"/>
                </a:lnTo>
                <a:lnTo>
                  <a:pt x="7632730" y="3582232"/>
                </a:lnTo>
                <a:lnTo>
                  <a:pt x="7632730" y="3629059"/>
                </a:lnTo>
                <a:close/>
                <a:moveTo>
                  <a:pt x="7351771" y="3582232"/>
                </a:moveTo>
                <a:lnTo>
                  <a:pt x="7351771" y="3629059"/>
                </a:lnTo>
                <a:lnTo>
                  <a:pt x="7492251" y="3629059"/>
                </a:lnTo>
                <a:lnTo>
                  <a:pt x="7492251" y="3582232"/>
                </a:lnTo>
                <a:lnTo>
                  <a:pt x="7351771" y="3582232"/>
                </a:lnTo>
                <a:close/>
                <a:moveTo>
                  <a:pt x="7070812" y="3629059"/>
                </a:moveTo>
                <a:lnTo>
                  <a:pt x="7211291" y="3629059"/>
                </a:lnTo>
                <a:lnTo>
                  <a:pt x="7211291" y="3582232"/>
                </a:lnTo>
                <a:lnTo>
                  <a:pt x="7070812" y="3582232"/>
                </a:lnTo>
                <a:lnTo>
                  <a:pt x="7070812" y="3629059"/>
                </a:lnTo>
                <a:close/>
                <a:moveTo>
                  <a:pt x="6789852" y="3629059"/>
                </a:moveTo>
                <a:lnTo>
                  <a:pt x="6930332" y="3629059"/>
                </a:lnTo>
                <a:lnTo>
                  <a:pt x="6930332" y="3582232"/>
                </a:lnTo>
                <a:lnTo>
                  <a:pt x="6789852" y="3582232"/>
                </a:lnTo>
                <a:lnTo>
                  <a:pt x="6789852" y="3629059"/>
                </a:lnTo>
                <a:close/>
                <a:moveTo>
                  <a:pt x="6508893" y="3582232"/>
                </a:moveTo>
                <a:lnTo>
                  <a:pt x="6508893" y="3629059"/>
                </a:lnTo>
                <a:lnTo>
                  <a:pt x="6649372" y="3629059"/>
                </a:lnTo>
                <a:lnTo>
                  <a:pt x="6649372" y="3582232"/>
                </a:lnTo>
                <a:lnTo>
                  <a:pt x="6508893" y="3582232"/>
                </a:lnTo>
                <a:close/>
                <a:moveTo>
                  <a:pt x="6227933" y="3629059"/>
                </a:moveTo>
                <a:lnTo>
                  <a:pt x="6368413" y="3629059"/>
                </a:lnTo>
                <a:lnTo>
                  <a:pt x="6368413" y="3582232"/>
                </a:lnTo>
                <a:lnTo>
                  <a:pt x="6227933" y="3582232"/>
                </a:lnTo>
                <a:lnTo>
                  <a:pt x="6227933" y="3629059"/>
                </a:lnTo>
                <a:close/>
                <a:moveTo>
                  <a:pt x="5946974" y="3629059"/>
                </a:moveTo>
                <a:lnTo>
                  <a:pt x="6087454" y="3629059"/>
                </a:lnTo>
                <a:lnTo>
                  <a:pt x="6087454" y="3582232"/>
                </a:lnTo>
                <a:lnTo>
                  <a:pt x="5946974" y="3582232"/>
                </a:lnTo>
                <a:lnTo>
                  <a:pt x="5946974" y="3629059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AF734-50BC-4B52-BE9D-BE1EDFAD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9" y="3754087"/>
            <a:ext cx="12877306" cy="3746125"/>
          </a:xfrm>
          <a:custGeom xmlns:a="http://schemas.openxmlformats.org/drawingml/2006/main">
            <a:pathLst>
              <a:path w="12877306" h="3746125">
                <a:moveTo>
                  <a:pt x="0" y="0"/>
                </a:moveTo>
                <a:lnTo>
                  <a:pt x="12877306" y="0"/>
                </a:lnTo>
                <a:lnTo>
                  <a:pt x="12877306" y="3746125"/>
                </a:lnTo>
                <a:lnTo>
                  <a:pt x="0" y="3746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49D23-4C45-4BC3-85C4-C5B90347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" y="3730674"/>
            <a:ext cx="12924132" cy="3792952"/>
          </a:xfrm>
          <a:custGeom xmlns:a="http://schemas.openxmlformats.org/drawingml/2006/main">
            <a:pathLst>
              <a:path w="12924132" h="3792952">
                <a:moveTo>
                  <a:pt x="1287731" y="46827"/>
                </a:moveTo>
                <a:lnTo>
                  <a:pt x="1287731" y="0"/>
                </a:lnTo>
                <a:lnTo>
                  <a:pt x="1147251" y="0"/>
                </a:lnTo>
                <a:lnTo>
                  <a:pt x="1147251" y="46827"/>
                </a:lnTo>
                <a:lnTo>
                  <a:pt x="1287731" y="46827"/>
                </a:lnTo>
                <a:close/>
                <a:moveTo>
                  <a:pt x="444852" y="0"/>
                </a:moveTo>
                <a:lnTo>
                  <a:pt x="304373" y="0"/>
                </a:lnTo>
                <a:lnTo>
                  <a:pt x="304373" y="46827"/>
                </a:lnTo>
                <a:lnTo>
                  <a:pt x="444852" y="46827"/>
                </a:lnTo>
                <a:lnTo>
                  <a:pt x="444852" y="0"/>
                </a:lnTo>
                <a:close/>
                <a:moveTo>
                  <a:pt x="2130609" y="0"/>
                </a:moveTo>
                <a:lnTo>
                  <a:pt x="1990129" y="0"/>
                </a:lnTo>
                <a:lnTo>
                  <a:pt x="1990129" y="46827"/>
                </a:lnTo>
                <a:lnTo>
                  <a:pt x="2130609" y="46827"/>
                </a:lnTo>
                <a:lnTo>
                  <a:pt x="2130609" y="0"/>
                </a:lnTo>
                <a:close/>
                <a:moveTo>
                  <a:pt x="725812" y="0"/>
                </a:moveTo>
                <a:lnTo>
                  <a:pt x="585332" y="0"/>
                </a:lnTo>
                <a:lnTo>
                  <a:pt x="585332" y="46827"/>
                </a:lnTo>
                <a:lnTo>
                  <a:pt x="725812" y="46827"/>
                </a:lnTo>
                <a:lnTo>
                  <a:pt x="725812" y="0"/>
                </a:lnTo>
                <a:close/>
                <a:moveTo>
                  <a:pt x="1849649" y="0"/>
                </a:moveTo>
                <a:lnTo>
                  <a:pt x="1709170" y="0"/>
                </a:lnTo>
                <a:lnTo>
                  <a:pt x="1709170" y="46827"/>
                </a:lnTo>
                <a:lnTo>
                  <a:pt x="1849649" y="46827"/>
                </a:lnTo>
                <a:lnTo>
                  <a:pt x="1849649" y="0"/>
                </a:lnTo>
                <a:close/>
                <a:moveTo>
                  <a:pt x="1006771" y="0"/>
                </a:moveTo>
                <a:lnTo>
                  <a:pt x="866291" y="0"/>
                </a:lnTo>
                <a:lnTo>
                  <a:pt x="866291" y="46827"/>
                </a:lnTo>
                <a:lnTo>
                  <a:pt x="1006771" y="46827"/>
                </a:lnTo>
                <a:lnTo>
                  <a:pt x="1006771" y="0"/>
                </a:lnTo>
                <a:close/>
                <a:moveTo>
                  <a:pt x="1568690" y="0"/>
                </a:moveTo>
                <a:lnTo>
                  <a:pt x="1428210" y="0"/>
                </a:lnTo>
                <a:lnTo>
                  <a:pt x="1428210" y="46827"/>
                </a:lnTo>
                <a:lnTo>
                  <a:pt x="1568690" y="46827"/>
                </a:lnTo>
                <a:lnTo>
                  <a:pt x="1568690" y="0"/>
                </a:lnTo>
                <a:close/>
                <a:moveTo>
                  <a:pt x="163893" y="46827"/>
                </a:moveTo>
                <a:lnTo>
                  <a:pt x="163893" y="0"/>
                </a:lnTo>
                <a:lnTo>
                  <a:pt x="0" y="0"/>
                </a:lnTo>
                <a:lnTo>
                  <a:pt x="0" y="117066"/>
                </a:lnTo>
                <a:lnTo>
                  <a:pt x="46827" y="117066"/>
                </a:lnTo>
                <a:lnTo>
                  <a:pt x="46827" y="46827"/>
                </a:lnTo>
                <a:lnTo>
                  <a:pt x="163893" y="46827"/>
                </a:lnTo>
                <a:close/>
                <a:moveTo>
                  <a:pt x="0" y="257546"/>
                </a:moveTo>
                <a:lnTo>
                  <a:pt x="0" y="398026"/>
                </a:lnTo>
                <a:lnTo>
                  <a:pt x="46827" y="398026"/>
                </a:lnTo>
                <a:lnTo>
                  <a:pt x="46827" y="257546"/>
                </a:lnTo>
                <a:lnTo>
                  <a:pt x="0" y="257546"/>
                </a:lnTo>
                <a:close/>
                <a:moveTo>
                  <a:pt x="0" y="538506"/>
                </a:moveTo>
                <a:lnTo>
                  <a:pt x="0" y="678985"/>
                </a:lnTo>
                <a:lnTo>
                  <a:pt x="46827" y="678985"/>
                </a:lnTo>
                <a:lnTo>
                  <a:pt x="46827" y="538506"/>
                </a:lnTo>
                <a:lnTo>
                  <a:pt x="0" y="538506"/>
                </a:lnTo>
                <a:close/>
                <a:moveTo>
                  <a:pt x="0" y="819465"/>
                </a:moveTo>
                <a:lnTo>
                  <a:pt x="0" y="959945"/>
                </a:lnTo>
                <a:lnTo>
                  <a:pt x="46827" y="959945"/>
                </a:lnTo>
                <a:lnTo>
                  <a:pt x="46827" y="819465"/>
                </a:lnTo>
                <a:lnTo>
                  <a:pt x="0" y="819465"/>
                </a:lnTo>
                <a:close/>
                <a:moveTo>
                  <a:pt x="0" y="1100424"/>
                </a:moveTo>
                <a:lnTo>
                  <a:pt x="0" y="1240904"/>
                </a:lnTo>
                <a:lnTo>
                  <a:pt x="46827" y="1240904"/>
                </a:lnTo>
                <a:lnTo>
                  <a:pt x="46827" y="1100424"/>
                </a:lnTo>
                <a:lnTo>
                  <a:pt x="0" y="1100424"/>
                </a:lnTo>
                <a:close/>
                <a:moveTo>
                  <a:pt x="0" y="1381384"/>
                </a:moveTo>
                <a:lnTo>
                  <a:pt x="0" y="1521863"/>
                </a:lnTo>
                <a:lnTo>
                  <a:pt x="46827" y="1521863"/>
                </a:lnTo>
                <a:lnTo>
                  <a:pt x="46827" y="1381384"/>
                </a:lnTo>
                <a:lnTo>
                  <a:pt x="0" y="1381384"/>
                </a:lnTo>
                <a:close/>
                <a:moveTo>
                  <a:pt x="0" y="1662343"/>
                </a:moveTo>
                <a:lnTo>
                  <a:pt x="0" y="1802823"/>
                </a:lnTo>
                <a:lnTo>
                  <a:pt x="46827" y="1802823"/>
                </a:lnTo>
                <a:lnTo>
                  <a:pt x="46827" y="1662343"/>
                </a:lnTo>
                <a:lnTo>
                  <a:pt x="0" y="1662343"/>
                </a:lnTo>
                <a:close/>
                <a:moveTo>
                  <a:pt x="46827" y="1943303"/>
                </a:moveTo>
                <a:lnTo>
                  <a:pt x="0" y="1943303"/>
                </a:lnTo>
                <a:lnTo>
                  <a:pt x="0" y="2083782"/>
                </a:lnTo>
                <a:lnTo>
                  <a:pt x="46827" y="2083782"/>
                </a:lnTo>
                <a:lnTo>
                  <a:pt x="46827" y="1943303"/>
                </a:lnTo>
                <a:close/>
                <a:moveTo>
                  <a:pt x="0" y="2224262"/>
                </a:moveTo>
                <a:lnTo>
                  <a:pt x="0" y="2364742"/>
                </a:lnTo>
                <a:lnTo>
                  <a:pt x="46827" y="2364742"/>
                </a:lnTo>
                <a:lnTo>
                  <a:pt x="46827" y="2224262"/>
                </a:lnTo>
                <a:lnTo>
                  <a:pt x="0" y="2224262"/>
                </a:lnTo>
                <a:close/>
                <a:moveTo>
                  <a:pt x="0" y="2505221"/>
                </a:moveTo>
                <a:lnTo>
                  <a:pt x="0" y="2645701"/>
                </a:lnTo>
                <a:lnTo>
                  <a:pt x="46827" y="2645701"/>
                </a:lnTo>
                <a:lnTo>
                  <a:pt x="46827" y="2505221"/>
                </a:lnTo>
                <a:lnTo>
                  <a:pt x="0" y="2505221"/>
                </a:lnTo>
                <a:close/>
                <a:moveTo>
                  <a:pt x="0" y="2786181"/>
                </a:moveTo>
                <a:lnTo>
                  <a:pt x="0" y="2926660"/>
                </a:lnTo>
                <a:lnTo>
                  <a:pt x="46827" y="2926660"/>
                </a:lnTo>
                <a:lnTo>
                  <a:pt x="46827" y="2786181"/>
                </a:lnTo>
                <a:lnTo>
                  <a:pt x="0" y="2786181"/>
                </a:lnTo>
                <a:close/>
                <a:moveTo>
                  <a:pt x="0" y="3067140"/>
                </a:moveTo>
                <a:lnTo>
                  <a:pt x="0" y="3207620"/>
                </a:lnTo>
                <a:lnTo>
                  <a:pt x="46827" y="3207620"/>
                </a:lnTo>
                <a:lnTo>
                  <a:pt x="46827" y="3067140"/>
                </a:lnTo>
                <a:lnTo>
                  <a:pt x="0" y="3067140"/>
                </a:lnTo>
                <a:close/>
                <a:moveTo>
                  <a:pt x="0" y="3348099"/>
                </a:moveTo>
                <a:lnTo>
                  <a:pt x="0" y="3488579"/>
                </a:lnTo>
                <a:lnTo>
                  <a:pt x="46827" y="3488579"/>
                </a:lnTo>
                <a:lnTo>
                  <a:pt x="46827" y="3348099"/>
                </a:lnTo>
                <a:lnTo>
                  <a:pt x="0" y="3348099"/>
                </a:lnTo>
                <a:close/>
                <a:moveTo>
                  <a:pt x="0" y="3629059"/>
                </a:moveTo>
                <a:lnTo>
                  <a:pt x="0" y="3769539"/>
                </a:lnTo>
                <a:lnTo>
                  <a:pt x="46827" y="3769539"/>
                </a:lnTo>
                <a:lnTo>
                  <a:pt x="46827" y="3629059"/>
                </a:lnTo>
                <a:lnTo>
                  <a:pt x="0" y="3629059"/>
                </a:lnTo>
                <a:close/>
                <a:moveTo>
                  <a:pt x="163893" y="3792952"/>
                </a:moveTo>
                <a:lnTo>
                  <a:pt x="304373" y="3792952"/>
                </a:lnTo>
                <a:lnTo>
                  <a:pt x="304373" y="3746125"/>
                </a:lnTo>
                <a:lnTo>
                  <a:pt x="163893" y="3746125"/>
                </a:lnTo>
                <a:lnTo>
                  <a:pt x="163893" y="3792952"/>
                </a:lnTo>
                <a:close/>
                <a:moveTo>
                  <a:pt x="1287731" y="3792952"/>
                </a:moveTo>
                <a:lnTo>
                  <a:pt x="1428210" y="3792952"/>
                </a:lnTo>
                <a:lnTo>
                  <a:pt x="1428210" y="3746125"/>
                </a:lnTo>
                <a:lnTo>
                  <a:pt x="1287731" y="3746125"/>
                </a:lnTo>
                <a:lnTo>
                  <a:pt x="1287731" y="3792952"/>
                </a:lnTo>
                <a:close/>
                <a:moveTo>
                  <a:pt x="1006771" y="3792952"/>
                </a:moveTo>
                <a:lnTo>
                  <a:pt x="1147251" y="3792952"/>
                </a:lnTo>
                <a:lnTo>
                  <a:pt x="1147251" y="3746125"/>
                </a:lnTo>
                <a:lnTo>
                  <a:pt x="1006771" y="3746125"/>
                </a:lnTo>
                <a:lnTo>
                  <a:pt x="1006771" y="3792952"/>
                </a:lnTo>
                <a:close/>
                <a:moveTo>
                  <a:pt x="1568690" y="3792952"/>
                </a:moveTo>
                <a:lnTo>
                  <a:pt x="1709170" y="3792952"/>
                </a:lnTo>
                <a:lnTo>
                  <a:pt x="1709170" y="3746125"/>
                </a:lnTo>
                <a:lnTo>
                  <a:pt x="1568690" y="3746125"/>
                </a:lnTo>
                <a:lnTo>
                  <a:pt x="1568690" y="3792952"/>
                </a:lnTo>
                <a:close/>
                <a:moveTo>
                  <a:pt x="725812" y="3792952"/>
                </a:moveTo>
                <a:lnTo>
                  <a:pt x="866291" y="3792952"/>
                </a:lnTo>
                <a:lnTo>
                  <a:pt x="866291" y="3746125"/>
                </a:lnTo>
                <a:lnTo>
                  <a:pt x="725812" y="3746125"/>
                </a:lnTo>
                <a:lnTo>
                  <a:pt x="725812" y="3792952"/>
                </a:lnTo>
                <a:close/>
                <a:moveTo>
                  <a:pt x="1849649" y="3792952"/>
                </a:moveTo>
                <a:lnTo>
                  <a:pt x="1990129" y="3792952"/>
                </a:lnTo>
                <a:lnTo>
                  <a:pt x="1990129" y="3746125"/>
                </a:lnTo>
                <a:lnTo>
                  <a:pt x="1849649" y="3746125"/>
                </a:lnTo>
                <a:lnTo>
                  <a:pt x="1849649" y="3792952"/>
                </a:lnTo>
                <a:close/>
                <a:moveTo>
                  <a:pt x="444852" y="3792952"/>
                </a:moveTo>
                <a:lnTo>
                  <a:pt x="585332" y="3792952"/>
                </a:lnTo>
                <a:lnTo>
                  <a:pt x="585332" y="3746125"/>
                </a:lnTo>
                <a:lnTo>
                  <a:pt x="444852" y="3746125"/>
                </a:lnTo>
                <a:lnTo>
                  <a:pt x="444852" y="3792952"/>
                </a:lnTo>
                <a:close/>
                <a:moveTo>
                  <a:pt x="2130609" y="3792952"/>
                </a:moveTo>
                <a:lnTo>
                  <a:pt x="2271088" y="3792952"/>
                </a:lnTo>
                <a:lnTo>
                  <a:pt x="2271088" y="3746125"/>
                </a:lnTo>
                <a:lnTo>
                  <a:pt x="2130609" y="3746125"/>
                </a:lnTo>
                <a:lnTo>
                  <a:pt x="2130609" y="3792952"/>
                </a:lnTo>
                <a:close/>
                <a:moveTo>
                  <a:pt x="2411568" y="46827"/>
                </a:moveTo>
                <a:lnTo>
                  <a:pt x="2411568" y="0"/>
                </a:lnTo>
                <a:lnTo>
                  <a:pt x="2271088" y="0"/>
                </a:lnTo>
                <a:lnTo>
                  <a:pt x="2271088" y="46827"/>
                </a:lnTo>
                <a:lnTo>
                  <a:pt x="2411568" y="46827"/>
                </a:lnTo>
                <a:close/>
                <a:moveTo>
                  <a:pt x="6345000" y="0"/>
                </a:moveTo>
                <a:lnTo>
                  <a:pt x="6204520" y="0"/>
                </a:lnTo>
                <a:lnTo>
                  <a:pt x="6204520" y="46827"/>
                </a:lnTo>
                <a:lnTo>
                  <a:pt x="6345000" y="46827"/>
                </a:lnTo>
                <a:lnTo>
                  <a:pt x="6345000" y="0"/>
                </a:lnTo>
                <a:close/>
                <a:moveTo>
                  <a:pt x="2692528" y="0"/>
                </a:moveTo>
                <a:lnTo>
                  <a:pt x="2552048" y="0"/>
                </a:lnTo>
                <a:lnTo>
                  <a:pt x="2552048" y="46827"/>
                </a:lnTo>
                <a:lnTo>
                  <a:pt x="2692528" y="46827"/>
                </a:lnTo>
                <a:lnTo>
                  <a:pt x="2692528" y="0"/>
                </a:lnTo>
                <a:close/>
                <a:moveTo>
                  <a:pt x="6064040" y="0"/>
                </a:moveTo>
                <a:lnTo>
                  <a:pt x="5923561" y="0"/>
                </a:lnTo>
                <a:lnTo>
                  <a:pt x="5923561" y="46827"/>
                </a:lnTo>
                <a:lnTo>
                  <a:pt x="6064040" y="46827"/>
                </a:lnTo>
                <a:lnTo>
                  <a:pt x="6064040" y="0"/>
                </a:lnTo>
                <a:close/>
                <a:moveTo>
                  <a:pt x="2973487" y="0"/>
                </a:moveTo>
                <a:lnTo>
                  <a:pt x="2833007" y="0"/>
                </a:lnTo>
                <a:lnTo>
                  <a:pt x="2833007" y="46827"/>
                </a:lnTo>
                <a:lnTo>
                  <a:pt x="2973487" y="46827"/>
                </a:lnTo>
                <a:lnTo>
                  <a:pt x="2973487" y="0"/>
                </a:lnTo>
                <a:close/>
                <a:moveTo>
                  <a:pt x="5783081" y="0"/>
                </a:moveTo>
                <a:lnTo>
                  <a:pt x="5642601" y="0"/>
                </a:lnTo>
                <a:lnTo>
                  <a:pt x="5642601" y="46827"/>
                </a:lnTo>
                <a:lnTo>
                  <a:pt x="5783081" y="46827"/>
                </a:lnTo>
                <a:lnTo>
                  <a:pt x="5783081" y="0"/>
                </a:lnTo>
                <a:close/>
                <a:moveTo>
                  <a:pt x="3254446" y="0"/>
                </a:moveTo>
                <a:lnTo>
                  <a:pt x="3113967" y="0"/>
                </a:lnTo>
                <a:lnTo>
                  <a:pt x="3113967" y="46827"/>
                </a:lnTo>
                <a:lnTo>
                  <a:pt x="3254446" y="46827"/>
                </a:lnTo>
                <a:lnTo>
                  <a:pt x="3254446" y="0"/>
                </a:lnTo>
                <a:close/>
                <a:moveTo>
                  <a:pt x="5502122" y="0"/>
                </a:moveTo>
                <a:lnTo>
                  <a:pt x="5361642" y="0"/>
                </a:lnTo>
                <a:lnTo>
                  <a:pt x="5361642" y="46827"/>
                </a:lnTo>
                <a:lnTo>
                  <a:pt x="5502122" y="46827"/>
                </a:lnTo>
                <a:lnTo>
                  <a:pt x="5502122" y="0"/>
                </a:lnTo>
                <a:close/>
                <a:moveTo>
                  <a:pt x="3535406" y="0"/>
                </a:moveTo>
                <a:lnTo>
                  <a:pt x="3394926" y="0"/>
                </a:lnTo>
                <a:lnTo>
                  <a:pt x="3394926" y="46827"/>
                </a:lnTo>
                <a:lnTo>
                  <a:pt x="3535406" y="46827"/>
                </a:lnTo>
                <a:lnTo>
                  <a:pt x="3535406" y="0"/>
                </a:lnTo>
                <a:close/>
                <a:moveTo>
                  <a:pt x="5221162" y="0"/>
                </a:moveTo>
                <a:lnTo>
                  <a:pt x="5080682" y="0"/>
                </a:lnTo>
                <a:lnTo>
                  <a:pt x="5080682" y="46827"/>
                </a:lnTo>
                <a:lnTo>
                  <a:pt x="5221162" y="46827"/>
                </a:lnTo>
                <a:lnTo>
                  <a:pt x="5221162" y="0"/>
                </a:lnTo>
                <a:close/>
                <a:moveTo>
                  <a:pt x="3816365" y="0"/>
                </a:moveTo>
                <a:lnTo>
                  <a:pt x="3675885" y="0"/>
                </a:lnTo>
                <a:lnTo>
                  <a:pt x="3675885" y="46827"/>
                </a:lnTo>
                <a:lnTo>
                  <a:pt x="3816365" y="46827"/>
                </a:lnTo>
                <a:lnTo>
                  <a:pt x="3816365" y="0"/>
                </a:lnTo>
                <a:close/>
                <a:moveTo>
                  <a:pt x="4940203" y="0"/>
                </a:moveTo>
                <a:lnTo>
                  <a:pt x="4799723" y="0"/>
                </a:lnTo>
                <a:lnTo>
                  <a:pt x="4799723" y="46827"/>
                </a:lnTo>
                <a:lnTo>
                  <a:pt x="4940203" y="46827"/>
                </a:lnTo>
                <a:lnTo>
                  <a:pt x="4940203" y="0"/>
                </a:lnTo>
                <a:close/>
                <a:moveTo>
                  <a:pt x="4097325" y="0"/>
                </a:moveTo>
                <a:lnTo>
                  <a:pt x="3956845" y="0"/>
                </a:lnTo>
                <a:lnTo>
                  <a:pt x="3956845" y="46827"/>
                </a:lnTo>
                <a:lnTo>
                  <a:pt x="4097325" y="46827"/>
                </a:lnTo>
                <a:lnTo>
                  <a:pt x="4097325" y="0"/>
                </a:lnTo>
                <a:close/>
                <a:moveTo>
                  <a:pt x="4659244" y="0"/>
                </a:moveTo>
                <a:lnTo>
                  <a:pt x="4518764" y="0"/>
                </a:lnTo>
                <a:lnTo>
                  <a:pt x="4518764" y="46827"/>
                </a:lnTo>
                <a:lnTo>
                  <a:pt x="4659244" y="46827"/>
                </a:lnTo>
                <a:lnTo>
                  <a:pt x="4659244" y="0"/>
                </a:lnTo>
                <a:close/>
                <a:moveTo>
                  <a:pt x="4378284" y="0"/>
                </a:moveTo>
                <a:lnTo>
                  <a:pt x="4237804" y="0"/>
                </a:lnTo>
                <a:lnTo>
                  <a:pt x="4237804" y="46827"/>
                </a:lnTo>
                <a:lnTo>
                  <a:pt x="4378284" y="46827"/>
                </a:lnTo>
                <a:lnTo>
                  <a:pt x="4378284" y="0"/>
                </a:lnTo>
                <a:close/>
                <a:moveTo>
                  <a:pt x="4378284" y="3746125"/>
                </a:moveTo>
                <a:lnTo>
                  <a:pt x="4378284" y="3792952"/>
                </a:lnTo>
                <a:lnTo>
                  <a:pt x="4518764" y="3792952"/>
                </a:lnTo>
                <a:lnTo>
                  <a:pt x="4518764" y="3746125"/>
                </a:lnTo>
                <a:lnTo>
                  <a:pt x="4378284" y="3746125"/>
                </a:lnTo>
                <a:close/>
                <a:moveTo>
                  <a:pt x="4097325" y="3792952"/>
                </a:moveTo>
                <a:lnTo>
                  <a:pt x="4237804" y="3792952"/>
                </a:lnTo>
                <a:lnTo>
                  <a:pt x="4237804" y="3746125"/>
                </a:lnTo>
                <a:lnTo>
                  <a:pt x="4097325" y="3746125"/>
                </a:lnTo>
                <a:lnTo>
                  <a:pt x="4097325" y="3792952"/>
                </a:lnTo>
                <a:close/>
                <a:moveTo>
                  <a:pt x="4659243" y="3792952"/>
                </a:moveTo>
                <a:lnTo>
                  <a:pt x="4799723" y="3792952"/>
                </a:lnTo>
                <a:lnTo>
                  <a:pt x="4799723" y="3746125"/>
                </a:lnTo>
                <a:lnTo>
                  <a:pt x="4659243" y="3746125"/>
                </a:lnTo>
                <a:lnTo>
                  <a:pt x="4659243" y="3792952"/>
                </a:lnTo>
                <a:close/>
                <a:moveTo>
                  <a:pt x="3816365" y="3792952"/>
                </a:moveTo>
                <a:lnTo>
                  <a:pt x="3956845" y="3792952"/>
                </a:lnTo>
                <a:lnTo>
                  <a:pt x="3956845" y="3746125"/>
                </a:lnTo>
                <a:lnTo>
                  <a:pt x="3816365" y="3746125"/>
                </a:lnTo>
                <a:lnTo>
                  <a:pt x="3816365" y="3792952"/>
                </a:lnTo>
                <a:close/>
                <a:moveTo>
                  <a:pt x="4940203" y="3792952"/>
                </a:moveTo>
                <a:lnTo>
                  <a:pt x="5080682" y="3792952"/>
                </a:lnTo>
                <a:lnTo>
                  <a:pt x="5080682" y="3746125"/>
                </a:lnTo>
                <a:lnTo>
                  <a:pt x="4940203" y="3746125"/>
                </a:lnTo>
                <a:lnTo>
                  <a:pt x="4940203" y="3792952"/>
                </a:lnTo>
                <a:close/>
                <a:moveTo>
                  <a:pt x="3535406" y="3792952"/>
                </a:moveTo>
                <a:lnTo>
                  <a:pt x="3675885" y="3792952"/>
                </a:lnTo>
                <a:lnTo>
                  <a:pt x="3675885" y="3746125"/>
                </a:lnTo>
                <a:lnTo>
                  <a:pt x="3535406" y="3746125"/>
                </a:lnTo>
                <a:lnTo>
                  <a:pt x="3535406" y="3792952"/>
                </a:lnTo>
                <a:close/>
                <a:moveTo>
                  <a:pt x="5221162" y="3792952"/>
                </a:moveTo>
                <a:lnTo>
                  <a:pt x="5361642" y="3792952"/>
                </a:lnTo>
                <a:lnTo>
                  <a:pt x="5361642" y="3746125"/>
                </a:lnTo>
                <a:lnTo>
                  <a:pt x="5221162" y="3746125"/>
                </a:lnTo>
                <a:lnTo>
                  <a:pt x="5221162" y="3792952"/>
                </a:lnTo>
                <a:close/>
                <a:moveTo>
                  <a:pt x="3254446" y="3792952"/>
                </a:moveTo>
                <a:lnTo>
                  <a:pt x="3394926" y="3792952"/>
                </a:lnTo>
                <a:lnTo>
                  <a:pt x="3394926" y="3746125"/>
                </a:lnTo>
                <a:lnTo>
                  <a:pt x="3254446" y="3746125"/>
                </a:lnTo>
                <a:lnTo>
                  <a:pt x="3254446" y="3792952"/>
                </a:lnTo>
                <a:close/>
                <a:moveTo>
                  <a:pt x="5502122" y="3792952"/>
                </a:moveTo>
                <a:lnTo>
                  <a:pt x="5642601" y="3792952"/>
                </a:lnTo>
                <a:lnTo>
                  <a:pt x="5642601" y="3746125"/>
                </a:lnTo>
                <a:lnTo>
                  <a:pt x="5502122" y="3746125"/>
                </a:lnTo>
                <a:lnTo>
                  <a:pt x="5502122" y="3792952"/>
                </a:lnTo>
                <a:close/>
                <a:moveTo>
                  <a:pt x="2973487" y="3792952"/>
                </a:moveTo>
                <a:lnTo>
                  <a:pt x="3113967" y="3792952"/>
                </a:lnTo>
                <a:lnTo>
                  <a:pt x="3113967" y="3746125"/>
                </a:lnTo>
                <a:lnTo>
                  <a:pt x="2973487" y="3746125"/>
                </a:lnTo>
                <a:lnTo>
                  <a:pt x="2973487" y="3792952"/>
                </a:lnTo>
                <a:close/>
                <a:moveTo>
                  <a:pt x="5783081" y="3792952"/>
                </a:moveTo>
                <a:lnTo>
                  <a:pt x="5923561" y="3792952"/>
                </a:lnTo>
                <a:lnTo>
                  <a:pt x="5923561" y="3746125"/>
                </a:lnTo>
                <a:lnTo>
                  <a:pt x="5783081" y="3746125"/>
                </a:lnTo>
                <a:lnTo>
                  <a:pt x="5783081" y="3792952"/>
                </a:lnTo>
                <a:close/>
                <a:moveTo>
                  <a:pt x="2692528" y="3792952"/>
                </a:moveTo>
                <a:lnTo>
                  <a:pt x="2833007" y="3792952"/>
                </a:lnTo>
                <a:lnTo>
                  <a:pt x="2833007" y="3746125"/>
                </a:lnTo>
                <a:lnTo>
                  <a:pt x="2692528" y="3746125"/>
                </a:lnTo>
                <a:lnTo>
                  <a:pt x="2692528" y="3792952"/>
                </a:lnTo>
                <a:close/>
                <a:moveTo>
                  <a:pt x="6064041" y="3792952"/>
                </a:moveTo>
                <a:lnTo>
                  <a:pt x="6204520" y="3792952"/>
                </a:lnTo>
                <a:lnTo>
                  <a:pt x="6204520" y="3746125"/>
                </a:lnTo>
                <a:lnTo>
                  <a:pt x="6064041" y="3746125"/>
                </a:lnTo>
                <a:lnTo>
                  <a:pt x="6064041" y="3792952"/>
                </a:lnTo>
                <a:close/>
                <a:moveTo>
                  <a:pt x="2411568" y="3792952"/>
                </a:moveTo>
                <a:lnTo>
                  <a:pt x="2552048" y="3792952"/>
                </a:lnTo>
                <a:lnTo>
                  <a:pt x="2552048" y="3746125"/>
                </a:lnTo>
                <a:lnTo>
                  <a:pt x="2411568" y="3746125"/>
                </a:lnTo>
                <a:lnTo>
                  <a:pt x="2411568" y="3792952"/>
                </a:lnTo>
                <a:close/>
                <a:moveTo>
                  <a:pt x="6345000" y="3792952"/>
                </a:moveTo>
                <a:lnTo>
                  <a:pt x="6485479" y="3792952"/>
                </a:lnTo>
                <a:lnTo>
                  <a:pt x="6485479" y="3746125"/>
                </a:lnTo>
                <a:lnTo>
                  <a:pt x="6345000" y="3746125"/>
                </a:lnTo>
                <a:lnTo>
                  <a:pt x="6345000" y="3792952"/>
                </a:lnTo>
                <a:close/>
                <a:moveTo>
                  <a:pt x="6625959" y="46827"/>
                </a:moveTo>
                <a:lnTo>
                  <a:pt x="6625959" y="0"/>
                </a:lnTo>
                <a:lnTo>
                  <a:pt x="6485479" y="0"/>
                </a:lnTo>
                <a:lnTo>
                  <a:pt x="6485479" y="46827"/>
                </a:lnTo>
                <a:lnTo>
                  <a:pt x="6625959" y="46827"/>
                </a:lnTo>
                <a:close/>
                <a:moveTo>
                  <a:pt x="10559391" y="0"/>
                </a:moveTo>
                <a:lnTo>
                  <a:pt x="10418911" y="0"/>
                </a:lnTo>
                <a:lnTo>
                  <a:pt x="10418911" y="46827"/>
                </a:lnTo>
                <a:lnTo>
                  <a:pt x="10559391" y="46827"/>
                </a:lnTo>
                <a:lnTo>
                  <a:pt x="10559391" y="0"/>
                </a:lnTo>
                <a:close/>
                <a:moveTo>
                  <a:pt x="6906919" y="0"/>
                </a:moveTo>
                <a:lnTo>
                  <a:pt x="6766439" y="0"/>
                </a:lnTo>
                <a:lnTo>
                  <a:pt x="6766439" y="46827"/>
                </a:lnTo>
                <a:lnTo>
                  <a:pt x="6906919" y="46827"/>
                </a:lnTo>
                <a:lnTo>
                  <a:pt x="6906919" y="0"/>
                </a:lnTo>
                <a:close/>
                <a:moveTo>
                  <a:pt x="10278431" y="0"/>
                </a:moveTo>
                <a:lnTo>
                  <a:pt x="10137952" y="0"/>
                </a:lnTo>
                <a:lnTo>
                  <a:pt x="10137952" y="46827"/>
                </a:lnTo>
                <a:lnTo>
                  <a:pt x="10278431" y="46827"/>
                </a:lnTo>
                <a:lnTo>
                  <a:pt x="10278431" y="0"/>
                </a:lnTo>
                <a:close/>
                <a:moveTo>
                  <a:pt x="7187878" y="0"/>
                </a:moveTo>
                <a:lnTo>
                  <a:pt x="7047398" y="0"/>
                </a:lnTo>
                <a:lnTo>
                  <a:pt x="7047398" y="46827"/>
                </a:lnTo>
                <a:lnTo>
                  <a:pt x="7187878" y="46827"/>
                </a:lnTo>
                <a:lnTo>
                  <a:pt x="7187878" y="0"/>
                </a:lnTo>
                <a:close/>
                <a:moveTo>
                  <a:pt x="9997472" y="0"/>
                </a:moveTo>
                <a:lnTo>
                  <a:pt x="9856992" y="0"/>
                </a:lnTo>
                <a:lnTo>
                  <a:pt x="9856992" y="46827"/>
                </a:lnTo>
                <a:lnTo>
                  <a:pt x="9997472" y="46827"/>
                </a:lnTo>
                <a:lnTo>
                  <a:pt x="9997472" y="0"/>
                </a:lnTo>
                <a:close/>
                <a:moveTo>
                  <a:pt x="7468837" y="0"/>
                </a:moveTo>
                <a:lnTo>
                  <a:pt x="7328358" y="0"/>
                </a:lnTo>
                <a:lnTo>
                  <a:pt x="7328358" y="46827"/>
                </a:lnTo>
                <a:lnTo>
                  <a:pt x="7468837" y="46827"/>
                </a:lnTo>
                <a:lnTo>
                  <a:pt x="7468837" y="0"/>
                </a:lnTo>
                <a:close/>
                <a:moveTo>
                  <a:pt x="9716513" y="0"/>
                </a:moveTo>
                <a:lnTo>
                  <a:pt x="9576033" y="0"/>
                </a:lnTo>
                <a:lnTo>
                  <a:pt x="9576033" y="46827"/>
                </a:lnTo>
                <a:lnTo>
                  <a:pt x="9716513" y="46827"/>
                </a:lnTo>
                <a:lnTo>
                  <a:pt x="9716513" y="0"/>
                </a:lnTo>
                <a:close/>
                <a:moveTo>
                  <a:pt x="7749797" y="0"/>
                </a:moveTo>
                <a:lnTo>
                  <a:pt x="7609317" y="0"/>
                </a:lnTo>
                <a:lnTo>
                  <a:pt x="7609317" y="46827"/>
                </a:lnTo>
                <a:lnTo>
                  <a:pt x="7749797" y="46827"/>
                </a:lnTo>
                <a:lnTo>
                  <a:pt x="7749797" y="0"/>
                </a:lnTo>
                <a:close/>
                <a:moveTo>
                  <a:pt x="9435553" y="0"/>
                </a:moveTo>
                <a:lnTo>
                  <a:pt x="9295074" y="0"/>
                </a:lnTo>
                <a:lnTo>
                  <a:pt x="9295074" y="46827"/>
                </a:lnTo>
                <a:lnTo>
                  <a:pt x="9435553" y="46827"/>
                </a:lnTo>
                <a:lnTo>
                  <a:pt x="9435553" y="0"/>
                </a:lnTo>
                <a:close/>
                <a:moveTo>
                  <a:pt x="8030756" y="0"/>
                </a:moveTo>
                <a:lnTo>
                  <a:pt x="7890276" y="0"/>
                </a:lnTo>
                <a:lnTo>
                  <a:pt x="7890276" y="46827"/>
                </a:lnTo>
                <a:lnTo>
                  <a:pt x="8030756" y="46827"/>
                </a:lnTo>
                <a:lnTo>
                  <a:pt x="8030756" y="0"/>
                </a:lnTo>
                <a:close/>
                <a:moveTo>
                  <a:pt x="9154594" y="0"/>
                </a:moveTo>
                <a:lnTo>
                  <a:pt x="9014114" y="0"/>
                </a:lnTo>
                <a:lnTo>
                  <a:pt x="9014114" y="46827"/>
                </a:lnTo>
                <a:lnTo>
                  <a:pt x="9154594" y="46827"/>
                </a:lnTo>
                <a:lnTo>
                  <a:pt x="9154594" y="0"/>
                </a:lnTo>
                <a:close/>
                <a:moveTo>
                  <a:pt x="8311716" y="0"/>
                </a:moveTo>
                <a:lnTo>
                  <a:pt x="8171236" y="0"/>
                </a:lnTo>
                <a:lnTo>
                  <a:pt x="8171236" y="46827"/>
                </a:lnTo>
                <a:lnTo>
                  <a:pt x="8311716" y="46827"/>
                </a:lnTo>
                <a:lnTo>
                  <a:pt x="8311716" y="0"/>
                </a:lnTo>
                <a:close/>
                <a:moveTo>
                  <a:pt x="8873634" y="0"/>
                </a:moveTo>
                <a:lnTo>
                  <a:pt x="8733155" y="0"/>
                </a:lnTo>
                <a:lnTo>
                  <a:pt x="8733155" y="46827"/>
                </a:lnTo>
                <a:lnTo>
                  <a:pt x="8873634" y="46827"/>
                </a:lnTo>
                <a:lnTo>
                  <a:pt x="8873634" y="0"/>
                </a:lnTo>
                <a:close/>
                <a:moveTo>
                  <a:pt x="8592675" y="0"/>
                </a:moveTo>
                <a:lnTo>
                  <a:pt x="8452195" y="0"/>
                </a:lnTo>
                <a:lnTo>
                  <a:pt x="8452195" y="46827"/>
                </a:lnTo>
                <a:lnTo>
                  <a:pt x="8592675" y="46827"/>
                </a:lnTo>
                <a:lnTo>
                  <a:pt x="8592675" y="0"/>
                </a:lnTo>
                <a:close/>
                <a:moveTo>
                  <a:pt x="8592675" y="3746125"/>
                </a:moveTo>
                <a:lnTo>
                  <a:pt x="8592675" y="3792952"/>
                </a:lnTo>
                <a:lnTo>
                  <a:pt x="8733155" y="3792952"/>
                </a:lnTo>
                <a:lnTo>
                  <a:pt x="8733155" y="3746125"/>
                </a:lnTo>
                <a:lnTo>
                  <a:pt x="8592675" y="3746125"/>
                </a:lnTo>
                <a:close/>
                <a:moveTo>
                  <a:pt x="8311716" y="3792952"/>
                </a:moveTo>
                <a:lnTo>
                  <a:pt x="8452195" y="3792952"/>
                </a:lnTo>
                <a:lnTo>
                  <a:pt x="8452195" y="3746125"/>
                </a:lnTo>
                <a:lnTo>
                  <a:pt x="8311716" y="3746125"/>
                </a:lnTo>
                <a:lnTo>
                  <a:pt x="8311716" y="3792952"/>
                </a:lnTo>
                <a:close/>
                <a:moveTo>
                  <a:pt x="8873634" y="3792952"/>
                </a:moveTo>
                <a:lnTo>
                  <a:pt x="9014114" y="3792952"/>
                </a:lnTo>
                <a:lnTo>
                  <a:pt x="9014114" y="3746125"/>
                </a:lnTo>
                <a:lnTo>
                  <a:pt x="8873634" y="3746125"/>
                </a:lnTo>
                <a:lnTo>
                  <a:pt x="8873634" y="3792952"/>
                </a:lnTo>
                <a:close/>
                <a:moveTo>
                  <a:pt x="8030756" y="3792952"/>
                </a:moveTo>
                <a:lnTo>
                  <a:pt x="8171236" y="3792952"/>
                </a:lnTo>
                <a:lnTo>
                  <a:pt x="8171236" y="3746125"/>
                </a:lnTo>
                <a:lnTo>
                  <a:pt x="8030756" y="3746125"/>
                </a:lnTo>
                <a:lnTo>
                  <a:pt x="8030756" y="3792952"/>
                </a:lnTo>
                <a:close/>
                <a:moveTo>
                  <a:pt x="9154594" y="3792952"/>
                </a:moveTo>
                <a:lnTo>
                  <a:pt x="9295073" y="3792952"/>
                </a:lnTo>
                <a:lnTo>
                  <a:pt x="9295073" y="3746125"/>
                </a:lnTo>
                <a:lnTo>
                  <a:pt x="9154594" y="3746125"/>
                </a:lnTo>
                <a:lnTo>
                  <a:pt x="9154594" y="3792952"/>
                </a:lnTo>
                <a:close/>
                <a:moveTo>
                  <a:pt x="7749797" y="3792952"/>
                </a:moveTo>
                <a:lnTo>
                  <a:pt x="7890276" y="3792952"/>
                </a:lnTo>
                <a:lnTo>
                  <a:pt x="7890276" y="3746125"/>
                </a:lnTo>
                <a:lnTo>
                  <a:pt x="7749797" y="3746125"/>
                </a:lnTo>
                <a:lnTo>
                  <a:pt x="7749797" y="3792952"/>
                </a:lnTo>
                <a:close/>
                <a:moveTo>
                  <a:pt x="9435553" y="3792952"/>
                </a:moveTo>
                <a:lnTo>
                  <a:pt x="9576033" y="3792952"/>
                </a:lnTo>
                <a:lnTo>
                  <a:pt x="9576033" y="3746125"/>
                </a:lnTo>
                <a:lnTo>
                  <a:pt x="9435553" y="3746125"/>
                </a:lnTo>
                <a:lnTo>
                  <a:pt x="9435553" y="3792952"/>
                </a:lnTo>
                <a:close/>
                <a:moveTo>
                  <a:pt x="7468837" y="3792952"/>
                </a:moveTo>
                <a:lnTo>
                  <a:pt x="7609317" y="3792952"/>
                </a:lnTo>
                <a:lnTo>
                  <a:pt x="7609317" y="3746125"/>
                </a:lnTo>
                <a:lnTo>
                  <a:pt x="7468837" y="3746125"/>
                </a:lnTo>
                <a:lnTo>
                  <a:pt x="7468837" y="3792952"/>
                </a:lnTo>
                <a:close/>
                <a:moveTo>
                  <a:pt x="9716513" y="3792952"/>
                </a:moveTo>
                <a:lnTo>
                  <a:pt x="9856992" y="3792952"/>
                </a:lnTo>
                <a:lnTo>
                  <a:pt x="9856992" y="3746125"/>
                </a:lnTo>
                <a:lnTo>
                  <a:pt x="9716513" y="3746125"/>
                </a:lnTo>
                <a:lnTo>
                  <a:pt x="9716513" y="3792952"/>
                </a:lnTo>
                <a:close/>
                <a:moveTo>
                  <a:pt x="7187878" y="3792952"/>
                </a:moveTo>
                <a:lnTo>
                  <a:pt x="7328358" y="3792952"/>
                </a:lnTo>
                <a:lnTo>
                  <a:pt x="7328358" y="3746125"/>
                </a:lnTo>
                <a:lnTo>
                  <a:pt x="7187878" y="3746125"/>
                </a:lnTo>
                <a:lnTo>
                  <a:pt x="7187878" y="3792952"/>
                </a:lnTo>
                <a:close/>
                <a:moveTo>
                  <a:pt x="9997472" y="3792952"/>
                </a:moveTo>
                <a:lnTo>
                  <a:pt x="10137952" y="3792952"/>
                </a:lnTo>
                <a:lnTo>
                  <a:pt x="10137952" y="3746125"/>
                </a:lnTo>
                <a:lnTo>
                  <a:pt x="9997472" y="3746125"/>
                </a:lnTo>
                <a:lnTo>
                  <a:pt x="9997472" y="3792952"/>
                </a:lnTo>
                <a:close/>
                <a:moveTo>
                  <a:pt x="6906919" y="3792952"/>
                </a:moveTo>
                <a:lnTo>
                  <a:pt x="7047398" y="3792952"/>
                </a:lnTo>
                <a:lnTo>
                  <a:pt x="7047398" y="3746125"/>
                </a:lnTo>
                <a:lnTo>
                  <a:pt x="6906919" y="3746125"/>
                </a:lnTo>
                <a:lnTo>
                  <a:pt x="6906919" y="3792952"/>
                </a:lnTo>
                <a:close/>
                <a:moveTo>
                  <a:pt x="10278431" y="3792952"/>
                </a:moveTo>
                <a:lnTo>
                  <a:pt x="10418911" y="3792952"/>
                </a:lnTo>
                <a:lnTo>
                  <a:pt x="10418911" y="3746125"/>
                </a:lnTo>
                <a:lnTo>
                  <a:pt x="10278431" y="3746125"/>
                </a:lnTo>
                <a:lnTo>
                  <a:pt x="10278431" y="3792952"/>
                </a:lnTo>
                <a:close/>
                <a:moveTo>
                  <a:pt x="6625959" y="3792952"/>
                </a:moveTo>
                <a:lnTo>
                  <a:pt x="6766439" y="3792952"/>
                </a:lnTo>
                <a:lnTo>
                  <a:pt x="6766439" y="3746125"/>
                </a:lnTo>
                <a:lnTo>
                  <a:pt x="6625959" y="3746125"/>
                </a:lnTo>
                <a:lnTo>
                  <a:pt x="6625959" y="3792952"/>
                </a:lnTo>
                <a:close/>
                <a:moveTo>
                  <a:pt x="10559391" y="3792952"/>
                </a:moveTo>
                <a:lnTo>
                  <a:pt x="10699870" y="3792952"/>
                </a:lnTo>
                <a:lnTo>
                  <a:pt x="10699870" y="3746125"/>
                </a:lnTo>
                <a:lnTo>
                  <a:pt x="10559391" y="3746125"/>
                </a:lnTo>
                <a:lnTo>
                  <a:pt x="10559391" y="3792952"/>
                </a:lnTo>
                <a:close/>
                <a:moveTo>
                  <a:pt x="12807066" y="46827"/>
                </a:moveTo>
                <a:lnTo>
                  <a:pt x="12807066" y="0"/>
                </a:lnTo>
                <a:lnTo>
                  <a:pt x="12666586" y="0"/>
                </a:lnTo>
                <a:lnTo>
                  <a:pt x="12666586" y="46827"/>
                </a:lnTo>
                <a:lnTo>
                  <a:pt x="12807066" y="46827"/>
                </a:lnTo>
                <a:close/>
                <a:moveTo>
                  <a:pt x="11121309" y="0"/>
                </a:moveTo>
                <a:lnTo>
                  <a:pt x="10980830" y="0"/>
                </a:lnTo>
                <a:lnTo>
                  <a:pt x="10980830" y="46827"/>
                </a:lnTo>
                <a:lnTo>
                  <a:pt x="11121309" y="46827"/>
                </a:lnTo>
                <a:lnTo>
                  <a:pt x="11121309" y="0"/>
                </a:lnTo>
                <a:close/>
                <a:moveTo>
                  <a:pt x="11402269" y="0"/>
                </a:moveTo>
                <a:lnTo>
                  <a:pt x="11261789" y="0"/>
                </a:lnTo>
                <a:lnTo>
                  <a:pt x="11261789" y="46827"/>
                </a:lnTo>
                <a:lnTo>
                  <a:pt x="11402269" y="46827"/>
                </a:lnTo>
                <a:lnTo>
                  <a:pt x="11402269" y="0"/>
                </a:lnTo>
                <a:close/>
                <a:moveTo>
                  <a:pt x="11683228" y="0"/>
                </a:moveTo>
                <a:lnTo>
                  <a:pt x="11542749" y="0"/>
                </a:lnTo>
                <a:lnTo>
                  <a:pt x="11542749" y="46827"/>
                </a:lnTo>
                <a:lnTo>
                  <a:pt x="11683228" y="46827"/>
                </a:lnTo>
                <a:lnTo>
                  <a:pt x="11683228" y="0"/>
                </a:lnTo>
                <a:close/>
                <a:moveTo>
                  <a:pt x="11964188" y="0"/>
                </a:moveTo>
                <a:lnTo>
                  <a:pt x="11823708" y="0"/>
                </a:lnTo>
                <a:lnTo>
                  <a:pt x="11823708" y="46827"/>
                </a:lnTo>
                <a:lnTo>
                  <a:pt x="11964188" y="46827"/>
                </a:lnTo>
                <a:lnTo>
                  <a:pt x="11964188" y="0"/>
                </a:lnTo>
                <a:close/>
                <a:moveTo>
                  <a:pt x="12245147" y="0"/>
                </a:moveTo>
                <a:lnTo>
                  <a:pt x="12104667" y="0"/>
                </a:lnTo>
                <a:lnTo>
                  <a:pt x="12104667" y="46827"/>
                </a:lnTo>
                <a:lnTo>
                  <a:pt x="12245147" y="46827"/>
                </a:lnTo>
                <a:lnTo>
                  <a:pt x="12245147" y="0"/>
                </a:lnTo>
                <a:close/>
                <a:moveTo>
                  <a:pt x="10840350" y="0"/>
                </a:moveTo>
                <a:lnTo>
                  <a:pt x="10699870" y="0"/>
                </a:lnTo>
                <a:lnTo>
                  <a:pt x="10699870" y="46827"/>
                </a:lnTo>
                <a:lnTo>
                  <a:pt x="10840350" y="46827"/>
                </a:lnTo>
                <a:lnTo>
                  <a:pt x="10840350" y="0"/>
                </a:lnTo>
                <a:close/>
                <a:moveTo>
                  <a:pt x="12526106" y="0"/>
                </a:moveTo>
                <a:lnTo>
                  <a:pt x="12385627" y="0"/>
                </a:lnTo>
                <a:lnTo>
                  <a:pt x="12385627" y="46827"/>
                </a:lnTo>
                <a:lnTo>
                  <a:pt x="12526106" y="46827"/>
                </a:lnTo>
                <a:lnTo>
                  <a:pt x="12526106" y="0"/>
                </a:lnTo>
                <a:close/>
                <a:moveTo>
                  <a:pt x="12924132" y="210720"/>
                </a:moveTo>
                <a:lnTo>
                  <a:pt x="12924132" y="70240"/>
                </a:lnTo>
                <a:lnTo>
                  <a:pt x="12877306" y="70240"/>
                </a:lnTo>
                <a:lnTo>
                  <a:pt x="12877306" y="210720"/>
                </a:lnTo>
                <a:lnTo>
                  <a:pt x="12924132" y="210720"/>
                </a:lnTo>
                <a:close/>
                <a:moveTo>
                  <a:pt x="12924132" y="491679"/>
                </a:moveTo>
                <a:lnTo>
                  <a:pt x="12924132" y="351199"/>
                </a:lnTo>
                <a:lnTo>
                  <a:pt x="12877306" y="351199"/>
                </a:lnTo>
                <a:lnTo>
                  <a:pt x="12877306" y="491679"/>
                </a:lnTo>
                <a:lnTo>
                  <a:pt x="12924132" y="491679"/>
                </a:lnTo>
                <a:close/>
                <a:moveTo>
                  <a:pt x="12924132" y="772638"/>
                </a:moveTo>
                <a:lnTo>
                  <a:pt x="12924132" y="632159"/>
                </a:lnTo>
                <a:lnTo>
                  <a:pt x="12877306" y="632159"/>
                </a:lnTo>
                <a:lnTo>
                  <a:pt x="12877306" y="772638"/>
                </a:lnTo>
                <a:lnTo>
                  <a:pt x="12924132" y="772638"/>
                </a:lnTo>
                <a:close/>
                <a:moveTo>
                  <a:pt x="12924132" y="1053598"/>
                </a:moveTo>
                <a:lnTo>
                  <a:pt x="12924132" y="913118"/>
                </a:lnTo>
                <a:lnTo>
                  <a:pt x="12877306" y="913118"/>
                </a:lnTo>
                <a:lnTo>
                  <a:pt x="12877306" y="1053598"/>
                </a:lnTo>
                <a:lnTo>
                  <a:pt x="12924132" y="1053598"/>
                </a:lnTo>
                <a:close/>
                <a:moveTo>
                  <a:pt x="12924132" y="1334557"/>
                </a:moveTo>
                <a:lnTo>
                  <a:pt x="12924132" y="1194077"/>
                </a:lnTo>
                <a:lnTo>
                  <a:pt x="12877306" y="1194077"/>
                </a:lnTo>
                <a:lnTo>
                  <a:pt x="12877306" y="1334557"/>
                </a:lnTo>
                <a:lnTo>
                  <a:pt x="12924132" y="1334557"/>
                </a:lnTo>
                <a:close/>
                <a:moveTo>
                  <a:pt x="12924132" y="1615517"/>
                </a:moveTo>
                <a:lnTo>
                  <a:pt x="12924132" y="1475037"/>
                </a:lnTo>
                <a:lnTo>
                  <a:pt x="12877306" y="1475037"/>
                </a:lnTo>
                <a:lnTo>
                  <a:pt x="12877306" y="1615517"/>
                </a:lnTo>
                <a:lnTo>
                  <a:pt x="12924132" y="1615517"/>
                </a:lnTo>
                <a:close/>
                <a:moveTo>
                  <a:pt x="12924132" y="1896476"/>
                </a:moveTo>
                <a:lnTo>
                  <a:pt x="12924132" y="1755996"/>
                </a:lnTo>
                <a:lnTo>
                  <a:pt x="12877306" y="1755996"/>
                </a:lnTo>
                <a:lnTo>
                  <a:pt x="12877306" y="1896476"/>
                </a:lnTo>
                <a:lnTo>
                  <a:pt x="12924132" y="1896476"/>
                </a:lnTo>
                <a:close/>
                <a:moveTo>
                  <a:pt x="12877306" y="2177435"/>
                </a:moveTo>
                <a:lnTo>
                  <a:pt x="12924132" y="2177435"/>
                </a:lnTo>
                <a:lnTo>
                  <a:pt x="12924132" y="2036956"/>
                </a:lnTo>
                <a:lnTo>
                  <a:pt x="12877306" y="2036956"/>
                </a:lnTo>
                <a:lnTo>
                  <a:pt x="12877306" y="2177435"/>
                </a:lnTo>
                <a:close/>
                <a:moveTo>
                  <a:pt x="12924132" y="2458395"/>
                </a:moveTo>
                <a:lnTo>
                  <a:pt x="12924132" y="2317915"/>
                </a:lnTo>
                <a:lnTo>
                  <a:pt x="12877306" y="2317915"/>
                </a:lnTo>
                <a:lnTo>
                  <a:pt x="12877306" y="2458395"/>
                </a:lnTo>
                <a:lnTo>
                  <a:pt x="12924132" y="2458395"/>
                </a:lnTo>
                <a:close/>
                <a:moveTo>
                  <a:pt x="12924132" y="2739354"/>
                </a:moveTo>
                <a:lnTo>
                  <a:pt x="12924132" y="2598874"/>
                </a:lnTo>
                <a:lnTo>
                  <a:pt x="12877306" y="2598874"/>
                </a:lnTo>
                <a:lnTo>
                  <a:pt x="12877306" y="2739354"/>
                </a:lnTo>
                <a:lnTo>
                  <a:pt x="12924132" y="2739354"/>
                </a:lnTo>
                <a:close/>
                <a:moveTo>
                  <a:pt x="12924132" y="3020314"/>
                </a:moveTo>
                <a:lnTo>
                  <a:pt x="12924132" y="2879834"/>
                </a:lnTo>
                <a:lnTo>
                  <a:pt x="12877306" y="2879834"/>
                </a:lnTo>
                <a:lnTo>
                  <a:pt x="12877306" y="3020314"/>
                </a:lnTo>
                <a:lnTo>
                  <a:pt x="12924132" y="3020314"/>
                </a:lnTo>
                <a:close/>
                <a:moveTo>
                  <a:pt x="12924132" y="3301273"/>
                </a:moveTo>
                <a:lnTo>
                  <a:pt x="12924132" y="3160793"/>
                </a:lnTo>
                <a:lnTo>
                  <a:pt x="12877306" y="3160793"/>
                </a:lnTo>
                <a:lnTo>
                  <a:pt x="12877306" y="3301273"/>
                </a:lnTo>
                <a:lnTo>
                  <a:pt x="12924132" y="3301273"/>
                </a:lnTo>
                <a:close/>
                <a:moveTo>
                  <a:pt x="12924132" y="3582232"/>
                </a:moveTo>
                <a:lnTo>
                  <a:pt x="12924132" y="3441753"/>
                </a:lnTo>
                <a:lnTo>
                  <a:pt x="12877306" y="3441753"/>
                </a:lnTo>
                <a:lnTo>
                  <a:pt x="12877306" y="3582232"/>
                </a:lnTo>
                <a:lnTo>
                  <a:pt x="12924132" y="3582232"/>
                </a:lnTo>
                <a:close/>
                <a:moveTo>
                  <a:pt x="12807066" y="3746125"/>
                </a:moveTo>
                <a:lnTo>
                  <a:pt x="12807066" y="3792952"/>
                </a:lnTo>
                <a:lnTo>
                  <a:pt x="12924132" y="3792952"/>
                </a:lnTo>
                <a:lnTo>
                  <a:pt x="12924132" y="3722712"/>
                </a:lnTo>
                <a:lnTo>
                  <a:pt x="12877306" y="3722712"/>
                </a:lnTo>
                <a:lnTo>
                  <a:pt x="12877306" y="3746125"/>
                </a:lnTo>
                <a:lnTo>
                  <a:pt x="12807066" y="3746125"/>
                </a:lnTo>
                <a:close/>
                <a:moveTo>
                  <a:pt x="12526106" y="3792952"/>
                </a:moveTo>
                <a:lnTo>
                  <a:pt x="12666586" y="3792952"/>
                </a:lnTo>
                <a:lnTo>
                  <a:pt x="12666586" y="3746125"/>
                </a:lnTo>
                <a:lnTo>
                  <a:pt x="12526106" y="3746125"/>
                </a:lnTo>
                <a:lnTo>
                  <a:pt x="12526106" y="3792952"/>
                </a:lnTo>
                <a:close/>
                <a:moveTo>
                  <a:pt x="12245147" y="3792952"/>
                </a:moveTo>
                <a:lnTo>
                  <a:pt x="12385627" y="3792952"/>
                </a:lnTo>
                <a:lnTo>
                  <a:pt x="12385627" y="3746125"/>
                </a:lnTo>
                <a:lnTo>
                  <a:pt x="12245147" y="3746125"/>
                </a:lnTo>
                <a:lnTo>
                  <a:pt x="12245147" y="3792952"/>
                </a:lnTo>
                <a:close/>
                <a:moveTo>
                  <a:pt x="11964188" y="3792952"/>
                </a:moveTo>
                <a:lnTo>
                  <a:pt x="12104667" y="3792952"/>
                </a:lnTo>
                <a:lnTo>
                  <a:pt x="12104667" y="3746125"/>
                </a:lnTo>
                <a:lnTo>
                  <a:pt x="11964188" y="3746125"/>
                </a:lnTo>
                <a:lnTo>
                  <a:pt x="11964188" y="3792952"/>
                </a:lnTo>
                <a:close/>
                <a:moveTo>
                  <a:pt x="11683228" y="3792952"/>
                </a:moveTo>
                <a:lnTo>
                  <a:pt x="11823708" y="3792952"/>
                </a:lnTo>
                <a:lnTo>
                  <a:pt x="11823708" y="3746125"/>
                </a:lnTo>
                <a:lnTo>
                  <a:pt x="11683228" y="3746125"/>
                </a:lnTo>
                <a:lnTo>
                  <a:pt x="11683228" y="3792952"/>
                </a:lnTo>
                <a:close/>
                <a:moveTo>
                  <a:pt x="11402269" y="3792952"/>
                </a:moveTo>
                <a:lnTo>
                  <a:pt x="11542749" y="3792952"/>
                </a:lnTo>
                <a:lnTo>
                  <a:pt x="11542749" y="3746125"/>
                </a:lnTo>
                <a:lnTo>
                  <a:pt x="11402269" y="3746125"/>
                </a:lnTo>
                <a:lnTo>
                  <a:pt x="11402269" y="3792952"/>
                </a:lnTo>
                <a:close/>
                <a:moveTo>
                  <a:pt x="11121309" y="3792952"/>
                </a:moveTo>
                <a:lnTo>
                  <a:pt x="11261789" y="3792952"/>
                </a:lnTo>
                <a:lnTo>
                  <a:pt x="11261789" y="3746125"/>
                </a:lnTo>
                <a:lnTo>
                  <a:pt x="11121309" y="3746125"/>
                </a:lnTo>
                <a:lnTo>
                  <a:pt x="11121309" y="3792952"/>
                </a:lnTo>
                <a:close/>
                <a:moveTo>
                  <a:pt x="10840350" y="3792952"/>
                </a:moveTo>
                <a:lnTo>
                  <a:pt x="10980830" y="3792952"/>
                </a:lnTo>
                <a:lnTo>
                  <a:pt x="10980830" y="3746125"/>
                </a:lnTo>
                <a:lnTo>
                  <a:pt x="10840350" y="3746125"/>
                </a:lnTo>
                <a:lnTo>
                  <a:pt x="10840350" y="3792952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d2a641cb748b8"/>
          <a:stretch xmlns:a="http://schemas.openxmlformats.org/drawingml/2006/main"/>
        </p:blipFill>
        <p:spPr>
          <a:xfrm xmlns:a="http://schemas.openxmlformats.org/drawingml/2006/main">
            <a:off x="180522" y="4421460"/>
            <a:ext cx="3980258" cy="3008418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E08D0-5E2E-44A9-9316-658DAF8E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22" y="4421365"/>
            <a:ext cx="3980258" cy="3008607"/>
          </a:xfrm>
          <a:custGeom xmlns:a="http://schemas.openxmlformats.org/drawingml/2006/main">
            <a:pathLst>
              <a:path w="3980258" h="3008607" fill="none">
                <a:moveTo>
                  <a:pt x="0" y="0"/>
                </a:moveTo>
                <a:lnTo>
                  <a:pt x="3980258" y="0"/>
                </a:lnTo>
                <a:lnTo>
                  <a:pt x="3980258" y="3008607"/>
                </a:lnTo>
                <a:lnTo>
                  <a:pt x="0" y="30086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79B00"/>
            </a:solidFill>
            <a:miter/>
          </a:ln>
        </p:spPr>
      </p:sp>
      <p:sp>
        <p:nvSpPr>
          <p:cNvPr id="7" name="Text 4.Updatewithcandidatetokens">
            <a:extLst xmlns:a="http://schemas.openxmlformats.org/drawingml/2006/main">
              <a:ext uri="{FF2B5EF4-FFF2-40B4-BE49-F238E27FC236}">
                <a16:creationId xmlns:a16="http://schemas.microsoft.com/office/drawing/2014/main" id="{7C0C1FFD-AC7D-469A-AD47-F54B5BE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917" y="7112613"/>
            <a:ext cx="2440921" cy="170112"/>
          </a:xfrm>
          <a:custGeom xmlns:a="http://schemas.openxmlformats.org/drawingml/2006/main">
            <a:pathLst>
              <a:path w="2440921" h="170112">
                <a:moveTo>
                  <a:pt x="84233" y="84324"/>
                </a:moveTo>
                <a:lnTo>
                  <a:pt x="84233" y="97311"/>
                </a:lnTo>
                <a:lnTo>
                  <a:pt x="67588" y="97311"/>
                </a:lnTo>
                <a:lnTo>
                  <a:pt x="67588" y="130053"/>
                </a:lnTo>
                <a:lnTo>
                  <a:pt x="52497" y="130053"/>
                </a:lnTo>
                <a:lnTo>
                  <a:pt x="52497" y="97311"/>
                </a:lnTo>
                <a:lnTo>
                  <a:pt x="0" y="97311"/>
                </a:lnTo>
                <a:lnTo>
                  <a:pt x="0" y="85605"/>
                </a:lnTo>
                <a:lnTo>
                  <a:pt x="57527" y="3475"/>
                </a:lnTo>
                <a:lnTo>
                  <a:pt x="67588" y="3475"/>
                </a:lnTo>
                <a:lnTo>
                  <a:pt x="67588" y="84324"/>
                </a:lnTo>
                <a:lnTo>
                  <a:pt x="84233" y="84324"/>
                </a:lnTo>
                <a:moveTo>
                  <a:pt x="52497" y="84324"/>
                </a:moveTo>
                <a:lnTo>
                  <a:pt x="52497" y="22773"/>
                </a:lnTo>
                <a:lnTo>
                  <a:pt x="8963" y="84324"/>
                </a:lnTo>
                <a:lnTo>
                  <a:pt x="52497" y="84324"/>
                </a:lnTo>
                <a:close/>
                <a:moveTo>
                  <a:pt x="114140" y="112311"/>
                </a:moveTo>
                <a:cubicBezTo>
                  <a:pt x="117005" y="112311"/>
                  <a:pt x="119414" y="113301"/>
                  <a:pt x="121365" y="115283"/>
                </a:cubicBezTo>
                <a:cubicBezTo>
                  <a:pt x="123316" y="117265"/>
                  <a:pt x="124292" y="119658"/>
                  <a:pt x="124292" y="122462"/>
                </a:cubicBezTo>
                <a:cubicBezTo>
                  <a:pt x="124292" y="125267"/>
                  <a:pt x="123301" y="127660"/>
                  <a:pt x="121319" y="129642"/>
                </a:cubicBezTo>
                <a:cubicBezTo>
                  <a:pt x="119338" y="131624"/>
                  <a:pt x="116944" y="132614"/>
                  <a:pt x="114140" y="132614"/>
                </a:cubicBezTo>
                <a:cubicBezTo>
                  <a:pt x="111335" y="132614"/>
                  <a:pt x="108942" y="131624"/>
                  <a:pt x="106960" y="129642"/>
                </a:cubicBezTo>
                <a:cubicBezTo>
                  <a:pt x="104979" y="127660"/>
                  <a:pt x="103988" y="125267"/>
                  <a:pt x="103988" y="122462"/>
                </a:cubicBezTo>
                <a:cubicBezTo>
                  <a:pt x="103988" y="119597"/>
                  <a:pt x="104979" y="117188"/>
                  <a:pt x="106960" y="115237"/>
                </a:cubicBezTo>
                <a:cubicBezTo>
                  <a:pt x="108942" y="113286"/>
                  <a:pt x="111335" y="112311"/>
                  <a:pt x="114140" y="112311"/>
                </a:cubicBezTo>
                <a:close/>
                <a:moveTo>
                  <a:pt x="188770" y="6036"/>
                </a:moveTo>
                <a:lnTo>
                  <a:pt x="252790" y="6036"/>
                </a:lnTo>
                <a:lnTo>
                  <a:pt x="252790" y="9329"/>
                </a:lnTo>
                <a:lnTo>
                  <a:pt x="249589" y="9329"/>
                </a:lnTo>
                <a:cubicBezTo>
                  <a:pt x="244772" y="9329"/>
                  <a:pt x="241465" y="9835"/>
                  <a:pt x="239666" y="10846"/>
                </a:cubicBezTo>
                <a:cubicBezTo>
                  <a:pt x="237867" y="11856"/>
                  <a:pt x="236587" y="13250"/>
                  <a:pt x="235825" y="15028"/>
                </a:cubicBezTo>
                <a:cubicBezTo>
                  <a:pt x="235063" y="16804"/>
                  <a:pt x="234682" y="21245"/>
                  <a:pt x="234682" y="28352"/>
                </a:cubicBezTo>
                <a:lnTo>
                  <a:pt x="234682" y="88963"/>
                </a:lnTo>
                <a:cubicBezTo>
                  <a:pt x="234682" y="100039"/>
                  <a:pt x="235520" y="107373"/>
                  <a:pt x="237197" y="110964"/>
                </a:cubicBezTo>
                <a:cubicBezTo>
                  <a:pt x="238873" y="114554"/>
                  <a:pt x="241632" y="117536"/>
                  <a:pt x="245474" y="119910"/>
                </a:cubicBezTo>
                <a:cubicBezTo>
                  <a:pt x="249315" y="122282"/>
                  <a:pt x="254162" y="123468"/>
                  <a:pt x="260015" y="123468"/>
                </a:cubicBezTo>
                <a:cubicBezTo>
                  <a:pt x="266722" y="123468"/>
                  <a:pt x="272439" y="121962"/>
                  <a:pt x="277164" y="118950"/>
                </a:cubicBezTo>
                <a:cubicBezTo>
                  <a:pt x="281889" y="115937"/>
                  <a:pt x="285426" y="111785"/>
                  <a:pt x="287773" y="106492"/>
                </a:cubicBezTo>
                <a:cubicBezTo>
                  <a:pt x="290120" y="101197"/>
                  <a:pt x="291294" y="91976"/>
                  <a:pt x="291294" y="78831"/>
                </a:cubicBezTo>
                <a:lnTo>
                  <a:pt x="291294" y="28352"/>
                </a:lnTo>
                <a:cubicBezTo>
                  <a:pt x="291294" y="22777"/>
                  <a:pt x="290715" y="18795"/>
                  <a:pt x="289556" y="16405"/>
                </a:cubicBezTo>
                <a:cubicBezTo>
                  <a:pt x="288398" y="14016"/>
                  <a:pt x="286935" y="12362"/>
                  <a:pt x="285166" y="11444"/>
                </a:cubicBezTo>
                <a:cubicBezTo>
                  <a:pt x="282423" y="10034"/>
                  <a:pt x="278551" y="9329"/>
                  <a:pt x="273551" y="9329"/>
                </a:cubicBezTo>
                <a:lnTo>
                  <a:pt x="273551" y="6036"/>
                </a:lnTo>
                <a:lnTo>
                  <a:pt x="316445" y="6036"/>
                </a:lnTo>
                <a:lnTo>
                  <a:pt x="316445" y="9329"/>
                </a:lnTo>
                <a:lnTo>
                  <a:pt x="313884" y="9329"/>
                </a:lnTo>
                <a:cubicBezTo>
                  <a:pt x="310409" y="9329"/>
                  <a:pt x="307513" y="10034"/>
                  <a:pt x="305196" y="11444"/>
                </a:cubicBezTo>
                <a:cubicBezTo>
                  <a:pt x="302879" y="12852"/>
                  <a:pt x="301202" y="14965"/>
                  <a:pt x="300166" y="17783"/>
                </a:cubicBezTo>
                <a:cubicBezTo>
                  <a:pt x="299373" y="19744"/>
                  <a:pt x="298977" y="23267"/>
                  <a:pt x="298977" y="28352"/>
                </a:cubicBezTo>
                <a:lnTo>
                  <a:pt x="298977" y="75370"/>
                </a:lnTo>
                <a:cubicBezTo>
                  <a:pt x="298977" y="89918"/>
                  <a:pt x="298016" y="100417"/>
                  <a:pt x="296096" y="106869"/>
                </a:cubicBezTo>
                <a:cubicBezTo>
                  <a:pt x="294175" y="113320"/>
                  <a:pt x="289496" y="119255"/>
                  <a:pt x="282057" y="124672"/>
                </a:cubicBezTo>
                <a:cubicBezTo>
                  <a:pt x="274618" y="130089"/>
                  <a:pt x="264466" y="132797"/>
                  <a:pt x="251601" y="132797"/>
                </a:cubicBezTo>
                <a:cubicBezTo>
                  <a:pt x="240870" y="132797"/>
                  <a:pt x="232578" y="131367"/>
                  <a:pt x="226725" y="128507"/>
                </a:cubicBezTo>
                <a:cubicBezTo>
                  <a:pt x="218737" y="124611"/>
                  <a:pt x="213097" y="119620"/>
                  <a:pt x="209805" y="113534"/>
                </a:cubicBezTo>
                <a:cubicBezTo>
                  <a:pt x="206512" y="107446"/>
                  <a:pt x="204866" y="99260"/>
                  <a:pt x="204866" y="88974"/>
                </a:cubicBezTo>
                <a:lnTo>
                  <a:pt x="204866" y="28352"/>
                </a:lnTo>
                <a:cubicBezTo>
                  <a:pt x="204866" y="21184"/>
                  <a:pt x="204470" y="16727"/>
                  <a:pt x="203677" y="14982"/>
                </a:cubicBezTo>
                <a:cubicBezTo>
                  <a:pt x="202885" y="13235"/>
                  <a:pt x="201513" y="11841"/>
                  <a:pt x="199562" y="10801"/>
                </a:cubicBezTo>
                <a:cubicBezTo>
                  <a:pt x="197611" y="9758"/>
                  <a:pt x="194013" y="9268"/>
                  <a:pt x="188770" y="9329"/>
                </a:cubicBezTo>
                <a:lnTo>
                  <a:pt x="188770" y="6036"/>
                </a:lnTo>
                <a:close/>
                <a:moveTo>
                  <a:pt x="359033" y="121365"/>
                </a:moveTo>
                <a:lnTo>
                  <a:pt x="359033" y="153101"/>
                </a:lnTo>
                <a:cubicBezTo>
                  <a:pt x="359033" y="157550"/>
                  <a:pt x="359384" y="160578"/>
                  <a:pt x="360085" y="162184"/>
                </a:cubicBezTo>
                <a:cubicBezTo>
                  <a:pt x="360786" y="163792"/>
                  <a:pt x="361868" y="164967"/>
                  <a:pt x="363332" y="165708"/>
                </a:cubicBezTo>
                <a:cubicBezTo>
                  <a:pt x="364795" y="166449"/>
                  <a:pt x="367661" y="166820"/>
                  <a:pt x="371929" y="166820"/>
                </a:cubicBezTo>
                <a:lnTo>
                  <a:pt x="371929" y="170112"/>
                </a:lnTo>
                <a:lnTo>
                  <a:pt x="323182" y="170112"/>
                </a:lnTo>
                <a:lnTo>
                  <a:pt x="323182" y="166820"/>
                </a:lnTo>
                <a:cubicBezTo>
                  <a:pt x="326962" y="166696"/>
                  <a:pt x="329767" y="165614"/>
                  <a:pt x="331596" y="163576"/>
                </a:cubicBezTo>
                <a:cubicBezTo>
                  <a:pt x="332815" y="162156"/>
                  <a:pt x="333425" y="158482"/>
                  <a:pt x="333425" y="152552"/>
                </a:cubicBezTo>
                <a:lnTo>
                  <a:pt x="333425" y="62374"/>
                </a:lnTo>
                <a:cubicBezTo>
                  <a:pt x="333425" y="56262"/>
                  <a:pt x="332724" y="52357"/>
                  <a:pt x="331321" y="50659"/>
                </a:cubicBezTo>
                <a:cubicBezTo>
                  <a:pt x="329919" y="48962"/>
                  <a:pt x="327206" y="47989"/>
                  <a:pt x="323182" y="47741"/>
                </a:cubicBezTo>
                <a:lnTo>
                  <a:pt x="323182" y="44449"/>
                </a:lnTo>
                <a:lnTo>
                  <a:pt x="359033" y="44449"/>
                </a:lnTo>
                <a:lnTo>
                  <a:pt x="359033" y="55698"/>
                </a:lnTo>
                <a:cubicBezTo>
                  <a:pt x="362021" y="51308"/>
                  <a:pt x="365069" y="48137"/>
                  <a:pt x="368179" y="46186"/>
                </a:cubicBezTo>
                <a:cubicBezTo>
                  <a:pt x="372630" y="43321"/>
                  <a:pt x="377477" y="41888"/>
                  <a:pt x="382721" y="41888"/>
                </a:cubicBezTo>
                <a:cubicBezTo>
                  <a:pt x="389001" y="41888"/>
                  <a:pt x="394717" y="43871"/>
                  <a:pt x="399869" y="47838"/>
                </a:cubicBezTo>
                <a:cubicBezTo>
                  <a:pt x="405021" y="51805"/>
                  <a:pt x="408939" y="57283"/>
                  <a:pt x="411622" y="64272"/>
                </a:cubicBezTo>
                <a:cubicBezTo>
                  <a:pt x="414304" y="71261"/>
                  <a:pt x="415646" y="78784"/>
                  <a:pt x="415646" y="86840"/>
                </a:cubicBezTo>
                <a:cubicBezTo>
                  <a:pt x="415646" y="95505"/>
                  <a:pt x="414259" y="103424"/>
                  <a:pt x="411484" y="110596"/>
                </a:cubicBezTo>
                <a:cubicBezTo>
                  <a:pt x="408710" y="117768"/>
                  <a:pt x="404686" y="123230"/>
                  <a:pt x="399412" y="126984"/>
                </a:cubicBezTo>
                <a:cubicBezTo>
                  <a:pt x="394138" y="130738"/>
                  <a:pt x="388269" y="132614"/>
                  <a:pt x="381806" y="132614"/>
                </a:cubicBezTo>
                <a:cubicBezTo>
                  <a:pt x="377111" y="132614"/>
                  <a:pt x="372721" y="131578"/>
                  <a:pt x="368636" y="129505"/>
                </a:cubicBezTo>
                <a:cubicBezTo>
                  <a:pt x="365588" y="127919"/>
                  <a:pt x="362387" y="125206"/>
                  <a:pt x="359033" y="121365"/>
                </a:cubicBezTo>
                <a:moveTo>
                  <a:pt x="359033" y="112113"/>
                </a:moveTo>
                <a:cubicBezTo>
                  <a:pt x="364277" y="119562"/>
                  <a:pt x="369886" y="123286"/>
                  <a:pt x="375862" y="123286"/>
                </a:cubicBezTo>
                <a:cubicBezTo>
                  <a:pt x="379154" y="123286"/>
                  <a:pt x="381867" y="121546"/>
                  <a:pt x="384001" y="118067"/>
                </a:cubicBezTo>
                <a:cubicBezTo>
                  <a:pt x="387172" y="112937"/>
                  <a:pt x="388757" y="103169"/>
                  <a:pt x="388757" y="88760"/>
                </a:cubicBezTo>
                <a:cubicBezTo>
                  <a:pt x="388757" y="73986"/>
                  <a:pt x="387019" y="63882"/>
                  <a:pt x="383544" y="58447"/>
                </a:cubicBezTo>
                <a:cubicBezTo>
                  <a:pt x="381227" y="54846"/>
                  <a:pt x="378118" y="53046"/>
                  <a:pt x="374215" y="53046"/>
                </a:cubicBezTo>
                <a:cubicBezTo>
                  <a:pt x="368057" y="53046"/>
                  <a:pt x="362996" y="57502"/>
                  <a:pt x="359033" y="66416"/>
                </a:cubicBezTo>
                <a:lnTo>
                  <a:pt x="359033" y="112113"/>
                </a:lnTo>
                <a:close/>
                <a:moveTo>
                  <a:pt x="513203" y="6036"/>
                </a:moveTo>
                <a:lnTo>
                  <a:pt x="513203" y="104445"/>
                </a:lnTo>
                <a:cubicBezTo>
                  <a:pt x="513203" y="111024"/>
                  <a:pt x="513386" y="114917"/>
                  <a:pt x="513752" y="116123"/>
                </a:cubicBezTo>
                <a:cubicBezTo>
                  <a:pt x="514240" y="118116"/>
                  <a:pt x="515170" y="119596"/>
                  <a:pt x="516542" y="120562"/>
                </a:cubicBezTo>
                <a:cubicBezTo>
                  <a:pt x="517913" y="121526"/>
                  <a:pt x="520307" y="122129"/>
                  <a:pt x="523721" y="122371"/>
                </a:cubicBezTo>
                <a:lnTo>
                  <a:pt x="523721" y="125663"/>
                </a:lnTo>
                <a:lnTo>
                  <a:pt x="487595" y="132614"/>
                </a:lnTo>
                <a:lnTo>
                  <a:pt x="487595" y="119078"/>
                </a:lnTo>
                <a:cubicBezTo>
                  <a:pt x="483266" y="124322"/>
                  <a:pt x="479410" y="127889"/>
                  <a:pt x="476026" y="129779"/>
                </a:cubicBezTo>
                <a:cubicBezTo>
                  <a:pt x="472642" y="131669"/>
                  <a:pt x="468816" y="132614"/>
                  <a:pt x="464548" y="132614"/>
                </a:cubicBezTo>
                <a:cubicBezTo>
                  <a:pt x="453634" y="132614"/>
                  <a:pt x="445006" y="127732"/>
                  <a:pt x="438665" y="117967"/>
                </a:cubicBezTo>
                <a:cubicBezTo>
                  <a:pt x="433543" y="110033"/>
                  <a:pt x="430982" y="100298"/>
                  <a:pt x="430982" y="88763"/>
                </a:cubicBezTo>
                <a:cubicBezTo>
                  <a:pt x="430982" y="79547"/>
                  <a:pt x="432568" y="71292"/>
                  <a:pt x="435738" y="63998"/>
                </a:cubicBezTo>
                <a:cubicBezTo>
                  <a:pt x="438909" y="56704"/>
                  <a:pt x="443253" y="51196"/>
                  <a:pt x="448771" y="47472"/>
                </a:cubicBezTo>
                <a:cubicBezTo>
                  <a:pt x="454289" y="43749"/>
                  <a:pt x="460219" y="41888"/>
                  <a:pt x="466560" y="41888"/>
                </a:cubicBezTo>
                <a:cubicBezTo>
                  <a:pt x="470645" y="41888"/>
                  <a:pt x="474273" y="42687"/>
                  <a:pt x="477443" y="44286"/>
                </a:cubicBezTo>
                <a:cubicBezTo>
                  <a:pt x="480614" y="45884"/>
                  <a:pt x="483998" y="48682"/>
                  <a:pt x="487595" y="52680"/>
                </a:cubicBezTo>
                <a:lnTo>
                  <a:pt x="487595" y="26889"/>
                </a:lnTo>
                <a:cubicBezTo>
                  <a:pt x="487595" y="20365"/>
                  <a:pt x="487321" y="16432"/>
                  <a:pt x="486772" y="15091"/>
                </a:cubicBezTo>
                <a:cubicBezTo>
                  <a:pt x="486040" y="13322"/>
                  <a:pt x="484943" y="12012"/>
                  <a:pt x="483479" y="11158"/>
                </a:cubicBezTo>
                <a:cubicBezTo>
                  <a:pt x="482016" y="10304"/>
                  <a:pt x="479272" y="9877"/>
                  <a:pt x="475248" y="9877"/>
                </a:cubicBezTo>
                <a:lnTo>
                  <a:pt x="475248" y="6036"/>
                </a:lnTo>
                <a:lnTo>
                  <a:pt x="513203" y="6036"/>
                </a:lnTo>
                <a:moveTo>
                  <a:pt x="487595" y="63838"/>
                </a:moveTo>
                <a:cubicBezTo>
                  <a:pt x="483083" y="55302"/>
                  <a:pt x="477565" y="51034"/>
                  <a:pt x="471041" y="51034"/>
                </a:cubicBezTo>
                <a:cubicBezTo>
                  <a:pt x="468785" y="51034"/>
                  <a:pt x="466925" y="51643"/>
                  <a:pt x="465462" y="52863"/>
                </a:cubicBezTo>
                <a:cubicBezTo>
                  <a:pt x="463206" y="54753"/>
                  <a:pt x="461362" y="58076"/>
                  <a:pt x="459929" y="62832"/>
                </a:cubicBezTo>
                <a:cubicBezTo>
                  <a:pt x="458496" y="67588"/>
                  <a:pt x="457780" y="74874"/>
                  <a:pt x="457780" y="84690"/>
                </a:cubicBezTo>
                <a:cubicBezTo>
                  <a:pt x="457780" y="95482"/>
                  <a:pt x="458572" y="103470"/>
                  <a:pt x="460158" y="108652"/>
                </a:cubicBezTo>
                <a:cubicBezTo>
                  <a:pt x="461743" y="113835"/>
                  <a:pt x="463907" y="117585"/>
                  <a:pt x="466651" y="119902"/>
                </a:cubicBezTo>
                <a:cubicBezTo>
                  <a:pt x="468053" y="121060"/>
                  <a:pt x="469974" y="121639"/>
                  <a:pt x="472413" y="121639"/>
                </a:cubicBezTo>
                <a:cubicBezTo>
                  <a:pt x="477779" y="121639"/>
                  <a:pt x="482839" y="117419"/>
                  <a:pt x="487595" y="108978"/>
                </a:cubicBezTo>
                <a:lnTo>
                  <a:pt x="487595" y="63838"/>
                </a:lnTo>
                <a:close/>
                <a:moveTo>
                  <a:pt x="581402" y="117432"/>
                </a:moveTo>
                <a:cubicBezTo>
                  <a:pt x="570976" y="126700"/>
                  <a:pt x="561617" y="131334"/>
                  <a:pt x="553325" y="131334"/>
                </a:cubicBezTo>
                <a:cubicBezTo>
                  <a:pt x="548447" y="131334"/>
                  <a:pt x="544392" y="129729"/>
                  <a:pt x="541161" y="126518"/>
                </a:cubicBezTo>
                <a:cubicBezTo>
                  <a:pt x="537929" y="123306"/>
                  <a:pt x="536314" y="119283"/>
                  <a:pt x="536314" y="114451"/>
                </a:cubicBezTo>
                <a:cubicBezTo>
                  <a:pt x="536314" y="107904"/>
                  <a:pt x="539118" y="102016"/>
                  <a:pt x="544728" y="96786"/>
                </a:cubicBezTo>
                <a:cubicBezTo>
                  <a:pt x="550337" y="91555"/>
                  <a:pt x="562562" y="84597"/>
                  <a:pt x="581402" y="75910"/>
                </a:cubicBezTo>
                <a:lnTo>
                  <a:pt x="581402" y="67313"/>
                </a:lnTo>
                <a:cubicBezTo>
                  <a:pt x="581402" y="60850"/>
                  <a:pt x="581052" y="56780"/>
                  <a:pt x="580351" y="55104"/>
                </a:cubicBezTo>
                <a:cubicBezTo>
                  <a:pt x="579649" y="53427"/>
                  <a:pt x="578323" y="51963"/>
                  <a:pt x="576372" y="50714"/>
                </a:cubicBezTo>
                <a:cubicBezTo>
                  <a:pt x="574421" y="49464"/>
                  <a:pt x="572226" y="48839"/>
                  <a:pt x="569787" y="48839"/>
                </a:cubicBezTo>
                <a:cubicBezTo>
                  <a:pt x="565824" y="48839"/>
                  <a:pt x="562562" y="49723"/>
                  <a:pt x="560001" y="51491"/>
                </a:cubicBezTo>
                <a:cubicBezTo>
                  <a:pt x="558416" y="52588"/>
                  <a:pt x="557623" y="53869"/>
                  <a:pt x="557623" y="55332"/>
                </a:cubicBezTo>
                <a:cubicBezTo>
                  <a:pt x="557623" y="56613"/>
                  <a:pt x="558477" y="58198"/>
                  <a:pt x="560184" y="60088"/>
                </a:cubicBezTo>
                <a:cubicBezTo>
                  <a:pt x="562501" y="62710"/>
                  <a:pt x="563660" y="65240"/>
                  <a:pt x="563660" y="67679"/>
                </a:cubicBezTo>
                <a:cubicBezTo>
                  <a:pt x="563660" y="70667"/>
                  <a:pt x="562547" y="73212"/>
                  <a:pt x="560321" y="75316"/>
                </a:cubicBezTo>
                <a:cubicBezTo>
                  <a:pt x="558096" y="77419"/>
                  <a:pt x="555184" y="78471"/>
                  <a:pt x="551587" y="78471"/>
                </a:cubicBezTo>
                <a:cubicBezTo>
                  <a:pt x="547746" y="78471"/>
                  <a:pt x="544530" y="77313"/>
                  <a:pt x="541938" y="74996"/>
                </a:cubicBezTo>
                <a:cubicBezTo>
                  <a:pt x="539347" y="72679"/>
                  <a:pt x="538051" y="69965"/>
                  <a:pt x="538051" y="66856"/>
                </a:cubicBezTo>
                <a:cubicBezTo>
                  <a:pt x="538051" y="62466"/>
                  <a:pt x="539789" y="58274"/>
                  <a:pt x="543264" y="54280"/>
                </a:cubicBezTo>
                <a:cubicBezTo>
                  <a:pt x="546740" y="50287"/>
                  <a:pt x="551587" y="47223"/>
                  <a:pt x="557806" y="45089"/>
                </a:cubicBezTo>
                <a:cubicBezTo>
                  <a:pt x="564025" y="42955"/>
                  <a:pt x="570488" y="41888"/>
                  <a:pt x="577195" y="41888"/>
                </a:cubicBezTo>
                <a:cubicBezTo>
                  <a:pt x="585305" y="41888"/>
                  <a:pt x="591722" y="43615"/>
                  <a:pt x="596447" y="47070"/>
                </a:cubicBezTo>
                <a:cubicBezTo>
                  <a:pt x="601173" y="50522"/>
                  <a:pt x="604236" y="54265"/>
                  <a:pt x="605639" y="58299"/>
                </a:cubicBezTo>
                <a:cubicBezTo>
                  <a:pt x="606492" y="60865"/>
                  <a:pt x="606919" y="66763"/>
                  <a:pt x="606919" y="75990"/>
                </a:cubicBezTo>
                <a:lnTo>
                  <a:pt x="606919" y="109267"/>
                </a:lnTo>
                <a:cubicBezTo>
                  <a:pt x="606919" y="113178"/>
                  <a:pt x="607072" y="115639"/>
                  <a:pt x="607377" y="116649"/>
                </a:cubicBezTo>
                <a:cubicBezTo>
                  <a:pt x="607681" y="117657"/>
                  <a:pt x="608139" y="118406"/>
                  <a:pt x="608748" y="118896"/>
                </a:cubicBezTo>
                <a:cubicBezTo>
                  <a:pt x="609358" y="119383"/>
                  <a:pt x="610059" y="119627"/>
                  <a:pt x="610852" y="119627"/>
                </a:cubicBezTo>
                <a:cubicBezTo>
                  <a:pt x="612437" y="119627"/>
                  <a:pt x="614053" y="118499"/>
                  <a:pt x="615699" y="116243"/>
                </a:cubicBezTo>
                <a:lnTo>
                  <a:pt x="618443" y="118438"/>
                </a:lnTo>
                <a:cubicBezTo>
                  <a:pt x="615394" y="122950"/>
                  <a:pt x="612239" y="126227"/>
                  <a:pt x="608977" y="128270"/>
                </a:cubicBezTo>
                <a:cubicBezTo>
                  <a:pt x="605715" y="130313"/>
                  <a:pt x="602011" y="131334"/>
                  <a:pt x="597865" y="131334"/>
                </a:cubicBezTo>
                <a:cubicBezTo>
                  <a:pt x="592987" y="131334"/>
                  <a:pt x="589176" y="130183"/>
                  <a:pt x="586433" y="127881"/>
                </a:cubicBezTo>
                <a:cubicBezTo>
                  <a:pt x="583689" y="125580"/>
                  <a:pt x="582012" y="122097"/>
                  <a:pt x="581402" y="117432"/>
                </a:cubicBezTo>
                <a:moveTo>
                  <a:pt x="581402" y="110664"/>
                </a:moveTo>
                <a:lnTo>
                  <a:pt x="581402" y="82055"/>
                </a:lnTo>
                <a:cubicBezTo>
                  <a:pt x="574025" y="86405"/>
                  <a:pt x="568537" y="91062"/>
                  <a:pt x="564940" y="96025"/>
                </a:cubicBezTo>
                <a:cubicBezTo>
                  <a:pt x="562562" y="99333"/>
                  <a:pt x="561373" y="102672"/>
                  <a:pt x="561373" y="106043"/>
                </a:cubicBezTo>
                <a:cubicBezTo>
                  <a:pt x="561373" y="108861"/>
                  <a:pt x="562379" y="111343"/>
                  <a:pt x="564391" y="113488"/>
                </a:cubicBezTo>
                <a:cubicBezTo>
                  <a:pt x="565915" y="115142"/>
                  <a:pt x="568050" y="115969"/>
                  <a:pt x="570793" y="115969"/>
                </a:cubicBezTo>
                <a:cubicBezTo>
                  <a:pt x="573842" y="115969"/>
                  <a:pt x="577378" y="114201"/>
                  <a:pt x="581402" y="110664"/>
                </a:cubicBezTo>
                <a:close/>
                <a:moveTo>
                  <a:pt x="661794" y="12987"/>
                </a:moveTo>
                <a:lnTo>
                  <a:pt x="661794" y="44449"/>
                </a:lnTo>
                <a:lnTo>
                  <a:pt x="682098" y="44449"/>
                </a:lnTo>
                <a:lnTo>
                  <a:pt x="682098" y="53412"/>
                </a:lnTo>
                <a:lnTo>
                  <a:pt x="661794" y="53412"/>
                </a:lnTo>
                <a:lnTo>
                  <a:pt x="661794" y="106326"/>
                </a:lnTo>
                <a:cubicBezTo>
                  <a:pt x="661794" y="111278"/>
                  <a:pt x="662023" y="114472"/>
                  <a:pt x="662480" y="115909"/>
                </a:cubicBezTo>
                <a:cubicBezTo>
                  <a:pt x="662937" y="117346"/>
                  <a:pt x="663745" y="118508"/>
                  <a:pt x="664904" y="119396"/>
                </a:cubicBezTo>
                <a:cubicBezTo>
                  <a:pt x="666062" y="120282"/>
                  <a:pt x="667129" y="120725"/>
                  <a:pt x="668105" y="120725"/>
                </a:cubicBezTo>
                <a:cubicBezTo>
                  <a:pt x="672068" y="120725"/>
                  <a:pt x="675818" y="117676"/>
                  <a:pt x="679354" y="111579"/>
                </a:cubicBezTo>
                <a:lnTo>
                  <a:pt x="682098" y="113611"/>
                </a:lnTo>
                <a:cubicBezTo>
                  <a:pt x="677159" y="125426"/>
                  <a:pt x="669141" y="131334"/>
                  <a:pt x="658044" y="131334"/>
                </a:cubicBezTo>
                <a:cubicBezTo>
                  <a:pt x="652618" y="131334"/>
                  <a:pt x="648030" y="129820"/>
                  <a:pt x="644280" y="126792"/>
                </a:cubicBezTo>
                <a:cubicBezTo>
                  <a:pt x="640530" y="123763"/>
                  <a:pt x="638137" y="120382"/>
                  <a:pt x="637100" y="116649"/>
                </a:cubicBezTo>
                <a:cubicBezTo>
                  <a:pt x="636491" y="114568"/>
                  <a:pt x="636186" y="108939"/>
                  <a:pt x="636186" y="99761"/>
                </a:cubicBezTo>
                <a:lnTo>
                  <a:pt x="636186" y="53412"/>
                </a:lnTo>
                <a:lnTo>
                  <a:pt x="625028" y="53412"/>
                </a:lnTo>
                <a:lnTo>
                  <a:pt x="625028" y="50202"/>
                </a:lnTo>
                <a:cubicBezTo>
                  <a:pt x="632710" y="44764"/>
                  <a:pt x="639250" y="39051"/>
                  <a:pt x="644646" y="33062"/>
                </a:cubicBezTo>
                <a:cubicBezTo>
                  <a:pt x="650042" y="27074"/>
                  <a:pt x="654752" y="20382"/>
                  <a:pt x="658776" y="12987"/>
                </a:cubicBezTo>
                <a:lnTo>
                  <a:pt x="661794" y="12987"/>
                </a:lnTo>
                <a:close/>
                <a:moveTo>
                  <a:pt x="762671" y="84141"/>
                </a:moveTo>
                <a:lnTo>
                  <a:pt x="715753" y="84141"/>
                </a:lnTo>
                <a:cubicBezTo>
                  <a:pt x="716302" y="95513"/>
                  <a:pt x="719320" y="104499"/>
                  <a:pt x="724807" y="111102"/>
                </a:cubicBezTo>
                <a:cubicBezTo>
                  <a:pt x="729014" y="116176"/>
                  <a:pt x="734075" y="118713"/>
                  <a:pt x="739989" y="118713"/>
                </a:cubicBezTo>
                <a:cubicBezTo>
                  <a:pt x="743648" y="118713"/>
                  <a:pt x="746971" y="117691"/>
                  <a:pt x="749958" y="115649"/>
                </a:cubicBezTo>
                <a:cubicBezTo>
                  <a:pt x="752946" y="113606"/>
                  <a:pt x="756147" y="109933"/>
                  <a:pt x="759561" y="104628"/>
                </a:cubicBezTo>
                <a:lnTo>
                  <a:pt x="762671" y="106640"/>
                </a:lnTo>
                <a:cubicBezTo>
                  <a:pt x="758037" y="116091"/>
                  <a:pt x="752915" y="122783"/>
                  <a:pt x="747306" y="126715"/>
                </a:cubicBezTo>
                <a:cubicBezTo>
                  <a:pt x="741697" y="130648"/>
                  <a:pt x="735203" y="132614"/>
                  <a:pt x="727825" y="132614"/>
                </a:cubicBezTo>
                <a:cubicBezTo>
                  <a:pt x="715143" y="132614"/>
                  <a:pt x="705540" y="127732"/>
                  <a:pt x="699016" y="117967"/>
                </a:cubicBezTo>
                <a:cubicBezTo>
                  <a:pt x="693772" y="110094"/>
                  <a:pt x="691151" y="100329"/>
                  <a:pt x="691151" y="88672"/>
                </a:cubicBezTo>
                <a:cubicBezTo>
                  <a:pt x="691151" y="74389"/>
                  <a:pt x="695007" y="63021"/>
                  <a:pt x="702720" y="54569"/>
                </a:cubicBezTo>
                <a:cubicBezTo>
                  <a:pt x="710433" y="46115"/>
                  <a:pt x="719472" y="41888"/>
                  <a:pt x="729837" y="41888"/>
                </a:cubicBezTo>
                <a:cubicBezTo>
                  <a:pt x="738495" y="41888"/>
                  <a:pt x="746010" y="45439"/>
                  <a:pt x="752382" y="52543"/>
                </a:cubicBezTo>
                <a:cubicBezTo>
                  <a:pt x="758753" y="59646"/>
                  <a:pt x="762183" y="70179"/>
                  <a:pt x="762671" y="84141"/>
                </a:cubicBezTo>
                <a:moveTo>
                  <a:pt x="740172" y="78105"/>
                </a:moveTo>
                <a:cubicBezTo>
                  <a:pt x="740172" y="68289"/>
                  <a:pt x="739639" y="61551"/>
                  <a:pt x="738572" y="57893"/>
                </a:cubicBezTo>
                <a:cubicBezTo>
                  <a:pt x="737505" y="54235"/>
                  <a:pt x="735843" y="51460"/>
                  <a:pt x="733587" y="49570"/>
                </a:cubicBezTo>
                <a:cubicBezTo>
                  <a:pt x="732307" y="48473"/>
                  <a:pt x="730600" y="47924"/>
                  <a:pt x="728466" y="47924"/>
                </a:cubicBezTo>
                <a:cubicBezTo>
                  <a:pt x="725295" y="47924"/>
                  <a:pt x="722704" y="49479"/>
                  <a:pt x="720692" y="52588"/>
                </a:cubicBezTo>
                <a:cubicBezTo>
                  <a:pt x="717094" y="58015"/>
                  <a:pt x="715296" y="65454"/>
                  <a:pt x="715296" y="74904"/>
                </a:cubicBezTo>
                <a:lnTo>
                  <a:pt x="715296" y="78105"/>
                </a:lnTo>
                <a:lnTo>
                  <a:pt x="740172" y="78105"/>
                </a:lnTo>
                <a:close/>
                <a:moveTo>
                  <a:pt x="815167" y="46278"/>
                </a:moveTo>
                <a:lnTo>
                  <a:pt x="850287" y="46278"/>
                </a:lnTo>
                <a:lnTo>
                  <a:pt x="850287" y="49662"/>
                </a:lnTo>
                <a:cubicBezTo>
                  <a:pt x="847055" y="49906"/>
                  <a:pt x="844936" y="50485"/>
                  <a:pt x="843930" y="51399"/>
                </a:cubicBezTo>
                <a:cubicBezTo>
                  <a:pt x="842924" y="52314"/>
                  <a:pt x="842421" y="53625"/>
                  <a:pt x="842421" y="55332"/>
                </a:cubicBezTo>
                <a:cubicBezTo>
                  <a:pt x="842421" y="57222"/>
                  <a:pt x="842939" y="59509"/>
                  <a:pt x="843976" y="62192"/>
                </a:cubicBezTo>
                <a:lnTo>
                  <a:pt x="861902" y="110390"/>
                </a:lnTo>
                <a:lnTo>
                  <a:pt x="879919" y="71154"/>
                </a:lnTo>
                <a:lnTo>
                  <a:pt x="875163" y="58808"/>
                </a:lnTo>
                <a:cubicBezTo>
                  <a:pt x="873700" y="55149"/>
                  <a:pt x="871779" y="52619"/>
                  <a:pt x="869401" y="51217"/>
                </a:cubicBezTo>
                <a:cubicBezTo>
                  <a:pt x="868060" y="50363"/>
                  <a:pt x="865560" y="49845"/>
                  <a:pt x="861902" y="49662"/>
                </a:cubicBezTo>
                <a:lnTo>
                  <a:pt x="861902" y="46278"/>
                </a:lnTo>
                <a:lnTo>
                  <a:pt x="901778" y="46278"/>
                </a:lnTo>
                <a:lnTo>
                  <a:pt x="901778" y="49662"/>
                </a:lnTo>
                <a:cubicBezTo>
                  <a:pt x="897388" y="49845"/>
                  <a:pt x="894278" y="50637"/>
                  <a:pt x="892449" y="52040"/>
                </a:cubicBezTo>
                <a:cubicBezTo>
                  <a:pt x="891229" y="53015"/>
                  <a:pt x="890620" y="54570"/>
                  <a:pt x="890620" y="56704"/>
                </a:cubicBezTo>
                <a:cubicBezTo>
                  <a:pt x="890620" y="57923"/>
                  <a:pt x="890864" y="59173"/>
                  <a:pt x="891351" y="60454"/>
                </a:cubicBezTo>
                <a:lnTo>
                  <a:pt x="910375" y="108561"/>
                </a:lnTo>
                <a:lnTo>
                  <a:pt x="928026" y="62192"/>
                </a:lnTo>
                <a:cubicBezTo>
                  <a:pt x="929245" y="58899"/>
                  <a:pt x="929855" y="56277"/>
                  <a:pt x="929855" y="54326"/>
                </a:cubicBezTo>
                <a:cubicBezTo>
                  <a:pt x="929855" y="53168"/>
                  <a:pt x="929261" y="52131"/>
                  <a:pt x="928072" y="51217"/>
                </a:cubicBezTo>
                <a:cubicBezTo>
                  <a:pt x="926883" y="50302"/>
                  <a:pt x="924551" y="49784"/>
                  <a:pt x="921075" y="49662"/>
                </a:cubicBezTo>
                <a:lnTo>
                  <a:pt x="921075" y="46278"/>
                </a:lnTo>
                <a:lnTo>
                  <a:pt x="947507" y="46278"/>
                </a:lnTo>
                <a:lnTo>
                  <a:pt x="947507" y="49662"/>
                </a:lnTo>
                <a:cubicBezTo>
                  <a:pt x="942202" y="50454"/>
                  <a:pt x="938300" y="54052"/>
                  <a:pt x="935800" y="60454"/>
                </a:cubicBezTo>
                <a:lnTo>
                  <a:pt x="907814" y="132614"/>
                </a:lnTo>
                <a:lnTo>
                  <a:pt x="904064" y="132614"/>
                </a:lnTo>
                <a:lnTo>
                  <a:pt x="883120" y="79111"/>
                </a:lnTo>
                <a:lnTo>
                  <a:pt x="858701" y="132614"/>
                </a:lnTo>
                <a:lnTo>
                  <a:pt x="855317" y="132614"/>
                </a:lnTo>
                <a:lnTo>
                  <a:pt x="828428" y="62192"/>
                </a:lnTo>
                <a:cubicBezTo>
                  <a:pt x="826660" y="57741"/>
                  <a:pt x="824922" y="54738"/>
                  <a:pt x="823215" y="53183"/>
                </a:cubicBezTo>
                <a:cubicBezTo>
                  <a:pt x="821508" y="51628"/>
                  <a:pt x="818825" y="50454"/>
                  <a:pt x="815167" y="49662"/>
                </a:cubicBezTo>
                <a:lnTo>
                  <a:pt x="815167" y="46278"/>
                </a:lnTo>
                <a:close/>
                <a:moveTo>
                  <a:pt x="976376" y="0"/>
                </a:moveTo>
                <a:cubicBezTo>
                  <a:pt x="978937" y="0"/>
                  <a:pt x="981116" y="904"/>
                  <a:pt x="982915" y="2712"/>
                </a:cubicBezTo>
                <a:cubicBezTo>
                  <a:pt x="984714" y="4519"/>
                  <a:pt x="985613" y="6709"/>
                  <a:pt x="985613" y="9283"/>
                </a:cubicBezTo>
                <a:cubicBezTo>
                  <a:pt x="985613" y="11857"/>
                  <a:pt x="984714" y="14064"/>
                  <a:pt x="982915" y="15902"/>
                </a:cubicBezTo>
                <a:cubicBezTo>
                  <a:pt x="981116" y="17739"/>
                  <a:pt x="978937" y="18657"/>
                  <a:pt x="976376" y="18657"/>
                </a:cubicBezTo>
                <a:cubicBezTo>
                  <a:pt x="973815" y="18657"/>
                  <a:pt x="971620" y="17739"/>
                  <a:pt x="969791" y="15902"/>
                </a:cubicBezTo>
                <a:cubicBezTo>
                  <a:pt x="967962" y="14064"/>
                  <a:pt x="967047" y="11857"/>
                  <a:pt x="967047" y="9283"/>
                </a:cubicBezTo>
                <a:cubicBezTo>
                  <a:pt x="967047" y="6709"/>
                  <a:pt x="967946" y="4519"/>
                  <a:pt x="969745" y="2712"/>
                </a:cubicBezTo>
                <a:cubicBezTo>
                  <a:pt x="971544" y="904"/>
                  <a:pt x="973754" y="0"/>
                  <a:pt x="976376" y="0"/>
                </a:cubicBezTo>
                <a:moveTo>
                  <a:pt x="983967" y="43900"/>
                </a:moveTo>
                <a:lnTo>
                  <a:pt x="983967" y="111064"/>
                </a:lnTo>
                <a:cubicBezTo>
                  <a:pt x="983967" y="116297"/>
                  <a:pt x="984348" y="119780"/>
                  <a:pt x="985110" y="121514"/>
                </a:cubicBezTo>
                <a:cubicBezTo>
                  <a:pt x="985872" y="123247"/>
                  <a:pt x="987000" y="124540"/>
                  <a:pt x="988494" y="125392"/>
                </a:cubicBezTo>
                <a:cubicBezTo>
                  <a:pt x="989988" y="126244"/>
                  <a:pt x="992716" y="126670"/>
                  <a:pt x="996679" y="126670"/>
                </a:cubicBezTo>
                <a:lnTo>
                  <a:pt x="996679" y="130053"/>
                </a:lnTo>
                <a:lnTo>
                  <a:pt x="955981" y="130053"/>
                </a:lnTo>
                <a:lnTo>
                  <a:pt x="955981" y="126670"/>
                </a:lnTo>
                <a:cubicBezTo>
                  <a:pt x="960066" y="126670"/>
                  <a:pt x="962809" y="126274"/>
                  <a:pt x="964212" y="125483"/>
                </a:cubicBezTo>
                <a:cubicBezTo>
                  <a:pt x="965614" y="124693"/>
                  <a:pt x="966727" y="123385"/>
                  <a:pt x="967550" y="121559"/>
                </a:cubicBezTo>
                <a:cubicBezTo>
                  <a:pt x="968373" y="119734"/>
                  <a:pt x="968785" y="116236"/>
                  <a:pt x="968785" y="111064"/>
                </a:cubicBezTo>
                <a:lnTo>
                  <a:pt x="968785" y="78851"/>
                </a:lnTo>
                <a:cubicBezTo>
                  <a:pt x="968785" y="69785"/>
                  <a:pt x="968510" y="63915"/>
                  <a:pt x="967962" y="61240"/>
                </a:cubicBezTo>
                <a:cubicBezTo>
                  <a:pt x="967535" y="59293"/>
                  <a:pt x="966864" y="57939"/>
                  <a:pt x="965949" y="57178"/>
                </a:cubicBezTo>
                <a:cubicBezTo>
                  <a:pt x="965035" y="56418"/>
                  <a:pt x="963785" y="56038"/>
                  <a:pt x="962200" y="56038"/>
                </a:cubicBezTo>
                <a:cubicBezTo>
                  <a:pt x="960492" y="56038"/>
                  <a:pt x="958419" y="56494"/>
                  <a:pt x="955981" y="57407"/>
                </a:cubicBezTo>
                <a:lnTo>
                  <a:pt x="954700" y="54120"/>
                </a:lnTo>
                <a:lnTo>
                  <a:pt x="979943" y="43900"/>
                </a:lnTo>
                <a:lnTo>
                  <a:pt x="983967" y="43900"/>
                </a:lnTo>
                <a:close/>
                <a:moveTo>
                  <a:pt x="1031465" y="18657"/>
                </a:moveTo>
                <a:lnTo>
                  <a:pt x="1031465" y="46278"/>
                </a:lnTo>
                <a:lnTo>
                  <a:pt x="1051037" y="46278"/>
                </a:lnTo>
                <a:lnTo>
                  <a:pt x="1051037" y="52680"/>
                </a:lnTo>
                <a:lnTo>
                  <a:pt x="1031465" y="52680"/>
                </a:lnTo>
                <a:lnTo>
                  <a:pt x="1031465" y="106932"/>
                </a:lnTo>
                <a:cubicBezTo>
                  <a:pt x="1031465" y="112353"/>
                  <a:pt x="1032243" y="116007"/>
                  <a:pt x="1033797" y="117895"/>
                </a:cubicBezTo>
                <a:cubicBezTo>
                  <a:pt x="1035352" y="119782"/>
                  <a:pt x="1037349" y="120725"/>
                  <a:pt x="1039788" y="120725"/>
                </a:cubicBezTo>
                <a:cubicBezTo>
                  <a:pt x="1041800" y="120725"/>
                  <a:pt x="1043751" y="120100"/>
                  <a:pt x="1045641" y="118850"/>
                </a:cubicBezTo>
                <a:cubicBezTo>
                  <a:pt x="1047531" y="117600"/>
                  <a:pt x="1048995" y="115756"/>
                  <a:pt x="1050031" y="113317"/>
                </a:cubicBezTo>
                <a:lnTo>
                  <a:pt x="1053598" y="113317"/>
                </a:lnTo>
                <a:cubicBezTo>
                  <a:pt x="1051464" y="119309"/>
                  <a:pt x="1048446" y="123841"/>
                  <a:pt x="1044544" y="126912"/>
                </a:cubicBezTo>
                <a:cubicBezTo>
                  <a:pt x="1040641" y="129982"/>
                  <a:pt x="1036617" y="131517"/>
                  <a:pt x="1032471" y="131517"/>
                </a:cubicBezTo>
                <a:cubicBezTo>
                  <a:pt x="1029667" y="131517"/>
                  <a:pt x="1026923" y="130738"/>
                  <a:pt x="1024240" y="129182"/>
                </a:cubicBezTo>
                <a:cubicBezTo>
                  <a:pt x="1021557" y="127625"/>
                  <a:pt x="1019576" y="125398"/>
                  <a:pt x="1018295" y="122500"/>
                </a:cubicBezTo>
                <a:cubicBezTo>
                  <a:pt x="1017015" y="119600"/>
                  <a:pt x="1016375" y="115128"/>
                  <a:pt x="1016375" y="109084"/>
                </a:cubicBezTo>
                <a:lnTo>
                  <a:pt x="1016375" y="52680"/>
                </a:lnTo>
                <a:lnTo>
                  <a:pt x="1003113" y="52680"/>
                </a:lnTo>
                <a:lnTo>
                  <a:pt x="1003113" y="49662"/>
                </a:lnTo>
                <a:cubicBezTo>
                  <a:pt x="1006467" y="48317"/>
                  <a:pt x="1009896" y="46039"/>
                  <a:pt x="1013402" y="42828"/>
                </a:cubicBezTo>
                <a:cubicBezTo>
                  <a:pt x="1016908" y="39618"/>
                  <a:pt x="1020033" y="35811"/>
                  <a:pt x="1022777" y="31407"/>
                </a:cubicBezTo>
                <a:cubicBezTo>
                  <a:pt x="1024179" y="29085"/>
                  <a:pt x="1026130" y="24835"/>
                  <a:pt x="1028630" y="18657"/>
                </a:cubicBezTo>
                <a:lnTo>
                  <a:pt x="1031465" y="18657"/>
                </a:lnTo>
                <a:close/>
                <a:moveTo>
                  <a:pt x="1083811" y="0"/>
                </a:moveTo>
                <a:lnTo>
                  <a:pt x="1083811" y="61368"/>
                </a:lnTo>
                <a:cubicBezTo>
                  <a:pt x="1090579" y="53930"/>
                  <a:pt x="1095944" y="49159"/>
                  <a:pt x="1099907" y="47055"/>
                </a:cubicBezTo>
                <a:cubicBezTo>
                  <a:pt x="1103870" y="44952"/>
                  <a:pt x="1107834" y="43900"/>
                  <a:pt x="1111797" y="43900"/>
                </a:cubicBezTo>
                <a:cubicBezTo>
                  <a:pt x="1116553" y="43900"/>
                  <a:pt x="1120638" y="45208"/>
                  <a:pt x="1124052" y="47824"/>
                </a:cubicBezTo>
                <a:cubicBezTo>
                  <a:pt x="1127467" y="50440"/>
                  <a:pt x="1129997" y="54546"/>
                  <a:pt x="1131643" y="60142"/>
                </a:cubicBezTo>
                <a:cubicBezTo>
                  <a:pt x="1132802" y="64037"/>
                  <a:pt x="1133381" y="71155"/>
                  <a:pt x="1133381" y="81498"/>
                </a:cubicBezTo>
                <a:lnTo>
                  <a:pt x="1133381" y="111064"/>
                </a:lnTo>
                <a:cubicBezTo>
                  <a:pt x="1133381" y="116358"/>
                  <a:pt x="1133808" y="119978"/>
                  <a:pt x="1134661" y="121925"/>
                </a:cubicBezTo>
                <a:cubicBezTo>
                  <a:pt x="1135271" y="123385"/>
                  <a:pt x="1136308" y="124540"/>
                  <a:pt x="1137771" y="125392"/>
                </a:cubicBezTo>
                <a:cubicBezTo>
                  <a:pt x="1139234" y="126244"/>
                  <a:pt x="1141917" y="126670"/>
                  <a:pt x="1145819" y="126670"/>
                </a:cubicBezTo>
                <a:lnTo>
                  <a:pt x="1145819" y="130053"/>
                </a:lnTo>
                <a:lnTo>
                  <a:pt x="1104663" y="130053"/>
                </a:lnTo>
                <a:lnTo>
                  <a:pt x="1104663" y="126670"/>
                </a:lnTo>
                <a:lnTo>
                  <a:pt x="1106584" y="126670"/>
                </a:lnTo>
                <a:cubicBezTo>
                  <a:pt x="1110486" y="126670"/>
                  <a:pt x="1113199" y="126075"/>
                  <a:pt x="1114723" y="124886"/>
                </a:cubicBezTo>
                <a:cubicBezTo>
                  <a:pt x="1116248" y="123697"/>
                  <a:pt x="1117315" y="121944"/>
                  <a:pt x="1117925" y="119627"/>
                </a:cubicBezTo>
                <a:cubicBezTo>
                  <a:pt x="1118107" y="118652"/>
                  <a:pt x="1118199" y="115786"/>
                  <a:pt x="1118199" y="111030"/>
                </a:cubicBezTo>
                <a:lnTo>
                  <a:pt x="1118199" y="81398"/>
                </a:lnTo>
                <a:cubicBezTo>
                  <a:pt x="1118199" y="72252"/>
                  <a:pt x="1117726" y="66246"/>
                  <a:pt x="1116781" y="63380"/>
                </a:cubicBezTo>
                <a:cubicBezTo>
                  <a:pt x="1115836" y="60515"/>
                  <a:pt x="1114327" y="58366"/>
                  <a:pt x="1112254" y="56933"/>
                </a:cubicBezTo>
                <a:cubicBezTo>
                  <a:pt x="1110181" y="55500"/>
                  <a:pt x="1107681" y="54783"/>
                  <a:pt x="1104755" y="54783"/>
                </a:cubicBezTo>
                <a:cubicBezTo>
                  <a:pt x="1101767" y="54783"/>
                  <a:pt x="1098657" y="55576"/>
                  <a:pt x="1095426" y="57161"/>
                </a:cubicBezTo>
                <a:cubicBezTo>
                  <a:pt x="1092194" y="58747"/>
                  <a:pt x="1088323" y="61948"/>
                  <a:pt x="1083811" y="66764"/>
                </a:cubicBezTo>
                <a:lnTo>
                  <a:pt x="1083811" y="111030"/>
                </a:lnTo>
                <a:cubicBezTo>
                  <a:pt x="1083811" y="116762"/>
                  <a:pt x="1084131" y="120328"/>
                  <a:pt x="1084771" y="121731"/>
                </a:cubicBezTo>
                <a:cubicBezTo>
                  <a:pt x="1085411" y="123133"/>
                  <a:pt x="1086600" y="124307"/>
                  <a:pt x="1088338" y="125252"/>
                </a:cubicBezTo>
                <a:cubicBezTo>
                  <a:pt x="1090076" y="126197"/>
                  <a:pt x="1093078" y="126670"/>
                  <a:pt x="1097346" y="126670"/>
                </a:cubicBezTo>
                <a:lnTo>
                  <a:pt x="1097346" y="130053"/>
                </a:lnTo>
                <a:lnTo>
                  <a:pt x="1055824" y="130053"/>
                </a:lnTo>
                <a:lnTo>
                  <a:pt x="1055824" y="126670"/>
                </a:lnTo>
                <a:cubicBezTo>
                  <a:pt x="1059544" y="126670"/>
                  <a:pt x="1062470" y="126090"/>
                  <a:pt x="1064604" y="124932"/>
                </a:cubicBezTo>
                <a:cubicBezTo>
                  <a:pt x="1065824" y="124324"/>
                  <a:pt x="1066799" y="123167"/>
                  <a:pt x="1067531" y="121462"/>
                </a:cubicBezTo>
                <a:cubicBezTo>
                  <a:pt x="1068263" y="119755"/>
                  <a:pt x="1068629" y="116281"/>
                  <a:pt x="1068629" y="111042"/>
                </a:cubicBezTo>
                <a:lnTo>
                  <a:pt x="1068629" y="35277"/>
                </a:lnTo>
                <a:cubicBezTo>
                  <a:pt x="1068629" y="25712"/>
                  <a:pt x="1068400" y="19833"/>
                  <a:pt x="1067943" y="17640"/>
                </a:cubicBezTo>
                <a:cubicBezTo>
                  <a:pt x="1067485" y="15445"/>
                  <a:pt x="1066784" y="13952"/>
                  <a:pt x="1065839" y="13161"/>
                </a:cubicBezTo>
                <a:cubicBezTo>
                  <a:pt x="1064894" y="12369"/>
                  <a:pt x="1063629" y="11972"/>
                  <a:pt x="1062044" y="11972"/>
                </a:cubicBezTo>
                <a:cubicBezTo>
                  <a:pt x="1060763" y="11972"/>
                  <a:pt x="1058690" y="12460"/>
                  <a:pt x="1055824" y="13436"/>
                </a:cubicBezTo>
                <a:lnTo>
                  <a:pt x="1054544" y="10235"/>
                </a:lnTo>
                <a:lnTo>
                  <a:pt x="1079604" y="0"/>
                </a:lnTo>
                <a:lnTo>
                  <a:pt x="1083811" y="0"/>
                </a:lnTo>
                <a:close/>
                <a:moveTo>
                  <a:pt x="1270842" y="98226"/>
                </a:moveTo>
                <a:cubicBezTo>
                  <a:pt x="1268586" y="109262"/>
                  <a:pt x="1264166" y="117752"/>
                  <a:pt x="1257581" y="123697"/>
                </a:cubicBezTo>
                <a:cubicBezTo>
                  <a:pt x="1250996" y="129642"/>
                  <a:pt x="1243710" y="132614"/>
                  <a:pt x="1235722" y="132614"/>
                </a:cubicBezTo>
                <a:cubicBezTo>
                  <a:pt x="1226211" y="132614"/>
                  <a:pt x="1217919" y="128625"/>
                  <a:pt x="1210846" y="120648"/>
                </a:cubicBezTo>
                <a:cubicBezTo>
                  <a:pt x="1203773" y="112668"/>
                  <a:pt x="1200237" y="101886"/>
                  <a:pt x="1200237" y="88303"/>
                </a:cubicBezTo>
                <a:cubicBezTo>
                  <a:pt x="1200237" y="75146"/>
                  <a:pt x="1204154" y="64457"/>
                  <a:pt x="1211989" y="56235"/>
                </a:cubicBezTo>
                <a:cubicBezTo>
                  <a:pt x="1219824" y="48012"/>
                  <a:pt x="1229229" y="43900"/>
                  <a:pt x="1240204" y="43900"/>
                </a:cubicBezTo>
                <a:cubicBezTo>
                  <a:pt x="1248435" y="43900"/>
                  <a:pt x="1255203" y="46073"/>
                  <a:pt x="1260508" y="50419"/>
                </a:cubicBezTo>
                <a:cubicBezTo>
                  <a:pt x="1265812" y="54763"/>
                  <a:pt x="1268464" y="59275"/>
                  <a:pt x="1268464" y="63955"/>
                </a:cubicBezTo>
                <a:cubicBezTo>
                  <a:pt x="1268464" y="66264"/>
                  <a:pt x="1267718" y="68133"/>
                  <a:pt x="1266224" y="69562"/>
                </a:cubicBezTo>
                <a:cubicBezTo>
                  <a:pt x="1264730" y="70990"/>
                  <a:pt x="1262642" y="71703"/>
                  <a:pt x="1259959" y="71703"/>
                </a:cubicBezTo>
                <a:cubicBezTo>
                  <a:pt x="1256362" y="71703"/>
                  <a:pt x="1253648" y="70545"/>
                  <a:pt x="1251819" y="68228"/>
                </a:cubicBezTo>
                <a:cubicBezTo>
                  <a:pt x="1250783" y="66947"/>
                  <a:pt x="1250097" y="64508"/>
                  <a:pt x="1249761" y="60911"/>
                </a:cubicBezTo>
                <a:cubicBezTo>
                  <a:pt x="1249426" y="57314"/>
                  <a:pt x="1248191" y="54570"/>
                  <a:pt x="1246057" y="52680"/>
                </a:cubicBezTo>
                <a:cubicBezTo>
                  <a:pt x="1243923" y="50851"/>
                  <a:pt x="1240966" y="49936"/>
                  <a:pt x="1237186" y="49936"/>
                </a:cubicBezTo>
                <a:cubicBezTo>
                  <a:pt x="1231089" y="49936"/>
                  <a:pt x="1226180" y="52192"/>
                  <a:pt x="1222461" y="56704"/>
                </a:cubicBezTo>
                <a:cubicBezTo>
                  <a:pt x="1217522" y="62679"/>
                  <a:pt x="1215053" y="70575"/>
                  <a:pt x="1215053" y="80392"/>
                </a:cubicBezTo>
                <a:cubicBezTo>
                  <a:pt x="1215053" y="90391"/>
                  <a:pt x="1217507" y="99217"/>
                  <a:pt x="1222415" y="106869"/>
                </a:cubicBezTo>
                <a:cubicBezTo>
                  <a:pt x="1227324" y="114521"/>
                  <a:pt x="1233954" y="118347"/>
                  <a:pt x="1242307" y="118347"/>
                </a:cubicBezTo>
                <a:cubicBezTo>
                  <a:pt x="1248283" y="118347"/>
                  <a:pt x="1253648" y="116304"/>
                  <a:pt x="1258404" y="112219"/>
                </a:cubicBezTo>
                <a:cubicBezTo>
                  <a:pt x="1261758" y="109414"/>
                  <a:pt x="1265020" y="104323"/>
                  <a:pt x="1268190" y="96946"/>
                </a:cubicBezTo>
                <a:lnTo>
                  <a:pt x="1270842" y="98226"/>
                </a:lnTo>
                <a:close/>
                <a:moveTo>
                  <a:pt x="1330319" y="117981"/>
                </a:moveTo>
                <a:cubicBezTo>
                  <a:pt x="1321722" y="124627"/>
                  <a:pt x="1316326" y="128468"/>
                  <a:pt x="1314131" y="129505"/>
                </a:cubicBezTo>
                <a:cubicBezTo>
                  <a:pt x="1310839" y="131090"/>
                  <a:pt x="1307333" y="131883"/>
                  <a:pt x="1303613" y="131883"/>
                </a:cubicBezTo>
                <a:cubicBezTo>
                  <a:pt x="1297821" y="131883"/>
                  <a:pt x="1293050" y="129901"/>
                  <a:pt x="1289300" y="125938"/>
                </a:cubicBezTo>
                <a:cubicBezTo>
                  <a:pt x="1285550" y="121975"/>
                  <a:pt x="1283675" y="116762"/>
                  <a:pt x="1283675" y="110299"/>
                </a:cubicBezTo>
                <a:cubicBezTo>
                  <a:pt x="1283675" y="106213"/>
                  <a:pt x="1284590" y="102677"/>
                  <a:pt x="1286419" y="99689"/>
                </a:cubicBezTo>
                <a:cubicBezTo>
                  <a:pt x="1288919" y="95543"/>
                  <a:pt x="1293263" y="91641"/>
                  <a:pt x="1299452" y="87983"/>
                </a:cubicBezTo>
                <a:cubicBezTo>
                  <a:pt x="1305641" y="84324"/>
                  <a:pt x="1315930" y="79873"/>
                  <a:pt x="1330319" y="74630"/>
                </a:cubicBezTo>
                <a:lnTo>
                  <a:pt x="1330319" y="71337"/>
                </a:lnTo>
                <a:cubicBezTo>
                  <a:pt x="1330319" y="62984"/>
                  <a:pt x="1328993" y="57253"/>
                  <a:pt x="1326341" y="54143"/>
                </a:cubicBezTo>
                <a:cubicBezTo>
                  <a:pt x="1323688" y="51034"/>
                  <a:pt x="1319832" y="49479"/>
                  <a:pt x="1314771" y="49479"/>
                </a:cubicBezTo>
                <a:cubicBezTo>
                  <a:pt x="1310930" y="49479"/>
                  <a:pt x="1307881" y="50512"/>
                  <a:pt x="1305625" y="52577"/>
                </a:cubicBezTo>
                <a:cubicBezTo>
                  <a:pt x="1303308" y="54642"/>
                  <a:pt x="1302150" y="57012"/>
                  <a:pt x="1302150" y="59685"/>
                </a:cubicBezTo>
                <a:lnTo>
                  <a:pt x="1302333" y="64970"/>
                </a:lnTo>
                <a:cubicBezTo>
                  <a:pt x="1302333" y="67763"/>
                  <a:pt x="1301617" y="69919"/>
                  <a:pt x="1300184" y="71437"/>
                </a:cubicBezTo>
                <a:cubicBezTo>
                  <a:pt x="1298751" y="72956"/>
                  <a:pt x="1296876" y="73715"/>
                  <a:pt x="1294559" y="73715"/>
                </a:cubicBezTo>
                <a:cubicBezTo>
                  <a:pt x="1292303" y="73715"/>
                  <a:pt x="1290459" y="72925"/>
                  <a:pt x="1289026" y="71346"/>
                </a:cubicBezTo>
                <a:cubicBezTo>
                  <a:pt x="1287593" y="69764"/>
                  <a:pt x="1286877" y="67606"/>
                  <a:pt x="1286877" y="64870"/>
                </a:cubicBezTo>
                <a:cubicBezTo>
                  <a:pt x="1286877" y="59643"/>
                  <a:pt x="1289559" y="54842"/>
                  <a:pt x="1294925" y="50465"/>
                </a:cubicBezTo>
                <a:cubicBezTo>
                  <a:pt x="1300290" y="46088"/>
                  <a:pt x="1307820" y="43900"/>
                  <a:pt x="1317515" y="43900"/>
                </a:cubicBezTo>
                <a:cubicBezTo>
                  <a:pt x="1324954" y="43900"/>
                  <a:pt x="1331051" y="45148"/>
                  <a:pt x="1335807" y="47644"/>
                </a:cubicBezTo>
                <a:cubicBezTo>
                  <a:pt x="1339404" y="49532"/>
                  <a:pt x="1342056" y="52486"/>
                  <a:pt x="1343763" y="56507"/>
                </a:cubicBezTo>
                <a:cubicBezTo>
                  <a:pt x="1344861" y="59125"/>
                  <a:pt x="1345410" y="64484"/>
                  <a:pt x="1345410" y="72583"/>
                </a:cubicBezTo>
                <a:lnTo>
                  <a:pt x="1345410" y="100993"/>
                </a:lnTo>
                <a:cubicBezTo>
                  <a:pt x="1345410" y="108970"/>
                  <a:pt x="1345562" y="113858"/>
                  <a:pt x="1345867" y="115655"/>
                </a:cubicBezTo>
                <a:cubicBezTo>
                  <a:pt x="1346172" y="117451"/>
                  <a:pt x="1346675" y="118655"/>
                  <a:pt x="1347376" y="119264"/>
                </a:cubicBezTo>
                <a:cubicBezTo>
                  <a:pt x="1348077" y="119872"/>
                  <a:pt x="1348885" y="120176"/>
                  <a:pt x="1349800" y="120176"/>
                </a:cubicBezTo>
                <a:cubicBezTo>
                  <a:pt x="1350775" y="120176"/>
                  <a:pt x="1351629" y="119963"/>
                  <a:pt x="1352361" y="119536"/>
                </a:cubicBezTo>
                <a:cubicBezTo>
                  <a:pt x="1353641" y="118743"/>
                  <a:pt x="1356110" y="116518"/>
                  <a:pt x="1359769" y="112859"/>
                </a:cubicBezTo>
                <a:lnTo>
                  <a:pt x="1359769" y="117981"/>
                </a:lnTo>
                <a:cubicBezTo>
                  <a:pt x="1352940" y="127127"/>
                  <a:pt x="1346416" y="131700"/>
                  <a:pt x="1340197" y="131700"/>
                </a:cubicBezTo>
                <a:cubicBezTo>
                  <a:pt x="1337209" y="131700"/>
                  <a:pt x="1334831" y="130663"/>
                  <a:pt x="1333063" y="128590"/>
                </a:cubicBezTo>
                <a:cubicBezTo>
                  <a:pt x="1331295" y="126517"/>
                  <a:pt x="1330380" y="122981"/>
                  <a:pt x="1330319" y="117981"/>
                </a:cubicBezTo>
                <a:moveTo>
                  <a:pt x="1330319" y="111985"/>
                </a:moveTo>
                <a:lnTo>
                  <a:pt x="1330319" y="80209"/>
                </a:lnTo>
                <a:cubicBezTo>
                  <a:pt x="1321112" y="83850"/>
                  <a:pt x="1315168" y="86430"/>
                  <a:pt x="1312485" y="87948"/>
                </a:cubicBezTo>
                <a:cubicBezTo>
                  <a:pt x="1307668" y="90620"/>
                  <a:pt x="1304223" y="93412"/>
                  <a:pt x="1302150" y="96325"/>
                </a:cubicBezTo>
                <a:cubicBezTo>
                  <a:pt x="1300077" y="99239"/>
                  <a:pt x="1299040" y="102425"/>
                  <a:pt x="1299040" y="105886"/>
                </a:cubicBezTo>
                <a:cubicBezTo>
                  <a:pt x="1299040" y="110257"/>
                  <a:pt x="1300351" y="113883"/>
                  <a:pt x="1302973" y="116766"/>
                </a:cubicBezTo>
                <a:cubicBezTo>
                  <a:pt x="1305595" y="119649"/>
                  <a:pt x="1308613" y="121091"/>
                  <a:pt x="1312027" y="121091"/>
                </a:cubicBezTo>
                <a:cubicBezTo>
                  <a:pt x="1316661" y="121091"/>
                  <a:pt x="1322759" y="118055"/>
                  <a:pt x="1330319" y="111985"/>
                </a:cubicBezTo>
                <a:close/>
                <a:moveTo>
                  <a:pt x="1390435" y="61643"/>
                </a:moveTo>
                <a:cubicBezTo>
                  <a:pt x="1400252" y="49814"/>
                  <a:pt x="1409611" y="43900"/>
                  <a:pt x="1418513" y="43900"/>
                </a:cubicBezTo>
                <a:cubicBezTo>
                  <a:pt x="1423086" y="43900"/>
                  <a:pt x="1427019" y="45041"/>
                  <a:pt x="1430311" y="47324"/>
                </a:cubicBezTo>
                <a:cubicBezTo>
                  <a:pt x="1433604" y="49605"/>
                  <a:pt x="1436226" y="53361"/>
                  <a:pt x="1438177" y="58593"/>
                </a:cubicBezTo>
                <a:cubicBezTo>
                  <a:pt x="1439518" y="62242"/>
                  <a:pt x="1440189" y="67839"/>
                  <a:pt x="1440189" y="75384"/>
                </a:cubicBezTo>
                <a:lnTo>
                  <a:pt x="1440189" y="111064"/>
                </a:lnTo>
                <a:cubicBezTo>
                  <a:pt x="1440189" y="116358"/>
                  <a:pt x="1440616" y="119947"/>
                  <a:pt x="1441469" y="121834"/>
                </a:cubicBezTo>
                <a:cubicBezTo>
                  <a:pt x="1442140" y="123354"/>
                  <a:pt x="1443222" y="124540"/>
                  <a:pt x="1444716" y="125392"/>
                </a:cubicBezTo>
                <a:cubicBezTo>
                  <a:pt x="1446210" y="126244"/>
                  <a:pt x="1448969" y="126670"/>
                  <a:pt x="1452993" y="126670"/>
                </a:cubicBezTo>
                <a:lnTo>
                  <a:pt x="1452993" y="130053"/>
                </a:lnTo>
                <a:lnTo>
                  <a:pt x="1411562" y="130053"/>
                </a:lnTo>
                <a:lnTo>
                  <a:pt x="1411562" y="126670"/>
                </a:lnTo>
                <a:lnTo>
                  <a:pt x="1413300" y="126670"/>
                </a:lnTo>
                <a:cubicBezTo>
                  <a:pt x="1417202" y="126670"/>
                  <a:pt x="1419931" y="126078"/>
                  <a:pt x="1421486" y="124895"/>
                </a:cubicBezTo>
                <a:cubicBezTo>
                  <a:pt x="1423040" y="123711"/>
                  <a:pt x="1424123" y="121968"/>
                  <a:pt x="1424732" y="119664"/>
                </a:cubicBezTo>
                <a:cubicBezTo>
                  <a:pt x="1424976" y="118754"/>
                  <a:pt x="1425098" y="115902"/>
                  <a:pt x="1425098" y="111110"/>
                </a:cubicBezTo>
                <a:lnTo>
                  <a:pt x="1425098" y="76988"/>
                </a:lnTo>
                <a:cubicBezTo>
                  <a:pt x="1425098" y="69406"/>
                  <a:pt x="1424107" y="63902"/>
                  <a:pt x="1422126" y="60474"/>
                </a:cubicBezTo>
                <a:cubicBezTo>
                  <a:pt x="1420144" y="57046"/>
                  <a:pt x="1416806" y="55332"/>
                  <a:pt x="1412111" y="55332"/>
                </a:cubicBezTo>
                <a:cubicBezTo>
                  <a:pt x="1404855" y="55332"/>
                  <a:pt x="1397630" y="59275"/>
                  <a:pt x="1390435" y="67162"/>
                </a:cubicBezTo>
                <a:lnTo>
                  <a:pt x="1390435" y="111110"/>
                </a:lnTo>
                <a:cubicBezTo>
                  <a:pt x="1390435" y="116752"/>
                  <a:pt x="1390771" y="120240"/>
                  <a:pt x="1391442" y="121574"/>
                </a:cubicBezTo>
                <a:cubicBezTo>
                  <a:pt x="1392295" y="123332"/>
                  <a:pt x="1393469" y="124621"/>
                  <a:pt x="1394963" y="125441"/>
                </a:cubicBezTo>
                <a:cubicBezTo>
                  <a:pt x="1396456" y="126260"/>
                  <a:pt x="1399490" y="126670"/>
                  <a:pt x="1404063" y="126670"/>
                </a:cubicBezTo>
                <a:lnTo>
                  <a:pt x="1404063" y="130053"/>
                </a:lnTo>
                <a:lnTo>
                  <a:pt x="1362632" y="130053"/>
                </a:lnTo>
                <a:lnTo>
                  <a:pt x="1362632" y="126670"/>
                </a:lnTo>
                <a:lnTo>
                  <a:pt x="1364461" y="126670"/>
                </a:lnTo>
                <a:cubicBezTo>
                  <a:pt x="1368729" y="126670"/>
                  <a:pt x="1371610" y="125590"/>
                  <a:pt x="1373104" y="123431"/>
                </a:cubicBezTo>
                <a:cubicBezTo>
                  <a:pt x="1374598" y="121271"/>
                  <a:pt x="1375345" y="117148"/>
                  <a:pt x="1375345" y="111064"/>
                </a:cubicBezTo>
                <a:lnTo>
                  <a:pt x="1375345" y="80037"/>
                </a:lnTo>
                <a:cubicBezTo>
                  <a:pt x="1375345" y="70000"/>
                  <a:pt x="1375116" y="63886"/>
                  <a:pt x="1374659" y="61697"/>
                </a:cubicBezTo>
                <a:cubicBezTo>
                  <a:pt x="1374202" y="59506"/>
                  <a:pt x="1373500" y="58015"/>
                  <a:pt x="1372555" y="57224"/>
                </a:cubicBezTo>
                <a:cubicBezTo>
                  <a:pt x="1371610" y="56433"/>
                  <a:pt x="1370345" y="56038"/>
                  <a:pt x="1368760" y="56038"/>
                </a:cubicBezTo>
                <a:cubicBezTo>
                  <a:pt x="1367053" y="56038"/>
                  <a:pt x="1365010" y="56494"/>
                  <a:pt x="1362632" y="57407"/>
                </a:cubicBezTo>
                <a:lnTo>
                  <a:pt x="1361260" y="54120"/>
                </a:lnTo>
                <a:lnTo>
                  <a:pt x="1386503" y="43900"/>
                </a:lnTo>
                <a:lnTo>
                  <a:pt x="1390435" y="43900"/>
                </a:lnTo>
                <a:lnTo>
                  <a:pt x="1390435" y="61643"/>
                </a:lnTo>
                <a:close/>
                <a:moveTo>
                  <a:pt x="1518842" y="120633"/>
                </a:moveTo>
                <a:cubicBezTo>
                  <a:pt x="1514757" y="124901"/>
                  <a:pt x="1510764" y="127965"/>
                  <a:pt x="1506861" y="129825"/>
                </a:cubicBezTo>
                <a:cubicBezTo>
                  <a:pt x="1502959" y="131684"/>
                  <a:pt x="1498752" y="132614"/>
                  <a:pt x="1494240" y="132614"/>
                </a:cubicBezTo>
                <a:cubicBezTo>
                  <a:pt x="1485094" y="132614"/>
                  <a:pt x="1477107" y="128797"/>
                  <a:pt x="1470278" y="121162"/>
                </a:cubicBezTo>
                <a:cubicBezTo>
                  <a:pt x="1463449" y="113525"/>
                  <a:pt x="1460035" y="103713"/>
                  <a:pt x="1460035" y="91724"/>
                </a:cubicBezTo>
                <a:cubicBezTo>
                  <a:pt x="1460035" y="79737"/>
                  <a:pt x="1463815" y="68770"/>
                  <a:pt x="1471376" y="58822"/>
                </a:cubicBezTo>
                <a:cubicBezTo>
                  <a:pt x="1478936" y="48874"/>
                  <a:pt x="1488661" y="43900"/>
                  <a:pt x="1500551" y="43900"/>
                </a:cubicBezTo>
                <a:cubicBezTo>
                  <a:pt x="1507928" y="43900"/>
                  <a:pt x="1514026" y="46247"/>
                  <a:pt x="1518842" y="50942"/>
                </a:cubicBezTo>
                <a:lnTo>
                  <a:pt x="1518842" y="35451"/>
                </a:lnTo>
                <a:cubicBezTo>
                  <a:pt x="1518842" y="25839"/>
                  <a:pt x="1518614" y="19930"/>
                  <a:pt x="1518156" y="17726"/>
                </a:cubicBezTo>
                <a:cubicBezTo>
                  <a:pt x="1517699" y="15521"/>
                  <a:pt x="1516983" y="14022"/>
                  <a:pt x="1516007" y="13227"/>
                </a:cubicBezTo>
                <a:cubicBezTo>
                  <a:pt x="1515032" y="12431"/>
                  <a:pt x="1513812" y="12032"/>
                  <a:pt x="1512349" y="12032"/>
                </a:cubicBezTo>
                <a:cubicBezTo>
                  <a:pt x="1510764" y="12032"/>
                  <a:pt x="1508660" y="12522"/>
                  <a:pt x="1506038" y="13502"/>
                </a:cubicBezTo>
                <a:lnTo>
                  <a:pt x="1504849" y="10286"/>
                </a:lnTo>
                <a:lnTo>
                  <a:pt x="1529817" y="0"/>
                </a:lnTo>
                <a:lnTo>
                  <a:pt x="1533933" y="0"/>
                </a:lnTo>
                <a:lnTo>
                  <a:pt x="1533933" y="96854"/>
                </a:lnTo>
                <a:cubicBezTo>
                  <a:pt x="1533933" y="106671"/>
                  <a:pt x="1534162" y="112661"/>
                  <a:pt x="1534619" y="114826"/>
                </a:cubicBezTo>
                <a:cubicBezTo>
                  <a:pt x="1535076" y="116990"/>
                  <a:pt x="1535808" y="118499"/>
                  <a:pt x="1536814" y="119353"/>
                </a:cubicBezTo>
                <a:cubicBezTo>
                  <a:pt x="1537820" y="120206"/>
                  <a:pt x="1538994" y="120633"/>
                  <a:pt x="1540335" y="120633"/>
                </a:cubicBezTo>
                <a:cubicBezTo>
                  <a:pt x="1541981" y="120633"/>
                  <a:pt x="1544176" y="120115"/>
                  <a:pt x="1546920" y="119078"/>
                </a:cubicBezTo>
                <a:lnTo>
                  <a:pt x="1547926" y="122280"/>
                </a:lnTo>
                <a:lnTo>
                  <a:pt x="1523050" y="132614"/>
                </a:lnTo>
                <a:lnTo>
                  <a:pt x="1518842" y="132614"/>
                </a:lnTo>
                <a:lnTo>
                  <a:pt x="1518842" y="120633"/>
                </a:lnTo>
                <a:moveTo>
                  <a:pt x="1518842" y="114251"/>
                </a:moveTo>
                <a:lnTo>
                  <a:pt x="1518842" y="71192"/>
                </a:lnTo>
                <a:cubicBezTo>
                  <a:pt x="1518477" y="67055"/>
                  <a:pt x="1517379" y="63284"/>
                  <a:pt x="1515550" y="59879"/>
                </a:cubicBezTo>
                <a:cubicBezTo>
                  <a:pt x="1513721" y="56473"/>
                  <a:pt x="1511297" y="53903"/>
                  <a:pt x="1508279" y="52171"/>
                </a:cubicBezTo>
                <a:cubicBezTo>
                  <a:pt x="1505261" y="50437"/>
                  <a:pt x="1502319" y="49570"/>
                  <a:pt x="1499453" y="49570"/>
                </a:cubicBezTo>
                <a:cubicBezTo>
                  <a:pt x="1494088" y="49570"/>
                  <a:pt x="1489301" y="51973"/>
                  <a:pt x="1485094" y="56778"/>
                </a:cubicBezTo>
                <a:cubicBezTo>
                  <a:pt x="1479546" y="63102"/>
                  <a:pt x="1476772" y="72346"/>
                  <a:pt x="1476772" y="84510"/>
                </a:cubicBezTo>
                <a:cubicBezTo>
                  <a:pt x="1476772" y="96796"/>
                  <a:pt x="1479454" y="106209"/>
                  <a:pt x="1484820" y="112748"/>
                </a:cubicBezTo>
                <a:cubicBezTo>
                  <a:pt x="1490186" y="119285"/>
                  <a:pt x="1496161" y="122554"/>
                  <a:pt x="1502746" y="122554"/>
                </a:cubicBezTo>
                <a:cubicBezTo>
                  <a:pt x="1508294" y="122554"/>
                  <a:pt x="1513660" y="119786"/>
                  <a:pt x="1518842" y="114251"/>
                </a:cubicBezTo>
                <a:close/>
                <a:moveTo>
                  <a:pt x="1574632" y="0"/>
                </a:moveTo>
                <a:cubicBezTo>
                  <a:pt x="1577193" y="0"/>
                  <a:pt x="1579373" y="904"/>
                  <a:pt x="1581171" y="2712"/>
                </a:cubicBezTo>
                <a:cubicBezTo>
                  <a:pt x="1582970" y="4519"/>
                  <a:pt x="1583869" y="6709"/>
                  <a:pt x="1583869" y="9283"/>
                </a:cubicBezTo>
                <a:cubicBezTo>
                  <a:pt x="1583869" y="11857"/>
                  <a:pt x="1582970" y="14064"/>
                  <a:pt x="1581171" y="15902"/>
                </a:cubicBezTo>
                <a:cubicBezTo>
                  <a:pt x="1579373" y="17739"/>
                  <a:pt x="1577193" y="18657"/>
                  <a:pt x="1574632" y="18657"/>
                </a:cubicBezTo>
                <a:cubicBezTo>
                  <a:pt x="1572071" y="18657"/>
                  <a:pt x="1569876" y="17739"/>
                  <a:pt x="1568047" y="15902"/>
                </a:cubicBezTo>
                <a:cubicBezTo>
                  <a:pt x="1566218" y="14064"/>
                  <a:pt x="1565303" y="11857"/>
                  <a:pt x="1565303" y="9283"/>
                </a:cubicBezTo>
                <a:cubicBezTo>
                  <a:pt x="1565303" y="6709"/>
                  <a:pt x="1566203" y="4519"/>
                  <a:pt x="1568001" y="2712"/>
                </a:cubicBezTo>
                <a:cubicBezTo>
                  <a:pt x="1569800" y="904"/>
                  <a:pt x="1572010" y="0"/>
                  <a:pt x="1574632" y="0"/>
                </a:cubicBezTo>
                <a:moveTo>
                  <a:pt x="1582223" y="43900"/>
                </a:moveTo>
                <a:lnTo>
                  <a:pt x="1582223" y="111064"/>
                </a:lnTo>
                <a:cubicBezTo>
                  <a:pt x="1582223" y="116297"/>
                  <a:pt x="1582604" y="119780"/>
                  <a:pt x="1583366" y="121514"/>
                </a:cubicBezTo>
                <a:cubicBezTo>
                  <a:pt x="1584129" y="123247"/>
                  <a:pt x="1585257" y="124540"/>
                  <a:pt x="1586750" y="125392"/>
                </a:cubicBezTo>
                <a:cubicBezTo>
                  <a:pt x="1588244" y="126244"/>
                  <a:pt x="1590973" y="126670"/>
                  <a:pt x="1594936" y="126670"/>
                </a:cubicBezTo>
                <a:lnTo>
                  <a:pt x="1594936" y="130053"/>
                </a:lnTo>
                <a:lnTo>
                  <a:pt x="1554237" y="130053"/>
                </a:lnTo>
                <a:lnTo>
                  <a:pt x="1554237" y="126670"/>
                </a:lnTo>
                <a:cubicBezTo>
                  <a:pt x="1558322" y="126670"/>
                  <a:pt x="1561066" y="126274"/>
                  <a:pt x="1562468" y="125483"/>
                </a:cubicBezTo>
                <a:cubicBezTo>
                  <a:pt x="1563871" y="124693"/>
                  <a:pt x="1564983" y="123385"/>
                  <a:pt x="1565806" y="121559"/>
                </a:cubicBezTo>
                <a:cubicBezTo>
                  <a:pt x="1566630" y="119734"/>
                  <a:pt x="1567041" y="116236"/>
                  <a:pt x="1567041" y="111064"/>
                </a:cubicBezTo>
                <a:lnTo>
                  <a:pt x="1567041" y="78851"/>
                </a:lnTo>
                <a:cubicBezTo>
                  <a:pt x="1567041" y="69785"/>
                  <a:pt x="1566767" y="63915"/>
                  <a:pt x="1566218" y="61240"/>
                </a:cubicBezTo>
                <a:cubicBezTo>
                  <a:pt x="1565791" y="59293"/>
                  <a:pt x="1565121" y="57939"/>
                  <a:pt x="1564206" y="57178"/>
                </a:cubicBezTo>
                <a:cubicBezTo>
                  <a:pt x="1563291" y="56418"/>
                  <a:pt x="1562041" y="56038"/>
                  <a:pt x="1560456" y="56038"/>
                </a:cubicBezTo>
                <a:cubicBezTo>
                  <a:pt x="1558749" y="56038"/>
                  <a:pt x="1556676" y="56494"/>
                  <a:pt x="1554237" y="57407"/>
                </a:cubicBezTo>
                <a:lnTo>
                  <a:pt x="1552957" y="54120"/>
                </a:lnTo>
                <a:lnTo>
                  <a:pt x="1578199" y="43900"/>
                </a:lnTo>
                <a:lnTo>
                  <a:pt x="1582223" y="43900"/>
                </a:lnTo>
                <a:close/>
                <a:moveTo>
                  <a:pt x="1664567" y="120633"/>
                </a:moveTo>
                <a:cubicBezTo>
                  <a:pt x="1660482" y="124901"/>
                  <a:pt x="1656488" y="127965"/>
                  <a:pt x="1652586" y="129825"/>
                </a:cubicBezTo>
                <a:cubicBezTo>
                  <a:pt x="1648684" y="131684"/>
                  <a:pt x="1644477" y="132614"/>
                  <a:pt x="1639965" y="132614"/>
                </a:cubicBezTo>
                <a:cubicBezTo>
                  <a:pt x="1630819" y="132614"/>
                  <a:pt x="1622832" y="128797"/>
                  <a:pt x="1616003" y="121162"/>
                </a:cubicBezTo>
                <a:cubicBezTo>
                  <a:pt x="1609174" y="113525"/>
                  <a:pt x="1605759" y="103713"/>
                  <a:pt x="1605759" y="91724"/>
                </a:cubicBezTo>
                <a:cubicBezTo>
                  <a:pt x="1605759" y="79737"/>
                  <a:pt x="1609540" y="68770"/>
                  <a:pt x="1617100" y="58822"/>
                </a:cubicBezTo>
                <a:cubicBezTo>
                  <a:pt x="1624661" y="48874"/>
                  <a:pt x="1634386" y="43900"/>
                  <a:pt x="1646275" y="43900"/>
                </a:cubicBezTo>
                <a:cubicBezTo>
                  <a:pt x="1653653" y="43900"/>
                  <a:pt x="1659750" y="46247"/>
                  <a:pt x="1664567" y="50942"/>
                </a:cubicBezTo>
                <a:lnTo>
                  <a:pt x="1664567" y="35451"/>
                </a:lnTo>
                <a:cubicBezTo>
                  <a:pt x="1664567" y="25839"/>
                  <a:pt x="1664338" y="19930"/>
                  <a:pt x="1663881" y="17726"/>
                </a:cubicBezTo>
                <a:cubicBezTo>
                  <a:pt x="1663424" y="15521"/>
                  <a:pt x="1662707" y="14022"/>
                  <a:pt x="1661732" y="13227"/>
                </a:cubicBezTo>
                <a:cubicBezTo>
                  <a:pt x="1660756" y="12431"/>
                  <a:pt x="1659537" y="12032"/>
                  <a:pt x="1658073" y="12032"/>
                </a:cubicBezTo>
                <a:cubicBezTo>
                  <a:pt x="1656488" y="12032"/>
                  <a:pt x="1654385" y="12522"/>
                  <a:pt x="1651763" y="13502"/>
                </a:cubicBezTo>
                <a:lnTo>
                  <a:pt x="1650574" y="10286"/>
                </a:lnTo>
                <a:lnTo>
                  <a:pt x="1675542" y="0"/>
                </a:lnTo>
                <a:lnTo>
                  <a:pt x="1679658" y="0"/>
                </a:lnTo>
                <a:lnTo>
                  <a:pt x="1679658" y="96854"/>
                </a:lnTo>
                <a:cubicBezTo>
                  <a:pt x="1679658" y="106671"/>
                  <a:pt x="1679886" y="112661"/>
                  <a:pt x="1680343" y="114826"/>
                </a:cubicBezTo>
                <a:cubicBezTo>
                  <a:pt x="1680801" y="116990"/>
                  <a:pt x="1681532" y="118499"/>
                  <a:pt x="1682538" y="119353"/>
                </a:cubicBezTo>
                <a:cubicBezTo>
                  <a:pt x="1683544" y="120206"/>
                  <a:pt x="1684718" y="120633"/>
                  <a:pt x="1686060" y="120633"/>
                </a:cubicBezTo>
                <a:cubicBezTo>
                  <a:pt x="1687706" y="120633"/>
                  <a:pt x="1689901" y="120115"/>
                  <a:pt x="1692645" y="119078"/>
                </a:cubicBezTo>
                <a:lnTo>
                  <a:pt x="1693651" y="122280"/>
                </a:lnTo>
                <a:lnTo>
                  <a:pt x="1668774" y="132614"/>
                </a:lnTo>
                <a:lnTo>
                  <a:pt x="1664567" y="132614"/>
                </a:lnTo>
                <a:lnTo>
                  <a:pt x="1664567" y="120633"/>
                </a:lnTo>
                <a:moveTo>
                  <a:pt x="1664567" y="114251"/>
                </a:moveTo>
                <a:lnTo>
                  <a:pt x="1664567" y="71192"/>
                </a:lnTo>
                <a:cubicBezTo>
                  <a:pt x="1664201" y="67055"/>
                  <a:pt x="1663104" y="63284"/>
                  <a:pt x="1661274" y="59879"/>
                </a:cubicBezTo>
                <a:cubicBezTo>
                  <a:pt x="1659445" y="56473"/>
                  <a:pt x="1657022" y="53903"/>
                  <a:pt x="1654004" y="52171"/>
                </a:cubicBezTo>
                <a:cubicBezTo>
                  <a:pt x="1650985" y="50437"/>
                  <a:pt x="1648043" y="49570"/>
                  <a:pt x="1645178" y="49570"/>
                </a:cubicBezTo>
                <a:cubicBezTo>
                  <a:pt x="1639812" y="49570"/>
                  <a:pt x="1635026" y="51973"/>
                  <a:pt x="1630819" y="56778"/>
                </a:cubicBezTo>
                <a:cubicBezTo>
                  <a:pt x="1625270" y="63102"/>
                  <a:pt x="1622496" y="72346"/>
                  <a:pt x="1622496" y="84510"/>
                </a:cubicBezTo>
                <a:cubicBezTo>
                  <a:pt x="1622496" y="96796"/>
                  <a:pt x="1625179" y="106209"/>
                  <a:pt x="1630545" y="112748"/>
                </a:cubicBezTo>
                <a:cubicBezTo>
                  <a:pt x="1635910" y="119285"/>
                  <a:pt x="1641885" y="122554"/>
                  <a:pt x="1648470" y="122554"/>
                </a:cubicBezTo>
                <a:cubicBezTo>
                  <a:pt x="1654019" y="122554"/>
                  <a:pt x="1659384" y="119786"/>
                  <a:pt x="1664567" y="114251"/>
                </a:cubicBezTo>
                <a:close/>
                <a:moveTo>
                  <a:pt x="1746513" y="117981"/>
                </a:moveTo>
                <a:cubicBezTo>
                  <a:pt x="1737916" y="124627"/>
                  <a:pt x="1732520" y="128468"/>
                  <a:pt x="1730325" y="129505"/>
                </a:cubicBezTo>
                <a:cubicBezTo>
                  <a:pt x="1727033" y="131090"/>
                  <a:pt x="1723527" y="131883"/>
                  <a:pt x="1719808" y="131883"/>
                </a:cubicBezTo>
                <a:cubicBezTo>
                  <a:pt x="1714015" y="131883"/>
                  <a:pt x="1709244" y="129901"/>
                  <a:pt x="1705494" y="125938"/>
                </a:cubicBezTo>
                <a:cubicBezTo>
                  <a:pt x="1701745" y="121975"/>
                  <a:pt x="1699870" y="116762"/>
                  <a:pt x="1699870" y="110299"/>
                </a:cubicBezTo>
                <a:cubicBezTo>
                  <a:pt x="1699870" y="106213"/>
                  <a:pt x="1700784" y="102677"/>
                  <a:pt x="1702614" y="99689"/>
                </a:cubicBezTo>
                <a:cubicBezTo>
                  <a:pt x="1705113" y="95543"/>
                  <a:pt x="1709458" y="91641"/>
                  <a:pt x="1715646" y="87983"/>
                </a:cubicBezTo>
                <a:cubicBezTo>
                  <a:pt x="1721835" y="84324"/>
                  <a:pt x="1732124" y="79873"/>
                  <a:pt x="1746513" y="74630"/>
                </a:cubicBezTo>
                <a:lnTo>
                  <a:pt x="1746513" y="71337"/>
                </a:lnTo>
                <a:cubicBezTo>
                  <a:pt x="1746513" y="62984"/>
                  <a:pt x="1745187" y="57253"/>
                  <a:pt x="1742535" y="54143"/>
                </a:cubicBezTo>
                <a:cubicBezTo>
                  <a:pt x="1739883" y="51034"/>
                  <a:pt x="1736026" y="49479"/>
                  <a:pt x="1730966" y="49479"/>
                </a:cubicBezTo>
                <a:cubicBezTo>
                  <a:pt x="1727124" y="49479"/>
                  <a:pt x="1724076" y="50512"/>
                  <a:pt x="1721820" y="52577"/>
                </a:cubicBezTo>
                <a:cubicBezTo>
                  <a:pt x="1719503" y="54642"/>
                  <a:pt x="1718344" y="57012"/>
                  <a:pt x="1718344" y="59685"/>
                </a:cubicBezTo>
                <a:lnTo>
                  <a:pt x="1718527" y="64970"/>
                </a:lnTo>
                <a:cubicBezTo>
                  <a:pt x="1718527" y="67763"/>
                  <a:pt x="1717811" y="69919"/>
                  <a:pt x="1716378" y="71437"/>
                </a:cubicBezTo>
                <a:cubicBezTo>
                  <a:pt x="1714945" y="72956"/>
                  <a:pt x="1713070" y="73715"/>
                  <a:pt x="1710753" y="73715"/>
                </a:cubicBezTo>
                <a:cubicBezTo>
                  <a:pt x="1708497" y="73715"/>
                  <a:pt x="1706653" y="72925"/>
                  <a:pt x="1705220" y="71346"/>
                </a:cubicBezTo>
                <a:cubicBezTo>
                  <a:pt x="1703787" y="69764"/>
                  <a:pt x="1703071" y="67606"/>
                  <a:pt x="1703071" y="64870"/>
                </a:cubicBezTo>
                <a:cubicBezTo>
                  <a:pt x="1703071" y="59643"/>
                  <a:pt x="1705754" y="54842"/>
                  <a:pt x="1711119" y="50465"/>
                </a:cubicBezTo>
                <a:cubicBezTo>
                  <a:pt x="1716485" y="46088"/>
                  <a:pt x="1724015" y="43900"/>
                  <a:pt x="1733709" y="43900"/>
                </a:cubicBezTo>
                <a:cubicBezTo>
                  <a:pt x="1741148" y="43900"/>
                  <a:pt x="1747245" y="45148"/>
                  <a:pt x="1752001" y="47644"/>
                </a:cubicBezTo>
                <a:cubicBezTo>
                  <a:pt x="1755598" y="49532"/>
                  <a:pt x="1758251" y="52486"/>
                  <a:pt x="1759958" y="56507"/>
                </a:cubicBezTo>
                <a:cubicBezTo>
                  <a:pt x="1761055" y="59125"/>
                  <a:pt x="1761604" y="64484"/>
                  <a:pt x="1761604" y="72583"/>
                </a:cubicBezTo>
                <a:lnTo>
                  <a:pt x="1761604" y="100993"/>
                </a:lnTo>
                <a:cubicBezTo>
                  <a:pt x="1761604" y="108970"/>
                  <a:pt x="1761756" y="113858"/>
                  <a:pt x="1762061" y="115655"/>
                </a:cubicBezTo>
                <a:cubicBezTo>
                  <a:pt x="1762366" y="117451"/>
                  <a:pt x="1762869" y="118655"/>
                  <a:pt x="1763570" y="119264"/>
                </a:cubicBezTo>
                <a:cubicBezTo>
                  <a:pt x="1764272" y="119872"/>
                  <a:pt x="1765079" y="120176"/>
                  <a:pt x="1765994" y="120176"/>
                </a:cubicBezTo>
                <a:cubicBezTo>
                  <a:pt x="1766970" y="120176"/>
                  <a:pt x="1767823" y="119963"/>
                  <a:pt x="1768555" y="119536"/>
                </a:cubicBezTo>
                <a:cubicBezTo>
                  <a:pt x="1769835" y="118743"/>
                  <a:pt x="1772305" y="116518"/>
                  <a:pt x="1775963" y="112859"/>
                </a:cubicBezTo>
                <a:lnTo>
                  <a:pt x="1775963" y="117981"/>
                </a:lnTo>
                <a:cubicBezTo>
                  <a:pt x="1769134" y="127127"/>
                  <a:pt x="1762610" y="131700"/>
                  <a:pt x="1756391" y="131700"/>
                </a:cubicBezTo>
                <a:cubicBezTo>
                  <a:pt x="1753403" y="131700"/>
                  <a:pt x="1751025" y="130663"/>
                  <a:pt x="1749257" y="128590"/>
                </a:cubicBezTo>
                <a:cubicBezTo>
                  <a:pt x="1747489" y="126517"/>
                  <a:pt x="1746574" y="122981"/>
                  <a:pt x="1746513" y="117981"/>
                </a:cubicBezTo>
                <a:moveTo>
                  <a:pt x="1746513" y="111985"/>
                </a:moveTo>
                <a:lnTo>
                  <a:pt x="1746513" y="80209"/>
                </a:lnTo>
                <a:cubicBezTo>
                  <a:pt x="1737307" y="83850"/>
                  <a:pt x="1731362" y="86430"/>
                  <a:pt x="1728679" y="87948"/>
                </a:cubicBezTo>
                <a:cubicBezTo>
                  <a:pt x="1723862" y="90620"/>
                  <a:pt x="1720417" y="93412"/>
                  <a:pt x="1718344" y="96325"/>
                </a:cubicBezTo>
                <a:cubicBezTo>
                  <a:pt x="1716271" y="99239"/>
                  <a:pt x="1715235" y="102425"/>
                  <a:pt x="1715235" y="105886"/>
                </a:cubicBezTo>
                <a:cubicBezTo>
                  <a:pt x="1715235" y="110257"/>
                  <a:pt x="1716546" y="113883"/>
                  <a:pt x="1719167" y="116766"/>
                </a:cubicBezTo>
                <a:cubicBezTo>
                  <a:pt x="1721789" y="119649"/>
                  <a:pt x="1724807" y="121091"/>
                  <a:pt x="1728222" y="121091"/>
                </a:cubicBezTo>
                <a:cubicBezTo>
                  <a:pt x="1732856" y="121091"/>
                  <a:pt x="1738953" y="118055"/>
                  <a:pt x="1746513" y="111985"/>
                </a:cubicBezTo>
                <a:close/>
                <a:moveTo>
                  <a:pt x="1806538" y="18657"/>
                </a:moveTo>
                <a:lnTo>
                  <a:pt x="1806538" y="46278"/>
                </a:lnTo>
                <a:lnTo>
                  <a:pt x="1826110" y="46278"/>
                </a:lnTo>
                <a:lnTo>
                  <a:pt x="1826110" y="52680"/>
                </a:lnTo>
                <a:lnTo>
                  <a:pt x="1806538" y="52680"/>
                </a:lnTo>
                <a:lnTo>
                  <a:pt x="1806538" y="106932"/>
                </a:lnTo>
                <a:cubicBezTo>
                  <a:pt x="1806538" y="112353"/>
                  <a:pt x="1807316" y="116007"/>
                  <a:pt x="1808871" y="117895"/>
                </a:cubicBezTo>
                <a:cubicBezTo>
                  <a:pt x="1810425" y="119782"/>
                  <a:pt x="1812422" y="120725"/>
                  <a:pt x="1814861" y="120725"/>
                </a:cubicBezTo>
                <a:cubicBezTo>
                  <a:pt x="1816873" y="120725"/>
                  <a:pt x="1818824" y="120100"/>
                  <a:pt x="1820714" y="118850"/>
                </a:cubicBezTo>
                <a:cubicBezTo>
                  <a:pt x="1822604" y="117600"/>
                  <a:pt x="1824068" y="115756"/>
                  <a:pt x="1825104" y="113317"/>
                </a:cubicBezTo>
                <a:lnTo>
                  <a:pt x="1828671" y="113317"/>
                </a:lnTo>
                <a:cubicBezTo>
                  <a:pt x="1826537" y="119309"/>
                  <a:pt x="1823519" y="123841"/>
                  <a:pt x="1819617" y="126912"/>
                </a:cubicBezTo>
                <a:cubicBezTo>
                  <a:pt x="1815715" y="129982"/>
                  <a:pt x="1811690" y="131517"/>
                  <a:pt x="1807544" y="131517"/>
                </a:cubicBezTo>
                <a:cubicBezTo>
                  <a:pt x="1804740" y="131517"/>
                  <a:pt x="1801996" y="130738"/>
                  <a:pt x="1799313" y="129182"/>
                </a:cubicBezTo>
                <a:cubicBezTo>
                  <a:pt x="1796630" y="127625"/>
                  <a:pt x="1794649" y="125398"/>
                  <a:pt x="1793368" y="122500"/>
                </a:cubicBezTo>
                <a:cubicBezTo>
                  <a:pt x="1792088" y="119600"/>
                  <a:pt x="1791448" y="115128"/>
                  <a:pt x="1791448" y="109084"/>
                </a:cubicBezTo>
                <a:lnTo>
                  <a:pt x="1791448" y="52680"/>
                </a:lnTo>
                <a:lnTo>
                  <a:pt x="1778186" y="52680"/>
                </a:lnTo>
                <a:lnTo>
                  <a:pt x="1778186" y="49662"/>
                </a:lnTo>
                <a:cubicBezTo>
                  <a:pt x="1781540" y="48317"/>
                  <a:pt x="1784969" y="46039"/>
                  <a:pt x="1788475" y="42828"/>
                </a:cubicBezTo>
                <a:cubicBezTo>
                  <a:pt x="1791981" y="39618"/>
                  <a:pt x="1795106" y="35811"/>
                  <a:pt x="1797850" y="31407"/>
                </a:cubicBezTo>
                <a:cubicBezTo>
                  <a:pt x="1799252" y="29085"/>
                  <a:pt x="1801203" y="24835"/>
                  <a:pt x="1803703" y="18657"/>
                </a:cubicBezTo>
                <a:lnTo>
                  <a:pt x="1806538" y="18657"/>
                </a:lnTo>
                <a:close/>
                <a:moveTo>
                  <a:pt x="1848366" y="77922"/>
                </a:moveTo>
                <a:cubicBezTo>
                  <a:pt x="1848305" y="90332"/>
                  <a:pt x="1851323" y="100066"/>
                  <a:pt x="1857420" y="107123"/>
                </a:cubicBezTo>
                <a:cubicBezTo>
                  <a:pt x="1863518" y="114179"/>
                  <a:pt x="1870682" y="117707"/>
                  <a:pt x="1878913" y="117707"/>
                </a:cubicBezTo>
                <a:cubicBezTo>
                  <a:pt x="1884401" y="117707"/>
                  <a:pt x="1889172" y="116198"/>
                  <a:pt x="1893226" y="113179"/>
                </a:cubicBezTo>
                <a:cubicBezTo>
                  <a:pt x="1897281" y="110161"/>
                  <a:pt x="1900680" y="104994"/>
                  <a:pt x="1903424" y="97677"/>
                </a:cubicBezTo>
                <a:lnTo>
                  <a:pt x="1906259" y="99506"/>
                </a:lnTo>
                <a:cubicBezTo>
                  <a:pt x="1904979" y="107860"/>
                  <a:pt x="1901259" y="115466"/>
                  <a:pt x="1895101" y="122325"/>
                </a:cubicBezTo>
                <a:cubicBezTo>
                  <a:pt x="1888943" y="129185"/>
                  <a:pt x="1881230" y="132614"/>
                  <a:pt x="1871962" y="132614"/>
                </a:cubicBezTo>
                <a:cubicBezTo>
                  <a:pt x="1861902" y="132614"/>
                  <a:pt x="1853290" y="128705"/>
                  <a:pt x="1846125" y="120888"/>
                </a:cubicBezTo>
                <a:cubicBezTo>
                  <a:pt x="1838961" y="113068"/>
                  <a:pt x="1835379" y="102556"/>
                  <a:pt x="1835379" y="89352"/>
                </a:cubicBezTo>
                <a:cubicBezTo>
                  <a:pt x="1835379" y="75054"/>
                  <a:pt x="1839053" y="63904"/>
                  <a:pt x="1846400" y="55904"/>
                </a:cubicBezTo>
                <a:cubicBezTo>
                  <a:pt x="1853747" y="47901"/>
                  <a:pt x="1862969" y="43900"/>
                  <a:pt x="1874066" y="43900"/>
                </a:cubicBezTo>
                <a:cubicBezTo>
                  <a:pt x="1883456" y="43900"/>
                  <a:pt x="1891169" y="46987"/>
                  <a:pt x="1897205" y="53160"/>
                </a:cubicBezTo>
                <a:cubicBezTo>
                  <a:pt x="1903241" y="59332"/>
                  <a:pt x="1906259" y="67586"/>
                  <a:pt x="1906259" y="77922"/>
                </a:cubicBezTo>
                <a:lnTo>
                  <a:pt x="1848366" y="77922"/>
                </a:lnTo>
                <a:moveTo>
                  <a:pt x="1848366" y="72618"/>
                </a:moveTo>
                <a:lnTo>
                  <a:pt x="1887144" y="72618"/>
                </a:lnTo>
                <a:cubicBezTo>
                  <a:pt x="1886839" y="67252"/>
                  <a:pt x="1886199" y="63472"/>
                  <a:pt x="1885224" y="61277"/>
                </a:cubicBezTo>
                <a:cubicBezTo>
                  <a:pt x="1883699" y="57863"/>
                  <a:pt x="1881428" y="55180"/>
                  <a:pt x="1878410" y="53229"/>
                </a:cubicBezTo>
                <a:cubicBezTo>
                  <a:pt x="1875392" y="51278"/>
                  <a:pt x="1872237" y="50302"/>
                  <a:pt x="1868944" y="50302"/>
                </a:cubicBezTo>
                <a:cubicBezTo>
                  <a:pt x="1863884" y="50302"/>
                  <a:pt x="1859356" y="52268"/>
                  <a:pt x="1855363" y="56201"/>
                </a:cubicBezTo>
                <a:cubicBezTo>
                  <a:pt x="1851369" y="60134"/>
                  <a:pt x="1849037" y="65606"/>
                  <a:pt x="1848366" y="72618"/>
                </a:cubicBezTo>
                <a:close/>
                <a:moveTo>
                  <a:pt x="1988600" y="18657"/>
                </a:moveTo>
                <a:lnTo>
                  <a:pt x="1988600" y="46278"/>
                </a:lnTo>
                <a:lnTo>
                  <a:pt x="2008172" y="46278"/>
                </a:lnTo>
                <a:lnTo>
                  <a:pt x="2008172" y="52680"/>
                </a:lnTo>
                <a:lnTo>
                  <a:pt x="1988600" y="52680"/>
                </a:lnTo>
                <a:lnTo>
                  <a:pt x="1988600" y="106932"/>
                </a:lnTo>
                <a:cubicBezTo>
                  <a:pt x="1988600" y="112353"/>
                  <a:pt x="1989378" y="116007"/>
                  <a:pt x="1990932" y="117895"/>
                </a:cubicBezTo>
                <a:cubicBezTo>
                  <a:pt x="1992487" y="119782"/>
                  <a:pt x="1994484" y="120725"/>
                  <a:pt x="1996923" y="120725"/>
                </a:cubicBezTo>
                <a:cubicBezTo>
                  <a:pt x="1998935" y="120725"/>
                  <a:pt x="2000886" y="120100"/>
                  <a:pt x="2002776" y="118850"/>
                </a:cubicBezTo>
                <a:cubicBezTo>
                  <a:pt x="2004666" y="117600"/>
                  <a:pt x="2006130" y="115756"/>
                  <a:pt x="2007166" y="113317"/>
                </a:cubicBezTo>
                <a:lnTo>
                  <a:pt x="2010733" y="113317"/>
                </a:lnTo>
                <a:cubicBezTo>
                  <a:pt x="2008599" y="119309"/>
                  <a:pt x="2005581" y="123841"/>
                  <a:pt x="2001679" y="126912"/>
                </a:cubicBezTo>
                <a:cubicBezTo>
                  <a:pt x="1997777" y="129982"/>
                  <a:pt x="1993752" y="131517"/>
                  <a:pt x="1989606" y="131517"/>
                </a:cubicBezTo>
                <a:cubicBezTo>
                  <a:pt x="1986802" y="131517"/>
                  <a:pt x="1984058" y="130738"/>
                  <a:pt x="1981375" y="129182"/>
                </a:cubicBezTo>
                <a:cubicBezTo>
                  <a:pt x="1978692" y="127625"/>
                  <a:pt x="1976711" y="125398"/>
                  <a:pt x="1975430" y="122500"/>
                </a:cubicBezTo>
                <a:cubicBezTo>
                  <a:pt x="1974150" y="119600"/>
                  <a:pt x="1973510" y="115128"/>
                  <a:pt x="1973510" y="109084"/>
                </a:cubicBezTo>
                <a:lnTo>
                  <a:pt x="1973510" y="52680"/>
                </a:lnTo>
                <a:lnTo>
                  <a:pt x="1960248" y="52680"/>
                </a:lnTo>
                <a:lnTo>
                  <a:pt x="1960248" y="49662"/>
                </a:lnTo>
                <a:cubicBezTo>
                  <a:pt x="1963602" y="48317"/>
                  <a:pt x="1967031" y="46039"/>
                  <a:pt x="1970537" y="42828"/>
                </a:cubicBezTo>
                <a:cubicBezTo>
                  <a:pt x="1974043" y="39618"/>
                  <a:pt x="1977168" y="35811"/>
                  <a:pt x="1979912" y="31407"/>
                </a:cubicBezTo>
                <a:cubicBezTo>
                  <a:pt x="1981314" y="29085"/>
                  <a:pt x="1983265" y="24835"/>
                  <a:pt x="1985765" y="18657"/>
                </a:cubicBezTo>
                <a:lnTo>
                  <a:pt x="1988600" y="18657"/>
                </a:lnTo>
                <a:close/>
                <a:moveTo>
                  <a:pt x="2057316" y="43900"/>
                </a:moveTo>
                <a:cubicBezTo>
                  <a:pt x="2069999" y="43900"/>
                  <a:pt x="2080181" y="48712"/>
                  <a:pt x="2087863" y="58336"/>
                </a:cubicBezTo>
                <a:cubicBezTo>
                  <a:pt x="2094387" y="66558"/>
                  <a:pt x="2097649" y="75999"/>
                  <a:pt x="2097649" y="86659"/>
                </a:cubicBezTo>
                <a:cubicBezTo>
                  <a:pt x="2097649" y="94151"/>
                  <a:pt x="2095851" y="101735"/>
                  <a:pt x="2092253" y="109410"/>
                </a:cubicBezTo>
                <a:cubicBezTo>
                  <a:pt x="2088656" y="117083"/>
                  <a:pt x="2083702" y="122868"/>
                  <a:pt x="2077391" y="126767"/>
                </a:cubicBezTo>
                <a:cubicBezTo>
                  <a:pt x="2071081" y="130665"/>
                  <a:pt x="2064054" y="132614"/>
                  <a:pt x="2056310" y="132614"/>
                </a:cubicBezTo>
                <a:cubicBezTo>
                  <a:pt x="2043689" y="132614"/>
                  <a:pt x="2033659" y="127589"/>
                  <a:pt x="2026221" y="117538"/>
                </a:cubicBezTo>
                <a:cubicBezTo>
                  <a:pt x="2019941" y="109072"/>
                  <a:pt x="2016800" y="99571"/>
                  <a:pt x="2016800" y="89035"/>
                </a:cubicBezTo>
                <a:cubicBezTo>
                  <a:pt x="2016800" y="81360"/>
                  <a:pt x="2018706" y="73731"/>
                  <a:pt x="2022517" y="66147"/>
                </a:cubicBezTo>
                <a:cubicBezTo>
                  <a:pt x="2026327" y="58564"/>
                  <a:pt x="2031342" y="52960"/>
                  <a:pt x="2037561" y="49336"/>
                </a:cubicBezTo>
                <a:cubicBezTo>
                  <a:pt x="2043781" y="45712"/>
                  <a:pt x="2050366" y="43900"/>
                  <a:pt x="2057316" y="43900"/>
                </a:cubicBezTo>
                <a:moveTo>
                  <a:pt x="2054481" y="49936"/>
                </a:moveTo>
                <a:cubicBezTo>
                  <a:pt x="2051250" y="49936"/>
                  <a:pt x="2048003" y="50896"/>
                  <a:pt x="2044741" y="52814"/>
                </a:cubicBezTo>
                <a:cubicBezTo>
                  <a:pt x="2041479" y="54733"/>
                  <a:pt x="2038842" y="58098"/>
                  <a:pt x="2036830" y="62909"/>
                </a:cubicBezTo>
                <a:cubicBezTo>
                  <a:pt x="2034818" y="67720"/>
                  <a:pt x="2033812" y="73901"/>
                  <a:pt x="2033812" y="81452"/>
                </a:cubicBezTo>
                <a:cubicBezTo>
                  <a:pt x="2033812" y="93631"/>
                  <a:pt x="2036235" y="104137"/>
                  <a:pt x="2041083" y="112968"/>
                </a:cubicBezTo>
                <a:cubicBezTo>
                  <a:pt x="2045930" y="121797"/>
                  <a:pt x="2052317" y="126212"/>
                  <a:pt x="2060243" y="126212"/>
                </a:cubicBezTo>
                <a:cubicBezTo>
                  <a:pt x="2066157" y="126212"/>
                  <a:pt x="2071035" y="123776"/>
                  <a:pt x="2074876" y="118904"/>
                </a:cubicBezTo>
                <a:cubicBezTo>
                  <a:pt x="2078718" y="114032"/>
                  <a:pt x="2080638" y="105659"/>
                  <a:pt x="2080638" y="93785"/>
                </a:cubicBezTo>
                <a:cubicBezTo>
                  <a:pt x="2080638" y="78925"/>
                  <a:pt x="2077437" y="67231"/>
                  <a:pt x="2071035" y="58705"/>
                </a:cubicBezTo>
                <a:cubicBezTo>
                  <a:pt x="2066706" y="52859"/>
                  <a:pt x="2061188" y="49936"/>
                  <a:pt x="2054481" y="49936"/>
                </a:cubicBezTo>
                <a:close/>
                <a:moveTo>
                  <a:pt x="2134781" y="0"/>
                </a:moveTo>
                <a:lnTo>
                  <a:pt x="2134781" y="83318"/>
                </a:lnTo>
                <a:lnTo>
                  <a:pt x="2156091" y="63929"/>
                </a:lnTo>
                <a:cubicBezTo>
                  <a:pt x="2160603" y="59783"/>
                  <a:pt x="2163225" y="57161"/>
                  <a:pt x="2163957" y="56064"/>
                </a:cubicBezTo>
                <a:cubicBezTo>
                  <a:pt x="2164444" y="55332"/>
                  <a:pt x="2164688" y="54601"/>
                  <a:pt x="2164688" y="53869"/>
                </a:cubicBezTo>
                <a:cubicBezTo>
                  <a:pt x="2164688" y="52649"/>
                  <a:pt x="2164185" y="51598"/>
                  <a:pt x="2163179" y="50714"/>
                </a:cubicBezTo>
                <a:cubicBezTo>
                  <a:pt x="2162173" y="49829"/>
                  <a:pt x="2160512" y="49326"/>
                  <a:pt x="2158195" y="49204"/>
                </a:cubicBezTo>
                <a:lnTo>
                  <a:pt x="2158195" y="46278"/>
                </a:lnTo>
                <a:lnTo>
                  <a:pt x="2194595" y="46278"/>
                </a:lnTo>
                <a:lnTo>
                  <a:pt x="2194595" y="49204"/>
                </a:lnTo>
                <a:cubicBezTo>
                  <a:pt x="2189595" y="49326"/>
                  <a:pt x="2185434" y="50089"/>
                  <a:pt x="2182111" y="51491"/>
                </a:cubicBezTo>
                <a:cubicBezTo>
                  <a:pt x="2178788" y="52893"/>
                  <a:pt x="2175145" y="55393"/>
                  <a:pt x="2171182" y="58991"/>
                </a:cubicBezTo>
                <a:lnTo>
                  <a:pt x="2149689" y="78837"/>
                </a:lnTo>
                <a:lnTo>
                  <a:pt x="2171182" y="105949"/>
                </a:lnTo>
                <a:cubicBezTo>
                  <a:pt x="2177157" y="113433"/>
                  <a:pt x="2181181" y="118179"/>
                  <a:pt x="2183254" y="120187"/>
                </a:cubicBezTo>
                <a:cubicBezTo>
                  <a:pt x="2186181" y="123047"/>
                  <a:pt x="2188742" y="124904"/>
                  <a:pt x="2190937" y="125758"/>
                </a:cubicBezTo>
                <a:cubicBezTo>
                  <a:pt x="2192461" y="126366"/>
                  <a:pt x="2195113" y="126670"/>
                  <a:pt x="2198894" y="126670"/>
                </a:cubicBezTo>
                <a:lnTo>
                  <a:pt x="2198894" y="130053"/>
                </a:lnTo>
                <a:lnTo>
                  <a:pt x="2158195" y="130053"/>
                </a:lnTo>
                <a:lnTo>
                  <a:pt x="2158195" y="126670"/>
                </a:lnTo>
                <a:cubicBezTo>
                  <a:pt x="2160512" y="126609"/>
                  <a:pt x="2162082" y="126259"/>
                  <a:pt x="2162905" y="125621"/>
                </a:cubicBezTo>
                <a:cubicBezTo>
                  <a:pt x="2163728" y="124980"/>
                  <a:pt x="2164140" y="124083"/>
                  <a:pt x="2164140" y="122928"/>
                </a:cubicBezTo>
                <a:cubicBezTo>
                  <a:pt x="2164140" y="121528"/>
                  <a:pt x="2162920" y="119277"/>
                  <a:pt x="2160481" y="116175"/>
                </a:cubicBezTo>
                <a:lnTo>
                  <a:pt x="2134781" y="83410"/>
                </a:lnTo>
                <a:lnTo>
                  <a:pt x="2134781" y="111153"/>
                </a:lnTo>
                <a:cubicBezTo>
                  <a:pt x="2134781" y="116568"/>
                  <a:pt x="2135163" y="120128"/>
                  <a:pt x="2135925" y="121834"/>
                </a:cubicBezTo>
                <a:cubicBezTo>
                  <a:pt x="2136687" y="123537"/>
                  <a:pt x="2137769" y="124754"/>
                  <a:pt x="2139171" y="125483"/>
                </a:cubicBezTo>
                <a:cubicBezTo>
                  <a:pt x="2140574" y="126213"/>
                  <a:pt x="2143622" y="126609"/>
                  <a:pt x="2148317" y="126670"/>
                </a:cubicBezTo>
                <a:lnTo>
                  <a:pt x="2148317" y="130053"/>
                </a:lnTo>
                <a:lnTo>
                  <a:pt x="2105698" y="130053"/>
                </a:lnTo>
                <a:lnTo>
                  <a:pt x="2105698" y="126670"/>
                </a:lnTo>
                <a:cubicBezTo>
                  <a:pt x="2109966" y="126670"/>
                  <a:pt x="2113167" y="126151"/>
                  <a:pt x="2115301" y="125115"/>
                </a:cubicBezTo>
                <a:cubicBezTo>
                  <a:pt x="2116581" y="124446"/>
                  <a:pt x="2117557" y="123410"/>
                  <a:pt x="2118228" y="122008"/>
                </a:cubicBezTo>
                <a:cubicBezTo>
                  <a:pt x="2119142" y="119998"/>
                  <a:pt x="2119599" y="116525"/>
                  <a:pt x="2119599" y="111590"/>
                </a:cubicBezTo>
                <a:lnTo>
                  <a:pt x="2119599" y="35369"/>
                </a:lnTo>
                <a:cubicBezTo>
                  <a:pt x="2119599" y="25682"/>
                  <a:pt x="2119386" y="19757"/>
                  <a:pt x="2118959" y="17594"/>
                </a:cubicBezTo>
                <a:cubicBezTo>
                  <a:pt x="2118532" y="15430"/>
                  <a:pt x="2117831" y="13937"/>
                  <a:pt x="2116856" y="13116"/>
                </a:cubicBezTo>
                <a:cubicBezTo>
                  <a:pt x="2115880" y="12293"/>
                  <a:pt x="2114600" y="11881"/>
                  <a:pt x="2113014" y="11881"/>
                </a:cubicBezTo>
                <a:cubicBezTo>
                  <a:pt x="2111734" y="11881"/>
                  <a:pt x="2109813" y="12399"/>
                  <a:pt x="2107253" y="13436"/>
                </a:cubicBezTo>
                <a:lnTo>
                  <a:pt x="2105698" y="10235"/>
                </a:lnTo>
                <a:lnTo>
                  <a:pt x="2130574" y="0"/>
                </a:lnTo>
                <a:lnTo>
                  <a:pt x="2134781" y="0"/>
                </a:lnTo>
                <a:close/>
                <a:moveTo>
                  <a:pt x="2217734" y="77922"/>
                </a:moveTo>
                <a:cubicBezTo>
                  <a:pt x="2217673" y="90332"/>
                  <a:pt x="2220691" y="100066"/>
                  <a:pt x="2226788" y="107123"/>
                </a:cubicBezTo>
                <a:cubicBezTo>
                  <a:pt x="2232886" y="114179"/>
                  <a:pt x="2240050" y="117707"/>
                  <a:pt x="2248281" y="117707"/>
                </a:cubicBezTo>
                <a:cubicBezTo>
                  <a:pt x="2253768" y="117707"/>
                  <a:pt x="2258540" y="116198"/>
                  <a:pt x="2262594" y="113179"/>
                </a:cubicBezTo>
                <a:cubicBezTo>
                  <a:pt x="2266649" y="110161"/>
                  <a:pt x="2270048" y="104994"/>
                  <a:pt x="2272792" y="97677"/>
                </a:cubicBezTo>
                <a:lnTo>
                  <a:pt x="2275627" y="99506"/>
                </a:lnTo>
                <a:cubicBezTo>
                  <a:pt x="2274347" y="107860"/>
                  <a:pt x="2270627" y="115466"/>
                  <a:pt x="2264469" y="122325"/>
                </a:cubicBezTo>
                <a:cubicBezTo>
                  <a:pt x="2258311" y="129185"/>
                  <a:pt x="2250598" y="132614"/>
                  <a:pt x="2241330" y="132614"/>
                </a:cubicBezTo>
                <a:cubicBezTo>
                  <a:pt x="2231270" y="132614"/>
                  <a:pt x="2222657" y="128705"/>
                  <a:pt x="2215493" y="120888"/>
                </a:cubicBezTo>
                <a:cubicBezTo>
                  <a:pt x="2208329" y="113068"/>
                  <a:pt x="2204747" y="102556"/>
                  <a:pt x="2204747" y="89352"/>
                </a:cubicBezTo>
                <a:cubicBezTo>
                  <a:pt x="2204747" y="75054"/>
                  <a:pt x="2208420" y="63904"/>
                  <a:pt x="2215768" y="55904"/>
                </a:cubicBezTo>
                <a:cubicBezTo>
                  <a:pt x="2223115" y="47901"/>
                  <a:pt x="2232337" y="43900"/>
                  <a:pt x="2243434" y="43900"/>
                </a:cubicBezTo>
                <a:cubicBezTo>
                  <a:pt x="2252823" y="43900"/>
                  <a:pt x="2260536" y="46987"/>
                  <a:pt x="2266573" y="53160"/>
                </a:cubicBezTo>
                <a:cubicBezTo>
                  <a:pt x="2272609" y="59332"/>
                  <a:pt x="2275627" y="67586"/>
                  <a:pt x="2275627" y="77922"/>
                </a:cubicBezTo>
                <a:lnTo>
                  <a:pt x="2217734" y="77922"/>
                </a:lnTo>
                <a:moveTo>
                  <a:pt x="2217734" y="72618"/>
                </a:moveTo>
                <a:lnTo>
                  <a:pt x="2256512" y="72618"/>
                </a:lnTo>
                <a:cubicBezTo>
                  <a:pt x="2256207" y="67252"/>
                  <a:pt x="2255567" y="63472"/>
                  <a:pt x="2254592" y="61277"/>
                </a:cubicBezTo>
                <a:cubicBezTo>
                  <a:pt x="2253067" y="57863"/>
                  <a:pt x="2250796" y="55180"/>
                  <a:pt x="2247778" y="53229"/>
                </a:cubicBezTo>
                <a:cubicBezTo>
                  <a:pt x="2244760" y="51278"/>
                  <a:pt x="2241605" y="50302"/>
                  <a:pt x="2238312" y="50302"/>
                </a:cubicBezTo>
                <a:cubicBezTo>
                  <a:pt x="2233251" y="50302"/>
                  <a:pt x="2228724" y="52268"/>
                  <a:pt x="2224731" y="56201"/>
                </a:cubicBezTo>
                <a:cubicBezTo>
                  <a:pt x="2220737" y="60134"/>
                  <a:pt x="2218405" y="65606"/>
                  <a:pt x="2217734" y="72618"/>
                </a:cubicBezTo>
                <a:close/>
                <a:moveTo>
                  <a:pt x="2311233" y="61643"/>
                </a:moveTo>
                <a:cubicBezTo>
                  <a:pt x="2321050" y="49814"/>
                  <a:pt x="2330409" y="43900"/>
                  <a:pt x="2339311" y="43900"/>
                </a:cubicBezTo>
                <a:cubicBezTo>
                  <a:pt x="2343884" y="43900"/>
                  <a:pt x="2347816" y="45041"/>
                  <a:pt x="2351109" y="47324"/>
                </a:cubicBezTo>
                <a:cubicBezTo>
                  <a:pt x="2354401" y="49605"/>
                  <a:pt x="2357023" y="53361"/>
                  <a:pt x="2358974" y="58593"/>
                </a:cubicBezTo>
                <a:cubicBezTo>
                  <a:pt x="2360316" y="62242"/>
                  <a:pt x="2360986" y="67839"/>
                  <a:pt x="2360986" y="75384"/>
                </a:cubicBezTo>
                <a:lnTo>
                  <a:pt x="2360986" y="111064"/>
                </a:lnTo>
                <a:cubicBezTo>
                  <a:pt x="2360986" y="116358"/>
                  <a:pt x="2361413" y="119947"/>
                  <a:pt x="2362267" y="121834"/>
                </a:cubicBezTo>
                <a:cubicBezTo>
                  <a:pt x="2362937" y="123354"/>
                  <a:pt x="2364020" y="124540"/>
                  <a:pt x="2365514" y="125392"/>
                </a:cubicBezTo>
                <a:cubicBezTo>
                  <a:pt x="2367007" y="126244"/>
                  <a:pt x="2369766" y="126670"/>
                  <a:pt x="2373791" y="126670"/>
                </a:cubicBezTo>
                <a:lnTo>
                  <a:pt x="2373791" y="130053"/>
                </a:lnTo>
                <a:lnTo>
                  <a:pt x="2332360" y="130053"/>
                </a:lnTo>
                <a:lnTo>
                  <a:pt x="2332360" y="126670"/>
                </a:lnTo>
                <a:lnTo>
                  <a:pt x="2334098" y="126670"/>
                </a:lnTo>
                <a:cubicBezTo>
                  <a:pt x="2338000" y="126670"/>
                  <a:pt x="2340728" y="126078"/>
                  <a:pt x="2342283" y="124895"/>
                </a:cubicBezTo>
                <a:cubicBezTo>
                  <a:pt x="2343838" y="123711"/>
                  <a:pt x="2344920" y="121968"/>
                  <a:pt x="2345530" y="119664"/>
                </a:cubicBezTo>
                <a:cubicBezTo>
                  <a:pt x="2345774" y="118754"/>
                  <a:pt x="2345896" y="115902"/>
                  <a:pt x="2345896" y="111110"/>
                </a:cubicBezTo>
                <a:lnTo>
                  <a:pt x="2345896" y="76988"/>
                </a:lnTo>
                <a:cubicBezTo>
                  <a:pt x="2345896" y="69406"/>
                  <a:pt x="2344905" y="63902"/>
                  <a:pt x="2342923" y="60474"/>
                </a:cubicBezTo>
                <a:cubicBezTo>
                  <a:pt x="2340942" y="57046"/>
                  <a:pt x="2337604" y="55332"/>
                  <a:pt x="2332909" y="55332"/>
                </a:cubicBezTo>
                <a:cubicBezTo>
                  <a:pt x="2325653" y="55332"/>
                  <a:pt x="2318428" y="59275"/>
                  <a:pt x="2311233" y="67162"/>
                </a:cubicBezTo>
                <a:lnTo>
                  <a:pt x="2311233" y="111110"/>
                </a:lnTo>
                <a:cubicBezTo>
                  <a:pt x="2311233" y="116752"/>
                  <a:pt x="2311568" y="120240"/>
                  <a:pt x="2312239" y="121574"/>
                </a:cubicBezTo>
                <a:cubicBezTo>
                  <a:pt x="2313093" y="123332"/>
                  <a:pt x="2314267" y="124621"/>
                  <a:pt x="2315760" y="125441"/>
                </a:cubicBezTo>
                <a:cubicBezTo>
                  <a:pt x="2317254" y="126260"/>
                  <a:pt x="2320288" y="126670"/>
                  <a:pt x="2324860" y="126670"/>
                </a:cubicBezTo>
                <a:lnTo>
                  <a:pt x="2324860" y="130053"/>
                </a:lnTo>
                <a:lnTo>
                  <a:pt x="2283430" y="130053"/>
                </a:lnTo>
                <a:lnTo>
                  <a:pt x="2283430" y="126670"/>
                </a:lnTo>
                <a:lnTo>
                  <a:pt x="2285259" y="126670"/>
                </a:lnTo>
                <a:cubicBezTo>
                  <a:pt x="2289527" y="126670"/>
                  <a:pt x="2292408" y="125590"/>
                  <a:pt x="2293902" y="123431"/>
                </a:cubicBezTo>
                <a:cubicBezTo>
                  <a:pt x="2295396" y="121271"/>
                  <a:pt x="2296143" y="117148"/>
                  <a:pt x="2296143" y="111064"/>
                </a:cubicBezTo>
                <a:lnTo>
                  <a:pt x="2296143" y="80037"/>
                </a:lnTo>
                <a:cubicBezTo>
                  <a:pt x="2296143" y="70000"/>
                  <a:pt x="2295914" y="63886"/>
                  <a:pt x="2295457" y="61697"/>
                </a:cubicBezTo>
                <a:cubicBezTo>
                  <a:pt x="2294999" y="59506"/>
                  <a:pt x="2294298" y="58015"/>
                  <a:pt x="2293353" y="57224"/>
                </a:cubicBezTo>
                <a:cubicBezTo>
                  <a:pt x="2292408" y="56433"/>
                  <a:pt x="2291143" y="56038"/>
                  <a:pt x="2289558" y="56038"/>
                </a:cubicBezTo>
                <a:cubicBezTo>
                  <a:pt x="2287850" y="56038"/>
                  <a:pt x="2285808" y="56494"/>
                  <a:pt x="2283430" y="57407"/>
                </a:cubicBezTo>
                <a:lnTo>
                  <a:pt x="2282058" y="54120"/>
                </a:lnTo>
                <a:lnTo>
                  <a:pt x="2307300" y="43900"/>
                </a:lnTo>
                <a:lnTo>
                  <a:pt x="2311233" y="43900"/>
                </a:lnTo>
                <a:lnTo>
                  <a:pt x="2311233" y="61643"/>
                </a:lnTo>
                <a:close/>
                <a:moveTo>
                  <a:pt x="2434610" y="43900"/>
                </a:moveTo>
                <a:lnTo>
                  <a:pt x="2434610" y="72252"/>
                </a:lnTo>
                <a:lnTo>
                  <a:pt x="2431592" y="72252"/>
                </a:lnTo>
                <a:cubicBezTo>
                  <a:pt x="2429275" y="63360"/>
                  <a:pt x="2426303" y="57311"/>
                  <a:pt x="2422675" y="54106"/>
                </a:cubicBezTo>
                <a:cubicBezTo>
                  <a:pt x="2419047" y="50899"/>
                  <a:pt x="2414428" y="49296"/>
                  <a:pt x="2408819" y="49296"/>
                </a:cubicBezTo>
                <a:cubicBezTo>
                  <a:pt x="2404551" y="49296"/>
                  <a:pt x="2401106" y="50423"/>
                  <a:pt x="2398484" y="52677"/>
                </a:cubicBezTo>
                <a:cubicBezTo>
                  <a:pt x="2395862" y="54929"/>
                  <a:pt x="2394552" y="57426"/>
                  <a:pt x="2394552" y="60168"/>
                </a:cubicBezTo>
                <a:cubicBezTo>
                  <a:pt x="2394552" y="63579"/>
                  <a:pt x="2395527" y="66502"/>
                  <a:pt x="2397478" y="68937"/>
                </a:cubicBezTo>
                <a:cubicBezTo>
                  <a:pt x="2399368" y="71435"/>
                  <a:pt x="2403210" y="74084"/>
                  <a:pt x="2409002" y="76885"/>
                </a:cubicBezTo>
                <a:lnTo>
                  <a:pt x="2422355" y="83373"/>
                </a:lnTo>
                <a:cubicBezTo>
                  <a:pt x="2434732" y="89401"/>
                  <a:pt x="2440921" y="97350"/>
                  <a:pt x="2440921" y="107218"/>
                </a:cubicBezTo>
                <a:cubicBezTo>
                  <a:pt x="2440921" y="114830"/>
                  <a:pt x="2438040" y="120966"/>
                  <a:pt x="2432278" y="125626"/>
                </a:cubicBezTo>
                <a:cubicBezTo>
                  <a:pt x="2426516" y="130285"/>
                  <a:pt x="2420068" y="132614"/>
                  <a:pt x="2412935" y="132614"/>
                </a:cubicBezTo>
                <a:cubicBezTo>
                  <a:pt x="2407813" y="132614"/>
                  <a:pt x="2401960" y="131700"/>
                  <a:pt x="2395375" y="129871"/>
                </a:cubicBezTo>
                <a:cubicBezTo>
                  <a:pt x="2393363" y="129261"/>
                  <a:pt x="2391716" y="128956"/>
                  <a:pt x="2390436" y="128956"/>
                </a:cubicBezTo>
                <a:cubicBezTo>
                  <a:pt x="2389034" y="128956"/>
                  <a:pt x="2387936" y="129749"/>
                  <a:pt x="2387143" y="131334"/>
                </a:cubicBezTo>
                <a:lnTo>
                  <a:pt x="2384125" y="131334"/>
                </a:lnTo>
                <a:lnTo>
                  <a:pt x="2384125" y="101336"/>
                </a:lnTo>
                <a:lnTo>
                  <a:pt x="2387143" y="101336"/>
                </a:lnTo>
                <a:cubicBezTo>
                  <a:pt x="2388851" y="109902"/>
                  <a:pt x="2392113" y="116358"/>
                  <a:pt x="2396929" y="120702"/>
                </a:cubicBezTo>
                <a:cubicBezTo>
                  <a:pt x="2401746" y="125046"/>
                  <a:pt x="2407142" y="127218"/>
                  <a:pt x="2413118" y="127218"/>
                </a:cubicBezTo>
                <a:cubicBezTo>
                  <a:pt x="2417325" y="127218"/>
                  <a:pt x="2420754" y="125985"/>
                  <a:pt x="2423407" y="123520"/>
                </a:cubicBezTo>
                <a:cubicBezTo>
                  <a:pt x="2426059" y="121052"/>
                  <a:pt x="2427385" y="118083"/>
                  <a:pt x="2427385" y="114611"/>
                </a:cubicBezTo>
                <a:cubicBezTo>
                  <a:pt x="2427385" y="110408"/>
                  <a:pt x="2425906" y="106876"/>
                  <a:pt x="2422949" y="104014"/>
                </a:cubicBezTo>
                <a:cubicBezTo>
                  <a:pt x="2419992" y="101152"/>
                  <a:pt x="2414093" y="97529"/>
                  <a:pt x="2405252" y="93144"/>
                </a:cubicBezTo>
                <a:cubicBezTo>
                  <a:pt x="2396411" y="88758"/>
                  <a:pt x="2390619" y="84799"/>
                  <a:pt x="2387875" y="81266"/>
                </a:cubicBezTo>
                <a:cubicBezTo>
                  <a:pt x="2385131" y="77795"/>
                  <a:pt x="2383759" y="73409"/>
                  <a:pt x="2383759" y="68111"/>
                </a:cubicBezTo>
                <a:cubicBezTo>
                  <a:pt x="2383759" y="61228"/>
                  <a:pt x="2386122" y="55473"/>
                  <a:pt x="2390847" y="50845"/>
                </a:cubicBezTo>
                <a:cubicBezTo>
                  <a:pt x="2395573" y="46215"/>
                  <a:pt x="2401685" y="43900"/>
                  <a:pt x="2409185" y="43900"/>
                </a:cubicBezTo>
                <a:cubicBezTo>
                  <a:pt x="2412477" y="43900"/>
                  <a:pt x="2416471" y="44601"/>
                  <a:pt x="2421166" y="46003"/>
                </a:cubicBezTo>
                <a:cubicBezTo>
                  <a:pt x="2424275" y="46918"/>
                  <a:pt x="2426348" y="47375"/>
                  <a:pt x="2427385" y="47375"/>
                </a:cubicBezTo>
                <a:cubicBezTo>
                  <a:pt x="2428361" y="47375"/>
                  <a:pt x="2429123" y="47162"/>
                  <a:pt x="2429671" y="46735"/>
                </a:cubicBezTo>
                <a:cubicBezTo>
                  <a:pt x="2430220" y="46308"/>
                  <a:pt x="2430860" y="45363"/>
                  <a:pt x="2431592" y="43900"/>
                </a:cubicBezTo>
                <a:lnTo>
                  <a:pt x="2434610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7DC24-81FD-4F7F-87C3-AAFC01FE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9" y="78201"/>
            <a:ext cx="4682657" cy="3582232"/>
          </a:xfrm>
          <a:custGeom xmlns:a="http://schemas.openxmlformats.org/drawingml/2006/main">
            <a:pathLst>
              <a:path w="4682657" h="3582232">
                <a:moveTo>
                  <a:pt x="0" y="0"/>
                </a:moveTo>
                <a:lnTo>
                  <a:pt x="4682657" y="0"/>
                </a:lnTo>
                <a:lnTo>
                  <a:pt x="4682657" y="3582232"/>
                </a:lnTo>
                <a:lnTo>
                  <a:pt x="0" y="35822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BB309-EE08-4059-A0DD-D424FD0C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" y="54788"/>
            <a:ext cx="4729483" cy="3629059"/>
          </a:xfrm>
          <a:custGeom xmlns:a="http://schemas.openxmlformats.org/drawingml/2006/main">
            <a:pathLst>
              <a:path w="4729483" h="3629059">
                <a:moveTo>
                  <a:pt x="23413" y="46827"/>
                </a:moveTo>
                <a:lnTo>
                  <a:pt x="163893" y="46827"/>
                </a:lnTo>
                <a:lnTo>
                  <a:pt x="163893" y="0"/>
                </a:lnTo>
                <a:lnTo>
                  <a:pt x="23413" y="0"/>
                </a:lnTo>
                <a:lnTo>
                  <a:pt x="23413" y="46827"/>
                </a:lnTo>
                <a:close/>
                <a:moveTo>
                  <a:pt x="444852" y="46827"/>
                </a:moveTo>
                <a:lnTo>
                  <a:pt x="444852" y="0"/>
                </a:lnTo>
                <a:lnTo>
                  <a:pt x="304373" y="0"/>
                </a:lnTo>
                <a:lnTo>
                  <a:pt x="304373" y="46827"/>
                </a:lnTo>
                <a:lnTo>
                  <a:pt x="444852" y="46827"/>
                </a:lnTo>
                <a:close/>
                <a:moveTo>
                  <a:pt x="725812" y="46827"/>
                </a:moveTo>
                <a:lnTo>
                  <a:pt x="725812" y="0"/>
                </a:lnTo>
                <a:lnTo>
                  <a:pt x="585332" y="0"/>
                </a:lnTo>
                <a:lnTo>
                  <a:pt x="585332" y="46827"/>
                </a:lnTo>
                <a:lnTo>
                  <a:pt x="725812" y="46827"/>
                </a:lnTo>
                <a:close/>
                <a:moveTo>
                  <a:pt x="1006771" y="46827"/>
                </a:moveTo>
                <a:lnTo>
                  <a:pt x="1006771" y="0"/>
                </a:lnTo>
                <a:lnTo>
                  <a:pt x="866291" y="0"/>
                </a:lnTo>
                <a:lnTo>
                  <a:pt x="866291" y="46827"/>
                </a:lnTo>
                <a:lnTo>
                  <a:pt x="1006771" y="46827"/>
                </a:lnTo>
                <a:close/>
                <a:moveTo>
                  <a:pt x="46827" y="117066"/>
                </a:moveTo>
                <a:lnTo>
                  <a:pt x="0" y="117066"/>
                </a:lnTo>
                <a:lnTo>
                  <a:pt x="0" y="257546"/>
                </a:lnTo>
                <a:lnTo>
                  <a:pt x="46827" y="257546"/>
                </a:lnTo>
                <a:lnTo>
                  <a:pt x="46827" y="117066"/>
                </a:lnTo>
                <a:close/>
                <a:moveTo>
                  <a:pt x="46827" y="398026"/>
                </a:moveTo>
                <a:lnTo>
                  <a:pt x="0" y="398026"/>
                </a:lnTo>
                <a:lnTo>
                  <a:pt x="0" y="538506"/>
                </a:lnTo>
                <a:lnTo>
                  <a:pt x="46827" y="538506"/>
                </a:lnTo>
                <a:lnTo>
                  <a:pt x="46827" y="398026"/>
                </a:lnTo>
                <a:close/>
                <a:moveTo>
                  <a:pt x="46827" y="678985"/>
                </a:moveTo>
                <a:lnTo>
                  <a:pt x="0" y="678985"/>
                </a:lnTo>
                <a:lnTo>
                  <a:pt x="0" y="819465"/>
                </a:lnTo>
                <a:lnTo>
                  <a:pt x="46827" y="819465"/>
                </a:lnTo>
                <a:lnTo>
                  <a:pt x="46827" y="678985"/>
                </a:lnTo>
                <a:close/>
                <a:moveTo>
                  <a:pt x="46827" y="959945"/>
                </a:moveTo>
                <a:lnTo>
                  <a:pt x="0" y="959945"/>
                </a:lnTo>
                <a:lnTo>
                  <a:pt x="0" y="1100424"/>
                </a:lnTo>
                <a:lnTo>
                  <a:pt x="46827" y="1100424"/>
                </a:lnTo>
                <a:lnTo>
                  <a:pt x="46827" y="959945"/>
                </a:lnTo>
                <a:close/>
                <a:moveTo>
                  <a:pt x="46827" y="1240904"/>
                </a:moveTo>
                <a:lnTo>
                  <a:pt x="0" y="1240904"/>
                </a:lnTo>
                <a:lnTo>
                  <a:pt x="0" y="1381384"/>
                </a:lnTo>
                <a:lnTo>
                  <a:pt x="46827" y="1381384"/>
                </a:lnTo>
                <a:lnTo>
                  <a:pt x="46827" y="1240904"/>
                </a:lnTo>
                <a:close/>
                <a:moveTo>
                  <a:pt x="46827" y="1521863"/>
                </a:moveTo>
                <a:lnTo>
                  <a:pt x="0" y="1521863"/>
                </a:lnTo>
                <a:lnTo>
                  <a:pt x="0" y="1662343"/>
                </a:lnTo>
                <a:lnTo>
                  <a:pt x="46827" y="1662343"/>
                </a:lnTo>
                <a:lnTo>
                  <a:pt x="46827" y="1521863"/>
                </a:lnTo>
                <a:close/>
                <a:moveTo>
                  <a:pt x="46827" y="1802823"/>
                </a:moveTo>
                <a:lnTo>
                  <a:pt x="0" y="1802823"/>
                </a:lnTo>
                <a:lnTo>
                  <a:pt x="0" y="1943303"/>
                </a:lnTo>
                <a:lnTo>
                  <a:pt x="46827" y="1943303"/>
                </a:lnTo>
                <a:lnTo>
                  <a:pt x="46827" y="1802823"/>
                </a:lnTo>
                <a:close/>
                <a:moveTo>
                  <a:pt x="46827" y="2083782"/>
                </a:moveTo>
                <a:lnTo>
                  <a:pt x="0" y="2083782"/>
                </a:lnTo>
                <a:lnTo>
                  <a:pt x="0" y="2224262"/>
                </a:lnTo>
                <a:lnTo>
                  <a:pt x="46827" y="2224262"/>
                </a:lnTo>
                <a:lnTo>
                  <a:pt x="46827" y="2083782"/>
                </a:lnTo>
                <a:close/>
                <a:moveTo>
                  <a:pt x="46827" y="2364742"/>
                </a:moveTo>
                <a:lnTo>
                  <a:pt x="0" y="2364742"/>
                </a:lnTo>
                <a:lnTo>
                  <a:pt x="0" y="2505221"/>
                </a:lnTo>
                <a:lnTo>
                  <a:pt x="46827" y="2505221"/>
                </a:lnTo>
                <a:lnTo>
                  <a:pt x="46827" y="2364742"/>
                </a:lnTo>
                <a:close/>
                <a:moveTo>
                  <a:pt x="46827" y="2645701"/>
                </a:moveTo>
                <a:lnTo>
                  <a:pt x="0" y="2645701"/>
                </a:lnTo>
                <a:lnTo>
                  <a:pt x="0" y="2786181"/>
                </a:lnTo>
                <a:lnTo>
                  <a:pt x="46827" y="2786181"/>
                </a:lnTo>
                <a:lnTo>
                  <a:pt x="46827" y="2645701"/>
                </a:lnTo>
                <a:close/>
                <a:moveTo>
                  <a:pt x="46827" y="2926660"/>
                </a:moveTo>
                <a:lnTo>
                  <a:pt x="0" y="2926660"/>
                </a:lnTo>
                <a:lnTo>
                  <a:pt x="0" y="3067140"/>
                </a:lnTo>
                <a:lnTo>
                  <a:pt x="46827" y="3067140"/>
                </a:lnTo>
                <a:lnTo>
                  <a:pt x="46827" y="2926660"/>
                </a:lnTo>
                <a:close/>
                <a:moveTo>
                  <a:pt x="46827" y="3348099"/>
                </a:moveTo>
                <a:lnTo>
                  <a:pt x="46827" y="3207620"/>
                </a:lnTo>
                <a:lnTo>
                  <a:pt x="0" y="3207620"/>
                </a:lnTo>
                <a:lnTo>
                  <a:pt x="0" y="3348099"/>
                </a:lnTo>
                <a:lnTo>
                  <a:pt x="46827" y="3348099"/>
                </a:lnTo>
                <a:close/>
                <a:moveTo>
                  <a:pt x="46827" y="3582232"/>
                </a:moveTo>
                <a:lnTo>
                  <a:pt x="46827" y="3488579"/>
                </a:lnTo>
                <a:lnTo>
                  <a:pt x="0" y="3488579"/>
                </a:lnTo>
                <a:lnTo>
                  <a:pt x="0" y="3629059"/>
                </a:lnTo>
                <a:lnTo>
                  <a:pt x="46827" y="3629059"/>
                </a:lnTo>
                <a:lnTo>
                  <a:pt x="46827" y="3605646"/>
                </a:lnTo>
                <a:lnTo>
                  <a:pt x="46827" y="3582232"/>
                </a:lnTo>
                <a:close/>
                <a:moveTo>
                  <a:pt x="187306" y="3582232"/>
                </a:moveTo>
                <a:lnTo>
                  <a:pt x="187306" y="3629059"/>
                </a:lnTo>
                <a:lnTo>
                  <a:pt x="327786" y="3629059"/>
                </a:lnTo>
                <a:lnTo>
                  <a:pt x="327786" y="3582232"/>
                </a:lnTo>
                <a:lnTo>
                  <a:pt x="187306" y="3582232"/>
                </a:lnTo>
                <a:close/>
                <a:moveTo>
                  <a:pt x="468266" y="3582232"/>
                </a:moveTo>
                <a:lnTo>
                  <a:pt x="468266" y="3629059"/>
                </a:lnTo>
                <a:lnTo>
                  <a:pt x="608745" y="3629059"/>
                </a:lnTo>
                <a:lnTo>
                  <a:pt x="608745" y="3582232"/>
                </a:lnTo>
                <a:lnTo>
                  <a:pt x="468266" y="3582232"/>
                </a:lnTo>
                <a:close/>
                <a:moveTo>
                  <a:pt x="749225" y="3582232"/>
                </a:moveTo>
                <a:lnTo>
                  <a:pt x="749225" y="3629059"/>
                </a:lnTo>
                <a:lnTo>
                  <a:pt x="889705" y="3629059"/>
                </a:lnTo>
                <a:lnTo>
                  <a:pt x="889705" y="3582232"/>
                </a:lnTo>
                <a:lnTo>
                  <a:pt x="749225" y="3582232"/>
                </a:lnTo>
                <a:close/>
                <a:moveTo>
                  <a:pt x="1287731" y="46827"/>
                </a:moveTo>
                <a:lnTo>
                  <a:pt x="1287731" y="0"/>
                </a:lnTo>
                <a:lnTo>
                  <a:pt x="1147251" y="0"/>
                </a:lnTo>
                <a:lnTo>
                  <a:pt x="1147251" y="46827"/>
                </a:lnTo>
                <a:lnTo>
                  <a:pt x="1287731" y="46827"/>
                </a:lnTo>
                <a:close/>
                <a:moveTo>
                  <a:pt x="1568690" y="46827"/>
                </a:moveTo>
                <a:lnTo>
                  <a:pt x="1568690" y="0"/>
                </a:lnTo>
                <a:lnTo>
                  <a:pt x="1428210" y="0"/>
                </a:lnTo>
                <a:lnTo>
                  <a:pt x="1428210" y="46827"/>
                </a:lnTo>
                <a:lnTo>
                  <a:pt x="1568690" y="46827"/>
                </a:lnTo>
                <a:close/>
                <a:moveTo>
                  <a:pt x="1849649" y="46827"/>
                </a:moveTo>
                <a:lnTo>
                  <a:pt x="1849649" y="0"/>
                </a:lnTo>
                <a:lnTo>
                  <a:pt x="1709170" y="0"/>
                </a:lnTo>
                <a:lnTo>
                  <a:pt x="1709170" y="46827"/>
                </a:lnTo>
                <a:lnTo>
                  <a:pt x="1849649" y="46827"/>
                </a:lnTo>
                <a:close/>
                <a:moveTo>
                  <a:pt x="2130609" y="46827"/>
                </a:moveTo>
                <a:lnTo>
                  <a:pt x="2130609" y="0"/>
                </a:lnTo>
                <a:lnTo>
                  <a:pt x="1990129" y="0"/>
                </a:lnTo>
                <a:lnTo>
                  <a:pt x="1990129" y="46827"/>
                </a:lnTo>
                <a:lnTo>
                  <a:pt x="2130609" y="46827"/>
                </a:lnTo>
                <a:close/>
                <a:moveTo>
                  <a:pt x="2411568" y="46827"/>
                </a:moveTo>
                <a:lnTo>
                  <a:pt x="2411568" y="0"/>
                </a:lnTo>
                <a:lnTo>
                  <a:pt x="2271088" y="0"/>
                </a:lnTo>
                <a:lnTo>
                  <a:pt x="2271088" y="46827"/>
                </a:lnTo>
                <a:lnTo>
                  <a:pt x="2411568" y="46827"/>
                </a:lnTo>
                <a:close/>
                <a:moveTo>
                  <a:pt x="2692528" y="46827"/>
                </a:moveTo>
                <a:lnTo>
                  <a:pt x="2692528" y="0"/>
                </a:lnTo>
                <a:lnTo>
                  <a:pt x="2552048" y="0"/>
                </a:lnTo>
                <a:lnTo>
                  <a:pt x="2552048" y="46827"/>
                </a:lnTo>
                <a:lnTo>
                  <a:pt x="2692528" y="46827"/>
                </a:lnTo>
                <a:close/>
                <a:moveTo>
                  <a:pt x="2973487" y="46827"/>
                </a:moveTo>
                <a:lnTo>
                  <a:pt x="2973487" y="0"/>
                </a:lnTo>
                <a:lnTo>
                  <a:pt x="2833007" y="0"/>
                </a:lnTo>
                <a:lnTo>
                  <a:pt x="2833007" y="46827"/>
                </a:lnTo>
                <a:lnTo>
                  <a:pt x="2973487" y="46827"/>
                </a:lnTo>
                <a:close/>
                <a:moveTo>
                  <a:pt x="3254446" y="46827"/>
                </a:moveTo>
                <a:lnTo>
                  <a:pt x="3254446" y="0"/>
                </a:lnTo>
                <a:lnTo>
                  <a:pt x="3113967" y="0"/>
                </a:lnTo>
                <a:lnTo>
                  <a:pt x="3113967" y="46827"/>
                </a:lnTo>
                <a:lnTo>
                  <a:pt x="3254446" y="46827"/>
                </a:lnTo>
                <a:close/>
                <a:moveTo>
                  <a:pt x="3535406" y="46827"/>
                </a:moveTo>
                <a:lnTo>
                  <a:pt x="3535406" y="0"/>
                </a:lnTo>
                <a:lnTo>
                  <a:pt x="3394926" y="0"/>
                </a:lnTo>
                <a:lnTo>
                  <a:pt x="3394926" y="46827"/>
                </a:lnTo>
                <a:lnTo>
                  <a:pt x="3535406" y="46827"/>
                </a:lnTo>
                <a:close/>
                <a:moveTo>
                  <a:pt x="3675885" y="46827"/>
                </a:moveTo>
                <a:lnTo>
                  <a:pt x="3816365" y="46827"/>
                </a:lnTo>
                <a:lnTo>
                  <a:pt x="3816365" y="0"/>
                </a:lnTo>
                <a:lnTo>
                  <a:pt x="3675885" y="0"/>
                </a:lnTo>
                <a:lnTo>
                  <a:pt x="3675885" y="46827"/>
                </a:lnTo>
                <a:close/>
                <a:moveTo>
                  <a:pt x="1030184" y="3582232"/>
                </a:moveTo>
                <a:lnTo>
                  <a:pt x="1030184" y="3629059"/>
                </a:lnTo>
                <a:lnTo>
                  <a:pt x="1170664" y="3629059"/>
                </a:lnTo>
                <a:lnTo>
                  <a:pt x="1170664" y="3582232"/>
                </a:lnTo>
                <a:lnTo>
                  <a:pt x="1030184" y="3582232"/>
                </a:lnTo>
                <a:close/>
                <a:moveTo>
                  <a:pt x="1311144" y="3582232"/>
                </a:moveTo>
                <a:lnTo>
                  <a:pt x="1311144" y="3629059"/>
                </a:lnTo>
                <a:lnTo>
                  <a:pt x="1451624" y="3629059"/>
                </a:lnTo>
                <a:lnTo>
                  <a:pt x="1451624" y="3582232"/>
                </a:lnTo>
                <a:lnTo>
                  <a:pt x="1311144" y="3582232"/>
                </a:lnTo>
                <a:close/>
                <a:moveTo>
                  <a:pt x="1592103" y="3582232"/>
                </a:moveTo>
                <a:lnTo>
                  <a:pt x="1592103" y="3629059"/>
                </a:lnTo>
                <a:lnTo>
                  <a:pt x="1732583" y="3629059"/>
                </a:lnTo>
                <a:lnTo>
                  <a:pt x="1732583" y="3582232"/>
                </a:lnTo>
                <a:lnTo>
                  <a:pt x="1592103" y="3582232"/>
                </a:lnTo>
                <a:close/>
                <a:moveTo>
                  <a:pt x="1873063" y="3582232"/>
                </a:moveTo>
                <a:lnTo>
                  <a:pt x="1873063" y="3629059"/>
                </a:lnTo>
                <a:lnTo>
                  <a:pt x="2013542" y="3629059"/>
                </a:lnTo>
                <a:lnTo>
                  <a:pt x="2013542" y="3582232"/>
                </a:lnTo>
                <a:lnTo>
                  <a:pt x="1873063" y="3582232"/>
                </a:lnTo>
                <a:close/>
                <a:moveTo>
                  <a:pt x="2154022" y="3582232"/>
                </a:moveTo>
                <a:lnTo>
                  <a:pt x="2154022" y="3629059"/>
                </a:lnTo>
                <a:lnTo>
                  <a:pt x="2294502" y="3629059"/>
                </a:lnTo>
                <a:lnTo>
                  <a:pt x="2294502" y="3582232"/>
                </a:lnTo>
                <a:lnTo>
                  <a:pt x="2154022" y="3582232"/>
                </a:lnTo>
                <a:close/>
                <a:moveTo>
                  <a:pt x="2434981" y="3582232"/>
                </a:moveTo>
                <a:lnTo>
                  <a:pt x="2434981" y="3629059"/>
                </a:lnTo>
                <a:lnTo>
                  <a:pt x="2575461" y="3629059"/>
                </a:lnTo>
                <a:lnTo>
                  <a:pt x="2575461" y="3582232"/>
                </a:lnTo>
                <a:lnTo>
                  <a:pt x="2434981" y="3582232"/>
                </a:lnTo>
                <a:close/>
                <a:moveTo>
                  <a:pt x="2715941" y="3582232"/>
                </a:moveTo>
                <a:lnTo>
                  <a:pt x="2715941" y="3629059"/>
                </a:lnTo>
                <a:lnTo>
                  <a:pt x="2856421" y="3629059"/>
                </a:lnTo>
                <a:lnTo>
                  <a:pt x="2856421" y="3582232"/>
                </a:lnTo>
                <a:lnTo>
                  <a:pt x="2715941" y="3582232"/>
                </a:lnTo>
                <a:close/>
                <a:moveTo>
                  <a:pt x="2996900" y="3582232"/>
                </a:moveTo>
                <a:lnTo>
                  <a:pt x="2996900" y="3629059"/>
                </a:lnTo>
                <a:lnTo>
                  <a:pt x="3137380" y="3629059"/>
                </a:lnTo>
                <a:lnTo>
                  <a:pt x="3137380" y="3582232"/>
                </a:lnTo>
                <a:lnTo>
                  <a:pt x="2996900" y="3582232"/>
                </a:lnTo>
                <a:close/>
                <a:moveTo>
                  <a:pt x="3277860" y="3582232"/>
                </a:moveTo>
                <a:lnTo>
                  <a:pt x="3277860" y="3629059"/>
                </a:lnTo>
                <a:lnTo>
                  <a:pt x="3418339" y="3629059"/>
                </a:lnTo>
                <a:lnTo>
                  <a:pt x="3418339" y="3582232"/>
                </a:lnTo>
                <a:lnTo>
                  <a:pt x="3277860" y="3582232"/>
                </a:lnTo>
                <a:close/>
                <a:moveTo>
                  <a:pt x="3558819" y="3582232"/>
                </a:moveTo>
                <a:lnTo>
                  <a:pt x="3558819" y="3629059"/>
                </a:lnTo>
                <a:lnTo>
                  <a:pt x="3699299" y="3629059"/>
                </a:lnTo>
                <a:lnTo>
                  <a:pt x="3699299" y="3582232"/>
                </a:lnTo>
                <a:lnTo>
                  <a:pt x="3558819" y="3582232"/>
                </a:lnTo>
                <a:close/>
                <a:moveTo>
                  <a:pt x="3839778" y="3582232"/>
                </a:moveTo>
                <a:lnTo>
                  <a:pt x="3839778" y="3629059"/>
                </a:lnTo>
                <a:lnTo>
                  <a:pt x="3980258" y="3629059"/>
                </a:lnTo>
                <a:lnTo>
                  <a:pt x="3980258" y="3582232"/>
                </a:lnTo>
                <a:lnTo>
                  <a:pt x="3839778" y="3582232"/>
                </a:lnTo>
                <a:close/>
                <a:moveTo>
                  <a:pt x="4097325" y="46827"/>
                </a:moveTo>
                <a:lnTo>
                  <a:pt x="4097325" y="0"/>
                </a:lnTo>
                <a:lnTo>
                  <a:pt x="3956845" y="0"/>
                </a:lnTo>
                <a:lnTo>
                  <a:pt x="3956845" y="46827"/>
                </a:lnTo>
                <a:lnTo>
                  <a:pt x="4097325" y="46827"/>
                </a:lnTo>
                <a:close/>
                <a:moveTo>
                  <a:pt x="4378284" y="46827"/>
                </a:moveTo>
                <a:lnTo>
                  <a:pt x="4378284" y="0"/>
                </a:lnTo>
                <a:lnTo>
                  <a:pt x="4237804" y="0"/>
                </a:lnTo>
                <a:lnTo>
                  <a:pt x="4237804" y="46827"/>
                </a:lnTo>
                <a:lnTo>
                  <a:pt x="4378284" y="46827"/>
                </a:lnTo>
                <a:close/>
                <a:moveTo>
                  <a:pt x="4659243" y="46827"/>
                </a:moveTo>
                <a:lnTo>
                  <a:pt x="4659243" y="0"/>
                </a:lnTo>
                <a:lnTo>
                  <a:pt x="4518764" y="0"/>
                </a:lnTo>
                <a:lnTo>
                  <a:pt x="4518764" y="46827"/>
                </a:lnTo>
                <a:lnTo>
                  <a:pt x="4659243" y="46827"/>
                </a:lnTo>
                <a:close/>
                <a:moveTo>
                  <a:pt x="4682657" y="257546"/>
                </a:moveTo>
                <a:lnTo>
                  <a:pt x="4729483" y="257546"/>
                </a:lnTo>
                <a:lnTo>
                  <a:pt x="4729483" y="117066"/>
                </a:lnTo>
                <a:lnTo>
                  <a:pt x="4682657" y="117066"/>
                </a:lnTo>
                <a:lnTo>
                  <a:pt x="4682657" y="257546"/>
                </a:lnTo>
                <a:close/>
                <a:moveTo>
                  <a:pt x="4682657" y="538506"/>
                </a:moveTo>
                <a:lnTo>
                  <a:pt x="4729483" y="538506"/>
                </a:lnTo>
                <a:lnTo>
                  <a:pt x="4729483" y="398026"/>
                </a:lnTo>
                <a:lnTo>
                  <a:pt x="4682657" y="398026"/>
                </a:lnTo>
                <a:lnTo>
                  <a:pt x="4682657" y="538506"/>
                </a:lnTo>
                <a:close/>
                <a:moveTo>
                  <a:pt x="4682657" y="819465"/>
                </a:moveTo>
                <a:lnTo>
                  <a:pt x="4729483" y="819465"/>
                </a:lnTo>
                <a:lnTo>
                  <a:pt x="4729483" y="678985"/>
                </a:lnTo>
                <a:lnTo>
                  <a:pt x="4682657" y="678985"/>
                </a:lnTo>
                <a:lnTo>
                  <a:pt x="4682657" y="819465"/>
                </a:lnTo>
                <a:close/>
                <a:moveTo>
                  <a:pt x="4682657" y="1100424"/>
                </a:moveTo>
                <a:lnTo>
                  <a:pt x="4729483" y="1100424"/>
                </a:lnTo>
                <a:lnTo>
                  <a:pt x="4729483" y="959945"/>
                </a:lnTo>
                <a:lnTo>
                  <a:pt x="4682657" y="959945"/>
                </a:lnTo>
                <a:lnTo>
                  <a:pt x="4682657" y="1100424"/>
                </a:lnTo>
                <a:close/>
                <a:moveTo>
                  <a:pt x="4682657" y="1381384"/>
                </a:moveTo>
                <a:lnTo>
                  <a:pt x="4729483" y="1381384"/>
                </a:lnTo>
                <a:lnTo>
                  <a:pt x="4729483" y="1240904"/>
                </a:lnTo>
                <a:lnTo>
                  <a:pt x="4682657" y="1240904"/>
                </a:lnTo>
                <a:lnTo>
                  <a:pt x="4682657" y="1381384"/>
                </a:lnTo>
                <a:close/>
                <a:moveTo>
                  <a:pt x="4682657" y="1662343"/>
                </a:moveTo>
                <a:lnTo>
                  <a:pt x="4729483" y="1662343"/>
                </a:lnTo>
                <a:lnTo>
                  <a:pt x="4729483" y="1521863"/>
                </a:lnTo>
                <a:lnTo>
                  <a:pt x="4682657" y="1521863"/>
                </a:lnTo>
                <a:lnTo>
                  <a:pt x="4682657" y="1662343"/>
                </a:lnTo>
                <a:close/>
                <a:moveTo>
                  <a:pt x="4682657" y="1943303"/>
                </a:moveTo>
                <a:lnTo>
                  <a:pt x="4729483" y="1943303"/>
                </a:lnTo>
                <a:lnTo>
                  <a:pt x="4729483" y="1802823"/>
                </a:lnTo>
                <a:lnTo>
                  <a:pt x="4682657" y="1802823"/>
                </a:lnTo>
                <a:lnTo>
                  <a:pt x="4682657" y="1943303"/>
                </a:lnTo>
                <a:close/>
                <a:moveTo>
                  <a:pt x="4682657" y="2224262"/>
                </a:moveTo>
                <a:lnTo>
                  <a:pt x="4729483" y="2224262"/>
                </a:lnTo>
                <a:lnTo>
                  <a:pt x="4729483" y="2083782"/>
                </a:lnTo>
                <a:lnTo>
                  <a:pt x="4682657" y="2083782"/>
                </a:lnTo>
                <a:lnTo>
                  <a:pt x="4682657" y="2224262"/>
                </a:lnTo>
                <a:close/>
                <a:moveTo>
                  <a:pt x="4682657" y="2505221"/>
                </a:moveTo>
                <a:lnTo>
                  <a:pt x="4729483" y="2505221"/>
                </a:lnTo>
                <a:lnTo>
                  <a:pt x="4729483" y="2364742"/>
                </a:lnTo>
                <a:lnTo>
                  <a:pt x="4682657" y="2364742"/>
                </a:lnTo>
                <a:lnTo>
                  <a:pt x="4682657" y="2505221"/>
                </a:lnTo>
                <a:close/>
                <a:moveTo>
                  <a:pt x="4682657" y="2786181"/>
                </a:moveTo>
                <a:lnTo>
                  <a:pt x="4729483" y="2786181"/>
                </a:lnTo>
                <a:lnTo>
                  <a:pt x="4729483" y="2645701"/>
                </a:lnTo>
                <a:lnTo>
                  <a:pt x="4682657" y="2645701"/>
                </a:lnTo>
                <a:lnTo>
                  <a:pt x="4682657" y="2786181"/>
                </a:lnTo>
                <a:close/>
                <a:moveTo>
                  <a:pt x="4682657" y="3067140"/>
                </a:moveTo>
                <a:lnTo>
                  <a:pt x="4729483" y="3067140"/>
                </a:lnTo>
                <a:lnTo>
                  <a:pt x="4729483" y="2926660"/>
                </a:lnTo>
                <a:lnTo>
                  <a:pt x="4682657" y="2926660"/>
                </a:lnTo>
                <a:lnTo>
                  <a:pt x="4682657" y="3067140"/>
                </a:lnTo>
                <a:close/>
                <a:moveTo>
                  <a:pt x="4682657" y="3348099"/>
                </a:moveTo>
                <a:lnTo>
                  <a:pt x="4729483" y="3348099"/>
                </a:lnTo>
                <a:lnTo>
                  <a:pt x="4729483" y="3207620"/>
                </a:lnTo>
                <a:lnTo>
                  <a:pt x="4682657" y="3207620"/>
                </a:lnTo>
                <a:lnTo>
                  <a:pt x="4682657" y="3348099"/>
                </a:lnTo>
                <a:close/>
                <a:moveTo>
                  <a:pt x="4682657" y="3605646"/>
                </a:moveTo>
                <a:lnTo>
                  <a:pt x="4682657" y="3629059"/>
                </a:lnTo>
                <a:lnTo>
                  <a:pt x="4729483" y="3629059"/>
                </a:lnTo>
                <a:lnTo>
                  <a:pt x="4729483" y="3488579"/>
                </a:lnTo>
                <a:lnTo>
                  <a:pt x="4682657" y="3488579"/>
                </a:lnTo>
                <a:lnTo>
                  <a:pt x="4682657" y="3582232"/>
                </a:lnTo>
                <a:lnTo>
                  <a:pt x="4682657" y="3605646"/>
                </a:lnTo>
                <a:close/>
                <a:moveTo>
                  <a:pt x="4120738" y="3582232"/>
                </a:moveTo>
                <a:lnTo>
                  <a:pt x="4120738" y="3629059"/>
                </a:lnTo>
                <a:lnTo>
                  <a:pt x="4261218" y="3629059"/>
                </a:lnTo>
                <a:lnTo>
                  <a:pt x="4261218" y="3582232"/>
                </a:lnTo>
                <a:lnTo>
                  <a:pt x="4120738" y="3582232"/>
                </a:lnTo>
                <a:close/>
                <a:moveTo>
                  <a:pt x="4401697" y="3582232"/>
                </a:moveTo>
                <a:lnTo>
                  <a:pt x="4401697" y="3629059"/>
                </a:lnTo>
                <a:lnTo>
                  <a:pt x="4542177" y="3629059"/>
                </a:lnTo>
                <a:lnTo>
                  <a:pt x="4542177" y="3582232"/>
                </a:lnTo>
                <a:lnTo>
                  <a:pt x="4401697" y="3582232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B5CC5-A5B3-42B7-B97D-1449F5A2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91" y="622418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3DBB4-A5C2-4692-85FA-104A58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91" y="622418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12" name="Text event">
            <a:extLst xmlns:a="http://schemas.openxmlformats.org/drawingml/2006/main">
              <a:ext uri="{FF2B5EF4-FFF2-40B4-BE49-F238E27FC236}">
                <a16:creationId xmlns:a16="http://schemas.microsoft.com/office/drawing/2014/main" id="{0897C2FB-4399-49F9-8B64-1790E24C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577" y="6335218"/>
            <a:ext cx="398998" cy="113957"/>
          </a:xfrm>
          <a:custGeom xmlns:a="http://schemas.openxmlformats.org/drawingml/2006/main">
            <a:pathLst>
              <a:path w="398998" h="113957">
                <a:moveTo>
                  <a:pt x="12987" y="59265"/>
                </a:moveTo>
                <a:cubicBezTo>
                  <a:pt x="12926" y="71675"/>
                  <a:pt x="15944" y="81408"/>
                  <a:pt x="22041" y="88466"/>
                </a:cubicBezTo>
                <a:cubicBezTo>
                  <a:pt x="28139" y="95521"/>
                  <a:pt x="35303" y="99049"/>
                  <a:pt x="43534" y="99049"/>
                </a:cubicBezTo>
                <a:cubicBezTo>
                  <a:pt x="49022" y="99049"/>
                  <a:pt x="53793" y="97540"/>
                  <a:pt x="57847" y="94522"/>
                </a:cubicBezTo>
                <a:cubicBezTo>
                  <a:pt x="61902" y="91504"/>
                  <a:pt x="65301" y="86336"/>
                  <a:pt x="68045" y="79020"/>
                </a:cubicBezTo>
                <a:lnTo>
                  <a:pt x="70880" y="80849"/>
                </a:lnTo>
                <a:cubicBezTo>
                  <a:pt x="69600" y="89202"/>
                  <a:pt x="65880" y="96808"/>
                  <a:pt x="59722" y="103668"/>
                </a:cubicBezTo>
                <a:cubicBezTo>
                  <a:pt x="53564" y="110527"/>
                  <a:pt x="45851" y="113957"/>
                  <a:pt x="36583" y="113957"/>
                </a:cubicBezTo>
                <a:cubicBezTo>
                  <a:pt x="26523" y="113957"/>
                  <a:pt x="17911" y="110048"/>
                  <a:pt x="10746" y="102230"/>
                </a:cubicBezTo>
                <a:cubicBezTo>
                  <a:pt x="3582" y="94411"/>
                  <a:pt x="0" y="83899"/>
                  <a:pt x="0" y="70694"/>
                </a:cubicBezTo>
                <a:cubicBezTo>
                  <a:pt x="0" y="56396"/>
                  <a:pt x="3674" y="45247"/>
                  <a:pt x="11021" y="37246"/>
                </a:cubicBezTo>
                <a:cubicBezTo>
                  <a:pt x="18368" y="29244"/>
                  <a:pt x="27590" y="25242"/>
                  <a:pt x="38687" y="25242"/>
                </a:cubicBezTo>
                <a:cubicBezTo>
                  <a:pt x="48076" y="25242"/>
                  <a:pt x="55789" y="28329"/>
                  <a:pt x="61826" y="34503"/>
                </a:cubicBezTo>
                <a:cubicBezTo>
                  <a:pt x="67862" y="40674"/>
                  <a:pt x="70880" y="48928"/>
                  <a:pt x="70880" y="59265"/>
                </a:cubicBezTo>
                <a:lnTo>
                  <a:pt x="12987" y="59265"/>
                </a:lnTo>
                <a:moveTo>
                  <a:pt x="12987" y="53960"/>
                </a:moveTo>
                <a:lnTo>
                  <a:pt x="51765" y="53960"/>
                </a:lnTo>
                <a:cubicBezTo>
                  <a:pt x="51460" y="48595"/>
                  <a:pt x="50820" y="44814"/>
                  <a:pt x="49845" y="42619"/>
                </a:cubicBezTo>
                <a:cubicBezTo>
                  <a:pt x="48320" y="39205"/>
                  <a:pt x="46049" y="36522"/>
                  <a:pt x="43031" y="34571"/>
                </a:cubicBezTo>
                <a:cubicBezTo>
                  <a:pt x="40013" y="32620"/>
                  <a:pt x="36858" y="31645"/>
                  <a:pt x="33565" y="31645"/>
                </a:cubicBezTo>
                <a:cubicBezTo>
                  <a:pt x="28504" y="31645"/>
                  <a:pt x="23977" y="33611"/>
                  <a:pt x="19984" y="37544"/>
                </a:cubicBezTo>
                <a:cubicBezTo>
                  <a:pt x="15990" y="41476"/>
                  <a:pt x="13658" y="46949"/>
                  <a:pt x="12987" y="53960"/>
                </a:cubicBezTo>
                <a:close/>
                <a:moveTo>
                  <a:pt x="77768" y="27620"/>
                </a:moveTo>
                <a:lnTo>
                  <a:pt x="117186" y="27620"/>
                </a:lnTo>
                <a:lnTo>
                  <a:pt x="117186" y="31004"/>
                </a:lnTo>
                <a:lnTo>
                  <a:pt x="114625" y="31004"/>
                </a:lnTo>
                <a:cubicBezTo>
                  <a:pt x="112248" y="31004"/>
                  <a:pt x="110434" y="31584"/>
                  <a:pt x="109184" y="32742"/>
                </a:cubicBezTo>
                <a:cubicBezTo>
                  <a:pt x="107934" y="33900"/>
                  <a:pt x="107309" y="35455"/>
                  <a:pt x="107309" y="37406"/>
                </a:cubicBezTo>
                <a:cubicBezTo>
                  <a:pt x="107309" y="39540"/>
                  <a:pt x="107949" y="42071"/>
                  <a:pt x="109229" y="44997"/>
                </a:cubicBezTo>
                <a:lnTo>
                  <a:pt x="128710" y="91275"/>
                </a:lnTo>
                <a:lnTo>
                  <a:pt x="148282" y="43260"/>
                </a:lnTo>
                <a:cubicBezTo>
                  <a:pt x="149684" y="39845"/>
                  <a:pt x="150386" y="37254"/>
                  <a:pt x="150386" y="35486"/>
                </a:cubicBezTo>
                <a:cubicBezTo>
                  <a:pt x="150386" y="34632"/>
                  <a:pt x="150142" y="33931"/>
                  <a:pt x="149654" y="33382"/>
                </a:cubicBezTo>
                <a:cubicBezTo>
                  <a:pt x="148983" y="32468"/>
                  <a:pt x="148130" y="31843"/>
                  <a:pt x="147093" y="31507"/>
                </a:cubicBezTo>
                <a:cubicBezTo>
                  <a:pt x="146057" y="31172"/>
                  <a:pt x="143953" y="31004"/>
                  <a:pt x="140782" y="31004"/>
                </a:cubicBezTo>
                <a:lnTo>
                  <a:pt x="140782" y="27620"/>
                </a:lnTo>
                <a:lnTo>
                  <a:pt x="168128" y="27620"/>
                </a:lnTo>
                <a:lnTo>
                  <a:pt x="168128" y="31004"/>
                </a:lnTo>
                <a:cubicBezTo>
                  <a:pt x="164958" y="31248"/>
                  <a:pt x="162763" y="31888"/>
                  <a:pt x="161543" y="32925"/>
                </a:cubicBezTo>
                <a:cubicBezTo>
                  <a:pt x="159409" y="34754"/>
                  <a:pt x="157489" y="37803"/>
                  <a:pt x="155782" y="42071"/>
                </a:cubicBezTo>
                <a:lnTo>
                  <a:pt x="126058" y="113957"/>
                </a:lnTo>
                <a:lnTo>
                  <a:pt x="122308" y="113957"/>
                </a:lnTo>
                <a:lnTo>
                  <a:pt x="92401" y="43260"/>
                </a:lnTo>
                <a:cubicBezTo>
                  <a:pt x="91060" y="39967"/>
                  <a:pt x="89779" y="37605"/>
                  <a:pt x="88560" y="36172"/>
                </a:cubicBezTo>
                <a:cubicBezTo>
                  <a:pt x="87340" y="34739"/>
                  <a:pt x="85786" y="33535"/>
                  <a:pt x="83895" y="32559"/>
                </a:cubicBezTo>
                <a:cubicBezTo>
                  <a:pt x="82859" y="32010"/>
                  <a:pt x="80816" y="31492"/>
                  <a:pt x="77768" y="31004"/>
                </a:cubicBezTo>
                <a:lnTo>
                  <a:pt x="77768" y="27620"/>
                </a:lnTo>
                <a:close/>
                <a:moveTo>
                  <a:pt x="189804" y="59265"/>
                </a:moveTo>
                <a:cubicBezTo>
                  <a:pt x="189743" y="71675"/>
                  <a:pt x="192761" y="81408"/>
                  <a:pt x="198858" y="88466"/>
                </a:cubicBezTo>
                <a:cubicBezTo>
                  <a:pt x="204956" y="95521"/>
                  <a:pt x="212120" y="99049"/>
                  <a:pt x="220351" y="99049"/>
                </a:cubicBezTo>
                <a:cubicBezTo>
                  <a:pt x="225839" y="99049"/>
                  <a:pt x="230610" y="97540"/>
                  <a:pt x="234664" y="94522"/>
                </a:cubicBezTo>
                <a:cubicBezTo>
                  <a:pt x="238719" y="91504"/>
                  <a:pt x="242118" y="86336"/>
                  <a:pt x="244862" y="79020"/>
                </a:cubicBezTo>
                <a:lnTo>
                  <a:pt x="247697" y="80849"/>
                </a:lnTo>
                <a:cubicBezTo>
                  <a:pt x="246417" y="89202"/>
                  <a:pt x="242697" y="96808"/>
                  <a:pt x="236539" y="103668"/>
                </a:cubicBezTo>
                <a:cubicBezTo>
                  <a:pt x="230381" y="110527"/>
                  <a:pt x="222668" y="113957"/>
                  <a:pt x="213400" y="113957"/>
                </a:cubicBezTo>
                <a:cubicBezTo>
                  <a:pt x="203340" y="113957"/>
                  <a:pt x="194728" y="110048"/>
                  <a:pt x="187563" y="102230"/>
                </a:cubicBezTo>
                <a:cubicBezTo>
                  <a:pt x="180399" y="94411"/>
                  <a:pt x="176817" y="83899"/>
                  <a:pt x="176817" y="70694"/>
                </a:cubicBezTo>
                <a:cubicBezTo>
                  <a:pt x="176817" y="56396"/>
                  <a:pt x="180491" y="45247"/>
                  <a:pt x="187838" y="37246"/>
                </a:cubicBezTo>
                <a:cubicBezTo>
                  <a:pt x="195185" y="29244"/>
                  <a:pt x="204407" y="25242"/>
                  <a:pt x="215504" y="25242"/>
                </a:cubicBezTo>
                <a:cubicBezTo>
                  <a:pt x="224893" y="25242"/>
                  <a:pt x="232606" y="28329"/>
                  <a:pt x="238643" y="34503"/>
                </a:cubicBezTo>
                <a:cubicBezTo>
                  <a:pt x="244679" y="40674"/>
                  <a:pt x="247697" y="48928"/>
                  <a:pt x="247697" y="59265"/>
                </a:cubicBezTo>
                <a:lnTo>
                  <a:pt x="189804" y="59265"/>
                </a:lnTo>
                <a:moveTo>
                  <a:pt x="189804" y="53960"/>
                </a:moveTo>
                <a:lnTo>
                  <a:pt x="228582" y="53960"/>
                </a:lnTo>
                <a:cubicBezTo>
                  <a:pt x="228277" y="48595"/>
                  <a:pt x="227637" y="44814"/>
                  <a:pt x="226662" y="42619"/>
                </a:cubicBezTo>
                <a:cubicBezTo>
                  <a:pt x="225137" y="39205"/>
                  <a:pt x="222866" y="36522"/>
                  <a:pt x="219848" y="34571"/>
                </a:cubicBezTo>
                <a:cubicBezTo>
                  <a:pt x="216830" y="32620"/>
                  <a:pt x="213675" y="31645"/>
                  <a:pt x="210382" y="31645"/>
                </a:cubicBezTo>
                <a:cubicBezTo>
                  <a:pt x="205321" y="31645"/>
                  <a:pt x="200794" y="33611"/>
                  <a:pt x="196801" y="37544"/>
                </a:cubicBezTo>
                <a:cubicBezTo>
                  <a:pt x="192807" y="41476"/>
                  <a:pt x="190475" y="46949"/>
                  <a:pt x="189804" y="53960"/>
                </a:cubicBezTo>
                <a:close/>
                <a:moveTo>
                  <a:pt x="283303" y="42985"/>
                </a:moveTo>
                <a:cubicBezTo>
                  <a:pt x="293120" y="31157"/>
                  <a:pt x="302479" y="25242"/>
                  <a:pt x="311381" y="25242"/>
                </a:cubicBezTo>
                <a:cubicBezTo>
                  <a:pt x="315954" y="25242"/>
                  <a:pt x="319886" y="26384"/>
                  <a:pt x="323179" y="28666"/>
                </a:cubicBezTo>
                <a:cubicBezTo>
                  <a:pt x="326471" y="30947"/>
                  <a:pt x="329093" y="34704"/>
                  <a:pt x="331044" y="39936"/>
                </a:cubicBezTo>
                <a:cubicBezTo>
                  <a:pt x="332386" y="43585"/>
                  <a:pt x="333056" y="49182"/>
                  <a:pt x="333056" y="56727"/>
                </a:cubicBezTo>
                <a:lnTo>
                  <a:pt x="333056" y="92407"/>
                </a:lnTo>
                <a:cubicBezTo>
                  <a:pt x="333056" y="97700"/>
                  <a:pt x="333483" y="101290"/>
                  <a:pt x="334337" y="103176"/>
                </a:cubicBezTo>
                <a:cubicBezTo>
                  <a:pt x="335008" y="104697"/>
                  <a:pt x="336090" y="105883"/>
                  <a:pt x="337584" y="106735"/>
                </a:cubicBezTo>
                <a:cubicBezTo>
                  <a:pt x="339077" y="107586"/>
                  <a:pt x="341836" y="108012"/>
                  <a:pt x="345861" y="108012"/>
                </a:cubicBezTo>
                <a:lnTo>
                  <a:pt x="345861" y="111396"/>
                </a:lnTo>
                <a:lnTo>
                  <a:pt x="304430" y="111396"/>
                </a:lnTo>
                <a:lnTo>
                  <a:pt x="304430" y="108012"/>
                </a:lnTo>
                <a:lnTo>
                  <a:pt x="306168" y="108012"/>
                </a:lnTo>
                <a:cubicBezTo>
                  <a:pt x="310070" y="108012"/>
                  <a:pt x="312798" y="107420"/>
                  <a:pt x="314353" y="106237"/>
                </a:cubicBezTo>
                <a:cubicBezTo>
                  <a:pt x="315908" y="105054"/>
                  <a:pt x="316990" y="103311"/>
                  <a:pt x="317600" y="101007"/>
                </a:cubicBezTo>
                <a:cubicBezTo>
                  <a:pt x="317844" y="100096"/>
                  <a:pt x="317966" y="97245"/>
                  <a:pt x="317966" y="92453"/>
                </a:cubicBezTo>
                <a:lnTo>
                  <a:pt x="317966" y="58330"/>
                </a:lnTo>
                <a:cubicBezTo>
                  <a:pt x="317966" y="50749"/>
                  <a:pt x="316975" y="45244"/>
                  <a:pt x="314993" y="41816"/>
                </a:cubicBezTo>
                <a:cubicBezTo>
                  <a:pt x="313012" y="38389"/>
                  <a:pt x="309674" y="36675"/>
                  <a:pt x="304979" y="36675"/>
                </a:cubicBezTo>
                <a:cubicBezTo>
                  <a:pt x="297723" y="36675"/>
                  <a:pt x="290498" y="40618"/>
                  <a:pt x="283303" y="48504"/>
                </a:cubicBezTo>
                <a:lnTo>
                  <a:pt x="283303" y="92453"/>
                </a:lnTo>
                <a:cubicBezTo>
                  <a:pt x="283303" y="98095"/>
                  <a:pt x="283639" y="101582"/>
                  <a:pt x="284309" y="102916"/>
                </a:cubicBezTo>
                <a:cubicBezTo>
                  <a:pt x="285163" y="104675"/>
                  <a:pt x="286337" y="105964"/>
                  <a:pt x="287830" y="106783"/>
                </a:cubicBezTo>
                <a:cubicBezTo>
                  <a:pt x="289324" y="107602"/>
                  <a:pt x="292358" y="108012"/>
                  <a:pt x="296930" y="108012"/>
                </a:cubicBezTo>
                <a:lnTo>
                  <a:pt x="296930" y="111396"/>
                </a:lnTo>
                <a:lnTo>
                  <a:pt x="255500" y="111396"/>
                </a:lnTo>
                <a:lnTo>
                  <a:pt x="255500" y="108012"/>
                </a:lnTo>
                <a:lnTo>
                  <a:pt x="257329" y="108012"/>
                </a:lnTo>
                <a:cubicBezTo>
                  <a:pt x="261597" y="108012"/>
                  <a:pt x="264478" y="106933"/>
                  <a:pt x="265972" y="104774"/>
                </a:cubicBezTo>
                <a:cubicBezTo>
                  <a:pt x="267466" y="102613"/>
                  <a:pt x="268213" y="98491"/>
                  <a:pt x="268213" y="92407"/>
                </a:cubicBezTo>
                <a:lnTo>
                  <a:pt x="268213" y="61380"/>
                </a:lnTo>
                <a:cubicBezTo>
                  <a:pt x="268213" y="51342"/>
                  <a:pt x="267984" y="45229"/>
                  <a:pt x="267527" y="43040"/>
                </a:cubicBezTo>
                <a:cubicBezTo>
                  <a:pt x="267069" y="40848"/>
                  <a:pt x="266368" y="39357"/>
                  <a:pt x="265423" y="38567"/>
                </a:cubicBezTo>
                <a:cubicBezTo>
                  <a:pt x="264478" y="37776"/>
                  <a:pt x="263213" y="37381"/>
                  <a:pt x="261628" y="37381"/>
                </a:cubicBezTo>
                <a:cubicBezTo>
                  <a:pt x="259920" y="37381"/>
                  <a:pt x="257878" y="37837"/>
                  <a:pt x="255500" y="38750"/>
                </a:cubicBezTo>
                <a:lnTo>
                  <a:pt x="254128" y="35463"/>
                </a:lnTo>
                <a:lnTo>
                  <a:pt x="279370" y="25242"/>
                </a:lnTo>
                <a:lnTo>
                  <a:pt x="283303" y="25242"/>
                </a:lnTo>
                <a:lnTo>
                  <a:pt x="283303" y="42985"/>
                </a:lnTo>
                <a:close/>
                <a:moveTo>
                  <a:pt x="376865" y="0"/>
                </a:moveTo>
                <a:lnTo>
                  <a:pt x="376865" y="27620"/>
                </a:lnTo>
                <a:lnTo>
                  <a:pt x="396437" y="27620"/>
                </a:lnTo>
                <a:lnTo>
                  <a:pt x="396437" y="34022"/>
                </a:lnTo>
                <a:lnTo>
                  <a:pt x="376865" y="34022"/>
                </a:lnTo>
                <a:lnTo>
                  <a:pt x="376865" y="88274"/>
                </a:lnTo>
                <a:cubicBezTo>
                  <a:pt x="376865" y="93695"/>
                  <a:pt x="377642" y="97350"/>
                  <a:pt x="379197" y="99238"/>
                </a:cubicBezTo>
                <a:cubicBezTo>
                  <a:pt x="380752" y="101124"/>
                  <a:pt x="382749" y="102067"/>
                  <a:pt x="385188" y="102067"/>
                </a:cubicBezTo>
                <a:cubicBezTo>
                  <a:pt x="387200" y="102067"/>
                  <a:pt x="389151" y="101442"/>
                  <a:pt x="391041" y="100192"/>
                </a:cubicBezTo>
                <a:cubicBezTo>
                  <a:pt x="392931" y="98942"/>
                  <a:pt x="394394" y="97098"/>
                  <a:pt x="395431" y="94659"/>
                </a:cubicBezTo>
                <a:lnTo>
                  <a:pt x="398998" y="94659"/>
                </a:lnTo>
                <a:cubicBezTo>
                  <a:pt x="396864" y="100652"/>
                  <a:pt x="393846" y="105184"/>
                  <a:pt x="389943" y="108255"/>
                </a:cubicBezTo>
                <a:cubicBezTo>
                  <a:pt x="386041" y="111325"/>
                  <a:pt x="382017" y="112859"/>
                  <a:pt x="377871" y="112859"/>
                </a:cubicBezTo>
                <a:cubicBezTo>
                  <a:pt x="375066" y="112859"/>
                  <a:pt x="372322" y="112081"/>
                  <a:pt x="369640" y="110524"/>
                </a:cubicBezTo>
                <a:cubicBezTo>
                  <a:pt x="366957" y="108968"/>
                  <a:pt x="364975" y="106740"/>
                  <a:pt x="363695" y="103842"/>
                </a:cubicBezTo>
                <a:cubicBezTo>
                  <a:pt x="362414" y="100942"/>
                  <a:pt x="361774" y="96470"/>
                  <a:pt x="361774" y="90426"/>
                </a:cubicBezTo>
                <a:lnTo>
                  <a:pt x="361774" y="34022"/>
                </a:lnTo>
                <a:lnTo>
                  <a:pt x="348513" y="34022"/>
                </a:lnTo>
                <a:lnTo>
                  <a:pt x="348513" y="31004"/>
                </a:lnTo>
                <a:cubicBezTo>
                  <a:pt x="351866" y="29659"/>
                  <a:pt x="355296" y="27381"/>
                  <a:pt x="358802" y="24171"/>
                </a:cubicBezTo>
                <a:cubicBezTo>
                  <a:pt x="362308" y="20960"/>
                  <a:pt x="365433" y="17153"/>
                  <a:pt x="368176" y="12750"/>
                </a:cubicBezTo>
                <a:cubicBezTo>
                  <a:pt x="369579" y="10427"/>
                  <a:pt x="371530" y="6177"/>
                  <a:pt x="374030" y="0"/>
                </a:cubicBezTo>
                <a:lnTo>
                  <a:pt x="376865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92DC7-34EC-46C4-BC78-16DD02F3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789" y="622418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FD38C-AE01-4B73-9C70-EF3E8CE9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789" y="622418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15" name="Text is">
            <a:extLst xmlns:a="http://schemas.openxmlformats.org/drawingml/2006/main">
              <a:ext uri="{FF2B5EF4-FFF2-40B4-BE49-F238E27FC236}">
                <a16:creationId xmlns:a16="http://schemas.microsoft.com/office/drawing/2014/main" id="{773FB026-5681-43B8-82A2-A6B51A9D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625" y="6316561"/>
            <a:ext cx="112891" cy="132614"/>
          </a:xfrm>
          <a:custGeom xmlns:a="http://schemas.openxmlformats.org/drawingml/2006/main">
            <a:pathLst>
              <a:path w="112891" h="132614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106580" y="43900"/>
                </a:moveTo>
                <a:lnTo>
                  <a:pt x="106580" y="72252"/>
                </a:lnTo>
                <a:lnTo>
                  <a:pt x="103562" y="72252"/>
                </a:lnTo>
                <a:cubicBezTo>
                  <a:pt x="101245" y="63360"/>
                  <a:pt x="98273" y="57311"/>
                  <a:pt x="94645" y="54106"/>
                </a:cubicBezTo>
                <a:cubicBezTo>
                  <a:pt x="91017" y="50899"/>
                  <a:pt x="86399" y="49296"/>
                  <a:pt x="80789" y="49296"/>
                </a:cubicBezTo>
                <a:cubicBezTo>
                  <a:pt x="76521" y="49296"/>
                  <a:pt x="73076" y="50423"/>
                  <a:pt x="70454" y="52677"/>
                </a:cubicBezTo>
                <a:cubicBezTo>
                  <a:pt x="67833" y="54929"/>
                  <a:pt x="66522" y="57426"/>
                  <a:pt x="66522" y="60168"/>
                </a:cubicBezTo>
                <a:cubicBezTo>
                  <a:pt x="66522" y="63579"/>
                  <a:pt x="67497" y="66502"/>
                  <a:pt x="69448" y="68937"/>
                </a:cubicBezTo>
                <a:cubicBezTo>
                  <a:pt x="71339" y="71435"/>
                  <a:pt x="75180" y="74084"/>
                  <a:pt x="80972" y="76885"/>
                </a:cubicBezTo>
                <a:lnTo>
                  <a:pt x="94325" y="83373"/>
                </a:lnTo>
                <a:cubicBezTo>
                  <a:pt x="106702" y="89401"/>
                  <a:pt x="112891" y="97350"/>
                  <a:pt x="112891" y="107218"/>
                </a:cubicBezTo>
                <a:cubicBezTo>
                  <a:pt x="112891" y="114830"/>
                  <a:pt x="110010" y="120966"/>
                  <a:pt x="104248" y="125626"/>
                </a:cubicBezTo>
                <a:cubicBezTo>
                  <a:pt x="98486" y="130285"/>
                  <a:pt x="92039" y="132614"/>
                  <a:pt x="84905" y="132614"/>
                </a:cubicBezTo>
                <a:cubicBezTo>
                  <a:pt x="79783" y="132614"/>
                  <a:pt x="73930" y="131700"/>
                  <a:pt x="67345" y="129871"/>
                </a:cubicBezTo>
                <a:cubicBezTo>
                  <a:pt x="65333" y="129261"/>
                  <a:pt x="63687" y="128956"/>
                  <a:pt x="62406" y="128956"/>
                </a:cubicBezTo>
                <a:cubicBezTo>
                  <a:pt x="61004" y="128956"/>
                  <a:pt x="59906" y="129749"/>
                  <a:pt x="59114" y="131334"/>
                </a:cubicBezTo>
                <a:lnTo>
                  <a:pt x="56096" y="131334"/>
                </a:lnTo>
                <a:lnTo>
                  <a:pt x="56096" y="101336"/>
                </a:lnTo>
                <a:lnTo>
                  <a:pt x="59114" y="101336"/>
                </a:lnTo>
                <a:cubicBezTo>
                  <a:pt x="60821" y="109902"/>
                  <a:pt x="64083" y="116358"/>
                  <a:pt x="68900" y="120702"/>
                </a:cubicBezTo>
                <a:cubicBezTo>
                  <a:pt x="73716" y="125046"/>
                  <a:pt x="79112" y="127218"/>
                  <a:pt x="85088" y="127218"/>
                </a:cubicBezTo>
                <a:cubicBezTo>
                  <a:pt x="89295" y="127218"/>
                  <a:pt x="92725" y="125985"/>
                  <a:pt x="95377" y="123520"/>
                </a:cubicBezTo>
                <a:cubicBezTo>
                  <a:pt x="98029" y="121052"/>
                  <a:pt x="99355" y="118083"/>
                  <a:pt x="99355" y="114611"/>
                </a:cubicBezTo>
                <a:cubicBezTo>
                  <a:pt x="99355" y="110408"/>
                  <a:pt x="97877" y="106876"/>
                  <a:pt x="94920" y="104014"/>
                </a:cubicBezTo>
                <a:cubicBezTo>
                  <a:pt x="91962" y="101152"/>
                  <a:pt x="86063" y="97529"/>
                  <a:pt x="77222" y="93144"/>
                </a:cubicBezTo>
                <a:cubicBezTo>
                  <a:pt x="68381" y="88758"/>
                  <a:pt x="62589" y="84799"/>
                  <a:pt x="59845" y="81266"/>
                </a:cubicBezTo>
                <a:cubicBezTo>
                  <a:pt x="57102" y="77795"/>
                  <a:pt x="55730" y="73409"/>
                  <a:pt x="55730" y="68111"/>
                </a:cubicBezTo>
                <a:cubicBezTo>
                  <a:pt x="55730" y="61228"/>
                  <a:pt x="58092" y="55473"/>
                  <a:pt x="62818" y="50845"/>
                </a:cubicBezTo>
                <a:cubicBezTo>
                  <a:pt x="67543" y="46215"/>
                  <a:pt x="73655" y="43900"/>
                  <a:pt x="81155" y="43900"/>
                </a:cubicBezTo>
                <a:cubicBezTo>
                  <a:pt x="84448" y="43900"/>
                  <a:pt x="88441" y="44601"/>
                  <a:pt x="93136" y="46003"/>
                </a:cubicBezTo>
                <a:cubicBezTo>
                  <a:pt x="96246" y="46918"/>
                  <a:pt x="98319" y="47375"/>
                  <a:pt x="99355" y="47375"/>
                </a:cubicBezTo>
                <a:cubicBezTo>
                  <a:pt x="100331" y="47375"/>
                  <a:pt x="101093" y="47162"/>
                  <a:pt x="101642" y="46735"/>
                </a:cubicBezTo>
                <a:cubicBezTo>
                  <a:pt x="102190" y="46308"/>
                  <a:pt x="102831" y="45363"/>
                  <a:pt x="103562" y="43900"/>
                </a:cubicBezTo>
                <a:lnTo>
                  <a:pt x="106580" y="4390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77533-62CA-4DC5-B55C-E7D8BEA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188" y="622418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2E8D9-FEEC-4952-B727-6DDC104C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188" y="622418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18" name="Text at">
            <a:extLst xmlns:a="http://schemas.openxmlformats.org/drawingml/2006/main">
              <a:ext uri="{FF2B5EF4-FFF2-40B4-BE49-F238E27FC236}">
                <a16:creationId xmlns:a16="http://schemas.microsoft.com/office/drawing/2014/main" id="{69A00CD5-F5AA-4C7F-8F9F-121810E2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091" y="6335218"/>
            <a:ext cx="128801" cy="113225"/>
          </a:xfrm>
          <a:custGeom xmlns:a="http://schemas.openxmlformats.org/drawingml/2006/main">
            <a:pathLst>
              <a:path w="128801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6" y="97350"/>
                  <a:pt x="109001" y="99238"/>
                </a:cubicBezTo>
                <a:cubicBezTo>
                  <a:pt x="110556" y="101124"/>
                  <a:pt x="112552" y="102067"/>
                  <a:pt x="114991" y="102067"/>
                </a:cubicBezTo>
                <a:cubicBezTo>
                  <a:pt x="117003" y="102067"/>
                  <a:pt x="118954" y="101442"/>
                  <a:pt x="120845" y="100192"/>
                </a:cubicBezTo>
                <a:cubicBezTo>
                  <a:pt x="122735" y="98942"/>
                  <a:pt x="124198" y="97098"/>
                  <a:pt x="125235" y="94659"/>
                </a:cubicBezTo>
                <a:lnTo>
                  <a:pt x="128801" y="94659"/>
                </a:lnTo>
                <a:cubicBezTo>
                  <a:pt x="126667" y="100652"/>
                  <a:pt x="123649" y="105184"/>
                  <a:pt x="119747" y="108255"/>
                </a:cubicBezTo>
                <a:cubicBezTo>
                  <a:pt x="115845" y="111325"/>
                  <a:pt x="111821" y="112859"/>
                  <a:pt x="107675" y="112859"/>
                </a:cubicBezTo>
                <a:cubicBezTo>
                  <a:pt x="104870" y="112859"/>
                  <a:pt x="102126" y="112081"/>
                  <a:pt x="99443" y="110524"/>
                </a:cubicBezTo>
                <a:cubicBezTo>
                  <a:pt x="96761" y="108968"/>
                  <a:pt x="94779" y="106740"/>
                  <a:pt x="93499" y="103842"/>
                </a:cubicBezTo>
                <a:cubicBezTo>
                  <a:pt x="92218" y="100942"/>
                  <a:pt x="91578" y="96470"/>
                  <a:pt x="91578" y="90426"/>
                </a:cubicBezTo>
                <a:lnTo>
                  <a:pt x="91578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0" y="29659"/>
                  <a:pt x="85100" y="27381"/>
                  <a:pt x="88606" y="24171"/>
                </a:cubicBezTo>
                <a:cubicBezTo>
                  <a:pt x="92111" y="20960"/>
                  <a:pt x="95236" y="17153"/>
                  <a:pt x="97980" y="12750"/>
                </a:cubicBezTo>
                <a:cubicBezTo>
                  <a:pt x="99382" y="10427"/>
                  <a:pt x="101334" y="6177"/>
                  <a:pt x="103833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F1362-E658-44DC-9EBF-878F546C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586" y="622418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882CA-C444-4542-922D-4AD932D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586" y="622418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21" name="Text an">
            <a:extLst xmlns:a="http://schemas.openxmlformats.org/drawingml/2006/main">
              <a:ext uri="{FF2B5EF4-FFF2-40B4-BE49-F238E27FC236}">
                <a16:creationId xmlns:a16="http://schemas.microsoft.com/office/drawing/2014/main" id="{108F4486-ECD1-43AE-B15C-375C30C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37" y="6360460"/>
            <a:ext cx="169317" cy="87983"/>
          </a:xfrm>
          <a:custGeom xmlns:a="http://schemas.openxmlformats.org/drawingml/2006/main">
            <a:pathLst>
              <a:path w="169317" h="87983">
                <a:moveTo>
                  <a:pt x="46644" y="74081"/>
                </a:moveTo>
                <a:cubicBezTo>
                  <a:pt x="38047" y="80727"/>
                  <a:pt x="32651" y="84568"/>
                  <a:pt x="30456" y="85605"/>
                </a:cubicBezTo>
                <a:cubicBezTo>
                  <a:pt x="27163" y="87190"/>
                  <a:pt x="23657" y="87983"/>
                  <a:pt x="19938" y="87983"/>
                </a:cubicBezTo>
                <a:cubicBezTo>
                  <a:pt x="14146" y="87983"/>
                  <a:pt x="9374" y="86001"/>
                  <a:pt x="5625" y="82038"/>
                </a:cubicBezTo>
                <a:cubicBezTo>
                  <a:pt x="1875" y="78075"/>
                  <a:pt x="0" y="72862"/>
                  <a:pt x="0" y="66399"/>
                </a:cubicBezTo>
                <a:cubicBezTo>
                  <a:pt x="0" y="62313"/>
                  <a:pt x="915" y="58777"/>
                  <a:pt x="2744" y="55789"/>
                </a:cubicBezTo>
                <a:cubicBezTo>
                  <a:pt x="5244" y="51643"/>
                  <a:pt x="9588" y="47741"/>
                  <a:pt x="15777" y="44083"/>
                </a:cubicBezTo>
                <a:cubicBezTo>
                  <a:pt x="21965" y="40424"/>
                  <a:pt x="32254" y="35974"/>
                  <a:pt x="46644" y="30730"/>
                </a:cubicBezTo>
                <a:lnTo>
                  <a:pt x="46644" y="27437"/>
                </a:lnTo>
                <a:cubicBezTo>
                  <a:pt x="46644" y="19084"/>
                  <a:pt x="45318" y="13353"/>
                  <a:pt x="42665" y="10243"/>
                </a:cubicBezTo>
                <a:cubicBezTo>
                  <a:pt x="40013" y="7134"/>
                  <a:pt x="36156" y="5579"/>
                  <a:pt x="31096" y="5579"/>
                </a:cubicBezTo>
                <a:cubicBezTo>
                  <a:pt x="27255" y="5579"/>
                  <a:pt x="24206" y="6612"/>
                  <a:pt x="21950" y="8677"/>
                </a:cubicBezTo>
                <a:cubicBezTo>
                  <a:pt x="19633" y="10743"/>
                  <a:pt x="18475" y="13112"/>
                  <a:pt x="18475" y="15785"/>
                </a:cubicBezTo>
                <a:lnTo>
                  <a:pt x="18657" y="21070"/>
                </a:lnTo>
                <a:cubicBezTo>
                  <a:pt x="18657" y="23863"/>
                  <a:pt x="17941" y="26019"/>
                  <a:pt x="16508" y="27537"/>
                </a:cubicBezTo>
                <a:cubicBezTo>
                  <a:pt x="15075" y="29056"/>
                  <a:pt x="13200" y="29815"/>
                  <a:pt x="10884" y="29815"/>
                </a:cubicBezTo>
                <a:cubicBezTo>
                  <a:pt x="8628" y="29815"/>
                  <a:pt x="6783" y="29026"/>
                  <a:pt x="5350" y="27446"/>
                </a:cubicBezTo>
                <a:cubicBezTo>
                  <a:pt x="3917" y="25865"/>
                  <a:pt x="3201" y="23706"/>
                  <a:pt x="3201" y="20970"/>
                </a:cubicBezTo>
                <a:cubicBezTo>
                  <a:pt x="3201" y="15743"/>
                  <a:pt x="5884" y="10942"/>
                  <a:pt x="11249" y="6565"/>
                </a:cubicBezTo>
                <a:cubicBezTo>
                  <a:pt x="16615" y="2188"/>
                  <a:pt x="24145" y="0"/>
                  <a:pt x="33840" y="0"/>
                </a:cubicBezTo>
                <a:cubicBezTo>
                  <a:pt x="41278" y="0"/>
                  <a:pt x="47375" y="1248"/>
                  <a:pt x="52131" y="3744"/>
                </a:cubicBezTo>
                <a:cubicBezTo>
                  <a:pt x="55728" y="5632"/>
                  <a:pt x="58381" y="8587"/>
                  <a:pt x="60088" y="12607"/>
                </a:cubicBezTo>
                <a:cubicBezTo>
                  <a:pt x="61185" y="15225"/>
                  <a:pt x="61734" y="20584"/>
                  <a:pt x="61734" y="28684"/>
                </a:cubicBezTo>
                <a:lnTo>
                  <a:pt x="61734" y="57093"/>
                </a:lnTo>
                <a:cubicBezTo>
                  <a:pt x="61734" y="65071"/>
                  <a:pt x="61887" y="69958"/>
                  <a:pt x="62192" y="71755"/>
                </a:cubicBezTo>
                <a:cubicBezTo>
                  <a:pt x="62496" y="73551"/>
                  <a:pt x="62999" y="74755"/>
                  <a:pt x="63701" y="75364"/>
                </a:cubicBezTo>
                <a:cubicBezTo>
                  <a:pt x="64402" y="75972"/>
                  <a:pt x="65210" y="76276"/>
                  <a:pt x="66124" y="76276"/>
                </a:cubicBezTo>
                <a:cubicBezTo>
                  <a:pt x="67100" y="76276"/>
                  <a:pt x="67953" y="76063"/>
                  <a:pt x="68685" y="75636"/>
                </a:cubicBezTo>
                <a:cubicBezTo>
                  <a:pt x="69965" y="74843"/>
                  <a:pt x="72435" y="72618"/>
                  <a:pt x="76093" y="68959"/>
                </a:cubicBezTo>
                <a:lnTo>
                  <a:pt x="76093" y="74081"/>
                </a:lnTo>
                <a:cubicBezTo>
                  <a:pt x="69264" y="83227"/>
                  <a:pt x="62740" y="87800"/>
                  <a:pt x="56521" y="87800"/>
                </a:cubicBezTo>
                <a:cubicBezTo>
                  <a:pt x="53533" y="87800"/>
                  <a:pt x="51156" y="86763"/>
                  <a:pt x="49387" y="84690"/>
                </a:cubicBezTo>
                <a:cubicBezTo>
                  <a:pt x="47619" y="82617"/>
                  <a:pt x="46705" y="79081"/>
                  <a:pt x="46644" y="74081"/>
                </a:cubicBezTo>
                <a:moveTo>
                  <a:pt x="46644" y="68085"/>
                </a:moveTo>
                <a:lnTo>
                  <a:pt x="46644" y="36309"/>
                </a:lnTo>
                <a:cubicBezTo>
                  <a:pt x="37437" y="39950"/>
                  <a:pt x="31492" y="42530"/>
                  <a:pt x="28809" y="44049"/>
                </a:cubicBezTo>
                <a:cubicBezTo>
                  <a:pt x="23993" y="46720"/>
                  <a:pt x="20548" y="49512"/>
                  <a:pt x="18475" y="52426"/>
                </a:cubicBezTo>
                <a:cubicBezTo>
                  <a:pt x="16401" y="55339"/>
                  <a:pt x="15365" y="58526"/>
                  <a:pt x="15365" y="61986"/>
                </a:cubicBezTo>
                <a:cubicBezTo>
                  <a:pt x="15365" y="66357"/>
                  <a:pt x="16676" y="69984"/>
                  <a:pt x="19298" y="72866"/>
                </a:cubicBezTo>
                <a:cubicBezTo>
                  <a:pt x="21919" y="75749"/>
                  <a:pt x="24938" y="77191"/>
                  <a:pt x="28352" y="77191"/>
                </a:cubicBezTo>
                <a:cubicBezTo>
                  <a:pt x="32986" y="77191"/>
                  <a:pt x="39083" y="74155"/>
                  <a:pt x="46644" y="68085"/>
                </a:cubicBezTo>
                <a:close/>
                <a:moveTo>
                  <a:pt x="106760" y="17743"/>
                </a:moveTo>
                <a:cubicBezTo>
                  <a:pt x="116577" y="5914"/>
                  <a:pt x="125936" y="0"/>
                  <a:pt x="134838" y="0"/>
                </a:cubicBezTo>
                <a:cubicBezTo>
                  <a:pt x="139411" y="0"/>
                  <a:pt x="143343" y="1141"/>
                  <a:pt x="146636" y="3424"/>
                </a:cubicBezTo>
                <a:cubicBezTo>
                  <a:pt x="149928" y="5705"/>
                  <a:pt x="152550" y="9461"/>
                  <a:pt x="154501" y="14693"/>
                </a:cubicBezTo>
                <a:cubicBezTo>
                  <a:pt x="155843" y="18342"/>
                  <a:pt x="156513" y="23939"/>
                  <a:pt x="156513" y="31484"/>
                </a:cubicBezTo>
                <a:lnTo>
                  <a:pt x="156513" y="67165"/>
                </a:lnTo>
                <a:cubicBezTo>
                  <a:pt x="156513" y="72458"/>
                  <a:pt x="156940" y="76047"/>
                  <a:pt x="157794" y="77934"/>
                </a:cubicBezTo>
                <a:cubicBezTo>
                  <a:pt x="158464" y="79454"/>
                  <a:pt x="159547" y="80640"/>
                  <a:pt x="161040" y="81492"/>
                </a:cubicBezTo>
                <a:cubicBezTo>
                  <a:pt x="162534" y="82344"/>
                  <a:pt x="165293" y="82770"/>
                  <a:pt x="169317" y="82770"/>
                </a:cubicBezTo>
                <a:lnTo>
                  <a:pt x="169317" y="86154"/>
                </a:lnTo>
                <a:lnTo>
                  <a:pt x="127887" y="86154"/>
                </a:lnTo>
                <a:lnTo>
                  <a:pt x="127887" y="82770"/>
                </a:lnTo>
                <a:lnTo>
                  <a:pt x="129625" y="82770"/>
                </a:lnTo>
                <a:cubicBezTo>
                  <a:pt x="133527" y="82770"/>
                  <a:pt x="136255" y="82178"/>
                  <a:pt x="137810" y="80995"/>
                </a:cubicBezTo>
                <a:cubicBezTo>
                  <a:pt x="139365" y="79812"/>
                  <a:pt x="140447" y="78068"/>
                  <a:pt x="141057" y="75764"/>
                </a:cubicBezTo>
                <a:cubicBezTo>
                  <a:pt x="141301" y="74854"/>
                  <a:pt x="141423" y="72002"/>
                  <a:pt x="141423" y="67210"/>
                </a:cubicBezTo>
                <a:lnTo>
                  <a:pt x="141423" y="33088"/>
                </a:lnTo>
                <a:cubicBezTo>
                  <a:pt x="141423" y="25506"/>
                  <a:pt x="140432" y="20002"/>
                  <a:pt x="138450" y="16574"/>
                </a:cubicBezTo>
                <a:cubicBezTo>
                  <a:pt x="136469" y="13146"/>
                  <a:pt x="133130" y="11432"/>
                  <a:pt x="128436" y="11432"/>
                </a:cubicBezTo>
                <a:cubicBezTo>
                  <a:pt x="121180" y="11432"/>
                  <a:pt x="113955" y="15375"/>
                  <a:pt x="106760" y="23262"/>
                </a:cubicBezTo>
                <a:lnTo>
                  <a:pt x="106760" y="67210"/>
                </a:lnTo>
                <a:cubicBezTo>
                  <a:pt x="106760" y="72852"/>
                  <a:pt x="107095" y="76340"/>
                  <a:pt x="107766" y="77674"/>
                </a:cubicBezTo>
                <a:cubicBezTo>
                  <a:pt x="108620" y="79432"/>
                  <a:pt x="109793" y="80721"/>
                  <a:pt x="111287" y="81541"/>
                </a:cubicBezTo>
                <a:cubicBezTo>
                  <a:pt x="112781" y="82360"/>
                  <a:pt x="115814" y="82770"/>
                  <a:pt x="120387" y="82770"/>
                </a:cubicBezTo>
                <a:lnTo>
                  <a:pt x="120387" y="86154"/>
                </a:lnTo>
                <a:lnTo>
                  <a:pt x="78957" y="86154"/>
                </a:lnTo>
                <a:lnTo>
                  <a:pt x="78957" y="82770"/>
                </a:lnTo>
                <a:lnTo>
                  <a:pt x="80786" y="82770"/>
                </a:lnTo>
                <a:cubicBezTo>
                  <a:pt x="85054" y="82770"/>
                  <a:pt x="87935" y="81690"/>
                  <a:pt x="89429" y="79531"/>
                </a:cubicBezTo>
                <a:cubicBezTo>
                  <a:pt x="90923" y="77371"/>
                  <a:pt x="91669" y="73248"/>
                  <a:pt x="91669" y="67165"/>
                </a:cubicBezTo>
                <a:lnTo>
                  <a:pt x="91669" y="36137"/>
                </a:lnTo>
                <a:cubicBezTo>
                  <a:pt x="91669" y="26100"/>
                  <a:pt x="91441" y="19986"/>
                  <a:pt x="90983" y="17797"/>
                </a:cubicBezTo>
                <a:cubicBezTo>
                  <a:pt x="90526" y="15606"/>
                  <a:pt x="89825" y="14115"/>
                  <a:pt x="88880" y="13324"/>
                </a:cubicBezTo>
                <a:cubicBezTo>
                  <a:pt x="87935" y="12534"/>
                  <a:pt x="86670" y="12138"/>
                  <a:pt x="85084" y="12138"/>
                </a:cubicBezTo>
                <a:cubicBezTo>
                  <a:pt x="83377" y="12138"/>
                  <a:pt x="81335" y="12595"/>
                  <a:pt x="78957" y="13507"/>
                </a:cubicBezTo>
                <a:lnTo>
                  <a:pt x="77585" y="10220"/>
                </a:lnTo>
                <a:lnTo>
                  <a:pt x="102827" y="0"/>
                </a:lnTo>
                <a:lnTo>
                  <a:pt x="106760" y="0"/>
                </a:lnTo>
                <a:lnTo>
                  <a:pt x="106760" y="1774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EC69E-FE6A-4540-A56B-62F178C8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85" y="622418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F6A3E-C390-4702-8953-760CBDC1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85" y="622418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24" name="Text an">
            <a:extLst xmlns:a="http://schemas.openxmlformats.org/drawingml/2006/main">
              <a:ext uri="{FF2B5EF4-FFF2-40B4-BE49-F238E27FC236}">
                <a16:creationId xmlns:a16="http://schemas.microsoft.com/office/drawing/2014/main" id="{1DA55994-A965-4E74-B034-AF199FE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036" y="6360460"/>
            <a:ext cx="169317" cy="87983"/>
          </a:xfrm>
          <a:custGeom xmlns:a="http://schemas.openxmlformats.org/drawingml/2006/main">
            <a:pathLst>
              <a:path w="169317" h="87983">
                <a:moveTo>
                  <a:pt x="46644" y="74081"/>
                </a:moveTo>
                <a:cubicBezTo>
                  <a:pt x="38047" y="80727"/>
                  <a:pt x="32651" y="84568"/>
                  <a:pt x="30456" y="85605"/>
                </a:cubicBezTo>
                <a:cubicBezTo>
                  <a:pt x="27163" y="87190"/>
                  <a:pt x="23657" y="87983"/>
                  <a:pt x="19938" y="87983"/>
                </a:cubicBezTo>
                <a:cubicBezTo>
                  <a:pt x="14146" y="87983"/>
                  <a:pt x="9374" y="86001"/>
                  <a:pt x="5625" y="82038"/>
                </a:cubicBezTo>
                <a:cubicBezTo>
                  <a:pt x="1875" y="78075"/>
                  <a:pt x="0" y="72862"/>
                  <a:pt x="0" y="66399"/>
                </a:cubicBezTo>
                <a:cubicBezTo>
                  <a:pt x="0" y="62313"/>
                  <a:pt x="915" y="58777"/>
                  <a:pt x="2744" y="55789"/>
                </a:cubicBezTo>
                <a:cubicBezTo>
                  <a:pt x="5244" y="51643"/>
                  <a:pt x="9588" y="47741"/>
                  <a:pt x="15777" y="44083"/>
                </a:cubicBezTo>
                <a:cubicBezTo>
                  <a:pt x="21965" y="40424"/>
                  <a:pt x="32254" y="35974"/>
                  <a:pt x="46644" y="30730"/>
                </a:cubicBezTo>
                <a:lnTo>
                  <a:pt x="46644" y="27437"/>
                </a:lnTo>
                <a:cubicBezTo>
                  <a:pt x="46644" y="19084"/>
                  <a:pt x="45318" y="13353"/>
                  <a:pt x="42665" y="10243"/>
                </a:cubicBezTo>
                <a:cubicBezTo>
                  <a:pt x="40013" y="7134"/>
                  <a:pt x="36156" y="5579"/>
                  <a:pt x="31096" y="5579"/>
                </a:cubicBezTo>
                <a:cubicBezTo>
                  <a:pt x="27255" y="5579"/>
                  <a:pt x="24206" y="6612"/>
                  <a:pt x="21950" y="8677"/>
                </a:cubicBezTo>
                <a:cubicBezTo>
                  <a:pt x="19633" y="10743"/>
                  <a:pt x="18475" y="13112"/>
                  <a:pt x="18475" y="15785"/>
                </a:cubicBezTo>
                <a:lnTo>
                  <a:pt x="18657" y="21070"/>
                </a:lnTo>
                <a:cubicBezTo>
                  <a:pt x="18657" y="23863"/>
                  <a:pt x="17941" y="26019"/>
                  <a:pt x="16508" y="27537"/>
                </a:cubicBezTo>
                <a:cubicBezTo>
                  <a:pt x="15075" y="29056"/>
                  <a:pt x="13200" y="29815"/>
                  <a:pt x="10884" y="29815"/>
                </a:cubicBezTo>
                <a:cubicBezTo>
                  <a:pt x="8628" y="29815"/>
                  <a:pt x="6783" y="29026"/>
                  <a:pt x="5350" y="27446"/>
                </a:cubicBezTo>
                <a:cubicBezTo>
                  <a:pt x="3917" y="25865"/>
                  <a:pt x="3201" y="23706"/>
                  <a:pt x="3201" y="20970"/>
                </a:cubicBezTo>
                <a:cubicBezTo>
                  <a:pt x="3201" y="15743"/>
                  <a:pt x="5884" y="10942"/>
                  <a:pt x="11249" y="6565"/>
                </a:cubicBezTo>
                <a:cubicBezTo>
                  <a:pt x="16615" y="2188"/>
                  <a:pt x="24145" y="0"/>
                  <a:pt x="33840" y="0"/>
                </a:cubicBezTo>
                <a:cubicBezTo>
                  <a:pt x="41278" y="0"/>
                  <a:pt x="47375" y="1248"/>
                  <a:pt x="52131" y="3744"/>
                </a:cubicBezTo>
                <a:cubicBezTo>
                  <a:pt x="55728" y="5632"/>
                  <a:pt x="58381" y="8587"/>
                  <a:pt x="60088" y="12607"/>
                </a:cubicBezTo>
                <a:cubicBezTo>
                  <a:pt x="61185" y="15225"/>
                  <a:pt x="61734" y="20584"/>
                  <a:pt x="61734" y="28684"/>
                </a:cubicBezTo>
                <a:lnTo>
                  <a:pt x="61734" y="57093"/>
                </a:lnTo>
                <a:cubicBezTo>
                  <a:pt x="61734" y="65071"/>
                  <a:pt x="61887" y="69958"/>
                  <a:pt x="62192" y="71755"/>
                </a:cubicBezTo>
                <a:cubicBezTo>
                  <a:pt x="62496" y="73551"/>
                  <a:pt x="62999" y="74755"/>
                  <a:pt x="63701" y="75364"/>
                </a:cubicBezTo>
                <a:cubicBezTo>
                  <a:pt x="64402" y="75972"/>
                  <a:pt x="65210" y="76276"/>
                  <a:pt x="66124" y="76276"/>
                </a:cubicBezTo>
                <a:cubicBezTo>
                  <a:pt x="67100" y="76276"/>
                  <a:pt x="67953" y="76063"/>
                  <a:pt x="68685" y="75636"/>
                </a:cubicBezTo>
                <a:cubicBezTo>
                  <a:pt x="69965" y="74843"/>
                  <a:pt x="72435" y="72618"/>
                  <a:pt x="76093" y="68959"/>
                </a:cubicBezTo>
                <a:lnTo>
                  <a:pt x="76093" y="74081"/>
                </a:lnTo>
                <a:cubicBezTo>
                  <a:pt x="69264" y="83227"/>
                  <a:pt x="62740" y="87800"/>
                  <a:pt x="56521" y="87800"/>
                </a:cubicBezTo>
                <a:cubicBezTo>
                  <a:pt x="53533" y="87800"/>
                  <a:pt x="51156" y="86763"/>
                  <a:pt x="49387" y="84690"/>
                </a:cubicBezTo>
                <a:cubicBezTo>
                  <a:pt x="47619" y="82617"/>
                  <a:pt x="46705" y="79081"/>
                  <a:pt x="46644" y="74081"/>
                </a:cubicBezTo>
                <a:moveTo>
                  <a:pt x="46644" y="68085"/>
                </a:moveTo>
                <a:lnTo>
                  <a:pt x="46644" y="36309"/>
                </a:lnTo>
                <a:cubicBezTo>
                  <a:pt x="37437" y="39950"/>
                  <a:pt x="31492" y="42530"/>
                  <a:pt x="28809" y="44049"/>
                </a:cubicBezTo>
                <a:cubicBezTo>
                  <a:pt x="23993" y="46720"/>
                  <a:pt x="20548" y="49512"/>
                  <a:pt x="18475" y="52426"/>
                </a:cubicBezTo>
                <a:cubicBezTo>
                  <a:pt x="16401" y="55339"/>
                  <a:pt x="15365" y="58526"/>
                  <a:pt x="15365" y="61986"/>
                </a:cubicBezTo>
                <a:cubicBezTo>
                  <a:pt x="15365" y="66357"/>
                  <a:pt x="16676" y="69984"/>
                  <a:pt x="19298" y="72866"/>
                </a:cubicBezTo>
                <a:cubicBezTo>
                  <a:pt x="21919" y="75749"/>
                  <a:pt x="24938" y="77191"/>
                  <a:pt x="28352" y="77191"/>
                </a:cubicBezTo>
                <a:cubicBezTo>
                  <a:pt x="32986" y="77191"/>
                  <a:pt x="39083" y="74155"/>
                  <a:pt x="46644" y="68085"/>
                </a:cubicBezTo>
                <a:close/>
                <a:moveTo>
                  <a:pt x="106760" y="17743"/>
                </a:moveTo>
                <a:cubicBezTo>
                  <a:pt x="116577" y="5914"/>
                  <a:pt x="125936" y="0"/>
                  <a:pt x="134838" y="0"/>
                </a:cubicBezTo>
                <a:cubicBezTo>
                  <a:pt x="139411" y="0"/>
                  <a:pt x="143343" y="1141"/>
                  <a:pt x="146636" y="3424"/>
                </a:cubicBezTo>
                <a:cubicBezTo>
                  <a:pt x="149928" y="5705"/>
                  <a:pt x="152550" y="9461"/>
                  <a:pt x="154501" y="14693"/>
                </a:cubicBezTo>
                <a:cubicBezTo>
                  <a:pt x="155843" y="18342"/>
                  <a:pt x="156513" y="23939"/>
                  <a:pt x="156513" y="31484"/>
                </a:cubicBezTo>
                <a:lnTo>
                  <a:pt x="156513" y="67165"/>
                </a:lnTo>
                <a:cubicBezTo>
                  <a:pt x="156513" y="72458"/>
                  <a:pt x="156940" y="76047"/>
                  <a:pt x="157794" y="77934"/>
                </a:cubicBezTo>
                <a:cubicBezTo>
                  <a:pt x="158464" y="79454"/>
                  <a:pt x="159547" y="80640"/>
                  <a:pt x="161040" y="81492"/>
                </a:cubicBezTo>
                <a:cubicBezTo>
                  <a:pt x="162534" y="82344"/>
                  <a:pt x="165293" y="82770"/>
                  <a:pt x="169317" y="82770"/>
                </a:cubicBezTo>
                <a:lnTo>
                  <a:pt x="169317" y="86154"/>
                </a:lnTo>
                <a:lnTo>
                  <a:pt x="127887" y="86154"/>
                </a:lnTo>
                <a:lnTo>
                  <a:pt x="127887" y="82770"/>
                </a:lnTo>
                <a:lnTo>
                  <a:pt x="129625" y="82770"/>
                </a:lnTo>
                <a:cubicBezTo>
                  <a:pt x="133527" y="82770"/>
                  <a:pt x="136255" y="82178"/>
                  <a:pt x="137810" y="80995"/>
                </a:cubicBezTo>
                <a:cubicBezTo>
                  <a:pt x="139365" y="79812"/>
                  <a:pt x="140447" y="78068"/>
                  <a:pt x="141057" y="75764"/>
                </a:cubicBezTo>
                <a:cubicBezTo>
                  <a:pt x="141301" y="74854"/>
                  <a:pt x="141423" y="72002"/>
                  <a:pt x="141423" y="67210"/>
                </a:cubicBezTo>
                <a:lnTo>
                  <a:pt x="141423" y="33088"/>
                </a:lnTo>
                <a:cubicBezTo>
                  <a:pt x="141423" y="25506"/>
                  <a:pt x="140432" y="20002"/>
                  <a:pt x="138450" y="16574"/>
                </a:cubicBezTo>
                <a:cubicBezTo>
                  <a:pt x="136469" y="13146"/>
                  <a:pt x="133130" y="11432"/>
                  <a:pt x="128436" y="11432"/>
                </a:cubicBezTo>
                <a:cubicBezTo>
                  <a:pt x="121180" y="11432"/>
                  <a:pt x="113955" y="15375"/>
                  <a:pt x="106760" y="23262"/>
                </a:cubicBezTo>
                <a:lnTo>
                  <a:pt x="106760" y="67210"/>
                </a:lnTo>
                <a:cubicBezTo>
                  <a:pt x="106760" y="72852"/>
                  <a:pt x="107095" y="76340"/>
                  <a:pt x="107766" y="77674"/>
                </a:cubicBezTo>
                <a:cubicBezTo>
                  <a:pt x="108620" y="79432"/>
                  <a:pt x="109793" y="80721"/>
                  <a:pt x="111287" y="81541"/>
                </a:cubicBezTo>
                <a:cubicBezTo>
                  <a:pt x="112781" y="82360"/>
                  <a:pt x="115814" y="82770"/>
                  <a:pt x="120387" y="82770"/>
                </a:cubicBezTo>
                <a:lnTo>
                  <a:pt x="120387" y="86154"/>
                </a:lnTo>
                <a:lnTo>
                  <a:pt x="78957" y="86154"/>
                </a:lnTo>
                <a:lnTo>
                  <a:pt x="78957" y="82770"/>
                </a:lnTo>
                <a:lnTo>
                  <a:pt x="80786" y="82770"/>
                </a:lnTo>
                <a:cubicBezTo>
                  <a:pt x="85054" y="82770"/>
                  <a:pt x="87935" y="81690"/>
                  <a:pt x="89429" y="79531"/>
                </a:cubicBezTo>
                <a:cubicBezTo>
                  <a:pt x="90923" y="77371"/>
                  <a:pt x="91669" y="73248"/>
                  <a:pt x="91669" y="67165"/>
                </a:cubicBezTo>
                <a:lnTo>
                  <a:pt x="91669" y="36137"/>
                </a:lnTo>
                <a:cubicBezTo>
                  <a:pt x="91669" y="26100"/>
                  <a:pt x="91441" y="19986"/>
                  <a:pt x="90983" y="17797"/>
                </a:cubicBezTo>
                <a:cubicBezTo>
                  <a:pt x="90526" y="15606"/>
                  <a:pt x="89825" y="14115"/>
                  <a:pt x="88880" y="13324"/>
                </a:cubicBezTo>
                <a:cubicBezTo>
                  <a:pt x="87935" y="12534"/>
                  <a:pt x="86670" y="12138"/>
                  <a:pt x="85084" y="12138"/>
                </a:cubicBezTo>
                <a:cubicBezTo>
                  <a:pt x="83377" y="12138"/>
                  <a:pt x="81335" y="12595"/>
                  <a:pt x="78957" y="13507"/>
                </a:cubicBezTo>
                <a:lnTo>
                  <a:pt x="77585" y="10220"/>
                </a:lnTo>
                <a:lnTo>
                  <a:pt x="102827" y="0"/>
                </a:lnTo>
                <a:lnTo>
                  <a:pt x="106760" y="0"/>
                </a:lnTo>
                <a:lnTo>
                  <a:pt x="106760" y="1774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9088478e04b3e"/>
          <a:stretch xmlns:a="http://schemas.openxmlformats.org/drawingml/2006/main"/>
        </p:blipFill>
        <p:spPr>
          <a:xfrm xmlns:a="http://schemas.openxmlformats.org/drawingml/2006/main">
            <a:off x="5401684" y="1730906"/>
            <a:ext cx="3675885" cy="1798686"/>
          </a:xfrm>
          <a:prstGeom xmlns:a="http://schemas.openxmlformats.org/drawingml/2006/main" prst="rect">
            <a:avLst/>
          </a:prstGeom>
        </p:spPr>
      </p:pic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A9E46-A64C-4C6B-A833-7AFF7E25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684" y="1728838"/>
            <a:ext cx="3675885" cy="1802823"/>
          </a:xfrm>
          <a:custGeom xmlns:a="http://schemas.openxmlformats.org/drawingml/2006/main">
            <a:pathLst>
              <a:path w="3675885" h="1802823" fill="none">
                <a:moveTo>
                  <a:pt x="0" y="0"/>
                </a:moveTo>
                <a:lnTo>
                  <a:pt x="3675885" y="0"/>
                </a:lnTo>
                <a:lnTo>
                  <a:pt x="3675885" y="1802823"/>
                </a:lnTo>
                <a:lnTo>
                  <a:pt x="0" y="18028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pic>
        <p:nvPicPr>
          <p:cNvPr id="6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cbd8a896e4145"/>
          <a:stretch xmlns:a="http://schemas.openxmlformats.org/drawingml/2006/main"/>
        </p:blipFill>
        <p:spPr>
          <a:xfrm xmlns:a="http://schemas.openxmlformats.org/drawingml/2006/main">
            <a:off x="182468" y="1003026"/>
            <a:ext cx="4444632" cy="2575461"/>
          </a:xfrm>
          <a:prstGeom xmlns:a="http://schemas.openxmlformats.org/drawingml/2006/main" prst="rect">
            <a:avLst/>
          </a:prstGeom>
        </p:spPr>
      </p:pic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42CF9-B565-4AD9-9343-168A3E70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22" y="1003026"/>
            <a:ext cx="4448524" cy="2575461"/>
          </a:xfrm>
          <a:custGeom xmlns:a="http://schemas.openxmlformats.org/drawingml/2006/main">
            <a:pathLst>
              <a:path w="4448524" h="2575461" fill="none">
                <a:moveTo>
                  <a:pt x="0" y="0"/>
                </a:moveTo>
                <a:lnTo>
                  <a:pt x="4448524" y="0"/>
                </a:lnTo>
                <a:lnTo>
                  <a:pt x="4448524" y="2575461"/>
                </a:lnTo>
                <a:lnTo>
                  <a:pt x="0" y="25754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79B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90E40-CFB1-47D3-B9D6-51EF2D73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05" y="3315790"/>
            <a:ext cx="328020" cy="10"/>
          </a:xfrm>
          <a:custGeom xmlns:a="http://schemas.openxmlformats.org/drawingml/2006/main">
            <a:pathLst>
              <a:path w="328020" h="1" fill="none">
                <a:moveTo>
                  <a:pt x="0" y="0"/>
                </a:moveTo>
                <a:lnTo>
                  <a:pt x="328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E64D7-EE27-4527-89D8-30B8A5EF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3262642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230E3-A67B-45DC-B88F-867A5E6A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3262642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CCA3B-A7E9-45A6-A08C-B2CF188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05" y="1817340"/>
            <a:ext cx="328020" cy="10"/>
          </a:xfrm>
          <a:custGeom xmlns:a="http://schemas.openxmlformats.org/drawingml/2006/main">
            <a:pathLst>
              <a:path w="328020" h="1" fill="none">
                <a:moveTo>
                  <a:pt x="0" y="0"/>
                </a:moveTo>
                <a:lnTo>
                  <a:pt x="328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FFF07-5C10-4E51-AF81-7AE431B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1764192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0AF1E-1D39-4935-861F-9F8906B8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1764192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01984-E7CB-4147-98C0-C0804E3D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05" y="2121713"/>
            <a:ext cx="328020" cy="10"/>
          </a:xfrm>
          <a:custGeom xmlns:a="http://schemas.openxmlformats.org/drawingml/2006/main">
            <a:pathLst>
              <a:path w="328020" h="1" fill="none">
                <a:moveTo>
                  <a:pt x="0" y="0"/>
                </a:moveTo>
                <a:lnTo>
                  <a:pt x="328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82E87-EFFE-4E5B-965C-4461FBF3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068565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1416C-EAD7-4BCA-B759-04E13F58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068565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F82B5-2517-4E9C-8F08-C43F83CB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05" y="2408525"/>
            <a:ext cx="328020" cy="10"/>
          </a:xfrm>
          <a:custGeom xmlns:a="http://schemas.openxmlformats.org/drawingml/2006/main">
            <a:pathLst>
              <a:path w="328020" h="1" fill="none">
                <a:moveTo>
                  <a:pt x="0" y="0"/>
                </a:moveTo>
                <a:lnTo>
                  <a:pt x="328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AF215-7E8A-4159-8126-61575B6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355377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F65BA-8ADA-4862-88CC-722E050D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355377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78706-D76F-48B0-9298-ED03B8E3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05" y="2707045"/>
            <a:ext cx="328020" cy="10"/>
          </a:xfrm>
          <a:custGeom xmlns:a="http://schemas.openxmlformats.org/drawingml/2006/main">
            <a:pathLst>
              <a:path w="328020" h="1" fill="none">
                <a:moveTo>
                  <a:pt x="0" y="0"/>
                </a:moveTo>
                <a:lnTo>
                  <a:pt x="328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C2E5D-B6B9-46FC-A2C8-C20DC441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653897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4E1BF-63DB-423B-89F9-B6958AC8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653897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3B23C-5E19-45B2-A0FF-9F5A9D98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05" y="3011417"/>
            <a:ext cx="328020" cy="10"/>
          </a:xfrm>
          <a:custGeom xmlns:a="http://schemas.openxmlformats.org/drawingml/2006/main">
            <a:pathLst>
              <a:path w="328020" h="1" fill="none">
                <a:moveTo>
                  <a:pt x="0" y="0"/>
                </a:moveTo>
                <a:lnTo>
                  <a:pt x="328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4D98F-691C-48B7-AFB8-05159400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958269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A5407-F173-44DF-B486-A6C49ADA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2958269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11E3A-1349-456E-AB48-5769D7D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05" y="1512967"/>
            <a:ext cx="328020" cy="10"/>
          </a:xfrm>
          <a:custGeom xmlns:a="http://schemas.openxmlformats.org/drawingml/2006/main">
            <a:pathLst>
              <a:path w="328020" h="1" fill="none">
                <a:moveTo>
                  <a:pt x="0" y="0"/>
                </a:moveTo>
                <a:lnTo>
                  <a:pt x="328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0A338-F57F-483C-AB28-20C0B451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1459819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9170B-1666-4607-9EDA-062CA1F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23" y="1459819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C6DF3-9259-4AE6-97E8-887D29B2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10" y="698653"/>
            <a:ext cx="2271088" cy="304373"/>
          </a:xfrm>
          <a:custGeom xmlns:a="http://schemas.openxmlformats.org/drawingml/2006/main">
            <a:pathLst>
              <a:path w="2271088" h="304373">
                <a:moveTo>
                  <a:pt x="0" y="0"/>
                </a:moveTo>
                <a:lnTo>
                  <a:pt x="2271088" y="0"/>
                </a:lnTo>
                <a:lnTo>
                  <a:pt x="227108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475B3-D934-4E8A-B8E6-A7FAC3BD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10" y="698653"/>
            <a:ext cx="2271088" cy="304373"/>
          </a:xfrm>
          <a:custGeom xmlns:a="http://schemas.openxmlformats.org/drawingml/2006/main">
            <a:pathLst>
              <a:path w="2271088" h="304373" fill="none">
                <a:moveTo>
                  <a:pt x="0" y="0"/>
                </a:moveTo>
                <a:lnTo>
                  <a:pt x="2271088" y="0"/>
                </a:lnTo>
                <a:lnTo>
                  <a:pt x="227108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9673A6"/>
            </a:solidFill>
            <a:miter/>
          </a:ln>
        </p:spPr>
      </p:sp>
      <p:sp>
        <p:nvSpPr>
          <p:cNvPr id="52" name="Text Pref">
            <a:extLst xmlns:a="http://schemas.openxmlformats.org/drawingml/2006/main">
              <a:ext uri="{FF2B5EF4-FFF2-40B4-BE49-F238E27FC236}">
                <a16:creationId xmlns:a16="http://schemas.microsoft.com/office/drawing/2014/main" id="{C033D17A-FA97-4B65-9F13-649ED9D9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387" y="794319"/>
            <a:ext cx="348850" cy="129322"/>
          </a:xfrm>
          <a:custGeom xmlns:a="http://schemas.openxmlformats.org/drawingml/2006/main">
            <a:pathLst>
              <a:path w="348850" h="129322">
                <a:moveTo>
                  <a:pt x="45821" y="70606"/>
                </a:moveTo>
                <a:lnTo>
                  <a:pt x="45821" y="104994"/>
                </a:lnTo>
                <a:cubicBezTo>
                  <a:pt x="45821" y="111735"/>
                  <a:pt x="46232" y="115979"/>
                  <a:pt x="47055" y="117727"/>
                </a:cubicBezTo>
                <a:cubicBezTo>
                  <a:pt x="47878" y="119472"/>
                  <a:pt x="49342" y="120866"/>
                  <a:pt x="51445" y="121908"/>
                </a:cubicBezTo>
                <a:cubicBezTo>
                  <a:pt x="53549" y="122948"/>
                  <a:pt x="57405" y="123468"/>
                  <a:pt x="63015" y="123468"/>
                </a:cubicBezTo>
                <a:lnTo>
                  <a:pt x="63015" y="126761"/>
                </a:lnTo>
                <a:lnTo>
                  <a:pt x="0" y="126761"/>
                </a:lnTo>
                <a:lnTo>
                  <a:pt x="0" y="123468"/>
                </a:lnTo>
                <a:cubicBezTo>
                  <a:pt x="5731" y="123468"/>
                  <a:pt x="9618" y="122932"/>
                  <a:pt x="11661" y="121859"/>
                </a:cubicBezTo>
                <a:cubicBezTo>
                  <a:pt x="13703" y="120787"/>
                  <a:pt x="15136" y="119393"/>
                  <a:pt x="15959" y="117678"/>
                </a:cubicBezTo>
                <a:cubicBezTo>
                  <a:pt x="16783" y="115963"/>
                  <a:pt x="17194" y="111735"/>
                  <a:pt x="17194" y="104994"/>
                </a:cubicBezTo>
                <a:lnTo>
                  <a:pt x="17194" y="24511"/>
                </a:lnTo>
                <a:cubicBezTo>
                  <a:pt x="17194" y="17770"/>
                  <a:pt x="16783" y="13526"/>
                  <a:pt x="15959" y="11781"/>
                </a:cubicBezTo>
                <a:cubicBezTo>
                  <a:pt x="15136" y="10034"/>
                  <a:pt x="13688" y="8640"/>
                  <a:pt x="11615" y="7600"/>
                </a:cubicBezTo>
                <a:cubicBezTo>
                  <a:pt x="9542" y="6557"/>
                  <a:pt x="5670" y="6036"/>
                  <a:pt x="0" y="6036"/>
                </a:cubicBezTo>
                <a:lnTo>
                  <a:pt x="0" y="2744"/>
                </a:lnTo>
                <a:lnTo>
                  <a:pt x="54052" y="2744"/>
                </a:lnTo>
                <a:cubicBezTo>
                  <a:pt x="71856" y="2744"/>
                  <a:pt x="84629" y="5914"/>
                  <a:pt x="92373" y="12255"/>
                </a:cubicBezTo>
                <a:cubicBezTo>
                  <a:pt x="100116" y="18596"/>
                  <a:pt x="103988" y="26523"/>
                  <a:pt x="103988" y="36035"/>
                </a:cubicBezTo>
                <a:cubicBezTo>
                  <a:pt x="103988" y="44083"/>
                  <a:pt x="101488" y="50973"/>
                  <a:pt x="96488" y="56704"/>
                </a:cubicBezTo>
                <a:cubicBezTo>
                  <a:pt x="91489" y="62435"/>
                  <a:pt x="84599" y="66338"/>
                  <a:pt x="75819" y="68411"/>
                </a:cubicBezTo>
                <a:cubicBezTo>
                  <a:pt x="69905" y="69874"/>
                  <a:pt x="59905" y="70606"/>
                  <a:pt x="45821" y="70606"/>
                </a:cubicBezTo>
                <a:moveTo>
                  <a:pt x="45821" y="9877"/>
                </a:moveTo>
                <a:lnTo>
                  <a:pt x="45821" y="63472"/>
                </a:lnTo>
                <a:cubicBezTo>
                  <a:pt x="47833" y="63594"/>
                  <a:pt x="49357" y="63655"/>
                  <a:pt x="50393" y="63655"/>
                </a:cubicBezTo>
                <a:cubicBezTo>
                  <a:pt x="57832" y="63655"/>
                  <a:pt x="63563" y="61445"/>
                  <a:pt x="67588" y="57024"/>
                </a:cubicBezTo>
                <a:cubicBezTo>
                  <a:pt x="71612" y="52604"/>
                  <a:pt x="73624" y="45760"/>
                  <a:pt x="73624" y="36492"/>
                </a:cubicBezTo>
                <a:cubicBezTo>
                  <a:pt x="73624" y="27285"/>
                  <a:pt x="71612" y="20548"/>
                  <a:pt x="67588" y="16280"/>
                </a:cubicBezTo>
                <a:cubicBezTo>
                  <a:pt x="63563" y="12012"/>
                  <a:pt x="57558" y="9877"/>
                  <a:pt x="49570" y="9877"/>
                </a:cubicBezTo>
                <a:lnTo>
                  <a:pt x="45821" y="9877"/>
                </a:lnTo>
                <a:close/>
                <a:moveTo>
                  <a:pt x="151485" y="41156"/>
                </a:moveTo>
                <a:lnTo>
                  <a:pt x="151485" y="60545"/>
                </a:lnTo>
                <a:cubicBezTo>
                  <a:pt x="157155" y="51704"/>
                  <a:pt x="162124" y="45836"/>
                  <a:pt x="166393" y="42940"/>
                </a:cubicBezTo>
                <a:cubicBezTo>
                  <a:pt x="170661" y="40043"/>
                  <a:pt x="174776" y="38595"/>
                  <a:pt x="178739" y="38595"/>
                </a:cubicBezTo>
                <a:cubicBezTo>
                  <a:pt x="182154" y="38595"/>
                  <a:pt x="184882" y="39651"/>
                  <a:pt x="186925" y="41762"/>
                </a:cubicBezTo>
                <a:cubicBezTo>
                  <a:pt x="188967" y="43873"/>
                  <a:pt x="189989" y="46856"/>
                  <a:pt x="189989" y="50711"/>
                </a:cubicBezTo>
                <a:cubicBezTo>
                  <a:pt x="189989" y="54811"/>
                  <a:pt x="188998" y="57994"/>
                  <a:pt x="187016" y="60259"/>
                </a:cubicBezTo>
                <a:cubicBezTo>
                  <a:pt x="185035" y="62523"/>
                  <a:pt x="182642" y="63655"/>
                  <a:pt x="179837" y="63655"/>
                </a:cubicBezTo>
                <a:cubicBezTo>
                  <a:pt x="176605" y="63655"/>
                  <a:pt x="173801" y="62618"/>
                  <a:pt x="171423" y="60545"/>
                </a:cubicBezTo>
                <a:cubicBezTo>
                  <a:pt x="169045" y="58472"/>
                  <a:pt x="167642" y="57314"/>
                  <a:pt x="167216" y="57070"/>
                </a:cubicBezTo>
                <a:cubicBezTo>
                  <a:pt x="166606" y="56704"/>
                  <a:pt x="165905" y="56521"/>
                  <a:pt x="165112" y="56521"/>
                </a:cubicBezTo>
                <a:cubicBezTo>
                  <a:pt x="163344" y="56521"/>
                  <a:pt x="161667" y="57192"/>
                  <a:pt x="160082" y="58533"/>
                </a:cubicBezTo>
                <a:cubicBezTo>
                  <a:pt x="157582" y="60606"/>
                  <a:pt x="155692" y="63563"/>
                  <a:pt x="154412" y="67405"/>
                </a:cubicBezTo>
                <a:cubicBezTo>
                  <a:pt x="152460" y="73319"/>
                  <a:pt x="151485" y="79843"/>
                  <a:pt x="151485" y="86977"/>
                </a:cubicBezTo>
                <a:lnTo>
                  <a:pt x="151485" y="106640"/>
                </a:lnTo>
                <a:lnTo>
                  <a:pt x="151576" y="111762"/>
                </a:lnTo>
                <a:cubicBezTo>
                  <a:pt x="151576" y="115237"/>
                  <a:pt x="151790" y="117463"/>
                  <a:pt x="152217" y="118438"/>
                </a:cubicBezTo>
                <a:cubicBezTo>
                  <a:pt x="152948" y="120085"/>
                  <a:pt x="154030" y="121289"/>
                  <a:pt x="155463" y="122051"/>
                </a:cubicBezTo>
                <a:cubicBezTo>
                  <a:pt x="156896" y="122813"/>
                  <a:pt x="159320" y="123286"/>
                  <a:pt x="162734" y="123468"/>
                </a:cubicBezTo>
                <a:lnTo>
                  <a:pt x="162734" y="126761"/>
                </a:lnTo>
                <a:lnTo>
                  <a:pt x="116548" y="126761"/>
                </a:lnTo>
                <a:lnTo>
                  <a:pt x="116548" y="123468"/>
                </a:lnTo>
                <a:cubicBezTo>
                  <a:pt x="120267" y="123164"/>
                  <a:pt x="122782" y="122142"/>
                  <a:pt x="124093" y="120405"/>
                </a:cubicBezTo>
                <a:cubicBezTo>
                  <a:pt x="125404" y="118667"/>
                  <a:pt x="126059" y="114079"/>
                  <a:pt x="126059" y="106640"/>
                </a:cubicBezTo>
                <a:lnTo>
                  <a:pt x="126059" y="59265"/>
                </a:lnTo>
                <a:cubicBezTo>
                  <a:pt x="126059" y="54357"/>
                  <a:pt x="125816" y="51228"/>
                  <a:pt x="125328" y="49879"/>
                </a:cubicBezTo>
                <a:cubicBezTo>
                  <a:pt x="124718" y="48160"/>
                  <a:pt x="123834" y="46903"/>
                  <a:pt x="122676" y="46106"/>
                </a:cubicBezTo>
                <a:cubicBezTo>
                  <a:pt x="121517" y="45308"/>
                  <a:pt x="119475" y="44755"/>
                  <a:pt x="116548" y="44449"/>
                </a:cubicBezTo>
                <a:lnTo>
                  <a:pt x="116548" y="41156"/>
                </a:lnTo>
                <a:lnTo>
                  <a:pt x="151485" y="41156"/>
                </a:lnTo>
                <a:close/>
                <a:moveTo>
                  <a:pt x="268155" y="80849"/>
                </a:moveTo>
                <a:lnTo>
                  <a:pt x="221237" y="80849"/>
                </a:lnTo>
                <a:cubicBezTo>
                  <a:pt x="221786" y="92220"/>
                  <a:pt x="224804" y="101207"/>
                  <a:pt x="230292" y="107809"/>
                </a:cubicBezTo>
                <a:cubicBezTo>
                  <a:pt x="234499" y="112883"/>
                  <a:pt x="239559" y="115420"/>
                  <a:pt x="245474" y="115420"/>
                </a:cubicBezTo>
                <a:cubicBezTo>
                  <a:pt x="249132" y="115420"/>
                  <a:pt x="252455" y="114399"/>
                  <a:pt x="255443" y="112356"/>
                </a:cubicBezTo>
                <a:cubicBezTo>
                  <a:pt x="258430" y="110314"/>
                  <a:pt x="261631" y="106640"/>
                  <a:pt x="265046" y="101336"/>
                </a:cubicBezTo>
                <a:lnTo>
                  <a:pt x="268155" y="103348"/>
                </a:lnTo>
                <a:cubicBezTo>
                  <a:pt x="263521" y="112798"/>
                  <a:pt x="258400" y="119490"/>
                  <a:pt x="252790" y="123423"/>
                </a:cubicBezTo>
                <a:cubicBezTo>
                  <a:pt x="247181" y="127355"/>
                  <a:pt x="240687" y="129322"/>
                  <a:pt x="233310" y="129322"/>
                </a:cubicBezTo>
                <a:cubicBezTo>
                  <a:pt x="220628" y="129322"/>
                  <a:pt x="211024" y="124439"/>
                  <a:pt x="204500" y="114674"/>
                </a:cubicBezTo>
                <a:cubicBezTo>
                  <a:pt x="199257" y="106801"/>
                  <a:pt x="196635" y="97036"/>
                  <a:pt x="196635" y="85379"/>
                </a:cubicBezTo>
                <a:cubicBezTo>
                  <a:pt x="196635" y="71096"/>
                  <a:pt x="200492" y="59729"/>
                  <a:pt x="208205" y="51277"/>
                </a:cubicBezTo>
                <a:cubicBezTo>
                  <a:pt x="215917" y="42822"/>
                  <a:pt x="224957" y="38595"/>
                  <a:pt x="235322" y="38595"/>
                </a:cubicBezTo>
                <a:cubicBezTo>
                  <a:pt x="243980" y="38595"/>
                  <a:pt x="251495" y="42147"/>
                  <a:pt x="257866" y="49250"/>
                </a:cubicBezTo>
                <a:cubicBezTo>
                  <a:pt x="264238" y="56353"/>
                  <a:pt x="267668" y="66886"/>
                  <a:pt x="268155" y="80849"/>
                </a:cubicBezTo>
                <a:moveTo>
                  <a:pt x="245657" y="74813"/>
                </a:moveTo>
                <a:cubicBezTo>
                  <a:pt x="245657" y="64996"/>
                  <a:pt x="245123" y="58259"/>
                  <a:pt x="244056" y="54601"/>
                </a:cubicBezTo>
                <a:cubicBezTo>
                  <a:pt x="242989" y="50942"/>
                  <a:pt x="241328" y="48168"/>
                  <a:pt x="239072" y="46278"/>
                </a:cubicBezTo>
                <a:cubicBezTo>
                  <a:pt x="237791" y="45180"/>
                  <a:pt x="236084" y="44632"/>
                  <a:pt x="233950" y="44632"/>
                </a:cubicBezTo>
                <a:cubicBezTo>
                  <a:pt x="230779" y="44632"/>
                  <a:pt x="228188" y="46186"/>
                  <a:pt x="226176" y="49296"/>
                </a:cubicBezTo>
                <a:cubicBezTo>
                  <a:pt x="222579" y="54722"/>
                  <a:pt x="220780" y="62161"/>
                  <a:pt x="220780" y="71612"/>
                </a:cubicBezTo>
                <a:lnTo>
                  <a:pt x="220780" y="74813"/>
                </a:lnTo>
                <a:lnTo>
                  <a:pt x="245657" y="74813"/>
                </a:lnTo>
                <a:close/>
                <a:moveTo>
                  <a:pt x="316382" y="50119"/>
                </a:moveTo>
                <a:lnTo>
                  <a:pt x="316382" y="109567"/>
                </a:lnTo>
                <a:cubicBezTo>
                  <a:pt x="316382" y="115298"/>
                  <a:pt x="316992" y="118896"/>
                  <a:pt x="318211" y="120359"/>
                </a:cubicBezTo>
                <a:cubicBezTo>
                  <a:pt x="320162" y="122615"/>
                  <a:pt x="323760" y="123651"/>
                  <a:pt x="329003" y="123468"/>
                </a:cubicBezTo>
                <a:lnTo>
                  <a:pt x="329003" y="126761"/>
                </a:lnTo>
                <a:lnTo>
                  <a:pt x="278610" y="126761"/>
                </a:lnTo>
                <a:lnTo>
                  <a:pt x="278610" y="123468"/>
                </a:lnTo>
                <a:cubicBezTo>
                  <a:pt x="282451" y="123408"/>
                  <a:pt x="285180" y="122965"/>
                  <a:pt x="286795" y="122142"/>
                </a:cubicBezTo>
                <a:cubicBezTo>
                  <a:pt x="288411" y="121319"/>
                  <a:pt x="289524" y="120176"/>
                  <a:pt x="290134" y="118713"/>
                </a:cubicBezTo>
                <a:cubicBezTo>
                  <a:pt x="290743" y="117249"/>
                  <a:pt x="291048" y="114201"/>
                  <a:pt x="291048" y="109567"/>
                </a:cubicBezTo>
                <a:lnTo>
                  <a:pt x="291048" y="50119"/>
                </a:lnTo>
                <a:lnTo>
                  <a:pt x="278610" y="50119"/>
                </a:lnTo>
                <a:lnTo>
                  <a:pt x="278610" y="41156"/>
                </a:lnTo>
                <a:lnTo>
                  <a:pt x="291048" y="41156"/>
                </a:lnTo>
                <a:lnTo>
                  <a:pt x="291048" y="34874"/>
                </a:lnTo>
                <a:lnTo>
                  <a:pt x="290957" y="30593"/>
                </a:lnTo>
                <a:cubicBezTo>
                  <a:pt x="290957" y="21853"/>
                  <a:pt x="294173" y="14569"/>
                  <a:pt x="300606" y="8743"/>
                </a:cubicBezTo>
                <a:cubicBezTo>
                  <a:pt x="307038" y="2914"/>
                  <a:pt x="315742" y="0"/>
                  <a:pt x="326717" y="0"/>
                </a:cubicBezTo>
                <a:cubicBezTo>
                  <a:pt x="334216" y="0"/>
                  <a:pt x="339780" y="1408"/>
                  <a:pt x="343408" y="4224"/>
                </a:cubicBezTo>
                <a:cubicBezTo>
                  <a:pt x="347036" y="7038"/>
                  <a:pt x="348850" y="10159"/>
                  <a:pt x="348850" y="13587"/>
                </a:cubicBezTo>
                <a:cubicBezTo>
                  <a:pt x="348850" y="16342"/>
                  <a:pt x="347722" y="18730"/>
                  <a:pt x="345466" y="20750"/>
                </a:cubicBezTo>
                <a:cubicBezTo>
                  <a:pt x="343210" y="22769"/>
                  <a:pt x="340222" y="23779"/>
                  <a:pt x="336503" y="23779"/>
                </a:cubicBezTo>
                <a:cubicBezTo>
                  <a:pt x="333332" y="23779"/>
                  <a:pt x="330817" y="22956"/>
                  <a:pt x="328958" y="21310"/>
                </a:cubicBezTo>
                <a:cubicBezTo>
                  <a:pt x="327098" y="19663"/>
                  <a:pt x="326168" y="17834"/>
                  <a:pt x="326168" y="15822"/>
                </a:cubicBezTo>
                <a:cubicBezTo>
                  <a:pt x="326168" y="15274"/>
                  <a:pt x="326351" y="14146"/>
                  <a:pt x="326717" y="12438"/>
                </a:cubicBezTo>
                <a:cubicBezTo>
                  <a:pt x="326961" y="11402"/>
                  <a:pt x="327083" y="10426"/>
                  <a:pt x="327083" y="9512"/>
                </a:cubicBezTo>
                <a:cubicBezTo>
                  <a:pt x="327083" y="8231"/>
                  <a:pt x="326717" y="7286"/>
                  <a:pt x="325985" y="6676"/>
                </a:cubicBezTo>
                <a:cubicBezTo>
                  <a:pt x="325010" y="5762"/>
                  <a:pt x="323821" y="5305"/>
                  <a:pt x="322418" y="5305"/>
                </a:cubicBezTo>
                <a:cubicBezTo>
                  <a:pt x="320650" y="5305"/>
                  <a:pt x="319172" y="6031"/>
                  <a:pt x="317983" y="7482"/>
                </a:cubicBezTo>
                <a:cubicBezTo>
                  <a:pt x="316794" y="8934"/>
                  <a:pt x="316199" y="11264"/>
                  <a:pt x="316199" y="14470"/>
                </a:cubicBezTo>
                <a:lnTo>
                  <a:pt x="316382" y="30356"/>
                </a:lnTo>
                <a:lnTo>
                  <a:pt x="316382" y="41156"/>
                </a:lnTo>
                <a:lnTo>
                  <a:pt x="329003" y="41156"/>
                </a:lnTo>
                <a:lnTo>
                  <a:pt x="329003" y="50119"/>
                </a:lnTo>
                <a:lnTo>
                  <a:pt x="316382" y="5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ix:...volunteeringasa">
            <a:extLst xmlns:a="http://schemas.openxmlformats.org/drawingml/2006/main">
              <a:ext uri="{FF2B5EF4-FFF2-40B4-BE49-F238E27FC236}">
                <a16:creationId xmlns:a16="http://schemas.microsoft.com/office/drawing/2014/main" id="{653EA792-FC16-410D-BF5A-EF8AB056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175" y="791026"/>
            <a:ext cx="1717888" cy="170478"/>
          </a:xfrm>
          <a:custGeom xmlns:a="http://schemas.openxmlformats.org/drawingml/2006/main">
            <a:pathLst>
              <a:path w="1717888" h="170478">
                <a:moveTo>
                  <a:pt x="23047" y="3292"/>
                </a:moveTo>
                <a:cubicBezTo>
                  <a:pt x="27011" y="3292"/>
                  <a:pt x="30364" y="4684"/>
                  <a:pt x="33108" y="7468"/>
                </a:cubicBezTo>
                <a:cubicBezTo>
                  <a:pt x="35852" y="10250"/>
                  <a:pt x="37223" y="13599"/>
                  <a:pt x="37223" y="17514"/>
                </a:cubicBezTo>
                <a:cubicBezTo>
                  <a:pt x="37223" y="21430"/>
                  <a:pt x="35836" y="24764"/>
                  <a:pt x="33062" y="27517"/>
                </a:cubicBezTo>
                <a:cubicBezTo>
                  <a:pt x="30288" y="30269"/>
                  <a:pt x="26950" y="31645"/>
                  <a:pt x="23047" y="31645"/>
                </a:cubicBezTo>
                <a:cubicBezTo>
                  <a:pt x="19145" y="31645"/>
                  <a:pt x="15822" y="30269"/>
                  <a:pt x="13079" y="27517"/>
                </a:cubicBezTo>
                <a:cubicBezTo>
                  <a:pt x="10335" y="24764"/>
                  <a:pt x="8963" y="21430"/>
                  <a:pt x="8963" y="17514"/>
                </a:cubicBezTo>
                <a:cubicBezTo>
                  <a:pt x="8963" y="13599"/>
                  <a:pt x="10335" y="10250"/>
                  <a:pt x="13079" y="7468"/>
                </a:cubicBezTo>
                <a:cubicBezTo>
                  <a:pt x="15822" y="4684"/>
                  <a:pt x="19145" y="3292"/>
                  <a:pt x="23047" y="3292"/>
                </a:cubicBezTo>
                <a:moveTo>
                  <a:pt x="35852" y="44449"/>
                </a:moveTo>
                <a:lnTo>
                  <a:pt x="35852" y="112311"/>
                </a:lnTo>
                <a:cubicBezTo>
                  <a:pt x="35852" y="118347"/>
                  <a:pt x="36553" y="122203"/>
                  <a:pt x="37955" y="123880"/>
                </a:cubicBezTo>
                <a:cubicBezTo>
                  <a:pt x="39357" y="125557"/>
                  <a:pt x="42101" y="126517"/>
                  <a:pt x="46186" y="126761"/>
                </a:cubicBezTo>
                <a:lnTo>
                  <a:pt x="46186" y="130053"/>
                </a:lnTo>
                <a:lnTo>
                  <a:pt x="0" y="130053"/>
                </a:lnTo>
                <a:lnTo>
                  <a:pt x="0" y="126761"/>
                </a:lnTo>
                <a:cubicBezTo>
                  <a:pt x="3780" y="126639"/>
                  <a:pt x="6585" y="125542"/>
                  <a:pt x="8414" y="123468"/>
                </a:cubicBezTo>
                <a:cubicBezTo>
                  <a:pt x="9634" y="122066"/>
                  <a:pt x="10243" y="118347"/>
                  <a:pt x="10243" y="112311"/>
                </a:cubicBezTo>
                <a:lnTo>
                  <a:pt x="10243" y="62374"/>
                </a:lnTo>
                <a:cubicBezTo>
                  <a:pt x="10243" y="56262"/>
                  <a:pt x="9542" y="52357"/>
                  <a:pt x="8140" y="50659"/>
                </a:cubicBezTo>
                <a:cubicBezTo>
                  <a:pt x="6737" y="48962"/>
                  <a:pt x="4024" y="47989"/>
                  <a:pt x="0" y="47741"/>
                </a:cubicBezTo>
                <a:lnTo>
                  <a:pt x="0" y="44449"/>
                </a:lnTo>
                <a:lnTo>
                  <a:pt x="35852" y="44449"/>
                </a:lnTo>
                <a:close/>
                <a:moveTo>
                  <a:pt x="104731" y="77597"/>
                </a:moveTo>
                <a:lnTo>
                  <a:pt x="119933" y="105823"/>
                </a:lnTo>
                <a:cubicBezTo>
                  <a:pt x="125055" y="115637"/>
                  <a:pt x="129110" y="121855"/>
                  <a:pt x="132097" y="124475"/>
                </a:cubicBezTo>
                <a:cubicBezTo>
                  <a:pt x="133743" y="125877"/>
                  <a:pt x="135999" y="126639"/>
                  <a:pt x="138865" y="126761"/>
                </a:cubicBezTo>
                <a:lnTo>
                  <a:pt x="138865" y="130053"/>
                </a:lnTo>
                <a:lnTo>
                  <a:pt x="91215" y="130053"/>
                </a:lnTo>
                <a:lnTo>
                  <a:pt x="91215" y="126761"/>
                </a:lnTo>
                <a:cubicBezTo>
                  <a:pt x="94935" y="126456"/>
                  <a:pt x="97236" y="125968"/>
                  <a:pt x="98121" y="125298"/>
                </a:cubicBezTo>
                <a:cubicBezTo>
                  <a:pt x="99005" y="124625"/>
                  <a:pt x="99447" y="123709"/>
                  <a:pt x="99447" y="122548"/>
                </a:cubicBezTo>
                <a:cubicBezTo>
                  <a:pt x="99447" y="120839"/>
                  <a:pt x="98471" y="118152"/>
                  <a:pt x="96520" y="114488"/>
                </a:cubicBezTo>
                <a:lnTo>
                  <a:pt x="89055" y="100627"/>
                </a:lnTo>
                <a:lnTo>
                  <a:pt x="82801" y="109818"/>
                </a:lnTo>
                <a:cubicBezTo>
                  <a:pt x="79936" y="114031"/>
                  <a:pt x="78320" y="116535"/>
                  <a:pt x="77954" y="117329"/>
                </a:cubicBezTo>
                <a:cubicBezTo>
                  <a:pt x="77466" y="118488"/>
                  <a:pt x="77222" y="119525"/>
                  <a:pt x="77222" y="120442"/>
                </a:cubicBezTo>
                <a:cubicBezTo>
                  <a:pt x="77222" y="121846"/>
                  <a:pt x="77512" y="123022"/>
                  <a:pt x="78091" y="123969"/>
                </a:cubicBezTo>
                <a:cubicBezTo>
                  <a:pt x="78670" y="124914"/>
                  <a:pt x="79463" y="125616"/>
                  <a:pt x="80469" y="126075"/>
                </a:cubicBezTo>
                <a:cubicBezTo>
                  <a:pt x="81475" y="126532"/>
                  <a:pt x="83320" y="126761"/>
                  <a:pt x="86002" y="126761"/>
                </a:cubicBezTo>
                <a:lnTo>
                  <a:pt x="86002" y="130053"/>
                </a:lnTo>
                <a:lnTo>
                  <a:pt x="52529" y="130053"/>
                </a:lnTo>
                <a:lnTo>
                  <a:pt x="52529" y="126761"/>
                </a:lnTo>
                <a:cubicBezTo>
                  <a:pt x="56675" y="126761"/>
                  <a:pt x="60470" y="125617"/>
                  <a:pt x="63915" y="123328"/>
                </a:cubicBezTo>
                <a:cubicBezTo>
                  <a:pt x="67360" y="121038"/>
                  <a:pt x="72375" y="115041"/>
                  <a:pt x="78960" y="105337"/>
                </a:cubicBezTo>
                <a:lnTo>
                  <a:pt x="86017" y="94982"/>
                </a:lnTo>
                <a:lnTo>
                  <a:pt x="71278" y="67613"/>
                </a:lnTo>
                <a:cubicBezTo>
                  <a:pt x="66461" y="58658"/>
                  <a:pt x="62863" y="53169"/>
                  <a:pt x="60486" y="51145"/>
                </a:cubicBezTo>
                <a:cubicBezTo>
                  <a:pt x="58108" y="49122"/>
                  <a:pt x="55455" y="47987"/>
                  <a:pt x="52529" y="47741"/>
                </a:cubicBezTo>
                <a:lnTo>
                  <a:pt x="52529" y="44449"/>
                </a:lnTo>
                <a:lnTo>
                  <a:pt x="99904" y="44449"/>
                </a:lnTo>
                <a:lnTo>
                  <a:pt x="99904" y="47741"/>
                </a:lnTo>
                <a:lnTo>
                  <a:pt x="97435" y="47833"/>
                </a:lnTo>
                <a:lnTo>
                  <a:pt x="92679" y="49496"/>
                </a:lnTo>
                <a:cubicBezTo>
                  <a:pt x="92191" y="49927"/>
                  <a:pt x="91947" y="50634"/>
                  <a:pt x="91947" y="51620"/>
                </a:cubicBezTo>
                <a:cubicBezTo>
                  <a:pt x="91947" y="52542"/>
                  <a:pt x="92100" y="53495"/>
                  <a:pt x="92404" y="54480"/>
                </a:cubicBezTo>
                <a:cubicBezTo>
                  <a:pt x="92587" y="54911"/>
                  <a:pt x="93441" y="56573"/>
                  <a:pt x="94965" y="59465"/>
                </a:cubicBezTo>
                <a:lnTo>
                  <a:pt x="101699" y="71966"/>
                </a:lnTo>
                <a:lnTo>
                  <a:pt x="105117" y="66947"/>
                </a:lnTo>
                <a:cubicBezTo>
                  <a:pt x="109995" y="60208"/>
                  <a:pt x="112434" y="55490"/>
                  <a:pt x="112434" y="52794"/>
                </a:cubicBezTo>
                <a:cubicBezTo>
                  <a:pt x="112434" y="51508"/>
                  <a:pt x="111900" y="50421"/>
                  <a:pt x="110833" y="49533"/>
                </a:cubicBezTo>
                <a:cubicBezTo>
                  <a:pt x="109766" y="48645"/>
                  <a:pt x="107861" y="48048"/>
                  <a:pt x="105117" y="47741"/>
                </a:cubicBezTo>
                <a:lnTo>
                  <a:pt x="105117" y="44449"/>
                </a:lnTo>
                <a:lnTo>
                  <a:pt x="135390" y="44449"/>
                </a:lnTo>
                <a:lnTo>
                  <a:pt x="135390" y="47741"/>
                </a:lnTo>
                <a:cubicBezTo>
                  <a:pt x="131670" y="47863"/>
                  <a:pt x="128195" y="49014"/>
                  <a:pt x="124964" y="51194"/>
                </a:cubicBezTo>
                <a:cubicBezTo>
                  <a:pt x="121732" y="53373"/>
                  <a:pt x="118104" y="57595"/>
                  <a:pt x="114080" y="63858"/>
                </a:cubicBezTo>
                <a:lnTo>
                  <a:pt x="104731" y="77597"/>
                </a:lnTo>
                <a:close/>
                <a:moveTo>
                  <a:pt x="173162" y="42071"/>
                </a:moveTo>
                <a:cubicBezTo>
                  <a:pt x="177369" y="42071"/>
                  <a:pt x="180951" y="43549"/>
                  <a:pt x="183908" y="46506"/>
                </a:cubicBezTo>
                <a:cubicBezTo>
                  <a:pt x="186865" y="49464"/>
                  <a:pt x="188344" y="53046"/>
                  <a:pt x="188344" y="57253"/>
                </a:cubicBezTo>
                <a:cubicBezTo>
                  <a:pt x="188344" y="61460"/>
                  <a:pt x="186865" y="65042"/>
                  <a:pt x="183908" y="67999"/>
                </a:cubicBezTo>
                <a:cubicBezTo>
                  <a:pt x="180951" y="70956"/>
                  <a:pt x="177369" y="72435"/>
                  <a:pt x="173162" y="72435"/>
                </a:cubicBezTo>
                <a:cubicBezTo>
                  <a:pt x="168955" y="72435"/>
                  <a:pt x="165373" y="70956"/>
                  <a:pt x="162416" y="67999"/>
                </a:cubicBezTo>
                <a:cubicBezTo>
                  <a:pt x="159458" y="65042"/>
                  <a:pt x="157980" y="61460"/>
                  <a:pt x="157980" y="57253"/>
                </a:cubicBezTo>
                <a:cubicBezTo>
                  <a:pt x="157980" y="53046"/>
                  <a:pt x="159458" y="49464"/>
                  <a:pt x="162416" y="46506"/>
                </a:cubicBezTo>
                <a:cubicBezTo>
                  <a:pt x="165373" y="43549"/>
                  <a:pt x="168955" y="42071"/>
                  <a:pt x="173162" y="42071"/>
                </a:cubicBezTo>
                <a:moveTo>
                  <a:pt x="173070" y="101884"/>
                </a:moveTo>
                <a:cubicBezTo>
                  <a:pt x="177339" y="101884"/>
                  <a:pt x="180951" y="103383"/>
                  <a:pt x="183908" y="106380"/>
                </a:cubicBezTo>
                <a:cubicBezTo>
                  <a:pt x="186865" y="109375"/>
                  <a:pt x="188344" y="112983"/>
                  <a:pt x="188344" y="117204"/>
                </a:cubicBezTo>
                <a:cubicBezTo>
                  <a:pt x="188344" y="121424"/>
                  <a:pt x="186850" y="125018"/>
                  <a:pt x="183863" y="127984"/>
                </a:cubicBezTo>
                <a:cubicBezTo>
                  <a:pt x="180875" y="130949"/>
                  <a:pt x="177278" y="132431"/>
                  <a:pt x="173070" y="132431"/>
                </a:cubicBezTo>
                <a:cubicBezTo>
                  <a:pt x="168863" y="132431"/>
                  <a:pt x="165281" y="130949"/>
                  <a:pt x="162324" y="127984"/>
                </a:cubicBezTo>
                <a:cubicBezTo>
                  <a:pt x="159367" y="125018"/>
                  <a:pt x="157888" y="121424"/>
                  <a:pt x="157888" y="117204"/>
                </a:cubicBezTo>
                <a:cubicBezTo>
                  <a:pt x="157888" y="112983"/>
                  <a:pt x="159367" y="109375"/>
                  <a:pt x="162324" y="106380"/>
                </a:cubicBezTo>
                <a:cubicBezTo>
                  <a:pt x="165281" y="103383"/>
                  <a:pt x="168863" y="101884"/>
                  <a:pt x="173070" y="101884"/>
                </a:cubicBezTo>
                <a:close/>
                <a:moveTo>
                  <a:pt x="274714" y="112311"/>
                </a:moveTo>
                <a:cubicBezTo>
                  <a:pt x="277579" y="112311"/>
                  <a:pt x="279988" y="113301"/>
                  <a:pt x="281939" y="115283"/>
                </a:cubicBezTo>
                <a:cubicBezTo>
                  <a:pt x="283890" y="117265"/>
                  <a:pt x="284865" y="119658"/>
                  <a:pt x="284865" y="122462"/>
                </a:cubicBezTo>
                <a:cubicBezTo>
                  <a:pt x="284865" y="125267"/>
                  <a:pt x="283875" y="127660"/>
                  <a:pt x="281893" y="129642"/>
                </a:cubicBezTo>
                <a:cubicBezTo>
                  <a:pt x="279912" y="131624"/>
                  <a:pt x="277518" y="132614"/>
                  <a:pt x="274714" y="132614"/>
                </a:cubicBezTo>
                <a:cubicBezTo>
                  <a:pt x="271909" y="132614"/>
                  <a:pt x="269516" y="131624"/>
                  <a:pt x="267534" y="129642"/>
                </a:cubicBezTo>
                <a:cubicBezTo>
                  <a:pt x="265553" y="127660"/>
                  <a:pt x="264562" y="125267"/>
                  <a:pt x="264562" y="122462"/>
                </a:cubicBezTo>
                <a:cubicBezTo>
                  <a:pt x="264562" y="119597"/>
                  <a:pt x="265553" y="117188"/>
                  <a:pt x="267534" y="115237"/>
                </a:cubicBezTo>
                <a:cubicBezTo>
                  <a:pt x="269516" y="113286"/>
                  <a:pt x="271909" y="112311"/>
                  <a:pt x="274714" y="112311"/>
                </a:cubicBezTo>
                <a:close/>
                <a:moveTo>
                  <a:pt x="321540" y="112311"/>
                </a:moveTo>
                <a:cubicBezTo>
                  <a:pt x="324405" y="112311"/>
                  <a:pt x="326814" y="113301"/>
                  <a:pt x="328765" y="115283"/>
                </a:cubicBezTo>
                <a:cubicBezTo>
                  <a:pt x="330716" y="117265"/>
                  <a:pt x="331692" y="119658"/>
                  <a:pt x="331692" y="122462"/>
                </a:cubicBezTo>
                <a:cubicBezTo>
                  <a:pt x="331692" y="125267"/>
                  <a:pt x="330701" y="127660"/>
                  <a:pt x="328719" y="129642"/>
                </a:cubicBezTo>
                <a:cubicBezTo>
                  <a:pt x="326738" y="131624"/>
                  <a:pt x="324344" y="132614"/>
                  <a:pt x="321540" y="132614"/>
                </a:cubicBezTo>
                <a:cubicBezTo>
                  <a:pt x="318735" y="132614"/>
                  <a:pt x="316342" y="131624"/>
                  <a:pt x="314360" y="129642"/>
                </a:cubicBezTo>
                <a:cubicBezTo>
                  <a:pt x="312379" y="127660"/>
                  <a:pt x="311388" y="125267"/>
                  <a:pt x="311388" y="122462"/>
                </a:cubicBezTo>
                <a:cubicBezTo>
                  <a:pt x="311388" y="119597"/>
                  <a:pt x="312379" y="117188"/>
                  <a:pt x="314360" y="115237"/>
                </a:cubicBezTo>
                <a:cubicBezTo>
                  <a:pt x="316342" y="113286"/>
                  <a:pt x="318735" y="112311"/>
                  <a:pt x="321540" y="112311"/>
                </a:cubicBezTo>
                <a:close/>
                <a:moveTo>
                  <a:pt x="368366" y="112311"/>
                </a:moveTo>
                <a:cubicBezTo>
                  <a:pt x="371232" y="112311"/>
                  <a:pt x="373640" y="113301"/>
                  <a:pt x="375591" y="115283"/>
                </a:cubicBezTo>
                <a:cubicBezTo>
                  <a:pt x="377543" y="117265"/>
                  <a:pt x="378518" y="119658"/>
                  <a:pt x="378518" y="122462"/>
                </a:cubicBezTo>
                <a:cubicBezTo>
                  <a:pt x="378518" y="125267"/>
                  <a:pt x="377527" y="127660"/>
                  <a:pt x="375546" y="129642"/>
                </a:cubicBezTo>
                <a:cubicBezTo>
                  <a:pt x="373564" y="131624"/>
                  <a:pt x="371171" y="132614"/>
                  <a:pt x="368366" y="132614"/>
                </a:cubicBezTo>
                <a:cubicBezTo>
                  <a:pt x="365561" y="132614"/>
                  <a:pt x="363168" y="131624"/>
                  <a:pt x="361187" y="129642"/>
                </a:cubicBezTo>
                <a:cubicBezTo>
                  <a:pt x="359205" y="127660"/>
                  <a:pt x="358214" y="125267"/>
                  <a:pt x="358214" y="122462"/>
                </a:cubicBezTo>
                <a:cubicBezTo>
                  <a:pt x="358214" y="119597"/>
                  <a:pt x="359205" y="117188"/>
                  <a:pt x="361187" y="115237"/>
                </a:cubicBezTo>
                <a:cubicBezTo>
                  <a:pt x="363168" y="113286"/>
                  <a:pt x="365561" y="112311"/>
                  <a:pt x="368366" y="112311"/>
                </a:cubicBezTo>
                <a:close/>
                <a:moveTo>
                  <a:pt x="440161" y="46278"/>
                </a:moveTo>
                <a:lnTo>
                  <a:pt x="479579" y="46278"/>
                </a:lnTo>
                <a:lnTo>
                  <a:pt x="479579" y="49662"/>
                </a:lnTo>
                <a:lnTo>
                  <a:pt x="477018" y="49662"/>
                </a:lnTo>
                <a:cubicBezTo>
                  <a:pt x="474641" y="49662"/>
                  <a:pt x="472827" y="50241"/>
                  <a:pt x="471577" y="51399"/>
                </a:cubicBezTo>
                <a:cubicBezTo>
                  <a:pt x="470327" y="52558"/>
                  <a:pt x="469702" y="54113"/>
                  <a:pt x="469702" y="56064"/>
                </a:cubicBezTo>
                <a:cubicBezTo>
                  <a:pt x="469702" y="58198"/>
                  <a:pt x="470342" y="60728"/>
                  <a:pt x="471622" y="63655"/>
                </a:cubicBezTo>
                <a:lnTo>
                  <a:pt x="491103" y="109933"/>
                </a:lnTo>
                <a:lnTo>
                  <a:pt x="510675" y="61917"/>
                </a:lnTo>
                <a:cubicBezTo>
                  <a:pt x="512077" y="58503"/>
                  <a:pt x="512779" y="55911"/>
                  <a:pt x="512779" y="54143"/>
                </a:cubicBezTo>
                <a:cubicBezTo>
                  <a:pt x="512779" y="53290"/>
                  <a:pt x="512535" y="52588"/>
                  <a:pt x="512047" y="52040"/>
                </a:cubicBezTo>
                <a:cubicBezTo>
                  <a:pt x="511376" y="51125"/>
                  <a:pt x="510523" y="50500"/>
                  <a:pt x="509486" y="50165"/>
                </a:cubicBezTo>
                <a:cubicBezTo>
                  <a:pt x="508450" y="49829"/>
                  <a:pt x="506346" y="49662"/>
                  <a:pt x="503176" y="49662"/>
                </a:cubicBezTo>
                <a:lnTo>
                  <a:pt x="503176" y="46278"/>
                </a:lnTo>
                <a:lnTo>
                  <a:pt x="530521" y="46278"/>
                </a:lnTo>
                <a:lnTo>
                  <a:pt x="530521" y="49662"/>
                </a:lnTo>
                <a:cubicBezTo>
                  <a:pt x="527351" y="49906"/>
                  <a:pt x="525156" y="50546"/>
                  <a:pt x="523936" y="51582"/>
                </a:cubicBezTo>
                <a:cubicBezTo>
                  <a:pt x="521802" y="53412"/>
                  <a:pt x="519882" y="56460"/>
                  <a:pt x="518175" y="60728"/>
                </a:cubicBezTo>
                <a:lnTo>
                  <a:pt x="488451" y="132614"/>
                </a:lnTo>
                <a:lnTo>
                  <a:pt x="484701" y="132614"/>
                </a:lnTo>
                <a:lnTo>
                  <a:pt x="454794" y="61917"/>
                </a:lnTo>
                <a:cubicBezTo>
                  <a:pt x="453453" y="58625"/>
                  <a:pt x="452172" y="56262"/>
                  <a:pt x="450953" y="54829"/>
                </a:cubicBezTo>
                <a:cubicBezTo>
                  <a:pt x="449733" y="53396"/>
                  <a:pt x="448179" y="52192"/>
                  <a:pt x="446289" y="51217"/>
                </a:cubicBezTo>
                <a:cubicBezTo>
                  <a:pt x="445252" y="50668"/>
                  <a:pt x="443209" y="50150"/>
                  <a:pt x="440161" y="49662"/>
                </a:cubicBezTo>
                <a:lnTo>
                  <a:pt x="440161" y="46278"/>
                </a:lnTo>
                <a:close/>
                <a:moveTo>
                  <a:pt x="579086" y="43900"/>
                </a:moveTo>
                <a:cubicBezTo>
                  <a:pt x="591768" y="43900"/>
                  <a:pt x="601950" y="48712"/>
                  <a:pt x="609633" y="58336"/>
                </a:cubicBezTo>
                <a:cubicBezTo>
                  <a:pt x="616157" y="66558"/>
                  <a:pt x="619419" y="75999"/>
                  <a:pt x="619419" y="86659"/>
                </a:cubicBezTo>
                <a:cubicBezTo>
                  <a:pt x="619419" y="94151"/>
                  <a:pt x="617620" y="101735"/>
                  <a:pt x="614023" y="109410"/>
                </a:cubicBezTo>
                <a:cubicBezTo>
                  <a:pt x="610425" y="117083"/>
                  <a:pt x="605471" y="122868"/>
                  <a:pt x="599161" y="126767"/>
                </a:cubicBezTo>
                <a:cubicBezTo>
                  <a:pt x="592850" y="130665"/>
                  <a:pt x="585823" y="132614"/>
                  <a:pt x="578080" y="132614"/>
                </a:cubicBezTo>
                <a:cubicBezTo>
                  <a:pt x="565458" y="132614"/>
                  <a:pt x="555429" y="127589"/>
                  <a:pt x="547990" y="117538"/>
                </a:cubicBezTo>
                <a:cubicBezTo>
                  <a:pt x="541710" y="109072"/>
                  <a:pt x="538570" y="99571"/>
                  <a:pt x="538570" y="89035"/>
                </a:cubicBezTo>
                <a:cubicBezTo>
                  <a:pt x="538570" y="81360"/>
                  <a:pt x="540475" y="73731"/>
                  <a:pt x="544286" y="66147"/>
                </a:cubicBezTo>
                <a:cubicBezTo>
                  <a:pt x="548097" y="58564"/>
                  <a:pt x="553112" y="52960"/>
                  <a:pt x="559331" y="49336"/>
                </a:cubicBezTo>
                <a:cubicBezTo>
                  <a:pt x="565550" y="45712"/>
                  <a:pt x="572135" y="43900"/>
                  <a:pt x="579086" y="43900"/>
                </a:cubicBezTo>
                <a:moveTo>
                  <a:pt x="576251" y="49936"/>
                </a:moveTo>
                <a:cubicBezTo>
                  <a:pt x="573019" y="49936"/>
                  <a:pt x="569772" y="50896"/>
                  <a:pt x="566510" y="52814"/>
                </a:cubicBezTo>
                <a:cubicBezTo>
                  <a:pt x="563248" y="54733"/>
                  <a:pt x="560611" y="58098"/>
                  <a:pt x="558599" y="62909"/>
                </a:cubicBezTo>
                <a:cubicBezTo>
                  <a:pt x="556587" y="67720"/>
                  <a:pt x="555581" y="73901"/>
                  <a:pt x="555581" y="81452"/>
                </a:cubicBezTo>
                <a:cubicBezTo>
                  <a:pt x="555581" y="93631"/>
                  <a:pt x="558005" y="104137"/>
                  <a:pt x="562852" y="112968"/>
                </a:cubicBezTo>
                <a:cubicBezTo>
                  <a:pt x="567699" y="121797"/>
                  <a:pt x="574086" y="126212"/>
                  <a:pt x="582012" y="126212"/>
                </a:cubicBezTo>
                <a:cubicBezTo>
                  <a:pt x="587927" y="126212"/>
                  <a:pt x="592804" y="123776"/>
                  <a:pt x="596646" y="118904"/>
                </a:cubicBezTo>
                <a:cubicBezTo>
                  <a:pt x="600487" y="114032"/>
                  <a:pt x="602408" y="105659"/>
                  <a:pt x="602408" y="93785"/>
                </a:cubicBezTo>
                <a:cubicBezTo>
                  <a:pt x="602408" y="78925"/>
                  <a:pt x="599207" y="67231"/>
                  <a:pt x="592804" y="58705"/>
                </a:cubicBezTo>
                <a:cubicBezTo>
                  <a:pt x="588475" y="52859"/>
                  <a:pt x="582957" y="49936"/>
                  <a:pt x="576251" y="49936"/>
                </a:cubicBezTo>
                <a:close/>
                <a:moveTo>
                  <a:pt x="660575" y="0"/>
                </a:moveTo>
                <a:lnTo>
                  <a:pt x="660575" y="111042"/>
                </a:lnTo>
                <a:cubicBezTo>
                  <a:pt x="660575" y="116281"/>
                  <a:pt x="660956" y="119755"/>
                  <a:pt x="661718" y="121462"/>
                </a:cubicBezTo>
                <a:cubicBezTo>
                  <a:pt x="662480" y="123167"/>
                  <a:pt x="663654" y="124462"/>
                  <a:pt x="665239" y="125346"/>
                </a:cubicBezTo>
                <a:cubicBezTo>
                  <a:pt x="666825" y="126228"/>
                  <a:pt x="669782" y="126670"/>
                  <a:pt x="674111" y="126670"/>
                </a:cubicBezTo>
                <a:lnTo>
                  <a:pt x="674111" y="130053"/>
                </a:lnTo>
                <a:lnTo>
                  <a:pt x="633046" y="130053"/>
                </a:lnTo>
                <a:lnTo>
                  <a:pt x="633046" y="126670"/>
                </a:lnTo>
                <a:cubicBezTo>
                  <a:pt x="636887" y="126670"/>
                  <a:pt x="639509" y="126274"/>
                  <a:pt x="640911" y="125483"/>
                </a:cubicBezTo>
                <a:cubicBezTo>
                  <a:pt x="642314" y="124691"/>
                  <a:pt x="643411" y="123381"/>
                  <a:pt x="644204" y="121554"/>
                </a:cubicBezTo>
                <a:cubicBezTo>
                  <a:pt x="644997" y="119724"/>
                  <a:pt x="645393" y="116220"/>
                  <a:pt x="645393" y="111042"/>
                </a:cubicBezTo>
                <a:lnTo>
                  <a:pt x="645393" y="35003"/>
                </a:lnTo>
                <a:cubicBezTo>
                  <a:pt x="645393" y="25560"/>
                  <a:pt x="645180" y="19757"/>
                  <a:pt x="644753" y="17594"/>
                </a:cubicBezTo>
                <a:cubicBezTo>
                  <a:pt x="644326" y="15430"/>
                  <a:pt x="643640" y="13952"/>
                  <a:pt x="642695" y="13161"/>
                </a:cubicBezTo>
                <a:cubicBezTo>
                  <a:pt x="641750" y="12369"/>
                  <a:pt x="640546" y="11972"/>
                  <a:pt x="639082" y="11972"/>
                </a:cubicBezTo>
                <a:cubicBezTo>
                  <a:pt x="637497" y="11972"/>
                  <a:pt x="635485" y="12460"/>
                  <a:pt x="633046" y="13436"/>
                </a:cubicBezTo>
                <a:lnTo>
                  <a:pt x="631491" y="10235"/>
                </a:lnTo>
                <a:lnTo>
                  <a:pt x="656459" y="0"/>
                </a:lnTo>
                <a:lnTo>
                  <a:pt x="660575" y="0"/>
                </a:lnTo>
                <a:close/>
                <a:moveTo>
                  <a:pt x="757278" y="46278"/>
                </a:moveTo>
                <a:lnTo>
                  <a:pt x="757278" y="97037"/>
                </a:lnTo>
                <a:cubicBezTo>
                  <a:pt x="757278" y="106732"/>
                  <a:pt x="757507" y="112661"/>
                  <a:pt x="757964" y="114826"/>
                </a:cubicBezTo>
                <a:cubicBezTo>
                  <a:pt x="758421" y="116990"/>
                  <a:pt x="759153" y="118499"/>
                  <a:pt x="760159" y="119353"/>
                </a:cubicBezTo>
                <a:cubicBezTo>
                  <a:pt x="761165" y="120206"/>
                  <a:pt x="762339" y="120633"/>
                  <a:pt x="763680" y="120633"/>
                </a:cubicBezTo>
                <a:cubicBezTo>
                  <a:pt x="765570" y="120633"/>
                  <a:pt x="767704" y="120115"/>
                  <a:pt x="770082" y="119078"/>
                </a:cubicBezTo>
                <a:lnTo>
                  <a:pt x="771362" y="122280"/>
                </a:lnTo>
                <a:lnTo>
                  <a:pt x="746303" y="132614"/>
                </a:lnTo>
                <a:lnTo>
                  <a:pt x="742187" y="132614"/>
                </a:lnTo>
                <a:lnTo>
                  <a:pt x="742187" y="114871"/>
                </a:lnTo>
                <a:cubicBezTo>
                  <a:pt x="734993" y="122676"/>
                  <a:pt x="729505" y="127584"/>
                  <a:pt x="725725" y="129596"/>
                </a:cubicBezTo>
                <a:cubicBezTo>
                  <a:pt x="721945" y="131608"/>
                  <a:pt x="717951" y="132614"/>
                  <a:pt x="713744" y="132614"/>
                </a:cubicBezTo>
                <a:cubicBezTo>
                  <a:pt x="709049" y="132614"/>
                  <a:pt x="704979" y="131258"/>
                  <a:pt x="701534" y="128544"/>
                </a:cubicBezTo>
                <a:cubicBezTo>
                  <a:pt x="698089" y="125831"/>
                  <a:pt x="695696" y="122341"/>
                  <a:pt x="694355" y="118072"/>
                </a:cubicBezTo>
                <a:cubicBezTo>
                  <a:pt x="693013" y="113804"/>
                  <a:pt x="692343" y="107768"/>
                  <a:pt x="692343" y="99964"/>
                </a:cubicBezTo>
                <a:lnTo>
                  <a:pt x="692343" y="62557"/>
                </a:lnTo>
                <a:cubicBezTo>
                  <a:pt x="692343" y="58594"/>
                  <a:pt x="691916" y="55850"/>
                  <a:pt x="691062" y="54326"/>
                </a:cubicBezTo>
                <a:cubicBezTo>
                  <a:pt x="690209" y="52802"/>
                  <a:pt x="688943" y="51628"/>
                  <a:pt x="687267" y="50805"/>
                </a:cubicBezTo>
                <a:cubicBezTo>
                  <a:pt x="685590" y="49982"/>
                  <a:pt x="682557" y="49601"/>
                  <a:pt x="678167" y="49662"/>
                </a:cubicBezTo>
                <a:lnTo>
                  <a:pt x="678167" y="46278"/>
                </a:lnTo>
                <a:lnTo>
                  <a:pt x="707525" y="46278"/>
                </a:lnTo>
                <a:lnTo>
                  <a:pt x="707525" y="102204"/>
                </a:lnTo>
                <a:cubicBezTo>
                  <a:pt x="707525" y="109990"/>
                  <a:pt x="708881" y="115099"/>
                  <a:pt x="711595" y="117532"/>
                </a:cubicBezTo>
                <a:cubicBezTo>
                  <a:pt x="714308" y="119965"/>
                  <a:pt x="717585" y="121182"/>
                  <a:pt x="721426" y="121182"/>
                </a:cubicBezTo>
                <a:cubicBezTo>
                  <a:pt x="724048" y="121182"/>
                  <a:pt x="727020" y="120361"/>
                  <a:pt x="730343" y="118718"/>
                </a:cubicBezTo>
                <a:cubicBezTo>
                  <a:pt x="733666" y="117076"/>
                  <a:pt x="737614" y="113944"/>
                  <a:pt x="742187" y="109324"/>
                </a:cubicBezTo>
                <a:lnTo>
                  <a:pt x="742187" y="61977"/>
                </a:lnTo>
                <a:cubicBezTo>
                  <a:pt x="742187" y="57233"/>
                  <a:pt x="741318" y="54025"/>
                  <a:pt x="739581" y="52354"/>
                </a:cubicBezTo>
                <a:cubicBezTo>
                  <a:pt x="737843" y="50681"/>
                  <a:pt x="734230" y="49784"/>
                  <a:pt x="728743" y="49662"/>
                </a:cubicBezTo>
                <a:lnTo>
                  <a:pt x="728743" y="46278"/>
                </a:lnTo>
                <a:lnTo>
                  <a:pt x="757278" y="46278"/>
                </a:lnTo>
                <a:close/>
                <a:moveTo>
                  <a:pt x="801909" y="61643"/>
                </a:moveTo>
                <a:cubicBezTo>
                  <a:pt x="811726" y="49814"/>
                  <a:pt x="821085" y="43900"/>
                  <a:pt x="829987" y="43900"/>
                </a:cubicBezTo>
                <a:cubicBezTo>
                  <a:pt x="834560" y="43900"/>
                  <a:pt x="838493" y="45041"/>
                  <a:pt x="841785" y="47324"/>
                </a:cubicBezTo>
                <a:cubicBezTo>
                  <a:pt x="845078" y="49605"/>
                  <a:pt x="847700" y="53361"/>
                  <a:pt x="849651" y="58593"/>
                </a:cubicBezTo>
                <a:cubicBezTo>
                  <a:pt x="850992" y="62242"/>
                  <a:pt x="851663" y="67839"/>
                  <a:pt x="851663" y="75384"/>
                </a:cubicBezTo>
                <a:lnTo>
                  <a:pt x="851663" y="111064"/>
                </a:lnTo>
                <a:cubicBezTo>
                  <a:pt x="851663" y="116358"/>
                  <a:pt x="852090" y="119947"/>
                  <a:pt x="852943" y="121834"/>
                </a:cubicBezTo>
                <a:cubicBezTo>
                  <a:pt x="853614" y="123354"/>
                  <a:pt x="854696" y="124540"/>
                  <a:pt x="856190" y="125392"/>
                </a:cubicBezTo>
                <a:cubicBezTo>
                  <a:pt x="857684" y="126244"/>
                  <a:pt x="860443" y="126670"/>
                  <a:pt x="864467" y="126670"/>
                </a:cubicBezTo>
                <a:lnTo>
                  <a:pt x="864467" y="130053"/>
                </a:lnTo>
                <a:lnTo>
                  <a:pt x="823036" y="130053"/>
                </a:lnTo>
                <a:lnTo>
                  <a:pt x="823036" y="126670"/>
                </a:lnTo>
                <a:lnTo>
                  <a:pt x="824774" y="126670"/>
                </a:lnTo>
                <a:cubicBezTo>
                  <a:pt x="828676" y="126670"/>
                  <a:pt x="831405" y="126078"/>
                  <a:pt x="832960" y="124895"/>
                </a:cubicBezTo>
                <a:cubicBezTo>
                  <a:pt x="834514" y="123711"/>
                  <a:pt x="835597" y="121968"/>
                  <a:pt x="836206" y="119664"/>
                </a:cubicBezTo>
                <a:cubicBezTo>
                  <a:pt x="836450" y="118754"/>
                  <a:pt x="836572" y="115902"/>
                  <a:pt x="836572" y="111110"/>
                </a:cubicBezTo>
                <a:lnTo>
                  <a:pt x="836572" y="76988"/>
                </a:lnTo>
                <a:cubicBezTo>
                  <a:pt x="836572" y="69406"/>
                  <a:pt x="835581" y="63902"/>
                  <a:pt x="833600" y="60474"/>
                </a:cubicBezTo>
                <a:cubicBezTo>
                  <a:pt x="831618" y="57046"/>
                  <a:pt x="828280" y="55332"/>
                  <a:pt x="823585" y="55332"/>
                </a:cubicBezTo>
                <a:cubicBezTo>
                  <a:pt x="816329" y="55332"/>
                  <a:pt x="809104" y="59275"/>
                  <a:pt x="801909" y="67162"/>
                </a:cubicBezTo>
                <a:lnTo>
                  <a:pt x="801909" y="111110"/>
                </a:lnTo>
                <a:cubicBezTo>
                  <a:pt x="801909" y="116752"/>
                  <a:pt x="802245" y="120240"/>
                  <a:pt x="802916" y="121574"/>
                </a:cubicBezTo>
                <a:cubicBezTo>
                  <a:pt x="803769" y="123332"/>
                  <a:pt x="804943" y="124621"/>
                  <a:pt x="806437" y="125441"/>
                </a:cubicBezTo>
                <a:cubicBezTo>
                  <a:pt x="807930" y="126260"/>
                  <a:pt x="810964" y="126670"/>
                  <a:pt x="815537" y="126670"/>
                </a:cubicBezTo>
                <a:lnTo>
                  <a:pt x="815537" y="130053"/>
                </a:lnTo>
                <a:lnTo>
                  <a:pt x="774106" y="130053"/>
                </a:lnTo>
                <a:lnTo>
                  <a:pt x="774106" y="126670"/>
                </a:lnTo>
                <a:lnTo>
                  <a:pt x="775935" y="126670"/>
                </a:lnTo>
                <a:cubicBezTo>
                  <a:pt x="780203" y="126670"/>
                  <a:pt x="783084" y="125590"/>
                  <a:pt x="784578" y="123431"/>
                </a:cubicBezTo>
                <a:cubicBezTo>
                  <a:pt x="786072" y="121271"/>
                  <a:pt x="786819" y="117148"/>
                  <a:pt x="786819" y="111064"/>
                </a:cubicBezTo>
                <a:lnTo>
                  <a:pt x="786819" y="80037"/>
                </a:lnTo>
                <a:cubicBezTo>
                  <a:pt x="786819" y="70000"/>
                  <a:pt x="786590" y="63886"/>
                  <a:pt x="786133" y="61697"/>
                </a:cubicBezTo>
                <a:cubicBezTo>
                  <a:pt x="785676" y="59506"/>
                  <a:pt x="784974" y="58015"/>
                  <a:pt x="784029" y="57224"/>
                </a:cubicBezTo>
                <a:cubicBezTo>
                  <a:pt x="783084" y="56433"/>
                  <a:pt x="781819" y="56038"/>
                  <a:pt x="780234" y="56038"/>
                </a:cubicBezTo>
                <a:cubicBezTo>
                  <a:pt x="778527" y="56038"/>
                  <a:pt x="776484" y="56494"/>
                  <a:pt x="774106" y="57407"/>
                </a:cubicBezTo>
                <a:lnTo>
                  <a:pt x="772734" y="54120"/>
                </a:lnTo>
                <a:lnTo>
                  <a:pt x="797977" y="43900"/>
                </a:lnTo>
                <a:lnTo>
                  <a:pt x="801909" y="43900"/>
                </a:lnTo>
                <a:lnTo>
                  <a:pt x="801909" y="61643"/>
                </a:lnTo>
                <a:close/>
                <a:moveTo>
                  <a:pt x="895471" y="18657"/>
                </a:moveTo>
                <a:lnTo>
                  <a:pt x="895471" y="46278"/>
                </a:lnTo>
                <a:lnTo>
                  <a:pt x="915043" y="46278"/>
                </a:lnTo>
                <a:lnTo>
                  <a:pt x="915043" y="52680"/>
                </a:lnTo>
                <a:lnTo>
                  <a:pt x="895471" y="52680"/>
                </a:lnTo>
                <a:lnTo>
                  <a:pt x="895471" y="106932"/>
                </a:lnTo>
                <a:cubicBezTo>
                  <a:pt x="895471" y="112353"/>
                  <a:pt x="896249" y="116007"/>
                  <a:pt x="897803" y="117895"/>
                </a:cubicBezTo>
                <a:cubicBezTo>
                  <a:pt x="899358" y="119782"/>
                  <a:pt x="901355" y="120725"/>
                  <a:pt x="903794" y="120725"/>
                </a:cubicBezTo>
                <a:cubicBezTo>
                  <a:pt x="905806" y="120725"/>
                  <a:pt x="907757" y="120100"/>
                  <a:pt x="909647" y="118850"/>
                </a:cubicBezTo>
                <a:cubicBezTo>
                  <a:pt x="911537" y="117600"/>
                  <a:pt x="913001" y="115756"/>
                  <a:pt x="914037" y="113317"/>
                </a:cubicBezTo>
                <a:lnTo>
                  <a:pt x="917604" y="113317"/>
                </a:lnTo>
                <a:cubicBezTo>
                  <a:pt x="915470" y="119309"/>
                  <a:pt x="912452" y="123841"/>
                  <a:pt x="908550" y="126912"/>
                </a:cubicBezTo>
                <a:cubicBezTo>
                  <a:pt x="904647" y="129982"/>
                  <a:pt x="900623" y="131517"/>
                  <a:pt x="896477" y="131517"/>
                </a:cubicBezTo>
                <a:cubicBezTo>
                  <a:pt x="893672" y="131517"/>
                  <a:pt x="890929" y="130738"/>
                  <a:pt x="888246" y="129182"/>
                </a:cubicBezTo>
                <a:cubicBezTo>
                  <a:pt x="885563" y="127625"/>
                  <a:pt x="883582" y="125398"/>
                  <a:pt x="882301" y="122500"/>
                </a:cubicBezTo>
                <a:cubicBezTo>
                  <a:pt x="881021" y="119600"/>
                  <a:pt x="880381" y="115128"/>
                  <a:pt x="880381" y="109084"/>
                </a:cubicBezTo>
                <a:lnTo>
                  <a:pt x="880381" y="52680"/>
                </a:lnTo>
                <a:lnTo>
                  <a:pt x="867119" y="52680"/>
                </a:lnTo>
                <a:lnTo>
                  <a:pt x="867119" y="49662"/>
                </a:lnTo>
                <a:cubicBezTo>
                  <a:pt x="870473" y="48317"/>
                  <a:pt x="873902" y="46039"/>
                  <a:pt x="877408" y="42828"/>
                </a:cubicBezTo>
                <a:cubicBezTo>
                  <a:pt x="880914" y="39618"/>
                  <a:pt x="884039" y="35811"/>
                  <a:pt x="886783" y="31407"/>
                </a:cubicBezTo>
                <a:cubicBezTo>
                  <a:pt x="888185" y="29085"/>
                  <a:pt x="890136" y="24835"/>
                  <a:pt x="892636" y="18657"/>
                </a:cubicBezTo>
                <a:lnTo>
                  <a:pt x="895471" y="18657"/>
                </a:lnTo>
                <a:close/>
                <a:moveTo>
                  <a:pt x="937299" y="77922"/>
                </a:moveTo>
                <a:cubicBezTo>
                  <a:pt x="937238" y="90332"/>
                  <a:pt x="940256" y="100066"/>
                  <a:pt x="946354" y="107123"/>
                </a:cubicBezTo>
                <a:cubicBezTo>
                  <a:pt x="952451" y="114179"/>
                  <a:pt x="959615" y="117707"/>
                  <a:pt x="967846" y="117707"/>
                </a:cubicBezTo>
                <a:cubicBezTo>
                  <a:pt x="973334" y="117707"/>
                  <a:pt x="978105" y="116198"/>
                  <a:pt x="982159" y="113179"/>
                </a:cubicBezTo>
                <a:cubicBezTo>
                  <a:pt x="986214" y="110161"/>
                  <a:pt x="989613" y="104994"/>
                  <a:pt x="992357" y="97677"/>
                </a:cubicBezTo>
                <a:lnTo>
                  <a:pt x="995192" y="99506"/>
                </a:lnTo>
                <a:cubicBezTo>
                  <a:pt x="993912" y="107860"/>
                  <a:pt x="990192" y="115466"/>
                  <a:pt x="984034" y="122325"/>
                </a:cubicBezTo>
                <a:cubicBezTo>
                  <a:pt x="977876" y="129185"/>
                  <a:pt x="970163" y="132614"/>
                  <a:pt x="960895" y="132614"/>
                </a:cubicBezTo>
                <a:cubicBezTo>
                  <a:pt x="950835" y="132614"/>
                  <a:pt x="942223" y="128705"/>
                  <a:pt x="935058" y="120888"/>
                </a:cubicBezTo>
                <a:cubicBezTo>
                  <a:pt x="927894" y="113068"/>
                  <a:pt x="924312" y="102556"/>
                  <a:pt x="924312" y="89352"/>
                </a:cubicBezTo>
                <a:cubicBezTo>
                  <a:pt x="924312" y="75054"/>
                  <a:pt x="927986" y="63904"/>
                  <a:pt x="935333" y="55904"/>
                </a:cubicBezTo>
                <a:cubicBezTo>
                  <a:pt x="942680" y="47901"/>
                  <a:pt x="951902" y="43900"/>
                  <a:pt x="962999" y="43900"/>
                </a:cubicBezTo>
                <a:cubicBezTo>
                  <a:pt x="972389" y="43900"/>
                  <a:pt x="980102" y="46987"/>
                  <a:pt x="986138" y="53160"/>
                </a:cubicBezTo>
                <a:cubicBezTo>
                  <a:pt x="992174" y="59332"/>
                  <a:pt x="995192" y="67586"/>
                  <a:pt x="995192" y="77922"/>
                </a:cubicBezTo>
                <a:lnTo>
                  <a:pt x="937299" y="77922"/>
                </a:lnTo>
                <a:moveTo>
                  <a:pt x="937299" y="72618"/>
                </a:moveTo>
                <a:lnTo>
                  <a:pt x="976077" y="72618"/>
                </a:lnTo>
                <a:cubicBezTo>
                  <a:pt x="975773" y="67252"/>
                  <a:pt x="975132" y="63472"/>
                  <a:pt x="974157" y="61277"/>
                </a:cubicBezTo>
                <a:cubicBezTo>
                  <a:pt x="972633" y="57863"/>
                  <a:pt x="970361" y="55180"/>
                  <a:pt x="967343" y="53229"/>
                </a:cubicBezTo>
                <a:cubicBezTo>
                  <a:pt x="964325" y="51278"/>
                  <a:pt x="961170" y="50302"/>
                  <a:pt x="957877" y="50302"/>
                </a:cubicBezTo>
                <a:cubicBezTo>
                  <a:pt x="952817" y="50302"/>
                  <a:pt x="948289" y="52268"/>
                  <a:pt x="944296" y="56201"/>
                </a:cubicBezTo>
                <a:cubicBezTo>
                  <a:pt x="940302" y="60134"/>
                  <a:pt x="937970" y="65606"/>
                  <a:pt x="937299" y="72618"/>
                </a:cubicBezTo>
                <a:close/>
                <a:moveTo>
                  <a:pt x="1020463" y="77922"/>
                </a:moveTo>
                <a:cubicBezTo>
                  <a:pt x="1020402" y="90332"/>
                  <a:pt x="1023420" y="100066"/>
                  <a:pt x="1029517" y="107123"/>
                </a:cubicBezTo>
                <a:cubicBezTo>
                  <a:pt x="1035615" y="114179"/>
                  <a:pt x="1042779" y="117707"/>
                  <a:pt x="1051010" y="117707"/>
                </a:cubicBezTo>
                <a:cubicBezTo>
                  <a:pt x="1056498" y="117707"/>
                  <a:pt x="1061269" y="116198"/>
                  <a:pt x="1065323" y="113179"/>
                </a:cubicBezTo>
                <a:cubicBezTo>
                  <a:pt x="1069378" y="110161"/>
                  <a:pt x="1072777" y="104994"/>
                  <a:pt x="1075521" y="97677"/>
                </a:cubicBezTo>
                <a:lnTo>
                  <a:pt x="1078356" y="99506"/>
                </a:lnTo>
                <a:cubicBezTo>
                  <a:pt x="1077076" y="107860"/>
                  <a:pt x="1073356" y="115466"/>
                  <a:pt x="1067198" y="122325"/>
                </a:cubicBezTo>
                <a:cubicBezTo>
                  <a:pt x="1061040" y="129185"/>
                  <a:pt x="1053327" y="132614"/>
                  <a:pt x="1044059" y="132614"/>
                </a:cubicBezTo>
                <a:cubicBezTo>
                  <a:pt x="1033999" y="132614"/>
                  <a:pt x="1025387" y="128705"/>
                  <a:pt x="1018222" y="120888"/>
                </a:cubicBezTo>
                <a:cubicBezTo>
                  <a:pt x="1011058" y="113068"/>
                  <a:pt x="1007476" y="102556"/>
                  <a:pt x="1007476" y="89352"/>
                </a:cubicBezTo>
                <a:cubicBezTo>
                  <a:pt x="1007476" y="75054"/>
                  <a:pt x="1011150" y="63904"/>
                  <a:pt x="1018497" y="55904"/>
                </a:cubicBezTo>
                <a:cubicBezTo>
                  <a:pt x="1025844" y="47901"/>
                  <a:pt x="1035066" y="43900"/>
                  <a:pt x="1046163" y="43900"/>
                </a:cubicBezTo>
                <a:cubicBezTo>
                  <a:pt x="1055552" y="43900"/>
                  <a:pt x="1063265" y="46987"/>
                  <a:pt x="1069302" y="53160"/>
                </a:cubicBezTo>
                <a:cubicBezTo>
                  <a:pt x="1075338" y="59332"/>
                  <a:pt x="1078356" y="67586"/>
                  <a:pt x="1078356" y="77922"/>
                </a:cubicBezTo>
                <a:lnTo>
                  <a:pt x="1020463" y="77922"/>
                </a:lnTo>
                <a:moveTo>
                  <a:pt x="1020463" y="72618"/>
                </a:moveTo>
                <a:lnTo>
                  <a:pt x="1059241" y="72618"/>
                </a:lnTo>
                <a:cubicBezTo>
                  <a:pt x="1058936" y="67252"/>
                  <a:pt x="1058296" y="63472"/>
                  <a:pt x="1057321" y="61277"/>
                </a:cubicBezTo>
                <a:cubicBezTo>
                  <a:pt x="1055796" y="57863"/>
                  <a:pt x="1053525" y="55180"/>
                  <a:pt x="1050507" y="53229"/>
                </a:cubicBezTo>
                <a:cubicBezTo>
                  <a:pt x="1047489" y="51278"/>
                  <a:pt x="1044334" y="50302"/>
                  <a:pt x="1041041" y="50302"/>
                </a:cubicBezTo>
                <a:cubicBezTo>
                  <a:pt x="1035980" y="50302"/>
                  <a:pt x="1031453" y="52268"/>
                  <a:pt x="1027460" y="56201"/>
                </a:cubicBezTo>
                <a:cubicBezTo>
                  <a:pt x="1023466" y="60134"/>
                  <a:pt x="1021134" y="65606"/>
                  <a:pt x="1020463" y="72618"/>
                </a:cubicBezTo>
                <a:close/>
                <a:moveTo>
                  <a:pt x="1114052" y="43900"/>
                </a:moveTo>
                <a:lnTo>
                  <a:pt x="1114052" y="62740"/>
                </a:lnTo>
                <a:cubicBezTo>
                  <a:pt x="1121064" y="50180"/>
                  <a:pt x="1128259" y="43900"/>
                  <a:pt x="1135636" y="43900"/>
                </a:cubicBezTo>
                <a:cubicBezTo>
                  <a:pt x="1138990" y="43900"/>
                  <a:pt x="1141764" y="44921"/>
                  <a:pt x="1143959" y="46964"/>
                </a:cubicBezTo>
                <a:cubicBezTo>
                  <a:pt x="1146154" y="49006"/>
                  <a:pt x="1147252" y="51369"/>
                  <a:pt x="1147252" y="54052"/>
                </a:cubicBezTo>
                <a:cubicBezTo>
                  <a:pt x="1147252" y="56430"/>
                  <a:pt x="1146459" y="58442"/>
                  <a:pt x="1144874" y="60088"/>
                </a:cubicBezTo>
                <a:cubicBezTo>
                  <a:pt x="1143288" y="61734"/>
                  <a:pt x="1141398" y="62557"/>
                  <a:pt x="1139203" y="62557"/>
                </a:cubicBezTo>
                <a:cubicBezTo>
                  <a:pt x="1137069" y="62557"/>
                  <a:pt x="1134676" y="61506"/>
                  <a:pt x="1132024" y="59402"/>
                </a:cubicBezTo>
                <a:cubicBezTo>
                  <a:pt x="1129371" y="57299"/>
                  <a:pt x="1127405" y="56247"/>
                  <a:pt x="1126125" y="56247"/>
                </a:cubicBezTo>
                <a:cubicBezTo>
                  <a:pt x="1125027" y="56247"/>
                  <a:pt x="1123838" y="56855"/>
                  <a:pt x="1122558" y="58070"/>
                </a:cubicBezTo>
                <a:cubicBezTo>
                  <a:pt x="1119814" y="60564"/>
                  <a:pt x="1116979" y="64669"/>
                  <a:pt x="1114052" y="70386"/>
                </a:cubicBezTo>
                <a:lnTo>
                  <a:pt x="1114052" y="110433"/>
                </a:lnTo>
                <a:cubicBezTo>
                  <a:pt x="1114052" y="115053"/>
                  <a:pt x="1114631" y="118550"/>
                  <a:pt x="1115790" y="120922"/>
                </a:cubicBezTo>
                <a:cubicBezTo>
                  <a:pt x="1116583" y="122564"/>
                  <a:pt x="1117985" y="123933"/>
                  <a:pt x="1119997" y="125029"/>
                </a:cubicBezTo>
                <a:cubicBezTo>
                  <a:pt x="1122009" y="126123"/>
                  <a:pt x="1124905" y="126670"/>
                  <a:pt x="1128686" y="126670"/>
                </a:cubicBezTo>
                <a:lnTo>
                  <a:pt x="1128686" y="130053"/>
                </a:lnTo>
                <a:lnTo>
                  <a:pt x="1085792" y="130053"/>
                </a:lnTo>
                <a:lnTo>
                  <a:pt x="1085792" y="126670"/>
                </a:lnTo>
                <a:cubicBezTo>
                  <a:pt x="1090060" y="126670"/>
                  <a:pt x="1093230" y="126001"/>
                  <a:pt x="1095303" y="124663"/>
                </a:cubicBezTo>
                <a:cubicBezTo>
                  <a:pt x="1096828" y="123690"/>
                  <a:pt x="1097895" y="122138"/>
                  <a:pt x="1098504" y="120007"/>
                </a:cubicBezTo>
                <a:cubicBezTo>
                  <a:pt x="1098809" y="118973"/>
                  <a:pt x="1098962" y="116022"/>
                  <a:pt x="1098962" y="111156"/>
                </a:cubicBezTo>
                <a:lnTo>
                  <a:pt x="1098962" y="78760"/>
                </a:lnTo>
                <a:cubicBezTo>
                  <a:pt x="1098962" y="69025"/>
                  <a:pt x="1098763" y="63231"/>
                  <a:pt x="1098367" y="61377"/>
                </a:cubicBezTo>
                <a:cubicBezTo>
                  <a:pt x="1097971" y="59521"/>
                  <a:pt x="1097239" y="58167"/>
                  <a:pt x="1096172" y="57316"/>
                </a:cubicBezTo>
                <a:cubicBezTo>
                  <a:pt x="1095105" y="56464"/>
                  <a:pt x="1093779" y="56038"/>
                  <a:pt x="1092194" y="56038"/>
                </a:cubicBezTo>
                <a:cubicBezTo>
                  <a:pt x="1090304" y="56038"/>
                  <a:pt x="1088170" y="56494"/>
                  <a:pt x="1085792" y="57407"/>
                </a:cubicBezTo>
                <a:lnTo>
                  <a:pt x="1084877" y="54120"/>
                </a:lnTo>
                <a:lnTo>
                  <a:pt x="1110211" y="43900"/>
                </a:lnTo>
                <a:lnTo>
                  <a:pt x="1114052" y="43900"/>
                </a:lnTo>
                <a:close/>
                <a:moveTo>
                  <a:pt x="1173225" y="0"/>
                </a:moveTo>
                <a:cubicBezTo>
                  <a:pt x="1175786" y="0"/>
                  <a:pt x="1177965" y="904"/>
                  <a:pt x="1179764" y="2712"/>
                </a:cubicBezTo>
                <a:cubicBezTo>
                  <a:pt x="1181563" y="4519"/>
                  <a:pt x="1182462" y="6709"/>
                  <a:pt x="1182462" y="9283"/>
                </a:cubicBezTo>
                <a:cubicBezTo>
                  <a:pt x="1182462" y="11857"/>
                  <a:pt x="1181563" y="14064"/>
                  <a:pt x="1179764" y="15902"/>
                </a:cubicBezTo>
                <a:cubicBezTo>
                  <a:pt x="1177965" y="17739"/>
                  <a:pt x="1175786" y="18657"/>
                  <a:pt x="1173225" y="18657"/>
                </a:cubicBezTo>
                <a:cubicBezTo>
                  <a:pt x="1170664" y="18657"/>
                  <a:pt x="1168469" y="17739"/>
                  <a:pt x="1166640" y="15902"/>
                </a:cubicBezTo>
                <a:cubicBezTo>
                  <a:pt x="1164811" y="14064"/>
                  <a:pt x="1163896" y="11857"/>
                  <a:pt x="1163896" y="9283"/>
                </a:cubicBezTo>
                <a:cubicBezTo>
                  <a:pt x="1163896" y="6709"/>
                  <a:pt x="1164795" y="4519"/>
                  <a:pt x="1166594" y="2712"/>
                </a:cubicBezTo>
                <a:cubicBezTo>
                  <a:pt x="1168393" y="904"/>
                  <a:pt x="1170603" y="0"/>
                  <a:pt x="1173225" y="0"/>
                </a:cubicBezTo>
                <a:moveTo>
                  <a:pt x="1180816" y="43900"/>
                </a:moveTo>
                <a:lnTo>
                  <a:pt x="1180816" y="111064"/>
                </a:lnTo>
                <a:cubicBezTo>
                  <a:pt x="1180816" y="116297"/>
                  <a:pt x="1181197" y="119780"/>
                  <a:pt x="1181959" y="121514"/>
                </a:cubicBezTo>
                <a:cubicBezTo>
                  <a:pt x="1182721" y="123247"/>
                  <a:pt x="1183849" y="124540"/>
                  <a:pt x="1185343" y="125392"/>
                </a:cubicBezTo>
                <a:cubicBezTo>
                  <a:pt x="1186837" y="126244"/>
                  <a:pt x="1189565" y="126670"/>
                  <a:pt x="1193528" y="126670"/>
                </a:cubicBezTo>
                <a:lnTo>
                  <a:pt x="1193528" y="130053"/>
                </a:lnTo>
                <a:lnTo>
                  <a:pt x="1152830" y="130053"/>
                </a:lnTo>
                <a:lnTo>
                  <a:pt x="1152830" y="126670"/>
                </a:lnTo>
                <a:cubicBezTo>
                  <a:pt x="1156915" y="126670"/>
                  <a:pt x="1159658" y="126274"/>
                  <a:pt x="1161061" y="125483"/>
                </a:cubicBezTo>
                <a:cubicBezTo>
                  <a:pt x="1162463" y="124693"/>
                  <a:pt x="1163576" y="123385"/>
                  <a:pt x="1164399" y="121559"/>
                </a:cubicBezTo>
                <a:cubicBezTo>
                  <a:pt x="1165222" y="119734"/>
                  <a:pt x="1165634" y="116236"/>
                  <a:pt x="1165634" y="111064"/>
                </a:cubicBezTo>
                <a:lnTo>
                  <a:pt x="1165634" y="78851"/>
                </a:lnTo>
                <a:cubicBezTo>
                  <a:pt x="1165634" y="69785"/>
                  <a:pt x="1165359" y="63915"/>
                  <a:pt x="1164811" y="61240"/>
                </a:cubicBezTo>
                <a:cubicBezTo>
                  <a:pt x="1164384" y="59293"/>
                  <a:pt x="1163713" y="57939"/>
                  <a:pt x="1162798" y="57178"/>
                </a:cubicBezTo>
                <a:cubicBezTo>
                  <a:pt x="1161884" y="56418"/>
                  <a:pt x="1160634" y="56038"/>
                  <a:pt x="1159049" y="56038"/>
                </a:cubicBezTo>
                <a:cubicBezTo>
                  <a:pt x="1157341" y="56038"/>
                  <a:pt x="1155268" y="56494"/>
                  <a:pt x="1152830" y="57407"/>
                </a:cubicBezTo>
                <a:lnTo>
                  <a:pt x="1151549" y="54120"/>
                </a:lnTo>
                <a:lnTo>
                  <a:pt x="1176792" y="43900"/>
                </a:lnTo>
                <a:lnTo>
                  <a:pt x="1180816" y="43900"/>
                </a:lnTo>
                <a:close/>
                <a:moveTo>
                  <a:pt x="1228406" y="61643"/>
                </a:moveTo>
                <a:cubicBezTo>
                  <a:pt x="1238222" y="49814"/>
                  <a:pt x="1247582" y="43900"/>
                  <a:pt x="1256484" y="43900"/>
                </a:cubicBezTo>
                <a:cubicBezTo>
                  <a:pt x="1261056" y="43900"/>
                  <a:pt x="1264989" y="45041"/>
                  <a:pt x="1268282" y="47324"/>
                </a:cubicBezTo>
                <a:cubicBezTo>
                  <a:pt x="1271574" y="49605"/>
                  <a:pt x="1274196" y="53361"/>
                  <a:pt x="1276147" y="58593"/>
                </a:cubicBezTo>
                <a:cubicBezTo>
                  <a:pt x="1277488" y="62242"/>
                  <a:pt x="1278159" y="67839"/>
                  <a:pt x="1278159" y="75384"/>
                </a:cubicBezTo>
                <a:lnTo>
                  <a:pt x="1278159" y="111064"/>
                </a:lnTo>
                <a:cubicBezTo>
                  <a:pt x="1278159" y="116358"/>
                  <a:pt x="1278586" y="119947"/>
                  <a:pt x="1279440" y="121834"/>
                </a:cubicBezTo>
                <a:cubicBezTo>
                  <a:pt x="1280110" y="123354"/>
                  <a:pt x="1281193" y="124540"/>
                  <a:pt x="1282686" y="125392"/>
                </a:cubicBezTo>
                <a:cubicBezTo>
                  <a:pt x="1284180" y="126244"/>
                  <a:pt x="1286939" y="126670"/>
                  <a:pt x="1290963" y="126670"/>
                </a:cubicBezTo>
                <a:lnTo>
                  <a:pt x="1290963" y="130053"/>
                </a:lnTo>
                <a:lnTo>
                  <a:pt x="1249533" y="130053"/>
                </a:lnTo>
                <a:lnTo>
                  <a:pt x="1249533" y="126670"/>
                </a:lnTo>
                <a:lnTo>
                  <a:pt x="1251270" y="126670"/>
                </a:lnTo>
                <a:cubicBezTo>
                  <a:pt x="1255173" y="126670"/>
                  <a:pt x="1257901" y="126078"/>
                  <a:pt x="1259456" y="124895"/>
                </a:cubicBezTo>
                <a:cubicBezTo>
                  <a:pt x="1261011" y="123711"/>
                  <a:pt x="1262093" y="121968"/>
                  <a:pt x="1262703" y="119664"/>
                </a:cubicBezTo>
                <a:cubicBezTo>
                  <a:pt x="1262947" y="118754"/>
                  <a:pt x="1263069" y="115902"/>
                  <a:pt x="1263069" y="111110"/>
                </a:cubicBezTo>
                <a:lnTo>
                  <a:pt x="1263069" y="76988"/>
                </a:lnTo>
                <a:cubicBezTo>
                  <a:pt x="1263069" y="69406"/>
                  <a:pt x="1262078" y="63902"/>
                  <a:pt x="1260096" y="60474"/>
                </a:cubicBezTo>
                <a:cubicBezTo>
                  <a:pt x="1258115" y="57046"/>
                  <a:pt x="1254776" y="55332"/>
                  <a:pt x="1250081" y="55332"/>
                </a:cubicBezTo>
                <a:cubicBezTo>
                  <a:pt x="1242826" y="55332"/>
                  <a:pt x="1235601" y="59275"/>
                  <a:pt x="1228406" y="67162"/>
                </a:cubicBezTo>
                <a:lnTo>
                  <a:pt x="1228406" y="111110"/>
                </a:lnTo>
                <a:cubicBezTo>
                  <a:pt x="1228406" y="116752"/>
                  <a:pt x="1228741" y="120240"/>
                  <a:pt x="1229412" y="121574"/>
                </a:cubicBezTo>
                <a:cubicBezTo>
                  <a:pt x="1230266" y="123332"/>
                  <a:pt x="1231439" y="124621"/>
                  <a:pt x="1232933" y="125441"/>
                </a:cubicBezTo>
                <a:cubicBezTo>
                  <a:pt x="1234427" y="126260"/>
                  <a:pt x="1237460" y="126670"/>
                  <a:pt x="1242033" y="126670"/>
                </a:cubicBezTo>
                <a:lnTo>
                  <a:pt x="1242033" y="130053"/>
                </a:lnTo>
                <a:lnTo>
                  <a:pt x="1200603" y="130053"/>
                </a:lnTo>
                <a:lnTo>
                  <a:pt x="1200603" y="126670"/>
                </a:lnTo>
                <a:lnTo>
                  <a:pt x="1202432" y="126670"/>
                </a:lnTo>
                <a:cubicBezTo>
                  <a:pt x="1206700" y="126670"/>
                  <a:pt x="1209581" y="125590"/>
                  <a:pt x="1211075" y="123431"/>
                </a:cubicBezTo>
                <a:cubicBezTo>
                  <a:pt x="1212568" y="121271"/>
                  <a:pt x="1213315" y="117148"/>
                  <a:pt x="1213315" y="111064"/>
                </a:cubicBezTo>
                <a:lnTo>
                  <a:pt x="1213315" y="80037"/>
                </a:lnTo>
                <a:cubicBezTo>
                  <a:pt x="1213315" y="70000"/>
                  <a:pt x="1213087" y="63886"/>
                  <a:pt x="1212629" y="61697"/>
                </a:cubicBezTo>
                <a:cubicBezTo>
                  <a:pt x="1212172" y="59506"/>
                  <a:pt x="1211471" y="58015"/>
                  <a:pt x="1210526" y="57224"/>
                </a:cubicBezTo>
                <a:cubicBezTo>
                  <a:pt x="1209581" y="56433"/>
                  <a:pt x="1208316" y="56038"/>
                  <a:pt x="1206730" y="56038"/>
                </a:cubicBezTo>
                <a:cubicBezTo>
                  <a:pt x="1205023" y="56038"/>
                  <a:pt x="1202981" y="56494"/>
                  <a:pt x="1200603" y="57407"/>
                </a:cubicBezTo>
                <a:lnTo>
                  <a:pt x="1199231" y="54120"/>
                </a:lnTo>
                <a:lnTo>
                  <a:pt x="1224473" y="43900"/>
                </a:lnTo>
                <a:lnTo>
                  <a:pt x="1228406" y="43900"/>
                </a:lnTo>
                <a:lnTo>
                  <a:pt x="1228406" y="61643"/>
                </a:lnTo>
                <a:close/>
                <a:moveTo>
                  <a:pt x="1320046" y="99526"/>
                </a:moveTo>
                <a:cubicBezTo>
                  <a:pt x="1314924" y="97030"/>
                  <a:pt x="1310992" y="93545"/>
                  <a:pt x="1308248" y="89069"/>
                </a:cubicBezTo>
                <a:cubicBezTo>
                  <a:pt x="1305504" y="84593"/>
                  <a:pt x="1304132" y="79645"/>
                  <a:pt x="1304132" y="74224"/>
                </a:cubicBezTo>
                <a:cubicBezTo>
                  <a:pt x="1304132" y="65943"/>
                  <a:pt x="1307257" y="58819"/>
                  <a:pt x="1313507" y="52851"/>
                </a:cubicBezTo>
                <a:cubicBezTo>
                  <a:pt x="1319756" y="46884"/>
                  <a:pt x="1327759" y="43900"/>
                  <a:pt x="1337515" y="43900"/>
                </a:cubicBezTo>
                <a:cubicBezTo>
                  <a:pt x="1345502" y="43900"/>
                  <a:pt x="1352422" y="45851"/>
                  <a:pt x="1358276" y="49753"/>
                </a:cubicBezTo>
                <a:lnTo>
                  <a:pt x="1376018" y="49753"/>
                </a:lnTo>
                <a:cubicBezTo>
                  <a:pt x="1378640" y="49753"/>
                  <a:pt x="1380165" y="49828"/>
                  <a:pt x="1380591" y="49979"/>
                </a:cubicBezTo>
                <a:cubicBezTo>
                  <a:pt x="1381018" y="50130"/>
                  <a:pt x="1381323" y="50386"/>
                  <a:pt x="1381506" y="50748"/>
                </a:cubicBezTo>
                <a:cubicBezTo>
                  <a:pt x="1381872" y="51291"/>
                  <a:pt x="1382055" y="52256"/>
                  <a:pt x="1382055" y="53643"/>
                </a:cubicBezTo>
                <a:cubicBezTo>
                  <a:pt x="1382055" y="55209"/>
                  <a:pt x="1381902" y="56294"/>
                  <a:pt x="1381597" y="56898"/>
                </a:cubicBezTo>
                <a:cubicBezTo>
                  <a:pt x="1381415" y="57199"/>
                  <a:pt x="1381094" y="57440"/>
                  <a:pt x="1380637" y="57621"/>
                </a:cubicBezTo>
                <a:cubicBezTo>
                  <a:pt x="1380180" y="57802"/>
                  <a:pt x="1378640" y="57893"/>
                  <a:pt x="1376018" y="57893"/>
                </a:cubicBezTo>
                <a:lnTo>
                  <a:pt x="1365135" y="57893"/>
                </a:lnTo>
                <a:cubicBezTo>
                  <a:pt x="1368549" y="62293"/>
                  <a:pt x="1370257" y="67913"/>
                  <a:pt x="1370257" y="74756"/>
                </a:cubicBezTo>
                <a:cubicBezTo>
                  <a:pt x="1370257" y="82575"/>
                  <a:pt x="1367269" y="89265"/>
                  <a:pt x="1361294" y="94825"/>
                </a:cubicBezTo>
                <a:cubicBezTo>
                  <a:pt x="1355318" y="100385"/>
                  <a:pt x="1347301" y="103165"/>
                  <a:pt x="1337240" y="103165"/>
                </a:cubicBezTo>
                <a:cubicBezTo>
                  <a:pt x="1333094" y="103165"/>
                  <a:pt x="1328857" y="102543"/>
                  <a:pt x="1324528" y="101298"/>
                </a:cubicBezTo>
                <a:cubicBezTo>
                  <a:pt x="1321845" y="103613"/>
                  <a:pt x="1320031" y="105640"/>
                  <a:pt x="1319086" y="107378"/>
                </a:cubicBezTo>
                <a:cubicBezTo>
                  <a:pt x="1318141" y="109113"/>
                  <a:pt x="1317668" y="110590"/>
                  <a:pt x="1317668" y="111808"/>
                </a:cubicBezTo>
                <a:cubicBezTo>
                  <a:pt x="1317668" y="112844"/>
                  <a:pt x="1318171" y="113850"/>
                  <a:pt x="1319177" y="114826"/>
                </a:cubicBezTo>
                <a:cubicBezTo>
                  <a:pt x="1320183" y="115799"/>
                  <a:pt x="1322150" y="116500"/>
                  <a:pt x="1325076" y="116926"/>
                </a:cubicBezTo>
                <a:cubicBezTo>
                  <a:pt x="1326784" y="117170"/>
                  <a:pt x="1331052" y="117384"/>
                  <a:pt x="1337880" y="117567"/>
                </a:cubicBezTo>
                <a:cubicBezTo>
                  <a:pt x="1350441" y="117870"/>
                  <a:pt x="1358580" y="118295"/>
                  <a:pt x="1362300" y="118844"/>
                </a:cubicBezTo>
                <a:cubicBezTo>
                  <a:pt x="1367970" y="119637"/>
                  <a:pt x="1372497" y="121739"/>
                  <a:pt x="1375881" y="125152"/>
                </a:cubicBezTo>
                <a:cubicBezTo>
                  <a:pt x="1379265" y="128563"/>
                  <a:pt x="1380957" y="132766"/>
                  <a:pt x="1380957" y="137762"/>
                </a:cubicBezTo>
                <a:cubicBezTo>
                  <a:pt x="1380957" y="144646"/>
                  <a:pt x="1377726" y="151104"/>
                  <a:pt x="1371263" y="157137"/>
                </a:cubicBezTo>
                <a:cubicBezTo>
                  <a:pt x="1361751" y="166031"/>
                  <a:pt x="1349343" y="170478"/>
                  <a:pt x="1334039" y="170478"/>
                </a:cubicBezTo>
                <a:cubicBezTo>
                  <a:pt x="1322272" y="170478"/>
                  <a:pt x="1312333" y="167829"/>
                  <a:pt x="1304224" y="162533"/>
                </a:cubicBezTo>
                <a:cubicBezTo>
                  <a:pt x="1299651" y="159488"/>
                  <a:pt x="1297364" y="156321"/>
                  <a:pt x="1297364" y="153032"/>
                </a:cubicBezTo>
                <a:cubicBezTo>
                  <a:pt x="1297364" y="151573"/>
                  <a:pt x="1297700" y="150112"/>
                  <a:pt x="1298371" y="148651"/>
                </a:cubicBezTo>
                <a:cubicBezTo>
                  <a:pt x="1299407" y="146397"/>
                  <a:pt x="1301541" y="143261"/>
                  <a:pt x="1304773" y="139242"/>
                </a:cubicBezTo>
                <a:cubicBezTo>
                  <a:pt x="1305199" y="138695"/>
                  <a:pt x="1308309" y="135408"/>
                  <a:pt x="1314101" y="129379"/>
                </a:cubicBezTo>
                <a:cubicBezTo>
                  <a:pt x="1310931" y="127487"/>
                  <a:pt x="1308690" y="125793"/>
                  <a:pt x="1307379" y="124297"/>
                </a:cubicBezTo>
                <a:cubicBezTo>
                  <a:pt x="1306068" y="122802"/>
                  <a:pt x="1305413" y="121108"/>
                  <a:pt x="1305413" y="119216"/>
                </a:cubicBezTo>
                <a:cubicBezTo>
                  <a:pt x="1305413" y="117078"/>
                  <a:pt x="1306282" y="114574"/>
                  <a:pt x="1308019" y="111705"/>
                </a:cubicBezTo>
                <a:cubicBezTo>
                  <a:pt x="1309757" y="108835"/>
                  <a:pt x="1313766" y="104776"/>
                  <a:pt x="1320046" y="99526"/>
                </a:cubicBezTo>
                <a:moveTo>
                  <a:pt x="1335960" y="48473"/>
                </a:moveTo>
                <a:cubicBezTo>
                  <a:pt x="1331448" y="48473"/>
                  <a:pt x="1327668" y="50262"/>
                  <a:pt x="1324619" y="53840"/>
                </a:cubicBezTo>
                <a:cubicBezTo>
                  <a:pt x="1321570" y="57417"/>
                  <a:pt x="1320046" y="62904"/>
                  <a:pt x="1320046" y="70303"/>
                </a:cubicBezTo>
                <a:cubicBezTo>
                  <a:pt x="1320046" y="79885"/>
                  <a:pt x="1322119" y="87313"/>
                  <a:pt x="1326265" y="92587"/>
                </a:cubicBezTo>
                <a:cubicBezTo>
                  <a:pt x="1329436" y="96590"/>
                  <a:pt x="1333460" y="98592"/>
                  <a:pt x="1338338" y="98592"/>
                </a:cubicBezTo>
                <a:cubicBezTo>
                  <a:pt x="1342972" y="98592"/>
                  <a:pt x="1346782" y="96864"/>
                  <a:pt x="1349770" y="93407"/>
                </a:cubicBezTo>
                <a:cubicBezTo>
                  <a:pt x="1352758" y="89951"/>
                  <a:pt x="1354251" y="84524"/>
                  <a:pt x="1354251" y="77125"/>
                </a:cubicBezTo>
                <a:cubicBezTo>
                  <a:pt x="1354251" y="67484"/>
                  <a:pt x="1352148" y="59934"/>
                  <a:pt x="1347941" y="54475"/>
                </a:cubicBezTo>
                <a:cubicBezTo>
                  <a:pt x="1344831" y="50473"/>
                  <a:pt x="1340838" y="48473"/>
                  <a:pt x="1335960" y="48473"/>
                </a:cubicBezTo>
                <a:moveTo>
                  <a:pt x="1319132" y="130108"/>
                </a:moveTo>
                <a:cubicBezTo>
                  <a:pt x="1316266" y="133212"/>
                  <a:pt x="1314101" y="136102"/>
                  <a:pt x="1312638" y="138779"/>
                </a:cubicBezTo>
                <a:cubicBezTo>
                  <a:pt x="1311175" y="141458"/>
                  <a:pt x="1310443" y="143924"/>
                  <a:pt x="1310443" y="146176"/>
                </a:cubicBezTo>
                <a:cubicBezTo>
                  <a:pt x="1310443" y="149097"/>
                  <a:pt x="1312211" y="151653"/>
                  <a:pt x="1315748" y="153844"/>
                </a:cubicBezTo>
                <a:cubicBezTo>
                  <a:pt x="1321845" y="157617"/>
                  <a:pt x="1330655" y="159503"/>
                  <a:pt x="1342179" y="159503"/>
                </a:cubicBezTo>
                <a:cubicBezTo>
                  <a:pt x="1353154" y="159503"/>
                  <a:pt x="1361248" y="157570"/>
                  <a:pt x="1366461" y="153704"/>
                </a:cubicBezTo>
                <a:cubicBezTo>
                  <a:pt x="1371674" y="149840"/>
                  <a:pt x="1374281" y="145718"/>
                  <a:pt x="1374281" y="141337"/>
                </a:cubicBezTo>
                <a:cubicBezTo>
                  <a:pt x="1374281" y="138172"/>
                  <a:pt x="1372726" y="135920"/>
                  <a:pt x="1369616" y="134581"/>
                </a:cubicBezTo>
                <a:cubicBezTo>
                  <a:pt x="1366446" y="133241"/>
                  <a:pt x="1360166" y="132450"/>
                  <a:pt x="1350776" y="132208"/>
                </a:cubicBezTo>
                <a:cubicBezTo>
                  <a:pt x="1337057" y="131843"/>
                  <a:pt x="1326509" y="131142"/>
                  <a:pt x="1319132" y="130108"/>
                </a:cubicBezTo>
                <a:close/>
                <a:moveTo>
                  <a:pt x="1485586" y="117981"/>
                </a:moveTo>
                <a:cubicBezTo>
                  <a:pt x="1476989" y="124627"/>
                  <a:pt x="1471593" y="128468"/>
                  <a:pt x="1469398" y="129505"/>
                </a:cubicBezTo>
                <a:cubicBezTo>
                  <a:pt x="1466105" y="131090"/>
                  <a:pt x="1462599" y="131883"/>
                  <a:pt x="1458880" y="131883"/>
                </a:cubicBezTo>
                <a:cubicBezTo>
                  <a:pt x="1453088" y="131883"/>
                  <a:pt x="1448317" y="129901"/>
                  <a:pt x="1444567" y="125938"/>
                </a:cubicBezTo>
                <a:cubicBezTo>
                  <a:pt x="1440817" y="121975"/>
                  <a:pt x="1438942" y="116762"/>
                  <a:pt x="1438942" y="110299"/>
                </a:cubicBezTo>
                <a:cubicBezTo>
                  <a:pt x="1438942" y="106213"/>
                  <a:pt x="1439857" y="102677"/>
                  <a:pt x="1441686" y="99689"/>
                </a:cubicBezTo>
                <a:cubicBezTo>
                  <a:pt x="1444186" y="95543"/>
                  <a:pt x="1448530" y="91641"/>
                  <a:pt x="1454719" y="87983"/>
                </a:cubicBezTo>
                <a:cubicBezTo>
                  <a:pt x="1460907" y="84324"/>
                  <a:pt x="1471196" y="79873"/>
                  <a:pt x="1485586" y="74630"/>
                </a:cubicBezTo>
                <a:lnTo>
                  <a:pt x="1485586" y="71337"/>
                </a:lnTo>
                <a:cubicBezTo>
                  <a:pt x="1485586" y="62984"/>
                  <a:pt x="1484260" y="57253"/>
                  <a:pt x="1481607" y="54143"/>
                </a:cubicBezTo>
                <a:cubicBezTo>
                  <a:pt x="1478955" y="51034"/>
                  <a:pt x="1475099" y="49479"/>
                  <a:pt x="1470038" y="49479"/>
                </a:cubicBezTo>
                <a:cubicBezTo>
                  <a:pt x="1466197" y="49479"/>
                  <a:pt x="1463148" y="50512"/>
                  <a:pt x="1460892" y="52577"/>
                </a:cubicBezTo>
                <a:cubicBezTo>
                  <a:pt x="1458575" y="54642"/>
                  <a:pt x="1457417" y="57012"/>
                  <a:pt x="1457417" y="59685"/>
                </a:cubicBezTo>
                <a:lnTo>
                  <a:pt x="1457600" y="64970"/>
                </a:lnTo>
                <a:cubicBezTo>
                  <a:pt x="1457600" y="67763"/>
                  <a:pt x="1456883" y="69919"/>
                  <a:pt x="1455450" y="71437"/>
                </a:cubicBezTo>
                <a:cubicBezTo>
                  <a:pt x="1454017" y="72956"/>
                  <a:pt x="1452143" y="73715"/>
                  <a:pt x="1449826" y="73715"/>
                </a:cubicBezTo>
                <a:cubicBezTo>
                  <a:pt x="1447570" y="73715"/>
                  <a:pt x="1445725" y="72925"/>
                  <a:pt x="1444292" y="71346"/>
                </a:cubicBezTo>
                <a:cubicBezTo>
                  <a:pt x="1442860" y="69764"/>
                  <a:pt x="1442143" y="67606"/>
                  <a:pt x="1442143" y="64870"/>
                </a:cubicBezTo>
                <a:cubicBezTo>
                  <a:pt x="1442143" y="59643"/>
                  <a:pt x="1444826" y="54842"/>
                  <a:pt x="1450191" y="50465"/>
                </a:cubicBezTo>
                <a:cubicBezTo>
                  <a:pt x="1455557" y="46088"/>
                  <a:pt x="1463087" y="43900"/>
                  <a:pt x="1472782" y="43900"/>
                </a:cubicBezTo>
                <a:cubicBezTo>
                  <a:pt x="1480220" y="43900"/>
                  <a:pt x="1486317" y="45148"/>
                  <a:pt x="1491073" y="47644"/>
                </a:cubicBezTo>
                <a:cubicBezTo>
                  <a:pt x="1494671" y="49532"/>
                  <a:pt x="1497323" y="52486"/>
                  <a:pt x="1499030" y="56507"/>
                </a:cubicBezTo>
                <a:cubicBezTo>
                  <a:pt x="1500128" y="59125"/>
                  <a:pt x="1500676" y="64484"/>
                  <a:pt x="1500676" y="72583"/>
                </a:cubicBezTo>
                <a:lnTo>
                  <a:pt x="1500676" y="100993"/>
                </a:lnTo>
                <a:cubicBezTo>
                  <a:pt x="1500676" y="108970"/>
                  <a:pt x="1500829" y="113858"/>
                  <a:pt x="1501134" y="115655"/>
                </a:cubicBezTo>
                <a:cubicBezTo>
                  <a:pt x="1501439" y="117451"/>
                  <a:pt x="1501942" y="118655"/>
                  <a:pt x="1502643" y="119264"/>
                </a:cubicBezTo>
                <a:cubicBezTo>
                  <a:pt x="1503344" y="119872"/>
                  <a:pt x="1504152" y="120176"/>
                  <a:pt x="1505066" y="120176"/>
                </a:cubicBezTo>
                <a:cubicBezTo>
                  <a:pt x="1506042" y="120176"/>
                  <a:pt x="1506896" y="119963"/>
                  <a:pt x="1507627" y="119536"/>
                </a:cubicBezTo>
                <a:cubicBezTo>
                  <a:pt x="1508908" y="118743"/>
                  <a:pt x="1511377" y="116518"/>
                  <a:pt x="1515035" y="112859"/>
                </a:cubicBezTo>
                <a:lnTo>
                  <a:pt x="1515035" y="117981"/>
                </a:lnTo>
                <a:cubicBezTo>
                  <a:pt x="1508206" y="127127"/>
                  <a:pt x="1501682" y="131700"/>
                  <a:pt x="1495463" y="131700"/>
                </a:cubicBezTo>
                <a:cubicBezTo>
                  <a:pt x="1492476" y="131700"/>
                  <a:pt x="1490098" y="130663"/>
                  <a:pt x="1488330" y="128590"/>
                </a:cubicBezTo>
                <a:cubicBezTo>
                  <a:pt x="1486561" y="126517"/>
                  <a:pt x="1485647" y="122981"/>
                  <a:pt x="1485586" y="117981"/>
                </a:cubicBezTo>
                <a:moveTo>
                  <a:pt x="1485586" y="111985"/>
                </a:moveTo>
                <a:lnTo>
                  <a:pt x="1485586" y="80209"/>
                </a:lnTo>
                <a:cubicBezTo>
                  <a:pt x="1476379" y="83850"/>
                  <a:pt x="1470434" y="86430"/>
                  <a:pt x="1467751" y="87948"/>
                </a:cubicBezTo>
                <a:cubicBezTo>
                  <a:pt x="1462935" y="90620"/>
                  <a:pt x="1459490" y="93412"/>
                  <a:pt x="1457417" y="96325"/>
                </a:cubicBezTo>
                <a:cubicBezTo>
                  <a:pt x="1455344" y="99239"/>
                  <a:pt x="1454307" y="102425"/>
                  <a:pt x="1454307" y="105886"/>
                </a:cubicBezTo>
                <a:cubicBezTo>
                  <a:pt x="1454307" y="110257"/>
                  <a:pt x="1455618" y="113883"/>
                  <a:pt x="1458240" y="116766"/>
                </a:cubicBezTo>
                <a:cubicBezTo>
                  <a:pt x="1460862" y="119649"/>
                  <a:pt x="1463880" y="121091"/>
                  <a:pt x="1467294" y="121091"/>
                </a:cubicBezTo>
                <a:cubicBezTo>
                  <a:pt x="1471928" y="121091"/>
                  <a:pt x="1478025" y="118055"/>
                  <a:pt x="1485586" y="111985"/>
                </a:cubicBezTo>
                <a:close/>
                <a:moveTo>
                  <a:pt x="1575427" y="43900"/>
                </a:moveTo>
                <a:lnTo>
                  <a:pt x="1575427" y="72252"/>
                </a:lnTo>
                <a:lnTo>
                  <a:pt x="1572409" y="72252"/>
                </a:lnTo>
                <a:cubicBezTo>
                  <a:pt x="1570092" y="63360"/>
                  <a:pt x="1567119" y="57311"/>
                  <a:pt x="1563492" y="54106"/>
                </a:cubicBezTo>
                <a:cubicBezTo>
                  <a:pt x="1559864" y="50899"/>
                  <a:pt x="1555245" y="49296"/>
                  <a:pt x="1549636" y="49296"/>
                </a:cubicBezTo>
                <a:cubicBezTo>
                  <a:pt x="1545368" y="49296"/>
                  <a:pt x="1541923" y="50423"/>
                  <a:pt x="1539301" y="52677"/>
                </a:cubicBezTo>
                <a:cubicBezTo>
                  <a:pt x="1536679" y="54929"/>
                  <a:pt x="1535368" y="57426"/>
                  <a:pt x="1535368" y="60168"/>
                </a:cubicBezTo>
                <a:cubicBezTo>
                  <a:pt x="1535368" y="63579"/>
                  <a:pt x="1536344" y="66502"/>
                  <a:pt x="1538295" y="68937"/>
                </a:cubicBezTo>
                <a:cubicBezTo>
                  <a:pt x="1540185" y="71435"/>
                  <a:pt x="1544026" y="74084"/>
                  <a:pt x="1549819" y="76885"/>
                </a:cubicBezTo>
                <a:lnTo>
                  <a:pt x="1563172" y="83373"/>
                </a:lnTo>
                <a:cubicBezTo>
                  <a:pt x="1575549" y="89401"/>
                  <a:pt x="1581738" y="97350"/>
                  <a:pt x="1581738" y="107218"/>
                </a:cubicBezTo>
                <a:cubicBezTo>
                  <a:pt x="1581738" y="114830"/>
                  <a:pt x="1578857" y="120966"/>
                  <a:pt x="1573095" y="125626"/>
                </a:cubicBezTo>
                <a:cubicBezTo>
                  <a:pt x="1567333" y="130285"/>
                  <a:pt x="1560885" y="132614"/>
                  <a:pt x="1553751" y="132614"/>
                </a:cubicBezTo>
                <a:cubicBezTo>
                  <a:pt x="1548630" y="132614"/>
                  <a:pt x="1542776" y="131700"/>
                  <a:pt x="1536191" y="129871"/>
                </a:cubicBezTo>
                <a:cubicBezTo>
                  <a:pt x="1534179" y="129261"/>
                  <a:pt x="1532533" y="128956"/>
                  <a:pt x="1531253" y="128956"/>
                </a:cubicBezTo>
                <a:cubicBezTo>
                  <a:pt x="1529850" y="128956"/>
                  <a:pt x="1528753" y="129749"/>
                  <a:pt x="1527960" y="131334"/>
                </a:cubicBezTo>
                <a:lnTo>
                  <a:pt x="1524942" y="131334"/>
                </a:lnTo>
                <a:lnTo>
                  <a:pt x="1524942" y="101336"/>
                </a:lnTo>
                <a:lnTo>
                  <a:pt x="1527960" y="101336"/>
                </a:lnTo>
                <a:cubicBezTo>
                  <a:pt x="1529667" y="109902"/>
                  <a:pt x="1532929" y="116358"/>
                  <a:pt x="1537746" y="120702"/>
                </a:cubicBezTo>
                <a:cubicBezTo>
                  <a:pt x="1542563" y="125046"/>
                  <a:pt x="1547959" y="127218"/>
                  <a:pt x="1553934" y="127218"/>
                </a:cubicBezTo>
                <a:cubicBezTo>
                  <a:pt x="1558141" y="127218"/>
                  <a:pt x="1561571" y="125985"/>
                  <a:pt x="1564223" y="123520"/>
                </a:cubicBezTo>
                <a:cubicBezTo>
                  <a:pt x="1566876" y="121052"/>
                  <a:pt x="1568202" y="118083"/>
                  <a:pt x="1568202" y="114611"/>
                </a:cubicBezTo>
                <a:cubicBezTo>
                  <a:pt x="1568202" y="110408"/>
                  <a:pt x="1566723" y="106876"/>
                  <a:pt x="1563766" y="104014"/>
                </a:cubicBezTo>
                <a:cubicBezTo>
                  <a:pt x="1560809" y="101152"/>
                  <a:pt x="1554910" y="97529"/>
                  <a:pt x="1546069" y="93144"/>
                </a:cubicBezTo>
                <a:cubicBezTo>
                  <a:pt x="1537228" y="88758"/>
                  <a:pt x="1531436" y="84799"/>
                  <a:pt x="1528692" y="81266"/>
                </a:cubicBezTo>
                <a:cubicBezTo>
                  <a:pt x="1525948" y="77795"/>
                  <a:pt x="1524576" y="73409"/>
                  <a:pt x="1524576" y="68111"/>
                </a:cubicBezTo>
                <a:cubicBezTo>
                  <a:pt x="1524576" y="61228"/>
                  <a:pt x="1526939" y="55473"/>
                  <a:pt x="1531664" y="50845"/>
                </a:cubicBezTo>
                <a:cubicBezTo>
                  <a:pt x="1536390" y="46215"/>
                  <a:pt x="1542502" y="43900"/>
                  <a:pt x="1550002" y="43900"/>
                </a:cubicBezTo>
                <a:cubicBezTo>
                  <a:pt x="1553294" y="43900"/>
                  <a:pt x="1557288" y="44601"/>
                  <a:pt x="1561983" y="46003"/>
                </a:cubicBezTo>
                <a:cubicBezTo>
                  <a:pt x="1565092" y="46918"/>
                  <a:pt x="1567165" y="47375"/>
                  <a:pt x="1568202" y="47375"/>
                </a:cubicBezTo>
                <a:cubicBezTo>
                  <a:pt x="1569177" y="47375"/>
                  <a:pt x="1569939" y="47162"/>
                  <a:pt x="1570488" y="46735"/>
                </a:cubicBezTo>
                <a:cubicBezTo>
                  <a:pt x="1571037" y="46308"/>
                  <a:pt x="1571677" y="45363"/>
                  <a:pt x="1572409" y="43900"/>
                </a:cubicBezTo>
                <a:lnTo>
                  <a:pt x="1575427" y="43900"/>
                </a:lnTo>
                <a:close/>
                <a:moveTo>
                  <a:pt x="1688439" y="117981"/>
                </a:moveTo>
                <a:cubicBezTo>
                  <a:pt x="1679842" y="124627"/>
                  <a:pt x="1674446" y="128468"/>
                  <a:pt x="1672251" y="129505"/>
                </a:cubicBezTo>
                <a:cubicBezTo>
                  <a:pt x="1668958" y="131090"/>
                  <a:pt x="1665452" y="131883"/>
                  <a:pt x="1661733" y="131883"/>
                </a:cubicBezTo>
                <a:cubicBezTo>
                  <a:pt x="1655941" y="131883"/>
                  <a:pt x="1651170" y="129901"/>
                  <a:pt x="1647420" y="125938"/>
                </a:cubicBezTo>
                <a:cubicBezTo>
                  <a:pt x="1643670" y="121975"/>
                  <a:pt x="1641795" y="116762"/>
                  <a:pt x="1641795" y="110299"/>
                </a:cubicBezTo>
                <a:cubicBezTo>
                  <a:pt x="1641795" y="106213"/>
                  <a:pt x="1642710" y="102677"/>
                  <a:pt x="1644539" y="99689"/>
                </a:cubicBezTo>
                <a:cubicBezTo>
                  <a:pt x="1647039" y="95543"/>
                  <a:pt x="1651383" y="91641"/>
                  <a:pt x="1657572" y="87983"/>
                </a:cubicBezTo>
                <a:cubicBezTo>
                  <a:pt x="1663760" y="84324"/>
                  <a:pt x="1674049" y="79873"/>
                  <a:pt x="1688439" y="74630"/>
                </a:cubicBezTo>
                <a:lnTo>
                  <a:pt x="1688439" y="71337"/>
                </a:lnTo>
                <a:cubicBezTo>
                  <a:pt x="1688439" y="62984"/>
                  <a:pt x="1687113" y="57253"/>
                  <a:pt x="1684460" y="54143"/>
                </a:cubicBezTo>
                <a:cubicBezTo>
                  <a:pt x="1681808" y="51034"/>
                  <a:pt x="1677952" y="49479"/>
                  <a:pt x="1672891" y="49479"/>
                </a:cubicBezTo>
                <a:cubicBezTo>
                  <a:pt x="1669050" y="49479"/>
                  <a:pt x="1666001" y="50512"/>
                  <a:pt x="1663745" y="52577"/>
                </a:cubicBezTo>
                <a:cubicBezTo>
                  <a:pt x="1661428" y="54642"/>
                  <a:pt x="1660270" y="57012"/>
                  <a:pt x="1660270" y="59685"/>
                </a:cubicBezTo>
                <a:lnTo>
                  <a:pt x="1660453" y="64970"/>
                </a:lnTo>
                <a:cubicBezTo>
                  <a:pt x="1660453" y="67763"/>
                  <a:pt x="1659736" y="69919"/>
                  <a:pt x="1658303" y="71437"/>
                </a:cubicBezTo>
                <a:cubicBezTo>
                  <a:pt x="1656871" y="72956"/>
                  <a:pt x="1654996" y="73715"/>
                  <a:pt x="1652679" y="73715"/>
                </a:cubicBezTo>
                <a:cubicBezTo>
                  <a:pt x="1650423" y="73715"/>
                  <a:pt x="1648578" y="72925"/>
                  <a:pt x="1647145" y="71346"/>
                </a:cubicBezTo>
                <a:cubicBezTo>
                  <a:pt x="1645713" y="69764"/>
                  <a:pt x="1644996" y="67606"/>
                  <a:pt x="1644996" y="64870"/>
                </a:cubicBezTo>
                <a:cubicBezTo>
                  <a:pt x="1644996" y="59643"/>
                  <a:pt x="1647679" y="54842"/>
                  <a:pt x="1653045" y="50465"/>
                </a:cubicBezTo>
                <a:cubicBezTo>
                  <a:pt x="1658410" y="46088"/>
                  <a:pt x="1665940" y="43900"/>
                  <a:pt x="1675635" y="43900"/>
                </a:cubicBezTo>
                <a:cubicBezTo>
                  <a:pt x="1683073" y="43900"/>
                  <a:pt x="1689171" y="45148"/>
                  <a:pt x="1693926" y="47644"/>
                </a:cubicBezTo>
                <a:cubicBezTo>
                  <a:pt x="1697524" y="49532"/>
                  <a:pt x="1700176" y="52486"/>
                  <a:pt x="1701883" y="56507"/>
                </a:cubicBezTo>
                <a:cubicBezTo>
                  <a:pt x="1702981" y="59125"/>
                  <a:pt x="1703529" y="64484"/>
                  <a:pt x="1703529" y="72583"/>
                </a:cubicBezTo>
                <a:lnTo>
                  <a:pt x="1703529" y="100993"/>
                </a:lnTo>
                <a:cubicBezTo>
                  <a:pt x="1703529" y="108970"/>
                  <a:pt x="1703682" y="113858"/>
                  <a:pt x="1703987" y="115655"/>
                </a:cubicBezTo>
                <a:cubicBezTo>
                  <a:pt x="1704292" y="117451"/>
                  <a:pt x="1704795" y="118655"/>
                  <a:pt x="1705496" y="119264"/>
                </a:cubicBezTo>
                <a:cubicBezTo>
                  <a:pt x="1706197" y="119872"/>
                  <a:pt x="1707005" y="120176"/>
                  <a:pt x="1707919" y="120176"/>
                </a:cubicBezTo>
                <a:cubicBezTo>
                  <a:pt x="1708895" y="120176"/>
                  <a:pt x="1709749" y="119963"/>
                  <a:pt x="1710480" y="119536"/>
                </a:cubicBezTo>
                <a:cubicBezTo>
                  <a:pt x="1711761" y="118743"/>
                  <a:pt x="1714230" y="116518"/>
                  <a:pt x="1717888" y="112859"/>
                </a:cubicBezTo>
                <a:lnTo>
                  <a:pt x="1717888" y="117981"/>
                </a:lnTo>
                <a:cubicBezTo>
                  <a:pt x="1711059" y="127127"/>
                  <a:pt x="1704535" y="131700"/>
                  <a:pt x="1698316" y="131700"/>
                </a:cubicBezTo>
                <a:cubicBezTo>
                  <a:pt x="1695329" y="131700"/>
                  <a:pt x="1692951" y="130663"/>
                  <a:pt x="1691183" y="128590"/>
                </a:cubicBezTo>
                <a:cubicBezTo>
                  <a:pt x="1689414" y="126517"/>
                  <a:pt x="1688500" y="122981"/>
                  <a:pt x="1688439" y="117981"/>
                </a:cubicBezTo>
                <a:moveTo>
                  <a:pt x="1688439" y="111985"/>
                </a:moveTo>
                <a:lnTo>
                  <a:pt x="1688439" y="80209"/>
                </a:lnTo>
                <a:cubicBezTo>
                  <a:pt x="1679232" y="83850"/>
                  <a:pt x="1673287" y="86430"/>
                  <a:pt x="1670605" y="87948"/>
                </a:cubicBezTo>
                <a:cubicBezTo>
                  <a:pt x="1665788" y="90620"/>
                  <a:pt x="1662343" y="93412"/>
                  <a:pt x="1660270" y="96325"/>
                </a:cubicBezTo>
                <a:cubicBezTo>
                  <a:pt x="1658197" y="99239"/>
                  <a:pt x="1657160" y="102425"/>
                  <a:pt x="1657160" y="105886"/>
                </a:cubicBezTo>
                <a:cubicBezTo>
                  <a:pt x="1657160" y="110257"/>
                  <a:pt x="1658471" y="113883"/>
                  <a:pt x="1661093" y="116766"/>
                </a:cubicBezTo>
                <a:cubicBezTo>
                  <a:pt x="1663715" y="119649"/>
                  <a:pt x="1666733" y="121091"/>
                  <a:pt x="1670147" y="121091"/>
                </a:cubicBezTo>
                <a:cubicBezTo>
                  <a:pt x="1674781" y="121091"/>
                  <a:pt x="1680878" y="118055"/>
                  <a:pt x="1688439" y="1119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D5125-7205-4412-B907-02B5134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27" y="1003026"/>
            <a:ext cx="1158958" cy="576669"/>
          </a:xfrm>
          <a:custGeom xmlns:a="http://schemas.openxmlformats.org/drawingml/2006/main">
            <a:pathLst>
              <a:path w="1158958" h="576669" fill="none">
                <a:moveTo>
                  <a:pt x="1158958" y="0"/>
                </a:moveTo>
                <a:lnTo>
                  <a:pt x="1158958" y="58533"/>
                </a:lnTo>
                <a:cubicBezTo>
                  <a:pt x="1158958" y="97555"/>
                  <a:pt x="1080913" y="117066"/>
                  <a:pt x="924825" y="117066"/>
                </a:cubicBezTo>
                <a:lnTo>
                  <a:pt x="234133" y="117066"/>
                </a:lnTo>
                <a:cubicBezTo>
                  <a:pt x="78045" y="117066"/>
                  <a:pt x="0" y="193706"/>
                  <a:pt x="0" y="346985"/>
                </a:cubicBezTo>
                <a:lnTo>
                  <a:pt x="0" y="576669"/>
                </a:lnTo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4972C-F2C8-49E1-9E2B-782D6541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681" y="1538722"/>
            <a:ext cx="163893" cy="163893"/>
          </a:xfrm>
          <a:custGeom xmlns:a="http://schemas.openxmlformats.org/drawingml/2006/main">
            <a:pathLst>
              <a:path w="163893" h="163893">
                <a:moveTo>
                  <a:pt x="81946" y="163893"/>
                </a:moveTo>
                <a:lnTo>
                  <a:pt x="0" y="0"/>
                </a:lnTo>
                <a:lnTo>
                  <a:pt x="81946" y="40973"/>
                </a:lnTo>
                <a:lnTo>
                  <a:pt x="163893" y="0"/>
                </a:lnTo>
                <a:lnTo>
                  <a:pt x="81946" y="163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19673-1627-459B-AC33-32288E86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681" y="1538722"/>
            <a:ext cx="163893" cy="163893"/>
          </a:xfrm>
          <a:custGeom xmlns:a="http://schemas.openxmlformats.org/drawingml/2006/main">
            <a:pathLst>
              <a:path w="163893" h="163893" fill="none">
                <a:moveTo>
                  <a:pt x="81946" y="163893"/>
                </a:moveTo>
                <a:lnTo>
                  <a:pt x="0" y="0"/>
                </a:lnTo>
                <a:lnTo>
                  <a:pt x="81946" y="40973"/>
                </a:lnTo>
                <a:lnTo>
                  <a:pt x="163893" y="0"/>
                </a:lnTo>
                <a:lnTo>
                  <a:pt x="81946" y="1638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31E71-00B8-4CA2-A1F6-586E36EC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385" y="698653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70F4E-FFE2-4576-B5CE-06AFF23A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385" y="698653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59" name="Text guest">
            <a:extLst xmlns:a="http://schemas.openxmlformats.org/drawingml/2006/main">
              <a:ext uri="{FF2B5EF4-FFF2-40B4-BE49-F238E27FC236}">
                <a16:creationId xmlns:a16="http://schemas.microsoft.com/office/drawing/2014/main" id="{D646BB37-3D42-45AB-AFEE-B7BE888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541" y="809684"/>
            <a:ext cx="390068" cy="151821"/>
          </a:xfrm>
          <a:custGeom xmlns:a="http://schemas.openxmlformats.org/drawingml/2006/main">
            <a:pathLst>
              <a:path w="390068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1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0" y="101976"/>
                  <a:pt x="177794" y="101458"/>
                  <a:pt x="180172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5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69" y="112600"/>
                  <a:pt x="111624" y="109887"/>
                </a:cubicBezTo>
                <a:cubicBezTo>
                  <a:pt x="108179" y="107174"/>
                  <a:pt x="105786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2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5" y="102525"/>
                  <a:pt x="131517" y="102525"/>
                </a:cubicBezTo>
                <a:cubicBezTo>
                  <a:pt x="134138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3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8" y="25242"/>
                </a:moveTo>
                <a:lnTo>
                  <a:pt x="324888" y="53594"/>
                </a:lnTo>
                <a:lnTo>
                  <a:pt x="321870" y="53594"/>
                </a:lnTo>
                <a:cubicBezTo>
                  <a:pt x="319553" y="44702"/>
                  <a:pt x="316580" y="38653"/>
                  <a:pt x="312952" y="35449"/>
                </a:cubicBezTo>
                <a:cubicBezTo>
                  <a:pt x="309325" y="32242"/>
                  <a:pt x="304706" y="30638"/>
                  <a:pt x="299096" y="30638"/>
                </a:cubicBezTo>
                <a:cubicBezTo>
                  <a:pt x="294828" y="30638"/>
                  <a:pt x="291384" y="31766"/>
                  <a:pt x="288762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5" y="47844"/>
                  <a:pt x="287756" y="50279"/>
                </a:cubicBezTo>
                <a:cubicBezTo>
                  <a:pt x="289646" y="52777"/>
                  <a:pt x="293487" y="55426"/>
                  <a:pt x="299279" y="58227"/>
                </a:cubicBezTo>
                <a:lnTo>
                  <a:pt x="312632" y="64715"/>
                </a:lnTo>
                <a:cubicBezTo>
                  <a:pt x="325010" y="70744"/>
                  <a:pt x="331198" y="78692"/>
                  <a:pt x="331198" y="88560"/>
                </a:cubicBezTo>
                <a:cubicBezTo>
                  <a:pt x="331198" y="96172"/>
                  <a:pt x="328317" y="102308"/>
                  <a:pt x="322556" y="106969"/>
                </a:cubicBezTo>
                <a:cubicBezTo>
                  <a:pt x="316794" y="111628"/>
                  <a:pt x="310346" y="113957"/>
                  <a:pt x="303212" y="113957"/>
                </a:cubicBezTo>
                <a:cubicBezTo>
                  <a:pt x="298090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3" y="110299"/>
                </a:cubicBezTo>
                <a:cubicBezTo>
                  <a:pt x="279311" y="110299"/>
                  <a:pt x="278214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4" y="106389"/>
                  <a:pt x="297420" y="108561"/>
                  <a:pt x="303395" y="108561"/>
                </a:cubicBezTo>
                <a:cubicBezTo>
                  <a:pt x="307602" y="108561"/>
                  <a:pt x="311032" y="107328"/>
                  <a:pt x="313684" y="104862"/>
                </a:cubicBezTo>
                <a:cubicBezTo>
                  <a:pt x="316336" y="102395"/>
                  <a:pt x="317662" y="99425"/>
                  <a:pt x="317662" y="95954"/>
                </a:cubicBezTo>
                <a:cubicBezTo>
                  <a:pt x="317662" y="91751"/>
                  <a:pt x="316184" y="88218"/>
                  <a:pt x="313227" y="85356"/>
                </a:cubicBezTo>
                <a:cubicBezTo>
                  <a:pt x="310270" y="82494"/>
                  <a:pt x="304371" y="78871"/>
                  <a:pt x="295530" y="74487"/>
                </a:cubicBezTo>
                <a:cubicBezTo>
                  <a:pt x="286689" y="70101"/>
                  <a:pt x="280896" y="66141"/>
                  <a:pt x="278153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400" y="36816"/>
                  <a:pt x="281125" y="32188"/>
                </a:cubicBezTo>
                <a:cubicBezTo>
                  <a:pt x="285850" y="27557"/>
                  <a:pt x="291963" y="25242"/>
                  <a:pt x="299462" y="25242"/>
                </a:cubicBezTo>
                <a:cubicBezTo>
                  <a:pt x="302755" y="25242"/>
                  <a:pt x="306748" y="25944"/>
                  <a:pt x="311443" y="27346"/>
                </a:cubicBezTo>
                <a:cubicBezTo>
                  <a:pt x="314553" y="28261"/>
                  <a:pt x="316626" y="28718"/>
                  <a:pt x="317662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8" y="27651"/>
                  <a:pt x="321138" y="26706"/>
                  <a:pt x="321870" y="25242"/>
                </a:cubicBezTo>
                <a:lnTo>
                  <a:pt x="324888" y="25242"/>
                </a:lnTo>
                <a:close/>
                <a:moveTo>
                  <a:pt x="367935" y="0"/>
                </a:moveTo>
                <a:lnTo>
                  <a:pt x="367935" y="27620"/>
                </a:lnTo>
                <a:lnTo>
                  <a:pt x="387507" y="27620"/>
                </a:lnTo>
                <a:lnTo>
                  <a:pt x="387507" y="34022"/>
                </a:lnTo>
                <a:lnTo>
                  <a:pt x="367935" y="34022"/>
                </a:lnTo>
                <a:lnTo>
                  <a:pt x="367935" y="88274"/>
                </a:lnTo>
                <a:cubicBezTo>
                  <a:pt x="367935" y="93695"/>
                  <a:pt x="368712" y="97350"/>
                  <a:pt x="370267" y="99238"/>
                </a:cubicBezTo>
                <a:cubicBezTo>
                  <a:pt x="371822" y="101124"/>
                  <a:pt x="373819" y="102067"/>
                  <a:pt x="376258" y="102067"/>
                </a:cubicBezTo>
                <a:cubicBezTo>
                  <a:pt x="378270" y="102067"/>
                  <a:pt x="380221" y="101442"/>
                  <a:pt x="382111" y="100192"/>
                </a:cubicBezTo>
                <a:cubicBezTo>
                  <a:pt x="384001" y="98942"/>
                  <a:pt x="385464" y="97098"/>
                  <a:pt x="386501" y="94659"/>
                </a:cubicBezTo>
                <a:lnTo>
                  <a:pt x="390068" y="94659"/>
                </a:lnTo>
                <a:cubicBezTo>
                  <a:pt x="387934" y="100652"/>
                  <a:pt x="384916" y="105184"/>
                  <a:pt x="381013" y="108255"/>
                </a:cubicBezTo>
                <a:cubicBezTo>
                  <a:pt x="377111" y="111325"/>
                  <a:pt x="373087" y="112859"/>
                  <a:pt x="368941" y="112859"/>
                </a:cubicBezTo>
                <a:cubicBezTo>
                  <a:pt x="366136" y="112859"/>
                  <a:pt x="363392" y="112081"/>
                  <a:pt x="360710" y="110524"/>
                </a:cubicBezTo>
                <a:cubicBezTo>
                  <a:pt x="358027" y="108968"/>
                  <a:pt x="356045" y="106740"/>
                  <a:pt x="354765" y="103842"/>
                </a:cubicBezTo>
                <a:cubicBezTo>
                  <a:pt x="353484" y="100942"/>
                  <a:pt x="352844" y="96470"/>
                  <a:pt x="352844" y="90426"/>
                </a:cubicBezTo>
                <a:lnTo>
                  <a:pt x="352844" y="34022"/>
                </a:lnTo>
                <a:lnTo>
                  <a:pt x="339583" y="34022"/>
                </a:lnTo>
                <a:lnTo>
                  <a:pt x="339583" y="31004"/>
                </a:lnTo>
                <a:cubicBezTo>
                  <a:pt x="342936" y="29659"/>
                  <a:pt x="346366" y="27381"/>
                  <a:pt x="349872" y="24171"/>
                </a:cubicBezTo>
                <a:cubicBezTo>
                  <a:pt x="353378" y="20960"/>
                  <a:pt x="356503" y="17153"/>
                  <a:pt x="359246" y="12750"/>
                </a:cubicBezTo>
                <a:cubicBezTo>
                  <a:pt x="360649" y="10427"/>
                  <a:pt x="362600" y="6177"/>
                  <a:pt x="365100" y="0"/>
                </a:cubicBezTo>
                <a:lnTo>
                  <a:pt x="3679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DE803-511E-49BE-97A3-063F8BE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13659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76E40-673E-439F-ABFF-5ED2543E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13659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62" name="Text guest">
            <a:extLst xmlns:a="http://schemas.openxmlformats.org/drawingml/2006/main">
              <a:ext uri="{FF2B5EF4-FFF2-40B4-BE49-F238E27FC236}">
                <a16:creationId xmlns:a16="http://schemas.microsoft.com/office/drawing/2014/main" id="{E8A358C6-1D9B-44A8-AD77-9E0984A4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863" y="1465255"/>
            <a:ext cx="390067" cy="151821"/>
          </a:xfrm>
          <a:custGeom xmlns:a="http://schemas.openxmlformats.org/drawingml/2006/main">
            <a:pathLst>
              <a:path w="390067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2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1" y="101976"/>
                  <a:pt x="177795" y="101458"/>
                  <a:pt x="180173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6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70" y="112600"/>
                  <a:pt x="111625" y="109887"/>
                </a:cubicBezTo>
                <a:cubicBezTo>
                  <a:pt x="108180" y="107174"/>
                  <a:pt x="105787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3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6" y="102525"/>
                  <a:pt x="131517" y="102525"/>
                </a:cubicBezTo>
                <a:cubicBezTo>
                  <a:pt x="134139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4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8" y="25242"/>
                </a:moveTo>
                <a:lnTo>
                  <a:pt x="324888" y="53594"/>
                </a:lnTo>
                <a:lnTo>
                  <a:pt x="321870" y="53594"/>
                </a:lnTo>
                <a:cubicBezTo>
                  <a:pt x="319553" y="44702"/>
                  <a:pt x="316581" y="38653"/>
                  <a:pt x="312953" y="35449"/>
                </a:cubicBezTo>
                <a:cubicBezTo>
                  <a:pt x="309325" y="32242"/>
                  <a:pt x="304706" y="30638"/>
                  <a:pt x="299097" y="30638"/>
                </a:cubicBezTo>
                <a:cubicBezTo>
                  <a:pt x="294829" y="30638"/>
                  <a:pt x="291384" y="31766"/>
                  <a:pt x="288762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5" y="47844"/>
                  <a:pt x="287756" y="50279"/>
                </a:cubicBezTo>
                <a:cubicBezTo>
                  <a:pt x="289646" y="52777"/>
                  <a:pt x="293487" y="55426"/>
                  <a:pt x="299280" y="58227"/>
                </a:cubicBezTo>
                <a:lnTo>
                  <a:pt x="312633" y="64715"/>
                </a:lnTo>
                <a:cubicBezTo>
                  <a:pt x="325010" y="70744"/>
                  <a:pt x="331199" y="78692"/>
                  <a:pt x="331199" y="88560"/>
                </a:cubicBezTo>
                <a:cubicBezTo>
                  <a:pt x="331199" y="96172"/>
                  <a:pt x="328318" y="102308"/>
                  <a:pt x="322556" y="106969"/>
                </a:cubicBezTo>
                <a:cubicBezTo>
                  <a:pt x="316794" y="111628"/>
                  <a:pt x="310346" y="113957"/>
                  <a:pt x="303212" y="113957"/>
                </a:cubicBezTo>
                <a:cubicBezTo>
                  <a:pt x="298091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4" y="110299"/>
                </a:cubicBezTo>
                <a:cubicBezTo>
                  <a:pt x="279311" y="110299"/>
                  <a:pt x="278214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4" y="106389"/>
                  <a:pt x="297420" y="108561"/>
                  <a:pt x="303395" y="108561"/>
                </a:cubicBezTo>
                <a:cubicBezTo>
                  <a:pt x="307602" y="108561"/>
                  <a:pt x="311032" y="107328"/>
                  <a:pt x="313684" y="104862"/>
                </a:cubicBezTo>
                <a:cubicBezTo>
                  <a:pt x="316337" y="102395"/>
                  <a:pt x="317663" y="99425"/>
                  <a:pt x="317663" y="95954"/>
                </a:cubicBezTo>
                <a:cubicBezTo>
                  <a:pt x="317663" y="91751"/>
                  <a:pt x="316184" y="88218"/>
                  <a:pt x="313227" y="85356"/>
                </a:cubicBezTo>
                <a:cubicBezTo>
                  <a:pt x="310270" y="82494"/>
                  <a:pt x="304371" y="78871"/>
                  <a:pt x="295530" y="74487"/>
                </a:cubicBezTo>
                <a:cubicBezTo>
                  <a:pt x="286689" y="70101"/>
                  <a:pt x="280897" y="66141"/>
                  <a:pt x="278153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400" y="36816"/>
                  <a:pt x="281125" y="32188"/>
                </a:cubicBezTo>
                <a:cubicBezTo>
                  <a:pt x="285851" y="27557"/>
                  <a:pt x="291963" y="25242"/>
                  <a:pt x="299463" y="25242"/>
                </a:cubicBezTo>
                <a:cubicBezTo>
                  <a:pt x="302755" y="25242"/>
                  <a:pt x="306749" y="25944"/>
                  <a:pt x="311444" y="27346"/>
                </a:cubicBezTo>
                <a:cubicBezTo>
                  <a:pt x="314553" y="28261"/>
                  <a:pt x="316626" y="28718"/>
                  <a:pt x="317663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8" y="27651"/>
                  <a:pt x="321138" y="26706"/>
                  <a:pt x="321870" y="25242"/>
                </a:cubicBezTo>
                <a:lnTo>
                  <a:pt x="324888" y="25242"/>
                </a:lnTo>
                <a:close/>
                <a:moveTo>
                  <a:pt x="367935" y="0"/>
                </a:moveTo>
                <a:lnTo>
                  <a:pt x="367935" y="27620"/>
                </a:lnTo>
                <a:lnTo>
                  <a:pt x="387507" y="27620"/>
                </a:lnTo>
                <a:lnTo>
                  <a:pt x="387507" y="34022"/>
                </a:lnTo>
                <a:lnTo>
                  <a:pt x="367935" y="34022"/>
                </a:lnTo>
                <a:lnTo>
                  <a:pt x="367935" y="88274"/>
                </a:lnTo>
                <a:cubicBezTo>
                  <a:pt x="367935" y="93695"/>
                  <a:pt x="368712" y="97350"/>
                  <a:pt x="370267" y="99238"/>
                </a:cubicBezTo>
                <a:cubicBezTo>
                  <a:pt x="371822" y="101124"/>
                  <a:pt x="373818" y="102067"/>
                  <a:pt x="376257" y="102067"/>
                </a:cubicBezTo>
                <a:cubicBezTo>
                  <a:pt x="378269" y="102067"/>
                  <a:pt x="380220" y="101442"/>
                  <a:pt x="382111" y="100192"/>
                </a:cubicBezTo>
                <a:cubicBezTo>
                  <a:pt x="384001" y="98942"/>
                  <a:pt x="385464" y="97098"/>
                  <a:pt x="386501" y="94659"/>
                </a:cubicBezTo>
                <a:lnTo>
                  <a:pt x="390067" y="94659"/>
                </a:lnTo>
                <a:cubicBezTo>
                  <a:pt x="387933" y="100652"/>
                  <a:pt x="384915" y="105184"/>
                  <a:pt x="381013" y="108255"/>
                </a:cubicBezTo>
                <a:cubicBezTo>
                  <a:pt x="377111" y="111325"/>
                  <a:pt x="373087" y="112859"/>
                  <a:pt x="368941" y="112859"/>
                </a:cubicBezTo>
                <a:cubicBezTo>
                  <a:pt x="366136" y="112859"/>
                  <a:pt x="363392" y="112081"/>
                  <a:pt x="360709" y="110524"/>
                </a:cubicBezTo>
                <a:cubicBezTo>
                  <a:pt x="358027" y="108968"/>
                  <a:pt x="356045" y="106740"/>
                  <a:pt x="354765" y="103842"/>
                </a:cubicBezTo>
                <a:cubicBezTo>
                  <a:pt x="353484" y="100942"/>
                  <a:pt x="352844" y="96470"/>
                  <a:pt x="352844" y="90426"/>
                </a:cubicBezTo>
                <a:lnTo>
                  <a:pt x="352844" y="34022"/>
                </a:lnTo>
                <a:lnTo>
                  <a:pt x="339583" y="34022"/>
                </a:lnTo>
                <a:lnTo>
                  <a:pt x="339583" y="31004"/>
                </a:lnTo>
                <a:cubicBezTo>
                  <a:pt x="342936" y="29659"/>
                  <a:pt x="346366" y="27381"/>
                  <a:pt x="349872" y="24171"/>
                </a:cubicBezTo>
                <a:cubicBezTo>
                  <a:pt x="353377" y="20960"/>
                  <a:pt x="356502" y="17153"/>
                  <a:pt x="359246" y="12750"/>
                </a:cubicBezTo>
                <a:cubicBezTo>
                  <a:pt x="360648" y="10427"/>
                  <a:pt x="362600" y="6177"/>
                  <a:pt x="365099" y="0"/>
                </a:cubicBezTo>
                <a:lnTo>
                  <a:pt x="3679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4C6DC-8107-4B69-9808-B3505B8A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721" y="1881024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629C8-1D5E-419F-BC04-844E556B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721" y="1881024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65" name="Text guest">
            <a:extLst xmlns:a="http://schemas.openxmlformats.org/drawingml/2006/main">
              <a:ext uri="{FF2B5EF4-FFF2-40B4-BE49-F238E27FC236}">
                <a16:creationId xmlns:a16="http://schemas.microsoft.com/office/drawing/2014/main" id="{91DC07F2-1EA8-46FD-92D1-B158077F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877" y="1980348"/>
            <a:ext cx="390067" cy="151821"/>
          </a:xfrm>
          <a:custGeom xmlns:a="http://schemas.openxmlformats.org/drawingml/2006/main">
            <a:pathLst>
              <a:path w="390067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2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1" y="101976"/>
                  <a:pt x="177795" y="101458"/>
                  <a:pt x="180173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6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70" y="112600"/>
                  <a:pt x="111625" y="109887"/>
                </a:cubicBezTo>
                <a:cubicBezTo>
                  <a:pt x="108180" y="107174"/>
                  <a:pt x="105787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3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6" y="102525"/>
                  <a:pt x="131517" y="102525"/>
                </a:cubicBezTo>
                <a:cubicBezTo>
                  <a:pt x="134139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4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8" y="25242"/>
                </a:moveTo>
                <a:lnTo>
                  <a:pt x="324888" y="53594"/>
                </a:lnTo>
                <a:lnTo>
                  <a:pt x="321870" y="53594"/>
                </a:lnTo>
                <a:cubicBezTo>
                  <a:pt x="319553" y="44702"/>
                  <a:pt x="316581" y="38653"/>
                  <a:pt x="312953" y="35449"/>
                </a:cubicBezTo>
                <a:cubicBezTo>
                  <a:pt x="309325" y="32242"/>
                  <a:pt x="304706" y="30638"/>
                  <a:pt x="299097" y="30638"/>
                </a:cubicBezTo>
                <a:cubicBezTo>
                  <a:pt x="294829" y="30638"/>
                  <a:pt x="291384" y="31766"/>
                  <a:pt x="288762" y="34020"/>
                </a:cubicBezTo>
                <a:cubicBezTo>
                  <a:pt x="286140" y="36272"/>
                  <a:pt x="284830" y="38769"/>
                  <a:pt x="284830" y="41511"/>
                </a:cubicBezTo>
                <a:cubicBezTo>
                  <a:pt x="284830" y="44921"/>
                  <a:pt x="285805" y="47844"/>
                  <a:pt x="287756" y="50279"/>
                </a:cubicBezTo>
                <a:cubicBezTo>
                  <a:pt x="289646" y="52777"/>
                  <a:pt x="293488" y="55426"/>
                  <a:pt x="299280" y="58227"/>
                </a:cubicBezTo>
                <a:lnTo>
                  <a:pt x="312633" y="64715"/>
                </a:lnTo>
                <a:cubicBezTo>
                  <a:pt x="325010" y="70744"/>
                  <a:pt x="331199" y="78692"/>
                  <a:pt x="331199" y="88560"/>
                </a:cubicBezTo>
                <a:cubicBezTo>
                  <a:pt x="331199" y="96172"/>
                  <a:pt x="328318" y="102308"/>
                  <a:pt x="322556" y="106969"/>
                </a:cubicBezTo>
                <a:cubicBezTo>
                  <a:pt x="316794" y="111628"/>
                  <a:pt x="310346" y="113957"/>
                  <a:pt x="303213" y="113957"/>
                </a:cubicBezTo>
                <a:cubicBezTo>
                  <a:pt x="298091" y="113957"/>
                  <a:pt x="292238" y="113042"/>
                  <a:pt x="285653" y="111213"/>
                </a:cubicBezTo>
                <a:cubicBezTo>
                  <a:pt x="283641" y="110603"/>
                  <a:pt x="281994" y="110299"/>
                  <a:pt x="280714" y="110299"/>
                </a:cubicBezTo>
                <a:cubicBezTo>
                  <a:pt x="279312" y="110299"/>
                  <a:pt x="278214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9" y="91245"/>
                  <a:pt x="282391" y="97700"/>
                  <a:pt x="287208" y="102044"/>
                </a:cubicBezTo>
                <a:cubicBezTo>
                  <a:pt x="292024" y="106389"/>
                  <a:pt x="297420" y="108561"/>
                  <a:pt x="303396" y="108561"/>
                </a:cubicBezTo>
                <a:cubicBezTo>
                  <a:pt x="307603" y="108561"/>
                  <a:pt x="311032" y="107328"/>
                  <a:pt x="313685" y="104862"/>
                </a:cubicBezTo>
                <a:cubicBezTo>
                  <a:pt x="316337" y="102395"/>
                  <a:pt x="317663" y="99425"/>
                  <a:pt x="317663" y="95954"/>
                </a:cubicBezTo>
                <a:cubicBezTo>
                  <a:pt x="317663" y="91751"/>
                  <a:pt x="316184" y="88218"/>
                  <a:pt x="313227" y="85356"/>
                </a:cubicBezTo>
                <a:cubicBezTo>
                  <a:pt x="310270" y="82494"/>
                  <a:pt x="304371" y="78871"/>
                  <a:pt x="295530" y="74487"/>
                </a:cubicBezTo>
                <a:cubicBezTo>
                  <a:pt x="286689" y="70101"/>
                  <a:pt x="280897" y="66141"/>
                  <a:pt x="278153" y="62609"/>
                </a:cubicBezTo>
                <a:cubicBezTo>
                  <a:pt x="275409" y="59137"/>
                  <a:pt x="274038" y="54752"/>
                  <a:pt x="274038" y="49453"/>
                </a:cubicBezTo>
                <a:cubicBezTo>
                  <a:pt x="274038" y="42571"/>
                  <a:pt x="276400" y="36816"/>
                  <a:pt x="281126" y="32188"/>
                </a:cubicBezTo>
                <a:cubicBezTo>
                  <a:pt x="285851" y="27557"/>
                  <a:pt x="291963" y="25242"/>
                  <a:pt x="299463" y="25242"/>
                </a:cubicBezTo>
                <a:cubicBezTo>
                  <a:pt x="302755" y="25242"/>
                  <a:pt x="306749" y="25944"/>
                  <a:pt x="311444" y="27346"/>
                </a:cubicBezTo>
                <a:cubicBezTo>
                  <a:pt x="314553" y="28261"/>
                  <a:pt x="316627" y="28718"/>
                  <a:pt x="317663" y="28718"/>
                </a:cubicBezTo>
                <a:cubicBezTo>
                  <a:pt x="318639" y="28718"/>
                  <a:pt x="319401" y="28504"/>
                  <a:pt x="319950" y="28078"/>
                </a:cubicBezTo>
                <a:cubicBezTo>
                  <a:pt x="320498" y="27651"/>
                  <a:pt x="321138" y="26706"/>
                  <a:pt x="321870" y="25242"/>
                </a:cubicBezTo>
                <a:lnTo>
                  <a:pt x="324888" y="25242"/>
                </a:lnTo>
                <a:close/>
                <a:moveTo>
                  <a:pt x="367934" y="0"/>
                </a:moveTo>
                <a:lnTo>
                  <a:pt x="367934" y="27620"/>
                </a:lnTo>
                <a:lnTo>
                  <a:pt x="387506" y="27620"/>
                </a:lnTo>
                <a:lnTo>
                  <a:pt x="387506" y="34022"/>
                </a:lnTo>
                <a:lnTo>
                  <a:pt x="367934" y="34022"/>
                </a:lnTo>
                <a:lnTo>
                  <a:pt x="367934" y="88274"/>
                </a:lnTo>
                <a:cubicBezTo>
                  <a:pt x="367934" y="93695"/>
                  <a:pt x="368712" y="97350"/>
                  <a:pt x="370266" y="99238"/>
                </a:cubicBezTo>
                <a:cubicBezTo>
                  <a:pt x="371821" y="101124"/>
                  <a:pt x="373818" y="102067"/>
                  <a:pt x="376257" y="102067"/>
                </a:cubicBezTo>
                <a:cubicBezTo>
                  <a:pt x="378269" y="102067"/>
                  <a:pt x="380220" y="101442"/>
                  <a:pt x="382110" y="100192"/>
                </a:cubicBezTo>
                <a:cubicBezTo>
                  <a:pt x="384000" y="98942"/>
                  <a:pt x="385464" y="97098"/>
                  <a:pt x="386500" y="94659"/>
                </a:cubicBezTo>
                <a:lnTo>
                  <a:pt x="390067" y="94659"/>
                </a:lnTo>
                <a:cubicBezTo>
                  <a:pt x="387933" y="100652"/>
                  <a:pt x="384915" y="105184"/>
                  <a:pt x="381013" y="108255"/>
                </a:cubicBezTo>
                <a:cubicBezTo>
                  <a:pt x="377111" y="111325"/>
                  <a:pt x="373086" y="112859"/>
                  <a:pt x="368940" y="112859"/>
                </a:cubicBezTo>
                <a:cubicBezTo>
                  <a:pt x="366136" y="112859"/>
                  <a:pt x="363392" y="112081"/>
                  <a:pt x="360709" y="110524"/>
                </a:cubicBezTo>
                <a:cubicBezTo>
                  <a:pt x="358026" y="108968"/>
                  <a:pt x="356045" y="106740"/>
                  <a:pt x="354764" y="103842"/>
                </a:cubicBezTo>
                <a:cubicBezTo>
                  <a:pt x="353484" y="100942"/>
                  <a:pt x="352844" y="96470"/>
                  <a:pt x="352844" y="90426"/>
                </a:cubicBezTo>
                <a:lnTo>
                  <a:pt x="352844" y="34022"/>
                </a:lnTo>
                <a:lnTo>
                  <a:pt x="339582" y="34022"/>
                </a:lnTo>
                <a:lnTo>
                  <a:pt x="339582" y="31004"/>
                </a:lnTo>
                <a:cubicBezTo>
                  <a:pt x="342936" y="29659"/>
                  <a:pt x="346365" y="27381"/>
                  <a:pt x="349871" y="24171"/>
                </a:cubicBezTo>
                <a:cubicBezTo>
                  <a:pt x="353377" y="20960"/>
                  <a:pt x="356502" y="17153"/>
                  <a:pt x="359246" y="12750"/>
                </a:cubicBezTo>
                <a:cubicBezTo>
                  <a:pt x="360648" y="10427"/>
                  <a:pt x="362599" y="6177"/>
                  <a:pt x="365099" y="0"/>
                </a:cubicBezTo>
                <a:lnTo>
                  <a:pt x="3679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F9FDB-2260-4747-A8FF-4C64DC2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243" y="253659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B14BB-43DD-4448-B9FE-6C5349B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243" y="253659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68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9827E76D-91CF-4518-8960-A8F0977E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508" y="2617262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4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0" y="43900"/>
                  <a:pt x="119597" y="43900"/>
                </a:cubicBezTo>
                <a:cubicBezTo>
                  <a:pt x="128011" y="43900"/>
                  <a:pt x="135023" y="47189"/>
                  <a:pt x="140632" y="53766"/>
                </a:cubicBezTo>
                <a:cubicBezTo>
                  <a:pt x="147522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8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0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2" y="166728"/>
                </a:lnTo>
                <a:cubicBezTo>
                  <a:pt x="68716" y="166789"/>
                  <a:pt x="71582" y="166148"/>
                  <a:pt x="73959" y="164805"/>
                </a:cubicBezTo>
                <a:cubicBezTo>
                  <a:pt x="75118" y="164134"/>
                  <a:pt x="76017" y="163051"/>
                  <a:pt x="76657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8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6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3" y="127127"/>
                </a:cubicBezTo>
                <a:cubicBezTo>
                  <a:pt x="118561" y="127127"/>
                  <a:pt x="123499" y="124752"/>
                  <a:pt x="127280" y="120002"/>
                </a:cubicBezTo>
                <a:cubicBezTo>
                  <a:pt x="132218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1" y="59536"/>
                  <a:pt x="117737" y="57161"/>
                  <a:pt x="112372" y="57161"/>
                </a:cubicBezTo>
                <a:cubicBezTo>
                  <a:pt x="109445" y="57161"/>
                  <a:pt x="106549" y="57892"/>
                  <a:pt x="103683" y="59353"/>
                </a:cubicBezTo>
                <a:cubicBezTo>
                  <a:pt x="101488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5" y="63929"/>
                </a:lnTo>
                <a:cubicBezTo>
                  <a:pt x="380157" y="59783"/>
                  <a:pt x="382779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39" y="51598"/>
                  <a:pt x="382733" y="50714"/>
                </a:cubicBezTo>
                <a:cubicBezTo>
                  <a:pt x="381727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49" y="46278"/>
                </a:lnTo>
                <a:lnTo>
                  <a:pt x="414149" y="49204"/>
                </a:lnTo>
                <a:cubicBezTo>
                  <a:pt x="409150" y="49326"/>
                  <a:pt x="404988" y="50089"/>
                  <a:pt x="401665" y="51491"/>
                </a:cubicBezTo>
                <a:cubicBezTo>
                  <a:pt x="398342" y="52893"/>
                  <a:pt x="394699" y="55393"/>
                  <a:pt x="390736" y="58991"/>
                </a:cubicBezTo>
                <a:lnTo>
                  <a:pt x="369243" y="78837"/>
                </a:lnTo>
                <a:lnTo>
                  <a:pt x="390736" y="105949"/>
                </a:lnTo>
                <a:cubicBezTo>
                  <a:pt x="396711" y="113433"/>
                  <a:pt x="400735" y="118179"/>
                  <a:pt x="402809" y="120187"/>
                </a:cubicBezTo>
                <a:cubicBezTo>
                  <a:pt x="405735" y="123047"/>
                  <a:pt x="408296" y="124904"/>
                  <a:pt x="410491" y="125758"/>
                </a:cubicBezTo>
                <a:cubicBezTo>
                  <a:pt x="412015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2" y="124980"/>
                  <a:pt x="383694" y="124083"/>
                  <a:pt x="383694" y="122928"/>
                </a:cubicBezTo>
                <a:cubicBezTo>
                  <a:pt x="383694" y="121528"/>
                  <a:pt x="382474" y="119277"/>
                  <a:pt x="380035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3" y="124754"/>
                  <a:pt x="358726" y="125483"/>
                </a:cubicBezTo>
                <a:cubicBezTo>
                  <a:pt x="360128" y="126213"/>
                  <a:pt x="363177" y="126609"/>
                  <a:pt x="367871" y="126670"/>
                </a:cubicBezTo>
                <a:lnTo>
                  <a:pt x="367871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6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0" y="19757"/>
                  <a:pt x="338513" y="17594"/>
                </a:cubicBezTo>
                <a:cubicBezTo>
                  <a:pt x="338087" y="15430"/>
                  <a:pt x="337385" y="13937"/>
                  <a:pt x="336410" y="13116"/>
                </a:cubicBezTo>
                <a:cubicBezTo>
                  <a:pt x="335434" y="12293"/>
                  <a:pt x="334154" y="11881"/>
                  <a:pt x="332569" y="11881"/>
                </a:cubicBezTo>
                <a:cubicBezTo>
                  <a:pt x="331288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3" y="104994"/>
                  <a:pt x="492346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4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0" y="50180"/>
                  <a:pt x="545085" y="43900"/>
                  <a:pt x="552463" y="43900"/>
                </a:cubicBezTo>
                <a:cubicBezTo>
                  <a:pt x="555816" y="43900"/>
                  <a:pt x="558590" y="44921"/>
                  <a:pt x="560785" y="46964"/>
                </a:cubicBezTo>
                <a:cubicBezTo>
                  <a:pt x="562980" y="49006"/>
                  <a:pt x="564078" y="51369"/>
                  <a:pt x="564078" y="54052"/>
                </a:cubicBezTo>
                <a:cubicBezTo>
                  <a:pt x="564078" y="56430"/>
                  <a:pt x="563285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2" y="61506"/>
                  <a:pt x="548850" y="59402"/>
                </a:cubicBezTo>
                <a:cubicBezTo>
                  <a:pt x="546198" y="57299"/>
                  <a:pt x="544231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0" y="60564"/>
                  <a:pt x="533805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6" y="120922"/>
                </a:cubicBezTo>
                <a:cubicBezTo>
                  <a:pt x="533409" y="122564"/>
                  <a:pt x="534811" y="123933"/>
                  <a:pt x="536823" y="125029"/>
                </a:cubicBezTo>
                <a:cubicBezTo>
                  <a:pt x="538835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3" y="61377"/>
                </a:cubicBezTo>
                <a:cubicBezTo>
                  <a:pt x="514797" y="59521"/>
                  <a:pt x="514066" y="58167"/>
                  <a:pt x="512998" y="57316"/>
                </a:cubicBezTo>
                <a:cubicBezTo>
                  <a:pt x="511931" y="56464"/>
                  <a:pt x="510605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3" y="54120"/>
                </a:lnTo>
                <a:lnTo>
                  <a:pt x="527037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85487-6C35-4562-AEA0-AE65A9F4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751" y="3121928"/>
            <a:ext cx="468266" cy="304373"/>
          </a:xfrm>
          <a:custGeom xmlns:a="http://schemas.openxmlformats.org/drawingml/2006/main">
            <a:pathLst>
              <a:path w="468266" h="304373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1E474-74C5-4C0B-8CDA-C143629D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751" y="3121928"/>
            <a:ext cx="468266" cy="304373"/>
          </a:xfrm>
          <a:custGeom xmlns:a="http://schemas.openxmlformats.org/drawingml/2006/main">
            <a:pathLst>
              <a:path w="468266" h="304373" fill="none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71" name="Text at">
            <a:extLst xmlns:a="http://schemas.openxmlformats.org/drawingml/2006/main">
              <a:ext uri="{FF2B5EF4-FFF2-40B4-BE49-F238E27FC236}">
                <a16:creationId xmlns:a16="http://schemas.microsoft.com/office/drawing/2014/main" id="{7D1388C9-9399-45D0-AF91-4DAF346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174" y="3221252"/>
            <a:ext cx="128802" cy="113225"/>
          </a:xfrm>
          <a:custGeom xmlns:a="http://schemas.openxmlformats.org/drawingml/2006/main">
            <a:pathLst>
              <a:path w="128802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7" y="97350"/>
                  <a:pt x="109002" y="99238"/>
                </a:cubicBezTo>
                <a:cubicBezTo>
                  <a:pt x="110556" y="101124"/>
                  <a:pt x="112553" y="102067"/>
                  <a:pt x="114992" y="102067"/>
                </a:cubicBezTo>
                <a:cubicBezTo>
                  <a:pt x="117004" y="102067"/>
                  <a:pt x="118955" y="101442"/>
                  <a:pt x="120845" y="100192"/>
                </a:cubicBezTo>
                <a:cubicBezTo>
                  <a:pt x="122736" y="98942"/>
                  <a:pt x="124199" y="97098"/>
                  <a:pt x="125235" y="94659"/>
                </a:cubicBezTo>
                <a:lnTo>
                  <a:pt x="128802" y="94659"/>
                </a:lnTo>
                <a:cubicBezTo>
                  <a:pt x="126668" y="100652"/>
                  <a:pt x="123650" y="105184"/>
                  <a:pt x="119748" y="108255"/>
                </a:cubicBezTo>
                <a:cubicBezTo>
                  <a:pt x="115846" y="111325"/>
                  <a:pt x="111822" y="112859"/>
                  <a:pt x="107675" y="112859"/>
                </a:cubicBezTo>
                <a:cubicBezTo>
                  <a:pt x="104871" y="112859"/>
                  <a:pt x="102127" y="112081"/>
                  <a:pt x="99444" y="110524"/>
                </a:cubicBezTo>
                <a:cubicBezTo>
                  <a:pt x="96761" y="108968"/>
                  <a:pt x="94780" y="106740"/>
                  <a:pt x="93499" y="103842"/>
                </a:cubicBezTo>
                <a:cubicBezTo>
                  <a:pt x="92219" y="100942"/>
                  <a:pt x="91579" y="96470"/>
                  <a:pt x="91579" y="90426"/>
                </a:cubicBezTo>
                <a:lnTo>
                  <a:pt x="91579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1" y="29659"/>
                  <a:pt x="85101" y="27381"/>
                  <a:pt x="88606" y="24171"/>
                </a:cubicBezTo>
                <a:cubicBezTo>
                  <a:pt x="92112" y="20960"/>
                  <a:pt x="95237" y="17153"/>
                  <a:pt x="97981" y="12750"/>
                </a:cubicBezTo>
                <a:cubicBezTo>
                  <a:pt x="99383" y="10427"/>
                  <a:pt x="101334" y="6177"/>
                  <a:pt x="103834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631F2-4441-4200-B628-5830D01E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13659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D2CC7-827F-415F-8876-DFACB475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13659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74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CE8C3B85-DD31-492C-B20F-4D22EFE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928" y="1446598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1" y="43900"/>
                  <a:pt x="119597" y="43900"/>
                </a:cubicBezTo>
                <a:cubicBezTo>
                  <a:pt x="128011" y="43900"/>
                  <a:pt x="135023" y="47189"/>
                  <a:pt x="140633" y="53766"/>
                </a:cubicBezTo>
                <a:cubicBezTo>
                  <a:pt x="147523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8" y="164134"/>
                  <a:pt x="76017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9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5" y="57161"/>
                  <a:pt x="106549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5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8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1" y="115466"/>
                  <a:pt x="224043" y="122325"/>
                </a:cubicBezTo>
                <a:cubicBezTo>
                  <a:pt x="217884" y="129185"/>
                  <a:pt x="210171" y="132614"/>
                  <a:pt x="200904" y="132614"/>
                </a:cubicBezTo>
                <a:cubicBezTo>
                  <a:pt x="190843" y="132614"/>
                  <a:pt x="182231" y="128705"/>
                  <a:pt x="175067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6" y="72618"/>
                </a:lnTo>
                <a:cubicBezTo>
                  <a:pt x="215781" y="67252"/>
                  <a:pt x="215141" y="63472"/>
                  <a:pt x="214165" y="61277"/>
                </a:cubicBezTo>
                <a:cubicBezTo>
                  <a:pt x="212641" y="57863"/>
                  <a:pt x="210370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8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4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8" y="131883"/>
                </a:cubicBezTo>
                <a:cubicBezTo>
                  <a:pt x="261355" y="131883"/>
                  <a:pt x="256584" y="129901"/>
                  <a:pt x="252835" y="125938"/>
                </a:cubicBezTo>
                <a:cubicBezTo>
                  <a:pt x="249085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4" y="99689"/>
                </a:cubicBezTo>
                <a:cubicBezTo>
                  <a:pt x="252453" y="95543"/>
                  <a:pt x="256798" y="91641"/>
                  <a:pt x="262986" y="87983"/>
                </a:cubicBezTo>
                <a:cubicBezTo>
                  <a:pt x="269175" y="84324"/>
                  <a:pt x="279464" y="79873"/>
                  <a:pt x="293854" y="74630"/>
                </a:cubicBezTo>
                <a:lnTo>
                  <a:pt x="293854" y="71337"/>
                </a:lnTo>
                <a:cubicBezTo>
                  <a:pt x="293854" y="62984"/>
                  <a:pt x="292527" y="57253"/>
                  <a:pt x="289875" y="54143"/>
                </a:cubicBezTo>
                <a:cubicBezTo>
                  <a:pt x="287223" y="51034"/>
                  <a:pt x="283366" y="49479"/>
                  <a:pt x="278306" y="49479"/>
                </a:cubicBezTo>
                <a:cubicBezTo>
                  <a:pt x="274464" y="49479"/>
                  <a:pt x="271416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4" y="54842"/>
                  <a:pt x="258459" y="50465"/>
                </a:cubicBezTo>
                <a:cubicBezTo>
                  <a:pt x="263825" y="46088"/>
                  <a:pt x="271355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1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7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2" y="119872"/>
                  <a:pt x="312420" y="120176"/>
                  <a:pt x="313334" y="120176"/>
                </a:cubicBezTo>
                <a:cubicBezTo>
                  <a:pt x="314310" y="120176"/>
                  <a:pt x="315163" y="119963"/>
                  <a:pt x="315895" y="119536"/>
                </a:cubicBezTo>
                <a:cubicBezTo>
                  <a:pt x="317175" y="118743"/>
                  <a:pt x="319645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4" y="117981"/>
                </a:cubicBezTo>
                <a:moveTo>
                  <a:pt x="293854" y="111985"/>
                </a:moveTo>
                <a:lnTo>
                  <a:pt x="293854" y="80209"/>
                </a:lnTo>
                <a:cubicBezTo>
                  <a:pt x="284647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6" y="113883"/>
                  <a:pt x="266508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6" y="121091"/>
                  <a:pt x="286293" y="118055"/>
                  <a:pt x="293854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79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6" y="58991"/>
                </a:cubicBezTo>
                <a:lnTo>
                  <a:pt x="369244" y="78837"/>
                </a:lnTo>
                <a:lnTo>
                  <a:pt x="390736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5" y="123047"/>
                  <a:pt x="408296" y="124904"/>
                  <a:pt x="410491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3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4" y="124754"/>
                  <a:pt x="358726" y="125483"/>
                </a:cubicBezTo>
                <a:cubicBezTo>
                  <a:pt x="360128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4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3" y="104994"/>
                  <a:pt x="492346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4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1" y="50180"/>
                  <a:pt x="545085" y="43900"/>
                  <a:pt x="552463" y="43900"/>
                </a:cubicBezTo>
                <a:cubicBezTo>
                  <a:pt x="555816" y="43900"/>
                  <a:pt x="558591" y="44921"/>
                  <a:pt x="560786" y="46964"/>
                </a:cubicBezTo>
                <a:cubicBezTo>
                  <a:pt x="562981" y="49006"/>
                  <a:pt x="564078" y="51369"/>
                  <a:pt x="564078" y="54052"/>
                </a:cubicBezTo>
                <a:cubicBezTo>
                  <a:pt x="564078" y="56430"/>
                  <a:pt x="563286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3" y="61506"/>
                  <a:pt x="548850" y="59402"/>
                </a:cubicBezTo>
                <a:cubicBezTo>
                  <a:pt x="546198" y="57299"/>
                  <a:pt x="544232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1" y="60564"/>
                  <a:pt x="533806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7" y="120922"/>
                </a:cubicBezTo>
                <a:cubicBezTo>
                  <a:pt x="533409" y="122564"/>
                  <a:pt x="534812" y="123933"/>
                  <a:pt x="536824" y="125029"/>
                </a:cubicBezTo>
                <a:cubicBezTo>
                  <a:pt x="538836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4" y="61377"/>
                </a:cubicBezTo>
                <a:cubicBezTo>
                  <a:pt x="514797" y="59521"/>
                  <a:pt x="514066" y="58167"/>
                  <a:pt x="512999" y="57316"/>
                </a:cubicBezTo>
                <a:cubicBezTo>
                  <a:pt x="511932" y="56464"/>
                  <a:pt x="510606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4" y="54120"/>
                </a:lnTo>
                <a:lnTo>
                  <a:pt x="527038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C71DF-101E-47B2-AA99-484EBBD4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13659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0B29B-EC95-477B-944C-6226FDD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13659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77" name="Text speak">
            <a:extLst xmlns:a="http://schemas.openxmlformats.org/drawingml/2006/main">
              <a:ext uri="{FF2B5EF4-FFF2-40B4-BE49-F238E27FC236}">
                <a16:creationId xmlns:a16="http://schemas.microsoft.com/office/drawing/2014/main" id="{583A5818-EBD5-4B2A-A877-140EE49E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127" y="1446598"/>
            <a:ext cx="418448" cy="170112"/>
          </a:xfrm>
          <a:custGeom xmlns:a="http://schemas.openxmlformats.org/drawingml/2006/main">
            <a:pathLst>
              <a:path w="41844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4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0" y="43900"/>
                  <a:pt x="119597" y="43900"/>
                </a:cubicBezTo>
                <a:cubicBezTo>
                  <a:pt x="128011" y="43900"/>
                  <a:pt x="135023" y="47189"/>
                  <a:pt x="140633" y="53766"/>
                </a:cubicBezTo>
                <a:cubicBezTo>
                  <a:pt x="147522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0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2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8" y="164134"/>
                  <a:pt x="76017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8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6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3" y="127127"/>
                </a:cubicBezTo>
                <a:cubicBezTo>
                  <a:pt x="118561" y="127127"/>
                  <a:pt x="123499" y="124752"/>
                  <a:pt x="127280" y="120002"/>
                </a:cubicBezTo>
                <a:cubicBezTo>
                  <a:pt x="132218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1" y="59536"/>
                  <a:pt x="117737" y="57161"/>
                  <a:pt x="112372" y="57161"/>
                </a:cubicBezTo>
                <a:cubicBezTo>
                  <a:pt x="109445" y="57161"/>
                  <a:pt x="106549" y="57892"/>
                  <a:pt x="103683" y="59353"/>
                </a:cubicBezTo>
                <a:cubicBezTo>
                  <a:pt x="101488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1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1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4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8" y="131883"/>
                </a:cubicBezTo>
                <a:cubicBezTo>
                  <a:pt x="261355" y="131883"/>
                  <a:pt x="256584" y="129901"/>
                  <a:pt x="252835" y="125938"/>
                </a:cubicBezTo>
                <a:cubicBezTo>
                  <a:pt x="249085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4" y="99689"/>
                </a:cubicBezTo>
                <a:cubicBezTo>
                  <a:pt x="252453" y="95543"/>
                  <a:pt x="256798" y="91641"/>
                  <a:pt x="262986" y="87983"/>
                </a:cubicBezTo>
                <a:cubicBezTo>
                  <a:pt x="269175" y="84324"/>
                  <a:pt x="279464" y="79873"/>
                  <a:pt x="293854" y="74630"/>
                </a:cubicBezTo>
                <a:lnTo>
                  <a:pt x="293854" y="71337"/>
                </a:lnTo>
                <a:cubicBezTo>
                  <a:pt x="293854" y="62984"/>
                  <a:pt x="292527" y="57253"/>
                  <a:pt x="289875" y="54143"/>
                </a:cubicBezTo>
                <a:cubicBezTo>
                  <a:pt x="287223" y="51034"/>
                  <a:pt x="283366" y="49479"/>
                  <a:pt x="278306" y="49479"/>
                </a:cubicBezTo>
                <a:cubicBezTo>
                  <a:pt x="274464" y="49479"/>
                  <a:pt x="271416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4" y="54842"/>
                  <a:pt x="258459" y="50465"/>
                </a:cubicBezTo>
                <a:cubicBezTo>
                  <a:pt x="263825" y="46088"/>
                  <a:pt x="271355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1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7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2" y="119872"/>
                  <a:pt x="312420" y="120176"/>
                  <a:pt x="313334" y="120176"/>
                </a:cubicBezTo>
                <a:cubicBezTo>
                  <a:pt x="314310" y="120176"/>
                  <a:pt x="315163" y="119963"/>
                  <a:pt x="315895" y="119536"/>
                </a:cubicBezTo>
                <a:cubicBezTo>
                  <a:pt x="317175" y="118743"/>
                  <a:pt x="319645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5" y="122981"/>
                  <a:pt x="293854" y="117981"/>
                </a:cubicBezTo>
                <a:moveTo>
                  <a:pt x="293854" y="111985"/>
                </a:moveTo>
                <a:lnTo>
                  <a:pt x="293854" y="80209"/>
                </a:lnTo>
                <a:cubicBezTo>
                  <a:pt x="284647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6" y="113883"/>
                  <a:pt x="266508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6" y="121091"/>
                  <a:pt x="286293" y="118055"/>
                  <a:pt x="293854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6" y="58991"/>
                </a:cubicBezTo>
                <a:lnTo>
                  <a:pt x="369244" y="78837"/>
                </a:lnTo>
                <a:lnTo>
                  <a:pt x="390736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6" y="124904"/>
                  <a:pt x="410491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3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4" y="124754"/>
                  <a:pt x="358726" y="125483"/>
                </a:cubicBezTo>
                <a:cubicBezTo>
                  <a:pt x="360128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4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8F235-E38F-41B3-B711-74AF27F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13659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85F6F-0131-4351-8148-DE622346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13659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80" name="Text Spe">
            <a:extLst xmlns:a="http://schemas.openxmlformats.org/drawingml/2006/main">
              <a:ext uri="{FF2B5EF4-FFF2-40B4-BE49-F238E27FC236}">
                <a16:creationId xmlns:a16="http://schemas.microsoft.com/office/drawing/2014/main" id="{DE64497A-CB47-4A6B-A702-D2745ED3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888" y="1449891"/>
            <a:ext cx="263920" cy="166820"/>
          </a:xfrm>
          <a:custGeom xmlns:a="http://schemas.openxmlformats.org/drawingml/2006/main">
            <a:pathLst>
              <a:path w="263920" h="166820">
                <a:moveTo>
                  <a:pt x="74173" y="0"/>
                </a:moveTo>
                <a:lnTo>
                  <a:pt x="74173" y="42802"/>
                </a:lnTo>
                <a:lnTo>
                  <a:pt x="70789" y="42802"/>
                </a:lnTo>
                <a:cubicBezTo>
                  <a:pt x="69691" y="34571"/>
                  <a:pt x="67725" y="28017"/>
                  <a:pt x="64890" y="23139"/>
                </a:cubicBezTo>
                <a:cubicBezTo>
                  <a:pt x="62054" y="18261"/>
                  <a:pt x="58015" y="14389"/>
                  <a:pt x="52771" y="11524"/>
                </a:cubicBezTo>
                <a:cubicBezTo>
                  <a:pt x="47528" y="8658"/>
                  <a:pt x="42101" y="7225"/>
                  <a:pt x="36492" y="7225"/>
                </a:cubicBezTo>
                <a:cubicBezTo>
                  <a:pt x="30151" y="7225"/>
                  <a:pt x="24907" y="9160"/>
                  <a:pt x="20761" y="13030"/>
                </a:cubicBezTo>
                <a:cubicBezTo>
                  <a:pt x="16615" y="16898"/>
                  <a:pt x="14542" y="21299"/>
                  <a:pt x="14542" y="26234"/>
                </a:cubicBezTo>
                <a:cubicBezTo>
                  <a:pt x="14542" y="30013"/>
                  <a:pt x="15853" y="33455"/>
                  <a:pt x="18475" y="36560"/>
                </a:cubicBezTo>
                <a:cubicBezTo>
                  <a:pt x="22255" y="41131"/>
                  <a:pt x="31248" y="47225"/>
                  <a:pt x="45455" y="54841"/>
                </a:cubicBezTo>
                <a:cubicBezTo>
                  <a:pt x="57039" y="61054"/>
                  <a:pt x="64951" y="65821"/>
                  <a:pt x="69188" y="69142"/>
                </a:cubicBezTo>
                <a:cubicBezTo>
                  <a:pt x="73426" y="72462"/>
                  <a:pt x="76688" y="76376"/>
                  <a:pt x="78974" y="80886"/>
                </a:cubicBezTo>
                <a:cubicBezTo>
                  <a:pt x="81261" y="85394"/>
                  <a:pt x="82404" y="90116"/>
                  <a:pt x="82404" y="95051"/>
                </a:cubicBezTo>
                <a:cubicBezTo>
                  <a:pt x="82404" y="104433"/>
                  <a:pt x="78761" y="112521"/>
                  <a:pt x="71475" y="119316"/>
                </a:cubicBezTo>
                <a:cubicBezTo>
                  <a:pt x="64188" y="126108"/>
                  <a:pt x="54814" y="129505"/>
                  <a:pt x="43351" y="129505"/>
                </a:cubicBezTo>
                <a:cubicBezTo>
                  <a:pt x="39754" y="129505"/>
                  <a:pt x="36370" y="129234"/>
                  <a:pt x="33199" y="128693"/>
                </a:cubicBezTo>
                <a:cubicBezTo>
                  <a:pt x="31309" y="128392"/>
                  <a:pt x="27392" y="127294"/>
                  <a:pt x="21447" y="125398"/>
                </a:cubicBezTo>
                <a:cubicBezTo>
                  <a:pt x="15502" y="123502"/>
                  <a:pt x="11737" y="122554"/>
                  <a:pt x="10152" y="122554"/>
                </a:cubicBezTo>
                <a:cubicBezTo>
                  <a:pt x="8628" y="122554"/>
                  <a:pt x="7423" y="123005"/>
                  <a:pt x="6539" y="123909"/>
                </a:cubicBezTo>
                <a:cubicBezTo>
                  <a:pt x="5655" y="124812"/>
                  <a:pt x="5000" y="126677"/>
                  <a:pt x="4573" y="129505"/>
                </a:cubicBezTo>
                <a:lnTo>
                  <a:pt x="1189" y="129505"/>
                </a:lnTo>
                <a:lnTo>
                  <a:pt x="1189" y="87068"/>
                </a:lnTo>
                <a:lnTo>
                  <a:pt x="4573" y="87068"/>
                </a:lnTo>
                <a:cubicBezTo>
                  <a:pt x="6158" y="95970"/>
                  <a:pt x="8292" y="102631"/>
                  <a:pt x="10975" y="107052"/>
                </a:cubicBezTo>
                <a:cubicBezTo>
                  <a:pt x="13658" y="111472"/>
                  <a:pt x="17758" y="115146"/>
                  <a:pt x="23276" y="118072"/>
                </a:cubicBezTo>
                <a:cubicBezTo>
                  <a:pt x="28794" y="120999"/>
                  <a:pt x="34846" y="122462"/>
                  <a:pt x="41431" y="122462"/>
                </a:cubicBezTo>
                <a:cubicBezTo>
                  <a:pt x="49052" y="122462"/>
                  <a:pt x="55073" y="120452"/>
                  <a:pt x="59494" y="116432"/>
                </a:cubicBezTo>
                <a:cubicBezTo>
                  <a:pt x="63914" y="112410"/>
                  <a:pt x="66124" y="107657"/>
                  <a:pt x="66124" y="102173"/>
                </a:cubicBezTo>
                <a:cubicBezTo>
                  <a:pt x="66124" y="99126"/>
                  <a:pt x="65286" y="96050"/>
                  <a:pt x="63609" y="92944"/>
                </a:cubicBezTo>
                <a:cubicBezTo>
                  <a:pt x="61932" y="89837"/>
                  <a:pt x="59326" y="86942"/>
                  <a:pt x="55789" y="84262"/>
                </a:cubicBezTo>
                <a:cubicBezTo>
                  <a:pt x="53412" y="82434"/>
                  <a:pt x="46918" y="78550"/>
                  <a:pt x="36309" y="72609"/>
                </a:cubicBezTo>
                <a:cubicBezTo>
                  <a:pt x="25700" y="66668"/>
                  <a:pt x="18154" y="61931"/>
                  <a:pt x="13673" y="58399"/>
                </a:cubicBezTo>
                <a:cubicBezTo>
                  <a:pt x="9192" y="54864"/>
                  <a:pt x="5792" y="50965"/>
                  <a:pt x="3475" y="46701"/>
                </a:cubicBezTo>
                <a:cubicBezTo>
                  <a:pt x="1158" y="42435"/>
                  <a:pt x="0" y="37743"/>
                  <a:pt x="0" y="32625"/>
                </a:cubicBezTo>
                <a:cubicBezTo>
                  <a:pt x="0" y="23731"/>
                  <a:pt x="3414" y="16070"/>
                  <a:pt x="10243" y="9643"/>
                </a:cubicBezTo>
                <a:cubicBezTo>
                  <a:pt x="17072" y="3214"/>
                  <a:pt x="25761" y="0"/>
                  <a:pt x="36309" y="0"/>
                </a:cubicBezTo>
                <a:cubicBezTo>
                  <a:pt x="42894" y="0"/>
                  <a:pt x="49875" y="1616"/>
                  <a:pt x="57253" y="4847"/>
                </a:cubicBezTo>
                <a:cubicBezTo>
                  <a:pt x="60667" y="6372"/>
                  <a:pt x="63076" y="7134"/>
                  <a:pt x="64478" y="7134"/>
                </a:cubicBezTo>
                <a:cubicBezTo>
                  <a:pt x="66063" y="7134"/>
                  <a:pt x="67359" y="6661"/>
                  <a:pt x="68365" y="5716"/>
                </a:cubicBezTo>
                <a:cubicBezTo>
                  <a:pt x="69371" y="4771"/>
                  <a:pt x="70179" y="2866"/>
                  <a:pt x="70789" y="0"/>
                </a:cubicBezTo>
                <a:lnTo>
                  <a:pt x="74173" y="0"/>
                </a:lnTo>
                <a:close/>
                <a:moveTo>
                  <a:pt x="92253" y="51225"/>
                </a:moveTo>
                <a:lnTo>
                  <a:pt x="118044" y="40790"/>
                </a:lnTo>
                <a:lnTo>
                  <a:pt x="121519" y="40790"/>
                </a:lnTo>
                <a:lnTo>
                  <a:pt x="121519" y="60362"/>
                </a:lnTo>
                <a:cubicBezTo>
                  <a:pt x="125848" y="52985"/>
                  <a:pt x="130192" y="47848"/>
                  <a:pt x="134552" y="44952"/>
                </a:cubicBezTo>
                <a:cubicBezTo>
                  <a:pt x="138911" y="42055"/>
                  <a:pt x="143500" y="40607"/>
                  <a:pt x="148316" y="40607"/>
                </a:cubicBezTo>
                <a:cubicBezTo>
                  <a:pt x="156731" y="40607"/>
                  <a:pt x="163742" y="43896"/>
                  <a:pt x="169352" y="50473"/>
                </a:cubicBezTo>
                <a:cubicBezTo>
                  <a:pt x="176242" y="58514"/>
                  <a:pt x="179687" y="68991"/>
                  <a:pt x="179687" y="81904"/>
                </a:cubicBezTo>
                <a:cubicBezTo>
                  <a:pt x="179687" y="96339"/>
                  <a:pt x="175540" y="108277"/>
                  <a:pt x="167248" y="117718"/>
                </a:cubicBezTo>
                <a:cubicBezTo>
                  <a:pt x="160419" y="125454"/>
                  <a:pt x="151822" y="129322"/>
                  <a:pt x="141457" y="129322"/>
                </a:cubicBezTo>
                <a:cubicBezTo>
                  <a:pt x="136945" y="129322"/>
                  <a:pt x="133043" y="128682"/>
                  <a:pt x="129750" y="127401"/>
                </a:cubicBezTo>
                <a:cubicBezTo>
                  <a:pt x="127312" y="126487"/>
                  <a:pt x="124568" y="124657"/>
                  <a:pt x="121519" y="121914"/>
                </a:cubicBezTo>
                <a:lnTo>
                  <a:pt x="121519" y="147431"/>
                </a:lnTo>
                <a:cubicBezTo>
                  <a:pt x="121519" y="153162"/>
                  <a:pt x="121870" y="156805"/>
                  <a:pt x="122571" y="158360"/>
                </a:cubicBezTo>
                <a:cubicBezTo>
                  <a:pt x="123272" y="159915"/>
                  <a:pt x="124492" y="161149"/>
                  <a:pt x="126229" y="162064"/>
                </a:cubicBezTo>
                <a:cubicBezTo>
                  <a:pt x="127967" y="162978"/>
                  <a:pt x="131122" y="163436"/>
                  <a:pt x="135695" y="163436"/>
                </a:cubicBezTo>
                <a:lnTo>
                  <a:pt x="135695" y="166820"/>
                </a:lnTo>
                <a:lnTo>
                  <a:pt x="91795" y="166820"/>
                </a:lnTo>
                <a:lnTo>
                  <a:pt x="91795" y="163436"/>
                </a:lnTo>
                <a:lnTo>
                  <a:pt x="94082" y="163436"/>
                </a:lnTo>
                <a:cubicBezTo>
                  <a:pt x="97435" y="163497"/>
                  <a:pt x="100301" y="162856"/>
                  <a:pt x="102679" y="161512"/>
                </a:cubicBezTo>
                <a:cubicBezTo>
                  <a:pt x="103837" y="160842"/>
                  <a:pt x="104737" y="159758"/>
                  <a:pt x="105377" y="158263"/>
                </a:cubicBezTo>
                <a:cubicBezTo>
                  <a:pt x="106017" y="156769"/>
                  <a:pt x="106337" y="152971"/>
                  <a:pt x="106337" y="146870"/>
                </a:cubicBezTo>
                <a:lnTo>
                  <a:pt x="106337" y="67608"/>
                </a:lnTo>
                <a:cubicBezTo>
                  <a:pt x="106337" y="62177"/>
                  <a:pt x="106093" y="58730"/>
                  <a:pt x="105605" y="57267"/>
                </a:cubicBezTo>
                <a:cubicBezTo>
                  <a:pt x="105118" y="55802"/>
                  <a:pt x="104340" y="54703"/>
                  <a:pt x="103273" y="53972"/>
                </a:cubicBezTo>
                <a:cubicBezTo>
                  <a:pt x="102206" y="53238"/>
                  <a:pt x="100758" y="52871"/>
                  <a:pt x="98929" y="52871"/>
                </a:cubicBezTo>
                <a:cubicBezTo>
                  <a:pt x="97466" y="52871"/>
                  <a:pt x="95606" y="53298"/>
                  <a:pt x="93350" y="54152"/>
                </a:cubicBezTo>
                <a:lnTo>
                  <a:pt x="92253" y="51225"/>
                </a:lnTo>
                <a:moveTo>
                  <a:pt x="121519" y="65924"/>
                </a:moveTo>
                <a:lnTo>
                  <a:pt x="121519" y="97163"/>
                </a:lnTo>
                <a:cubicBezTo>
                  <a:pt x="121519" y="103923"/>
                  <a:pt x="121794" y="108368"/>
                  <a:pt x="122342" y="110499"/>
                </a:cubicBezTo>
                <a:cubicBezTo>
                  <a:pt x="123196" y="114031"/>
                  <a:pt x="125284" y="117137"/>
                  <a:pt x="128607" y="119816"/>
                </a:cubicBezTo>
                <a:cubicBezTo>
                  <a:pt x="131930" y="122495"/>
                  <a:pt x="136122" y="123834"/>
                  <a:pt x="141183" y="123834"/>
                </a:cubicBezTo>
                <a:cubicBezTo>
                  <a:pt x="147280" y="123834"/>
                  <a:pt x="152219" y="121459"/>
                  <a:pt x="155999" y="116709"/>
                </a:cubicBezTo>
                <a:cubicBezTo>
                  <a:pt x="160938" y="110500"/>
                  <a:pt x="163407" y="101761"/>
                  <a:pt x="163407" y="90495"/>
                </a:cubicBezTo>
                <a:cubicBezTo>
                  <a:pt x="163407" y="77708"/>
                  <a:pt x="160602" y="67874"/>
                  <a:pt x="154993" y="60994"/>
                </a:cubicBezTo>
                <a:cubicBezTo>
                  <a:pt x="151091" y="56244"/>
                  <a:pt x="146457" y="53869"/>
                  <a:pt x="141091" y="53869"/>
                </a:cubicBezTo>
                <a:cubicBezTo>
                  <a:pt x="138165" y="53869"/>
                  <a:pt x="135268" y="54600"/>
                  <a:pt x="132403" y="56061"/>
                </a:cubicBezTo>
                <a:cubicBezTo>
                  <a:pt x="130208" y="57157"/>
                  <a:pt x="126580" y="60444"/>
                  <a:pt x="121519" y="65924"/>
                </a:cubicBezTo>
                <a:close/>
                <a:moveTo>
                  <a:pt x="206027" y="74630"/>
                </a:moveTo>
                <a:cubicBezTo>
                  <a:pt x="205966" y="87040"/>
                  <a:pt x="208984" y="96773"/>
                  <a:pt x="215081" y="103831"/>
                </a:cubicBezTo>
                <a:cubicBezTo>
                  <a:pt x="221178" y="110886"/>
                  <a:pt x="228342" y="114414"/>
                  <a:pt x="236574" y="114414"/>
                </a:cubicBezTo>
                <a:cubicBezTo>
                  <a:pt x="242061" y="114414"/>
                  <a:pt x="246832" y="112905"/>
                  <a:pt x="250887" y="109887"/>
                </a:cubicBezTo>
                <a:cubicBezTo>
                  <a:pt x="254941" y="106869"/>
                  <a:pt x="258341" y="101701"/>
                  <a:pt x="261084" y="94385"/>
                </a:cubicBezTo>
                <a:lnTo>
                  <a:pt x="263920" y="96214"/>
                </a:lnTo>
                <a:cubicBezTo>
                  <a:pt x="262639" y="104567"/>
                  <a:pt x="258920" y="112173"/>
                  <a:pt x="252762" y="119033"/>
                </a:cubicBezTo>
                <a:cubicBezTo>
                  <a:pt x="246603" y="125892"/>
                  <a:pt x="238890" y="129322"/>
                  <a:pt x="229623" y="129322"/>
                </a:cubicBezTo>
                <a:cubicBezTo>
                  <a:pt x="219562" y="129322"/>
                  <a:pt x="210950" y="125413"/>
                  <a:pt x="203786" y="117595"/>
                </a:cubicBezTo>
                <a:cubicBezTo>
                  <a:pt x="196622" y="109775"/>
                  <a:pt x="193039" y="99264"/>
                  <a:pt x="193039" y="86059"/>
                </a:cubicBezTo>
                <a:cubicBezTo>
                  <a:pt x="193039" y="71761"/>
                  <a:pt x="196713" y="60612"/>
                  <a:pt x="204060" y="52611"/>
                </a:cubicBezTo>
                <a:cubicBezTo>
                  <a:pt x="211407" y="44609"/>
                  <a:pt x="220629" y="40607"/>
                  <a:pt x="231726" y="40607"/>
                </a:cubicBezTo>
                <a:cubicBezTo>
                  <a:pt x="241116" y="40607"/>
                  <a:pt x="248829" y="43694"/>
                  <a:pt x="254865" y="49868"/>
                </a:cubicBezTo>
                <a:cubicBezTo>
                  <a:pt x="260901" y="56039"/>
                  <a:pt x="263920" y="64293"/>
                  <a:pt x="263920" y="74630"/>
                </a:cubicBezTo>
                <a:lnTo>
                  <a:pt x="206027" y="74630"/>
                </a:lnTo>
                <a:moveTo>
                  <a:pt x="206027" y="69325"/>
                </a:moveTo>
                <a:lnTo>
                  <a:pt x="244805" y="69325"/>
                </a:lnTo>
                <a:cubicBezTo>
                  <a:pt x="244500" y="63960"/>
                  <a:pt x="243860" y="60179"/>
                  <a:pt x="242884" y="57984"/>
                </a:cubicBezTo>
                <a:cubicBezTo>
                  <a:pt x="241360" y="54570"/>
                  <a:pt x="239089" y="51887"/>
                  <a:pt x="236071" y="49936"/>
                </a:cubicBezTo>
                <a:cubicBezTo>
                  <a:pt x="233052" y="47985"/>
                  <a:pt x="229897" y="47009"/>
                  <a:pt x="226605" y="47009"/>
                </a:cubicBezTo>
                <a:cubicBezTo>
                  <a:pt x="221544" y="47009"/>
                  <a:pt x="217017" y="48976"/>
                  <a:pt x="213023" y="52909"/>
                </a:cubicBezTo>
                <a:cubicBezTo>
                  <a:pt x="209029" y="56841"/>
                  <a:pt x="206697" y="62313"/>
                  <a:pt x="206027" y="693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6ACD4-E1FE-4F0B-87F3-954F03BD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167030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F1385-B731-4798-92BD-C6A7A371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167030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83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4A4C4515-A0F4-44AB-87B8-4E660FBB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64" y="1750971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4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0" y="43900"/>
                  <a:pt x="119597" y="43900"/>
                </a:cubicBezTo>
                <a:cubicBezTo>
                  <a:pt x="128011" y="43900"/>
                  <a:pt x="135023" y="47189"/>
                  <a:pt x="140632" y="53766"/>
                </a:cubicBezTo>
                <a:cubicBezTo>
                  <a:pt x="147522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8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0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2" y="166728"/>
                </a:lnTo>
                <a:cubicBezTo>
                  <a:pt x="68716" y="166789"/>
                  <a:pt x="71582" y="166148"/>
                  <a:pt x="73959" y="164805"/>
                </a:cubicBezTo>
                <a:cubicBezTo>
                  <a:pt x="75118" y="164134"/>
                  <a:pt x="76017" y="163051"/>
                  <a:pt x="76657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8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6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3" y="127127"/>
                </a:cubicBezTo>
                <a:cubicBezTo>
                  <a:pt x="118561" y="127127"/>
                  <a:pt x="123499" y="124752"/>
                  <a:pt x="127280" y="120002"/>
                </a:cubicBezTo>
                <a:cubicBezTo>
                  <a:pt x="132218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1" y="59536"/>
                  <a:pt x="117737" y="57161"/>
                  <a:pt x="112372" y="57161"/>
                </a:cubicBezTo>
                <a:cubicBezTo>
                  <a:pt x="109445" y="57161"/>
                  <a:pt x="106549" y="57892"/>
                  <a:pt x="103683" y="59353"/>
                </a:cubicBezTo>
                <a:cubicBezTo>
                  <a:pt x="101488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8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5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4" y="99689"/>
                </a:cubicBezTo>
                <a:cubicBezTo>
                  <a:pt x="252453" y="95543"/>
                  <a:pt x="256798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3" y="51034"/>
                  <a:pt x="283366" y="49479"/>
                  <a:pt x="278306" y="49479"/>
                </a:cubicBezTo>
                <a:cubicBezTo>
                  <a:pt x="274464" y="49479"/>
                  <a:pt x="271416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4" y="54842"/>
                  <a:pt x="258459" y="50465"/>
                </a:cubicBezTo>
                <a:cubicBezTo>
                  <a:pt x="263825" y="46088"/>
                  <a:pt x="271355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1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2" y="119872"/>
                  <a:pt x="312419" y="120176"/>
                  <a:pt x="313334" y="120176"/>
                </a:cubicBezTo>
                <a:cubicBezTo>
                  <a:pt x="314310" y="120176"/>
                  <a:pt x="315163" y="119963"/>
                  <a:pt x="315895" y="119536"/>
                </a:cubicBezTo>
                <a:cubicBezTo>
                  <a:pt x="317175" y="118743"/>
                  <a:pt x="319645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7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6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6" y="121091"/>
                  <a:pt x="286293" y="118055"/>
                  <a:pt x="293853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79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8" y="50089"/>
                  <a:pt x="401665" y="51491"/>
                </a:cubicBezTo>
                <a:cubicBezTo>
                  <a:pt x="398343" y="52893"/>
                  <a:pt x="394699" y="55393"/>
                  <a:pt x="390736" y="58991"/>
                </a:cubicBezTo>
                <a:lnTo>
                  <a:pt x="369244" y="78837"/>
                </a:lnTo>
                <a:lnTo>
                  <a:pt x="390736" y="105949"/>
                </a:lnTo>
                <a:cubicBezTo>
                  <a:pt x="396711" y="113433"/>
                  <a:pt x="400736" y="118179"/>
                  <a:pt x="402809" y="120187"/>
                </a:cubicBezTo>
                <a:cubicBezTo>
                  <a:pt x="405735" y="123047"/>
                  <a:pt x="408296" y="124904"/>
                  <a:pt x="410491" y="125758"/>
                </a:cubicBezTo>
                <a:cubicBezTo>
                  <a:pt x="412015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2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4" y="124754"/>
                  <a:pt x="358726" y="125483"/>
                </a:cubicBezTo>
                <a:cubicBezTo>
                  <a:pt x="360128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0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4" y="11881"/>
                  <a:pt x="332569" y="11881"/>
                </a:cubicBezTo>
                <a:cubicBezTo>
                  <a:pt x="331288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  <a:moveTo>
                  <a:pt x="437288" y="77922"/>
                </a:moveTo>
                <a:cubicBezTo>
                  <a:pt x="437227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5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2" y="104994"/>
                  <a:pt x="492346" y="97677"/>
                </a:cubicBezTo>
                <a:lnTo>
                  <a:pt x="495181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3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1" y="67586"/>
                  <a:pt x="495181" y="77922"/>
                </a:cubicBezTo>
                <a:lnTo>
                  <a:pt x="437288" y="77922"/>
                </a:lnTo>
                <a:moveTo>
                  <a:pt x="437288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2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8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0" y="50180"/>
                  <a:pt x="545085" y="43900"/>
                  <a:pt x="552463" y="43900"/>
                </a:cubicBezTo>
                <a:cubicBezTo>
                  <a:pt x="555816" y="43900"/>
                  <a:pt x="558591" y="44921"/>
                  <a:pt x="560786" y="46964"/>
                </a:cubicBezTo>
                <a:cubicBezTo>
                  <a:pt x="562981" y="49006"/>
                  <a:pt x="564078" y="51369"/>
                  <a:pt x="564078" y="54052"/>
                </a:cubicBezTo>
                <a:cubicBezTo>
                  <a:pt x="564078" y="56430"/>
                  <a:pt x="563285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3" y="61506"/>
                  <a:pt x="548850" y="59402"/>
                </a:cubicBezTo>
                <a:cubicBezTo>
                  <a:pt x="546198" y="57299"/>
                  <a:pt x="544232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1" y="60564"/>
                  <a:pt x="533805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6" y="120922"/>
                </a:cubicBezTo>
                <a:cubicBezTo>
                  <a:pt x="533409" y="122564"/>
                  <a:pt x="534811" y="123933"/>
                  <a:pt x="536823" y="125029"/>
                </a:cubicBezTo>
                <a:cubicBezTo>
                  <a:pt x="538836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4" y="61377"/>
                </a:cubicBezTo>
                <a:cubicBezTo>
                  <a:pt x="514797" y="59521"/>
                  <a:pt x="514066" y="58167"/>
                  <a:pt x="512999" y="57316"/>
                </a:cubicBezTo>
                <a:cubicBezTo>
                  <a:pt x="511932" y="56464"/>
                  <a:pt x="510605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4" y="54120"/>
                </a:lnTo>
                <a:lnTo>
                  <a:pt x="527037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C5817-7238-4F63-8DA6-4712EF7E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167030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F5969-CBF0-45E2-972F-9406D3FE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167030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86" name="Text at">
            <a:extLst xmlns:a="http://schemas.openxmlformats.org/drawingml/2006/main">
              <a:ext uri="{FF2B5EF4-FFF2-40B4-BE49-F238E27FC236}">
                <a16:creationId xmlns:a16="http://schemas.microsoft.com/office/drawing/2014/main" id="{C59B7699-A6C0-4261-B3CE-1AA6192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861" y="1769628"/>
            <a:ext cx="128801" cy="113225"/>
          </a:xfrm>
          <a:custGeom xmlns:a="http://schemas.openxmlformats.org/drawingml/2006/main">
            <a:pathLst>
              <a:path w="128801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6" y="97350"/>
                  <a:pt x="109001" y="99238"/>
                </a:cubicBezTo>
                <a:cubicBezTo>
                  <a:pt x="110556" y="101124"/>
                  <a:pt x="112552" y="102067"/>
                  <a:pt x="114991" y="102067"/>
                </a:cubicBezTo>
                <a:cubicBezTo>
                  <a:pt x="117003" y="102067"/>
                  <a:pt x="118954" y="101442"/>
                  <a:pt x="120845" y="100192"/>
                </a:cubicBezTo>
                <a:cubicBezTo>
                  <a:pt x="122735" y="98942"/>
                  <a:pt x="124198" y="97098"/>
                  <a:pt x="125235" y="94659"/>
                </a:cubicBezTo>
                <a:lnTo>
                  <a:pt x="128801" y="94659"/>
                </a:lnTo>
                <a:cubicBezTo>
                  <a:pt x="126667" y="100652"/>
                  <a:pt x="123649" y="105184"/>
                  <a:pt x="119747" y="108255"/>
                </a:cubicBezTo>
                <a:cubicBezTo>
                  <a:pt x="115845" y="111325"/>
                  <a:pt x="111821" y="112859"/>
                  <a:pt x="107675" y="112859"/>
                </a:cubicBezTo>
                <a:cubicBezTo>
                  <a:pt x="104870" y="112859"/>
                  <a:pt x="102126" y="112081"/>
                  <a:pt x="99443" y="110524"/>
                </a:cubicBezTo>
                <a:cubicBezTo>
                  <a:pt x="96761" y="108968"/>
                  <a:pt x="94779" y="106740"/>
                  <a:pt x="93499" y="103842"/>
                </a:cubicBezTo>
                <a:cubicBezTo>
                  <a:pt x="92218" y="100942"/>
                  <a:pt x="91578" y="96470"/>
                  <a:pt x="91578" y="90426"/>
                </a:cubicBezTo>
                <a:lnTo>
                  <a:pt x="91578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0" y="29659"/>
                  <a:pt x="85100" y="27381"/>
                  <a:pt x="88606" y="24171"/>
                </a:cubicBezTo>
                <a:cubicBezTo>
                  <a:pt x="92112" y="20960"/>
                  <a:pt x="95236" y="17153"/>
                  <a:pt x="97980" y="12750"/>
                </a:cubicBezTo>
                <a:cubicBezTo>
                  <a:pt x="99382" y="10427"/>
                  <a:pt x="101334" y="6177"/>
                  <a:pt x="103833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07F84-2412-4DCE-A3F4-857FAA78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167030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7447D-9B2A-4307-860E-343303C9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167030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89" name="Text f">
            <a:extLst xmlns:a="http://schemas.openxmlformats.org/drawingml/2006/main">
              <a:ext uri="{FF2B5EF4-FFF2-40B4-BE49-F238E27FC236}">
                <a16:creationId xmlns:a16="http://schemas.microsoft.com/office/drawing/2014/main" id="{7B9B93E3-DF72-43E3-9998-51ACEC8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103" y="1750971"/>
            <a:ext cx="74173" cy="130053"/>
          </a:xfrm>
          <a:custGeom xmlns:a="http://schemas.openxmlformats.org/drawingml/2006/main">
            <a:pathLst>
              <a:path w="74173" h="130053">
                <a:moveTo>
                  <a:pt x="31370" y="52680"/>
                </a:moveTo>
                <a:lnTo>
                  <a:pt x="31370" y="107806"/>
                </a:lnTo>
                <a:cubicBezTo>
                  <a:pt x="31370" y="115620"/>
                  <a:pt x="32224" y="120565"/>
                  <a:pt x="33931" y="122640"/>
                </a:cubicBezTo>
                <a:cubicBezTo>
                  <a:pt x="36187" y="125326"/>
                  <a:pt x="39205" y="126670"/>
                  <a:pt x="42985" y="126670"/>
                </a:cubicBezTo>
                <a:lnTo>
                  <a:pt x="50576" y="126670"/>
                </a:lnTo>
                <a:lnTo>
                  <a:pt x="50576" y="130053"/>
                </a:lnTo>
                <a:lnTo>
                  <a:pt x="549" y="130053"/>
                </a:lnTo>
                <a:lnTo>
                  <a:pt x="549" y="126670"/>
                </a:lnTo>
                <a:lnTo>
                  <a:pt x="4299" y="126670"/>
                </a:lnTo>
                <a:cubicBezTo>
                  <a:pt x="6737" y="126670"/>
                  <a:pt x="8963" y="126059"/>
                  <a:pt x="10975" y="124838"/>
                </a:cubicBezTo>
                <a:cubicBezTo>
                  <a:pt x="12987" y="123616"/>
                  <a:pt x="14374" y="121968"/>
                  <a:pt x="15136" y="119893"/>
                </a:cubicBezTo>
                <a:cubicBezTo>
                  <a:pt x="15898" y="117818"/>
                  <a:pt x="16280" y="113789"/>
                  <a:pt x="16280" y="107806"/>
                </a:cubicBezTo>
                <a:lnTo>
                  <a:pt x="16280" y="52680"/>
                </a:lnTo>
                <a:lnTo>
                  <a:pt x="0" y="52680"/>
                </a:lnTo>
                <a:lnTo>
                  <a:pt x="0" y="46278"/>
                </a:lnTo>
                <a:lnTo>
                  <a:pt x="16280" y="46278"/>
                </a:lnTo>
                <a:lnTo>
                  <a:pt x="16280" y="40767"/>
                </a:lnTo>
                <a:cubicBezTo>
                  <a:pt x="16280" y="32382"/>
                  <a:pt x="17621" y="25282"/>
                  <a:pt x="20304" y="19466"/>
                </a:cubicBezTo>
                <a:cubicBezTo>
                  <a:pt x="22986" y="13651"/>
                  <a:pt x="27087" y="8953"/>
                  <a:pt x="32605" y="5373"/>
                </a:cubicBezTo>
                <a:cubicBezTo>
                  <a:pt x="38123" y="1791"/>
                  <a:pt x="44327" y="0"/>
                  <a:pt x="51217" y="0"/>
                </a:cubicBezTo>
                <a:cubicBezTo>
                  <a:pt x="57619" y="0"/>
                  <a:pt x="63502" y="2073"/>
                  <a:pt x="68868" y="6219"/>
                </a:cubicBezTo>
                <a:cubicBezTo>
                  <a:pt x="72404" y="8963"/>
                  <a:pt x="74173" y="12042"/>
                  <a:pt x="74173" y="15456"/>
                </a:cubicBezTo>
                <a:cubicBezTo>
                  <a:pt x="74173" y="17286"/>
                  <a:pt x="73380" y="19008"/>
                  <a:pt x="71795" y="20624"/>
                </a:cubicBezTo>
                <a:cubicBezTo>
                  <a:pt x="70209" y="22240"/>
                  <a:pt x="68502" y="23047"/>
                  <a:pt x="66673" y="23047"/>
                </a:cubicBezTo>
                <a:cubicBezTo>
                  <a:pt x="65271" y="23047"/>
                  <a:pt x="63792" y="22539"/>
                  <a:pt x="62237" y="21521"/>
                </a:cubicBezTo>
                <a:cubicBezTo>
                  <a:pt x="60682" y="20504"/>
                  <a:pt x="58777" y="18315"/>
                  <a:pt x="56521" y="14956"/>
                </a:cubicBezTo>
                <a:cubicBezTo>
                  <a:pt x="54265" y="11597"/>
                  <a:pt x="52192" y="9332"/>
                  <a:pt x="50302" y="8160"/>
                </a:cubicBezTo>
                <a:cubicBezTo>
                  <a:pt x="48412" y="6988"/>
                  <a:pt x="46308" y="6402"/>
                  <a:pt x="43991" y="6402"/>
                </a:cubicBezTo>
                <a:cubicBezTo>
                  <a:pt x="41187" y="6402"/>
                  <a:pt x="38809" y="7157"/>
                  <a:pt x="36858" y="8666"/>
                </a:cubicBezTo>
                <a:cubicBezTo>
                  <a:pt x="34907" y="10173"/>
                  <a:pt x="33504" y="12511"/>
                  <a:pt x="32651" y="15679"/>
                </a:cubicBezTo>
                <a:cubicBezTo>
                  <a:pt x="31797" y="18848"/>
                  <a:pt x="31370" y="27016"/>
                  <a:pt x="31370" y="40184"/>
                </a:cubicBezTo>
                <a:lnTo>
                  <a:pt x="31370" y="46278"/>
                </a:lnTo>
                <a:lnTo>
                  <a:pt x="52954" y="46278"/>
                </a:lnTo>
                <a:lnTo>
                  <a:pt x="52954" y="52680"/>
                </a:lnTo>
                <a:lnTo>
                  <a:pt x="31370" y="5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or">
            <a:extLst xmlns:a="http://schemas.openxmlformats.org/drawingml/2006/main">
              <a:ext uri="{FF2B5EF4-FFF2-40B4-BE49-F238E27FC236}">
                <a16:creationId xmlns:a16="http://schemas.microsoft.com/office/drawing/2014/main" id="{AC9A983A-FDEA-48AB-B95E-89C71597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561" y="1794871"/>
            <a:ext cx="150906" cy="88714"/>
          </a:xfrm>
          <a:custGeom xmlns:a="http://schemas.openxmlformats.org/drawingml/2006/main">
            <a:pathLst>
              <a:path w="150906" h="88714">
                <a:moveTo>
                  <a:pt x="40516" y="0"/>
                </a:moveTo>
                <a:cubicBezTo>
                  <a:pt x="53198" y="0"/>
                  <a:pt x="63380" y="4812"/>
                  <a:pt x="71063" y="14436"/>
                </a:cubicBezTo>
                <a:cubicBezTo>
                  <a:pt x="77587" y="22658"/>
                  <a:pt x="80849" y="32099"/>
                  <a:pt x="80849" y="42760"/>
                </a:cubicBezTo>
                <a:cubicBezTo>
                  <a:pt x="80849" y="50251"/>
                  <a:pt x="79050" y="57835"/>
                  <a:pt x="75453" y="65510"/>
                </a:cubicBezTo>
                <a:cubicBezTo>
                  <a:pt x="71856" y="73183"/>
                  <a:pt x="66902" y="78968"/>
                  <a:pt x="60591" y="82867"/>
                </a:cubicBezTo>
                <a:cubicBezTo>
                  <a:pt x="54280" y="86765"/>
                  <a:pt x="47253" y="88714"/>
                  <a:pt x="39510" y="88714"/>
                </a:cubicBezTo>
                <a:cubicBezTo>
                  <a:pt x="26889" y="88714"/>
                  <a:pt x="16859" y="83689"/>
                  <a:pt x="9420" y="73638"/>
                </a:cubicBezTo>
                <a:cubicBezTo>
                  <a:pt x="3140" y="65172"/>
                  <a:pt x="0" y="55671"/>
                  <a:pt x="0" y="45135"/>
                </a:cubicBezTo>
                <a:cubicBezTo>
                  <a:pt x="0" y="37460"/>
                  <a:pt x="1905" y="29831"/>
                  <a:pt x="5716" y="22247"/>
                </a:cubicBezTo>
                <a:cubicBezTo>
                  <a:pt x="9527" y="14664"/>
                  <a:pt x="14542" y="9060"/>
                  <a:pt x="20761" y="5436"/>
                </a:cubicBezTo>
                <a:cubicBezTo>
                  <a:pt x="26980" y="1812"/>
                  <a:pt x="33565" y="0"/>
                  <a:pt x="40516" y="0"/>
                </a:cubicBezTo>
                <a:moveTo>
                  <a:pt x="37681" y="6036"/>
                </a:moveTo>
                <a:cubicBezTo>
                  <a:pt x="34449" y="6036"/>
                  <a:pt x="31202" y="6996"/>
                  <a:pt x="27940" y="8914"/>
                </a:cubicBezTo>
                <a:cubicBezTo>
                  <a:pt x="24678" y="10833"/>
                  <a:pt x="22041" y="14198"/>
                  <a:pt x="20029" y="19009"/>
                </a:cubicBezTo>
                <a:cubicBezTo>
                  <a:pt x="18017" y="23820"/>
                  <a:pt x="17011" y="30001"/>
                  <a:pt x="17011" y="37552"/>
                </a:cubicBezTo>
                <a:cubicBezTo>
                  <a:pt x="17011" y="49731"/>
                  <a:pt x="19435" y="60237"/>
                  <a:pt x="24282" y="69068"/>
                </a:cubicBezTo>
                <a:cubicBezTo>
                  <a:pt x="29129" y="77898"/>
                  <a:pt x="35516" y="82312"/>
                  <a:pt x="43443" y="82312"/>
                </a:cubicBezTo>
                <a:cubicBezTo>
                  <a:pt x="49357" y="82312"/>
                  <a:pt x="54235" y="79876"/>
                  <a:pt x="58076" y="75004"/>
                </a:cubicBezTo>
                <a:cubicBezTo>
                  <a:pt x="61917" y="70132"/>
                  <a:pt x="63838" y="61759"/>
                  <a:pt x="63838" y="49885"/>
                </a:cubicBezTo>
                <a:cubicBezTo>
                  <a:pt x="63838" y="35025"/>
                  <a:pt x="60637" y="23331"/>
                  <a:pt x="54235" y="14805"/>
                </a:cubicBezTo>
                <a:cubicBezTo>
                  <a:pt x="49906" y="8959"/>
                  <a:pt x="44388" y="6036"/>
                  <a:pt x="37681" y="6036"/>
                </a:cubicBezTo>
                <a:close/>
                <a:moveTo>
                  <a:pt x="117707" y="0"/>
                </a:moveTo>
                <a:lnTo>
                  <a:pt x="117707" y="18840"/>
                </a:lnTo>
                <a:cubicBezTo>
                  <a:pt x="124718" y="6280"/>
                  <a:pt x="131913" y="0"/>
                  <a:pt x="139291" y="0"/>
                </a:cubicBezTo>
                <a:cubicBezTo>
                  <a:pt x="142644" y="0"/>
                  <a:pt x="145418" y="1021"/>
                  <a:pt x="147613" y="3064"/>
                </a:cubicBezTo>
                <a:cubicBezTo>
                  <a:pt x="149808" y="5106"/>
                  <a:pt x="150906" y="7469"/>
                  <a:pt x="150906" y="10152"/>
                </a:cubicBezTo>
                <a:cubicBezTo>
                  <a:pt x="150906" y="12530"/>
                  <a:pt x="150113" y="14542"/>
                  <a:pt x="148528" y="16188"/>
                </a:cubicBezTo>
                <a:cubicBezTo>
                  <a:pt x="146943" y="17834"/>
                  <a:pt x="145053" y="18657"/>
                  <a:pt x="142858" y="18657"/>
                </a:cubicBezTo>
                <a:cubicBezTo>
                  <a:pt x="140724" y="18657"/>
                  <a:pt x="138330" y="17606"/>
                  <a:pt x="135678" y="15502"/>
                </a:cubicBezTo>
                <a:cubicBezTo>
                  <a:pt x="133026" y="13399"/>
                  <a:pt x="131060" y="12347"/>
                  <a:pt x="129779" y="12347"/>
                </a:cubicBezTo>
                <a:cubicBezTo>
                  <a:pt x="128682" y="12347"/>
                  <a:pt x="127493" y="12955"/>
                  <a:pt x="126212" y="14170"/>
                </a:cubicBezTo>
                <a:cubicBezTo>
                  <a:pt x="123468" y="16664"/>
                  <a:pt x="120633" y="20770"/>
                  <a:pt x="117707" y="26486"/>
                </a:cubicBezTo>
                <a:lnTo>
                  <a:pt x="117707" y="66533"/>
                </a:lnTo>
                <a:cubicBezTo>
                  <a:pt x="117707" y="71153"/>
                  <a:pt x="118286" y="74650"/>
                  <a:pt x="119444" y="77022"/>
                </a:cubicBezTo>
                <a:cubicBezTo>
                  <a:pt x="120237" y="78664"/>
                  <a:pt x="121639" y="80033"/>
                  <a:pt x="123651" y="81129"/>
                </a:cubicBezTo>
                <a:cubicBezTo>
                  <a:pt x="125663" y="82223"/>
                  <a:pt x="128560" y="82770"/>
                  <a:pt x="132340" y="82770"/>
                </a:cubicBezTo>
                <a:lnTo>
                  <a:pt x="132340" y="86154"/>
                </a:lnTo>
                <a:lnTo>
                  <a:pt x="89446" y="86154"/>
                </a:lnTo>
                <a:lnTo>
                  <a:pt x="89446" y="82770"/>
                </a:lnTo>
                <a:cubicBezTo>
                  <a:pt x="93714" y="82770"/>
                  <a:pt x="96885" y="82101"/>
                  <a:pt x="98958" y="80763"/>
                </a:cubicBezTo>
                <a:cubicBezTo>
                  <a:pt x="100482" y="79790"/>
                  <a:pt x="101549" y="78238"/>
                  <a:pt x="102159" y="76107"/>
                </a:cubicBezTo>
                <a:cubicBezTo>
                  <a:pt x="102464" y="75073"/>
                  <a:pt x="102616" y="72122"/>
                  <a:pt x="102616" y="67256"/>
                </a:cubicBezTo>
                <a:lnTo>
                  <a:pt x="102616" y="34860"/>
                </a:lnTo>
                <a:cubicBezTo>
                  <a:pt x="102616" y="25125"/>
                  <a:pt x="102418" y="19331"/>
                  <a:pt x="102022" y="17477"/>
                </a:cubicBezTo>
                <a:cubicBezTo>
                  <a:pt x="101625" y="15621"/>
                  <a:pt x="100894" y="14267"/>
                  <a:pt x="99827" y="13416"/>
                </a:cubicBezTo>
                <a:cubicBezTo>
                  <a:pt x="98760" y="12564"/>
                  <a:pt x="97433" y="12138"/>
                  <a:pt x="95848" y="12138"/>
                </a:cubicBezTo>
                <a:cubicBezTo>
                  <a:pt x="93958" y="12138"/>
                  <a:pt x="91824" y="12595"/>
                  <a:pt x="89446" y="13507"/>
                </a:cubicBezTo>
                <a:lnTo>
                  <a:pt x="88531" y="10220"/>
                </a:lnTo>
                <a:lnTo>
                  <a:pt x="113865" y="0"/>
                </a:lnTo>
                <a:lnTo>
                  <a:pt x="1177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0CA7F-7E40-41DF-AE2E-CB5F7E6E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167030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F2454-51CE-4AA3-9CD9-FD00573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167030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93" name="Text is">
            <a:extLst xmlns:a="http://schemas.openxmlformats.org/drawingml/2006/main">
              <a:ext uri="{FF2B5EF4-FFF2-40B4-BE49-F238E27FC236}">
                <a16:creationId xmlns:a16="http://schemas.microsoft.com/office/drawing/2014/main" id="{3FBBED7F-9805-4E58-B399-7267D1D8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591" y="1750971"/>
            <a:ext cx="112890" cy="132614"/>
          </a:xfrm>
          <a:custGeom xmlns:a="http://schemas.openxmlformats.org/drawingml/2006/main">
            <a:pathLst>
              <a:path w="112890" h="132614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106580" y="43900"/>
                </a:moveTo>
                <a:lnTo>
                  <a:pt x="106580" y="72252"/>
                </a:lnTo>
                <a:lnTo>
                  <a:pt x="103562" y="72252"/>
                </a:lnTo>
                <a:cubicBezTo>
                  <a:pt x="101245" y="63360"/>
                  <a:pt x="98272" y="57311"/>
                  <a:pt x="94645" y="54106"/>
                </a:cubicBezTo>
                <a:cubicBezTo>
                  <a:pt x="91017" y="50899"/>
                  <a:pt x="86398" y="49296"/>
                  <a:pt x="80789" y="49296"/>
                </a:cubicBezTo>
                <a:cubicBezTo>
                  <a:pt x="76521" y="49296"/>
                  <a:pt x="73076" y="50423"/>
                  <a:pt x="70454" y="52677"/>
                </a:cubicBezTo>
                <a:cubicBezTo>
                  <a:pt x="67832" y="54929"/>
                  <a:pt x="66521" y="57426"/>
                  <a:pt x="66521" y="60168"/>
                </a:cubicBezTo>
                <a:cubicBezTo>
                  <a:pt x="66521" y="63579"/>
                  <a:pt x="67497" y="66502"/>
                  <a:pt x="69448" y="68937"/>
                </a:cubicBezTo>
                <a:cubicBezTo>
                  <a:pt x="71338" y="71435"/>
                  <a:pt x="75179" y="74084"/>
                  <a:pt x="80972" y="76885"/>
                </a:cubicBezTo>
                <a:lnTo>
                  <a:pt x="94324" y="83373"/>
                </a:lnTo>
                <a:cubicBezTo>
                  <a:pt x="106702" y="89401"/>
                  <a:pt x="112890" y="97350"/>
                  <a:pt x="112890" y="107218"/>
                </a:cubicBezTo>
                <a:cubicBezTo>
                  <a:pt x="112890" y="114830"/>
                  <a:pt x="110010" y="120966"/>
                  <a:pt x="104248" y="125626"/>
                </a:cubicBezTo>
                <a:cubicBezTo>
                  <a:pt x="98486" y="130285"/>
                  <a:pt x="92038" y="132614"/>
                  <a:pt x="84904" y="132614"/>
                </a:cubicBezTo>
                <a:cubicBezTo>
                  <a:pt x="79783" y="132614"/>
                  <a:pt x="73929" y="131700"/>
                  <a:pt x="67344" y="129871"/>
                </a:cubicBezTo>
                <a:cubicBezTo>
                  <a:pt x="65332" y="129261"/>
                  <a:pt x="63686" y="128956"/>
                  <a:pt x="62406" y="128956"/>
                </a:cubicBezTo>
                <a:cubicBezTo>
                  <a:pt x="61003" y="128956"/>
                  <a:pt x="59906" y="129749"/>
                  <a:pt x="59113" y="131334"/>
                </a:cubicBezTo>
                <a:lnTo>
                  <a:pt x="56095" y="131334"/>
                </a:lnTo>
                <a:lnTo>
                  <a:pt x="56095" y="101336"/>
                </a:lnTo>
                <a:lnTo>
                  <a:pt x="59113" y="101336"/>
                </a:lnTo>
                <a:cubicBezTo>
                  <a:pt x="60820" y="109902"/>
                  <a:pt x="64082" y="116358"/>
                  <a:pt x="68899" y="120702"/>
                </a:cubicBezTo>
                <a:cubicBezTo>
                  <a:pt x="73716" y="125046"/>
                  <a:pt x="79112" y="127218"/>
                  <a:pt x="85087" y="127218"/>
                </a:cubicBezTo>
                <a:cubicBezTo>
                  <a:pt x="89294" y="127218"/>
                  <a:pt x="92724" y="125985"/>
                  <a:pt x="95376" y="123520"/>
                </a:cubicBezTo>
                <a:cubicBezTo>
                  <a:pt x="98029" y="121052"/>
                  <a:pt x="99355" y="118083"/>
                  <a:pt x="99355" y="114611"/>
                </a:cubicBezTo>
                <a:cubicBezTo>
                  <a:pt x="99355" y="110408"/>
                  <a:pt x="97876" y="106876"/>
                  <a:pt x="94919" y="104014"/>
                </a:cubicBezTo>
                <a:cubicBezTo>
                  <a:pt x="91962" y="101152"/>
                  <a:pt x="86063" y="97529"/>
                  <a:pt x="77222" y="93144"/>
                </a:cubicBezTo>
                <a:cubicBezTo>
                  <a:pt x="68381" y="88758"/>
                  <a:pt x="62588" y="84799"/>
                  <a:pt x="59845" y="81266"/>
                </a:cubicBezTo>
                <a:cubicBezTo>
                  <a:pt x="57101" y="77795"/>
                  <a:pt x="55729" y="73409"/>
                  <a:pt x="55729" y="68111"/>
                </a:cubicBezTo>
                <a:cubicBezTo>
                  <a:pt x="55729" y="61228"/>
                  <a:pt x="58092" y="55473"/>
                  <a:pt x="62817" y="50845"/>
                </a:cubicBezTo>
                <a:cubicBezTo>
                  <a:pt x="67542" y="46215"/>
                  <a:pt x="73655" y="43900"/>
                  <a:pt x="81154" y="43900"/>
                </a:cubicBezTo>
                <a:cubicBezTo>
                  <a:pt x="84447" y="43900"/>
                  <a:pt x="88441" y="44601"/>
                  <a:pt x="93135" y="46003"/>
                </a:cubicBezTo>
                <a:cubicBezTo>
                  <a:pt x="96245" y="46918"/>
                  <a:pt x="98318" y="47375"/>
                  <a:pt x="99355" y="47375"/>
                </a:cubicBezTo>
                <a:cubicBezTo>
                  <a:pt x="100330" y="47375"/>
                  <a:pt x="101092" y="47162"/>
                  <a:pt x="101641" y="46735"/>
                </a:cubicBezTo>
                <a:cubicBezTo>
                  <a:pt x="102190" y="46308"/>
                  <a:pt x="102830" y="45363"/>
                  <a:pt x="103562" y="43900"/>
                </a:cubicBezTo>
                <a:lnTo>
                  <a:pt x="106580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852D6-D0A2-47CD-9EA6-EDBBC1AA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197467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21CBC-699B-4953-8505-84C71CF0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197467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96" name="Text speak">
            <a:extLst xmlns:a="http://schemas.openxmlformats.org/drawingml/2006/main">
              <a:ext uri="{FF2B5EF4-FFF2-40B4-BE49-F238E27FC236}">
                <a16:creationId xmlns:a16="http://schemas.microsoft.com/office/drawing/2014/main" id="{1EF59272-01A3-4AC5-81FC-BFC978D1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065" y="2055343"/>
            <a:ext cx="418448" cy="170112"/>
          </a:xfrm>
          <a:custGeom xmlns:a="http://schemas.openxmlformats.org/drawingml/2006/main">
            <a:pathLst>
              <a:path w="41844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1" y="43900"/>
                  <a:pt x="119597" y="43900"/>
                </a:cubicBezTo>
                <a:cubicBezTo>
                  <a:pt x="128011" y="43900"/>
                  <a:pt x="135023" y="47189"/>
                  <a:pt x="140633" y="53766"/>
                </a:cubicBezTo>
                <a:cubicBezTo>
                  <a:pt x="147523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8" y="164134"/>
                  <a:pt x="76017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9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5" y="57161"/>
                  <a:pt x="106549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5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8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1" y="115466"/>
                  <a:pt x="224042" y="122325"/>
                </a:cubicBezTo>
                <a:cubicBezTo>
                  <a:pt x="217884" y="129185"/>
                  <a:pt x="210171" y="132614"/>
                  <a:pt x="200904" y="132614"/>
                </a:cubicBezTo>
                <a:cubicBezTo>
                  <a:pt x="190843" y="132614"/>
                  <a:pt x="182231" y="128705"/>
                  <a:pt x="175067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6" y="72618"/>
                </a:lnTo>
                <a:cubicBezTo>
                  <a:pt x="215781" y="67252"/>
                  <a:pt x="215141" y="63472"/>
                  <a:pt x="214165" y="61277"/>
                </a:cubicBezTo>
                <a:cubicBezTo>
                  <a:pt x="212641" y="57863"/>
                  <a:pt x="210370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8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4" y="117981"/>
                </a:moveTo>
                <a:cubicBezTo>
                  <a:pt x="285257" y="124627"/>
                  <a:pt x="279861" y="128468"/>
                  <a:pt x="277666" y="129505"/>
                </a:cubicBezTo>
                <a:cubicBezTo>
                  <a:pt x="274373" y="131090"/>
                  <a:pt x="270867" y="131883"/>
                  <a:pt x="267148" y="131883"/>
                </a:cubicBezTo>
                <a:cubicBezTo>
                  <a:pt x="261356" y="131883"/>
                  <a:pt x="256584" y="129901"/>
                  <a:pt x="252835" y="125938"/>
                </a:cubicBezTo>
                <a:cubicBezTo>
                  <a:pt x="249085" y="121975"/>
                  <a:pt x="247210" y="116762"/>
                  <a:pt x="247210" y="110299"/>
                </a:cubicBezTo>
                <a:cubicBezTo>
                  <a:pt x="247210" y="106213"/>
                  <a:pt x="248125" y="102677"/>
                  <a:pt x="249954" y="99689"/>
                </a:cubicBezTo>
                <a:cubicBezTo>
                  <a:pt x="252454" y="95543"/>
                  <a:pt x="256798" y="91641"/>
                  <a:pt x="262987" y="87983"/>
                </a:cubicBezTo>
                <a:cubicBezTo>
                  <a:pt x="269175" y="84324"/>
                  <a:pt x="279464" y="79873"/>
                  <a:pt x="293854" y="74630"/>
                </a:cubicBezTo>
                <a:lnTo>
                  <a:pt x="293854" y="71337"/>
                </a:lnTo>
                <a:cubicBezTo>
                  <a:pt x="293854" y="62984"/>
                  <a:pt x="292528" y="57253"/>
                  <a:pt x="289875" y="54143"/>
                </a:cubicBezTo>
                <a:cubicBezTo>
                  <a:pt x="287223" y="51034"/>
                  <a:pt x="283366" y="49479"/>
                  <a:pt x="278306" y="49479"/>
                </a:cubicBezTo>
                <a:cubicBezTo>
                  <a:pt x="274465" y="49479"/>
                  <a:pt x="271416" y="50512"/>
                  <a:pt x="269160" y="52577"/>
                </a:cubicBezTo>
                <a:cubicBezTo>
                  <a:pt x="266843" y="54642"/>
                  <a:pt x="265685" y="57012"/>
                  <a:pt x="265685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4" y="73715"/>
                </a:cubicBezTo>
                <a:cubicBezTo>
                  <a:pt x="255838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4" y="54842"/>
                  <a:pt x="258459" y="50465"/>
                </a:cubicBezTo>
                <a:cubicBezTo>
                  <a:pt x="263825" y="46088"/>
                  <a:pt x="271355" y="43900"/>
                  <a:pt x="281050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1" y="52486"/>
                  <a:pt x="307298" y="56507"/>
                </a:cubicBezTo>
                <a:cubicBezTo>
                  <a:pt x="308396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7" y="113858"/>
                  <a:pt x="309402" y="115655"/>
                </a:cubicBezTo>
                <a:cubicBezTo>
                  <a:pt x="309706" y="117451"/>
                  <a:pt x="310209" y="118655"/>
                  <a:pt x="310911" y="119264"/>
                </a:cubicBezTo>
                <a:cubicBezTo>
                  <a:pt x="311612" y="119872"/>
                  <a:pt x="312420" y="120176"/>
                  <a:pt x="313334" y="120176"/>
                </a:cubicBezTo>
                <a:cubicBezTo>
                  <a:pt x="314310" y="120176"/>
                  <a:pt x="315163" y="119963"/>
                  <a:pt x="315895" y="119536"/>
                </a:cubicBezTo>
                <a:cubicBezTo>
                  <a:pt x="317175" y="118743"/>
                  <a:pt x="319645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6" y="130663"/>
                  <a:pt x="296597" y="128590"/>
                </a:cubicBezTo>
                <a:cubicBezTo>
                  <a:pt x="294829" y="126517"/>
                  <a:pt x="293915" y="122981"/>
                  <a:pt x="293854" y="117981"/>
                </a:cubicBezTo>
                <a:moveTo>
                  <a:pt x="293854" y="111985"/>
                </a:moveTo>
                <a:lnTo>
                  <a:pt x="293854" y="80209"/>
                </a:lnTo>
                <a:cubicBezTo>
                  <a:pt x="284647" y="83850"/>
                  <a:pt x="278702" y="86430"/>
                  <a:pt x="276019" y="87948"/>
                </a:cubicBezTo>
                <a:cubicBezTo>
                  <a:pt x="271203" y="90620"/>
                  <a:pt x="267758" y="93412"/>
                  <a:pt x="265685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6" y="113883"/>
                  <a:pt x="266508" y="116766"/>
                </a:cubicBezTo>
                <a:cubicBezTo>
                  <a:pt x="269129" y="119649"/>
                  <a:pt x="272148" y="121091"/>
                  <a:pt x="275562" y="121091"/>
                </a:cubicBezTo>
                <a:cubicBezTo>
                  <a:pt x="280196" y="121091"/>
                  <a:pt x="286293" y="118055"/>
                  <a:pt x="293854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6" y="58991"/>
                </a:cubicBezTo>
                <a:lnTo>
                  <a:pt x="369244" y="78837"/>
                </a:lnTo>
                <a:lnTo>
                  <a:pt x="390736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6" y="124904"/>
                  <a:pt x="410491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3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4" y="124754"/>
                  <a:pt x="358726" y="125483"/>
                </a:cubicBezTo>
                <a:cubicBezTo>
                  <a:pt x="360128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4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E6F20-C874-4D71-AD71-65953F50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197467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C8210-CA6F-443A-B4CC-C8E4797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197467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99" name="Text ings">
            <a:extLst xmlns:a="http://schemas.openxmlformats.org/drawingml/2006/main">
              <a:ext uri="{FF2B5EF4-FFF2-40B4-BE49-F238E27FC236}">
                <a16:creationId xmlns:a16="http://schemas.microsoft.com/office/drawing/2014/main" id="{1C433EE9-9A3F-4C2E-ADA3-D2CB4F5C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140" y="2055343"/>
            <a:ext cx="300197" cy="170478"/>
          </a:xfrm>
          <a:custGeom xmlns:a="http://schemas.openxmlformats.org/drawingml/2006/main">
            <a:pathLst>
              <a:path w="300197" h="170478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76856" y="61643"/>
                </a:moveTo>
                <a:cubicBezTo>
                  <a:pt x="86673" y="49814"/>
                  <a:pt x="96032" y="43900"/>
                  <a:pt x="104934" y="43900"/>
                </a:cubicBezTo>
                <a:cubicBezTo>
                  <a:pt x="109507" y="43900"/>
                  <a:pt x="113439" y="45041"/>
                  <a:pt x="116732" y="47324"/>
                </a:cubicBezTo>
                <a:cubicBezTo>
                  <a:pt x="120024" y="49605"/>
                  <a:pt x="122646" y="53361"/>
                  <a:pt x="124597" y="58593"/>
                </a:cubicBezTo>
                <a:cubicBezTo>
                  <a:pt x="125939" y="62242"/>
                  <a:pt x="126609" y="67839"/>
                  <a:pt x="126609" y="75384"/>
                </a:cubicBezTo>
                <a:lnTo>
                  <a:pt x="126609" y="111064"/>
                </a:lnTo>
                <a:cubicBezTo>
                  <a:pt x="126609" y="116358"/>
                  <a:pt x="127036" y="119947"/>
                  <a:pt x="127890" y="121834"/>
                </a:cubicBezTo>
                <a:cubicBezTo>
                  <a:pt x="128561" y="123354"/>
                  <a:pt x="129643" y="124540"/>
                  <a:pt x="131137" y="125392"/>
                </a:cubicBezTo>
                <a:cubicBezTo>
                  <a:pt x="132630" y="126244"/>
                  <a:pt x="135389" y="126670"/>
                  <a:pt x="139414" y="126670"/>
                </a:cubicBezTo>
                <a:lnTo>
                  <a:pt x="139414" y="130053"/>
                </a:lnTo>
                <a:lnTo>
                  <a:pt x="97983" y="130053"/>
                </a:lnTo>
                <a:lnTo>
                  <a:pt x="97983" y="126670"/>
                </a:lnTo>
                <a:lnTo>
                  <a:pt x="99721" y="126670"/>
                </a:lnTo>
                <a:cubicBezTo>
                  <a:pt x="103623" y="126670"/>
                  <a:pt x="106351" y="126078"/>
                  <a:pt x="107906" y="124895"/>
                </a:cubicBezTo>
                <a:cubicBezTo>
                  <a:pt x="109461" y="123711"/>
                  <a:pt x="110543" y="121968"/>
                  <a:pt x="111153" y="119664"/>
                </a:cubicBezTo>
                <a:cubicBezTo>
                  <a:pt x="111397" y="118754"/>
                  <a:pt x="111519" y="115902"/>
                  <a:pt x="111519" y="111110"/>
                </a:cubicBezTo>
                <a:lnTo>
                  <a:pt x="111519" y="76988"/>
                </a:lnTo>
                <a:cubicBezTo>
                  <a:pt x="111519" y="69406"/>
                  <a:pt x="110528" y="63902"/>
                  <a:pt x="108546" y="60474"/>
                </a:cubicBezTo>
                <a:cubicBezTo>
                  <a:pt x="106565" y="57046"/>
                  <a:pt x="103227" y="55332"/>
                  <a:pt x="98532" y="55332"/>
                </a:cubicBezTo>
                <a:cubicBezTo>
                  <a:pt x="91276" y="55332"/>
                  <a:pt x="84051" y="59275"/>
                  <a:pt x="76856" y="67162"/>
                </a:cubicBezTo>
                <a:lnTo>
                  <a:pt x="76856" y="111110"/>
                </a:lnTo>
                <a:cubicBezTo>
                  <a:pt x="76856" y="116752"/>
                  <a:pt x="77192" y="120240"/>
                  <a:pt x="77862" y="121574"/>
                </a:cubicBezTo>
                <a:cubicBezTo>
                  <a:pt x="78716" y="123332"/>
                  <a:pt x="79890" y="124621"/>
                  <a:pt x="81383" y="125441"/>
                </a:cubicBezTo>
                <a:cubicBezTo>
                  <a:pt x="82877" y="126260"/>
                  <a:pt x="85911" y="126670"/>
                  <a:pt x="90483" y="126670"/>
                </a:cubicBezTo>
                <a:lnTo>
                  <a:pt x="90483" y="130053"/>
                </a:lnTo>
                <a:lnTo>
                  <a:pt x="49053" y="130053"/>
                </a:lnTo>
                <a:lnTo>
                  <a:pt x="49053" y="126670"/>
                </a:lnTo>
                <a:lnTo>
                  <a:pt x="50882" y="126670"/>
                </a:lnTo>
                <a:cubicBezTo>
                  <a:pt x="55150" y="126670"/>
                  <a:pt x="58031" y="125590"/>
                  <a:pt x="59525" y="123431"/>
                </a:cubicBezTo>
                <a:cubicBezTo>
                  <a:pt x="61019" y="121271"/>
                  <a:pt x="61766" y="117148"/>
                  <a:pt x="61766" y="111064"/>
                </a:cubicBezTo>
                <a:lnTo>
                  <a:pt x="61766" y="80037"/>
                </a:lnTo>
                <a:cubicBezTo>
                  <a:pt x="61766" y="70000"/>
                  <a:pt x="61537" y="63886"/>
                  <a:pt x="61080" y="61697"/>
                </a:cubicBezTo>
                <a:cubicBezTo>
                  <a:pt x="60622" y="59506"/>
                  <a:pt x="59921" y="58015"/>
                  <a:pt x="58976" y="57224"/>
                </a:cubicBezTo>
                <a:cubicBezTo>
                  <a:pt x="58031" y="56433"/>
                  <a:pt x="56766" y="56038"/>
                  <a:pt x="55181" y="56038"/>
                </a:cubicBezTo>
                <a:cubicBezTo>
                  <a:pt x="53473" y="56038"/>
                  <a:pt x="51431" y="56494"/>
                  <a:pt x="49053" y="57407"/>
                </a:cubicBezTo>
                <a:lnTo>
                  <a:pt x="47681" y="54120"/>
                </a:lnTo>
                <a:lnTo>
                  <a:pt x="72924" y="43900"/>
                </a:lnTo>
                <a:lnTo>
                  <a:pt x="76856" y="43900"/>
                </a:lnTo>
                <a:lnTo>
                  <a:pt x="76856" y="61643"/>
                </a:lnTo>
                <a:close/>
                <a:moveTo>
                  <a:pt x="168497" y="99526"/>
                </a:moveTo>
                <a:cubicBezTo>
                  <a:pt x="163376" y="97030"/>
                  <a:pt x="159443" y="93545"/>
                  <a:pt x="156699" y="89069"/>
                </a:cubicBezTo>
                <a:cubicBezTo>
                  <a:pt x="153955" y="84593"/>
                  <a:pt x="152584" y="79645"/>
                  <a:pt x="152584" y="74224"/>
                </a:cubicBezTo>
                <a:cubicBezTo>
                  <a:pt x="152584" y="65943"/>
                  <a:pt x="155708" y="58819"/>
                  <a:pt x="161958" y="52851"/>
                </a:cubicBezTo>
                <a:cubicBezTo>
                  <a:pt x="168208" y="46884"/>
                  <a:pt x="176210" y="43900"/>
                  <a:pt x="185966" y="43900"/>
                </a:cubicBezTo>
                <a:cubicBezTo>
                  <a:pt x="193953" y="43900"/>
                  <a:pt x="200873" y="45851"/>
                  <a:pt x="206727" y="49753"/>
                </a:cubicBezTo>
                <a:lnTo>
                  <a:pt x="224470" y="49753"/>
                </a:lnTo>
                <a:cubicBezTo>
                  <a:pt x="227091" y="49753"/>
                  <a:pt x="228616" y="49828"/>
                  <a:pt x="229043" y="49979"/>
                </a:cubicBezTo>
                <a:cubicBezTo>
                  <a:pt x="229469" y="50130"/>
                  <a:pt x="229774" y="50386"/>
                  <a:pt x="229957" y="50748"/>
                </a:cubicBezTo>
                <a:cubicBezTo>
                  <a:pt x="230323" y="51291"/>
                  <a:pt x="230506" y="52256"/>
                  <a:pt x="230506" y="53643"/>
                </a:cubicBezTo>
                <a:cubicBezTo>
                  <a:pt x="230506" y="55209"/>
                  <a:pt x="230353" y="56294"/>
                  <a:pt x="230049" y="56898"/>
                </a:cubicBezTo>
                <a:cubicBezTo>
                  <a:pt x="229866" y="57199"/>
                  <a:pt x="229546" y="57440"/>
                  <a:pt x="229088" y="57621"/>
                </a:cubicBezTo>
                <a:cubicBezTo>
                  <a:pt x="228631" y="57802"/>
                  <a:pt x="227091" y="57893"/>
                  <a:pt x="224470" y="57893"/>
                </a:cubicBezTo>
                <a:lnTo>
                  <a:pt x="213586" y="57893"/>
                </a:lnTo>
                <a:cubicBezTo>
                  <a:pt x="217001" y="62293"/>
                  <a:pt x="218708" y="67913"/>
                  <a:pt x="218708" y="74756"/>
                </a:cubicBezTo>
                <a:cubicBezTo>
                  <a:pt x="218708" y="82575"/>
                  <a:pt x="215720" y="89265"/>
                  <a:pt x="209745" y="94825"/>
                </a:cubicBezTo>
                <a:cubicBezTo>
                  <a:pt x="203770" y="100385"/>
                  <a:pt x="195752" y="103165"/>
                  <a:pt x="185691" y="103165"/>
                </a:cubicBezTo>
                <a:cubicBezTo>
                  <a:pt x="181545" y="103165"/>
                  <a:pt x="177308" y="102543"/>
                  <a:pt x="172979" y="101298"/>
                </a:cubicBezTo>
                <a:cubicBezTo>
                  <a:pt x="170296" y="103613"/>
                  <a:pt x="168482" y="105640"/>
                  <a:pt x="167537" y="107378"/>
                </a:cubicBezTo>
                <a:cubicBezTo>
                  <a:pt x="166592" y="109113"/>
                  <a:pt x="166119" y="110590"/>
                  <a:pt x="166119" y="111808"/>
                </a:cubicBezTo>
                <a:cubicBezTo>
                  <a:pt x="166119" y="112844"/>
                  <a:pt x="166622" y="113850"/>
                  <a:pt x="167628" y="114826"/>
                </a:cubicBezTo>
                <a:cubicBezTo>
                  <a:pt x="168634" y="115799"/>
                  <a:pt x="170601" y="116500"/>
                  <a:pt x="173527" y="116926"/>
                </a:cubicBezTo>
                <a:cubicBezTo>
                  <a:pt x="175235" y="117170"/>
                  <a:pt x="179503" y="117384"/>
                  <a:pt x="186332" y="117567"/>
                </a:cubicBezTo>
                <a:cubicBezTo>
                  <a:pt x="198892" y="117870"/>
                  <a:pt x="207032" y="118295"/>
                  <a:pt x="210751" y="118844"/>
                </a:cubicBezTo>
                <a:cubicBezTo>
                  <a:pt x="216421" y="119637"/>
                  <a:pt x="220949" y="121739"/>
                  <a:pt x="224332" y="125152"/>
                </a:cubicBezTo>
                <a:cubicBezTo>
                  <a:pt x="227716" y="128563"/>
                  <a:pt x="229408" y="132766"/>
                  <a:pt x="229408" y="137762"/>
                </a:cubicBezTo>
                <a:cubicBezTo>
                  <a:pt x="229408" y="144646"/>
                  <a:pt x="226177" y="151104"/>
                  <a:pt x="219714" y="157137"/>
                </a:cubicBezTo>
                <a:cubicBezTo>
                  <a:pt x="210202" y="166031"/>
                  <a:pt x="197794" y="170478"/>
                  <a:pt x="182490" y="170478"/>
                </a:cubicBezTo>
                <a:cubicBezTo>
                  <a:pt x="170723" y="170478"/>
                  <a:pt x="160784" y="167829"/>
                  <a:pt x="152675" y="162533"/>
                </a:cubicBezTo>
                <a:cubicBezTo>
                  <a:pt x="148102" y="159488"/>
                  <a:pt x="145816" y="156321"/>
                  <a:pt x="145816" y="153032"/>
                </a:cubicBezTo>
                <a:cubicBezTo>
                  <a:pt x="145816" y="151573"/>
                  <a:pt x="146151" y="150112"/>
                  <a:pt x="146822" y="148651"/>
                </a:cubicBezTo>
                <a:cubicBezTo>
                  <a:pt x="147858" y="146397"/>
                  <a:pt x="149992" y="143261"/>
                  <a:pt x="153224" y="139242"/>
                </a:cubicBezTo>
                <a:cubicBezTo>
                  <a:pt x="153651" y="138695"/>
                  <a:pt x="156760" y="135408"/>
                  <a:pt x="162553" y="129379"/>
                </a:cubicBezTo>
                <a:cubicBezTo>
                  <a:pt x="159382" y="127487"/>
                  <a:pt x="157141" y="125793"/>
                  <a:pt x="155830" y="124297"/>
                </a:cubicBezTo>
                <a:cubicBezTo>
                  <a:pt x="154519" y="122802"/>
                  <a:pt x="153864" y="121108"/>
                  <a:pt x="153864" y="119216"/>
                </a:cubicBezTo>
                <a:cubicBezTo>
                  <a:pt x="153864" y="117078"/>
                  <a:pt x="154733" y="114574"/>
                  <a:pt x="156471" y="111705"/>
                </a:cubicBezTo>
                <a:cubicBezTo>
                  <a:pt x="158208" y="108835"/>
                  <a:pt x="162217" y="104776"/>
                  <a:pt x="168497" y="99526"/>
                </a:cubicBezTo>
                <a:moveTo>
                  <a:pt x="184411" y="48473"/>
                </a:moveTo>
                <a:cubicBezTo>
                  <a:pt x="179899" y="48473"/>
                  <a:pt x="176119" y="50262"/>
                  <a:pt x="173070" y="53840"/>
                </a:cubicBezTo>
                <a:cubicBezTo>
                  <a:pt x="170022" y="57417"/>
                  <a:pt x="168497" y="62904"/>
                  <a:pt x="168497" y="70303"/>
                </a:cubicBezTo>
                <a:cubicBezTo>
                  <a:pt x="168497" y="79885"/>
                  <a:pt x="170570" y="87313"/>
                  <a:pt x="174716" y="92587"/>
                </a:cubicBezTo>
                <a:cubicBezTo>
                  <a:pt x="177887" y="96590"/>
                  <a:pt x="181911" y="98592"/>
                  <a:pt x="186789" y="98592"/>
                </a:cubicBezTo>
                <a:cubicBezTo>
                  <a:pt x="191423" y="98592"/>
                  <a:pt x="195234" y="96864"/>
                  <a:pt x="198221" y="93407"/>
                </a:cubicBezTo>
                <a:cubicBezTo>
                  <a:pt x="201209" y="89951"/>
                  <a:pt x="202703" y="84524"/>
                  <a:pt x="202703" y="77125"/>
                </a:cubicBezTo>
                <a:cubicBezTo>
                  <a:pt x="202703" y="67484"/>
                  <a:pt x="200599" y="59934"/>
                  <a:pt x="196392" y="54475"/>
                </a:cubicBezTo>
                <a:cubicBezTo>
                  <a:pt x="193282" y="50473"/>
                  <a:pt x="189289" y="48473"/>
                  <a:pt x="184411" y="48473"/>
                </a:cubicBezTo>
                <a:moveTo>
                  <a:pt x="167583" y="130108"/>
                </a:moveTo>
                <a:cubicBezTo>
                  <a:pt x="164717" y="133212"/>
                  <a:pt x="162553" y="136102"/>
                  <a:pt x="161089" y="138779"/>
                </a:cubicBezTo>
                <a:cubicBezTo>
                  <a:pt x="159626" y="141458"/>
                  <a:pt x="158894" y="143924"/>
                  <a:pt x="158894" y="146176"/>
                </a:cubicBezTo>
                <a:cubicBezTo>
                  <a:pt x="158894" y="149097"/>
                  <a:pt x="160662" y="151653"/>
                  <a:pt x="164199" y="153844"/>
                </a:cubicBezTo>
                <a:cubicBezTo>
                  <a:pt x="170296" y="157617"/>
                  <a:pt x="179106" y="159503"/>
                  <a:pt x="190630" y="159503"/>
                </a:cubicBezTo>
                <a:cubicBezTo>
                  <a:pt x="201605" y="159503"/>
                  <a:pt x="209699" y="157570"/>
                  <a:pt x="214912" y="153704"/>
                </a:cubicBezTo>
                <a:cubicBezTo>
                  <a:pt x="220125" y="149840"/>
                  <a:pt x="222732" y="145718"/>
                  <a:pt x="222732" y="141337"/>
                </a:cubicBezTo>
                <a:cubicBezTo>
                  <a:pt x="222732" y="138172"/>
                  <a:pt x="221177" y="135920"/>
                  <a:pt x="218068" y="134581"/>
                </a:cubicBezTo>
                <a:cubicBezTo>
                  <a:pt x="214897" y="133241"/>
                  <a:pt x="208617" y="132450"/>
                  <a:pt x="199227" y="132208"/>
                </a:cubicBezTo>
                <a:cubicBezTo>
                  <a:pt x="185509" y="131843"/>
                  <a:pt x="174960" y="131142"/>
                  <a:pt x="167583" y="130108"/>
                </a:cubicBezTo>
                <a:close/>
                <a:moveTo>
                  <a:pt x="293886" y="43900"/>
                </a:moveTo>
                <a:lnTo>
                  <a:pt x="293886" y="72252"/>
                </a:lnTo>
                <a:lnTo>
                  <a:pt x="290868" y="72252"/>
                </a:lnTo>
                <a:cubicBezTo>
                  <a:pt x="288551" y="63360"/>
                  <a:pt x="285579" y="57311"/>
                  <a:pt x="281951" y="54106"/>
                </a:cubicBezTo>
                <a:cubicBezTo>
                  <a:pt x="278323" y="50899"/>
                  <a:pt x="273705" y="49296"/>
                  <a:pt x="268095" y="49296"/>
                </a:cubicBezTo>
                <a:cubicBezTo>
                  <a:pt x="263827" y="49296"/>
                  <a:pt x="260382" y="50423"/>
                  <a:pt x="257760" y="52677"/>
                </a:cubicBezTo>
                <a:cubicBezTo>
                  <a:pt x="255139" y="54929"/>
                  <a:pt x="253828" y="57426"/>
                  <a:pt x="253828" y="60168"/>
                </a:cubicBezTo>
                <a:cubicBezTo>
                  <a:pt x="253828" y="63579"/>
                  <a:pt x="254803" y="66502"/>
                  <a:pt x="256754" y="68937"/>
                </a:cubicBezTo>
                <a:cubicBezTo>
                  <a:pt x="258645" y="71435"/>
                  <a:pt x="262486" y="74084"/>
                  <a:pt x="268278" y="76885"/>
                </a:cubicBezTo>
                <a:lnTo>
                  <a:pt x="281631" y="83373"/>
                </a:lnTo>
                <a:cubicBezTo>
                  <a:pt x="294008" y="89401"/>
                  <a:pt x="300197" y="97350"/>
                  <a:pt x="300197" y="107218"/>
                </a:cubicBezTo>
                <a:cubicBezTo>
                  <a:pt x="300197" y="114830"/>
                  <a:pt x="297316" y="120966"/>
                  <a:pt x="291554" y="125626"/>
                </a:cubicBezTo>
                <a:cubicBezTo>
                  <a:pt x="285792" y="130285"/>
                  <a:pt x="279345" y="132614"/>
                  <a:pt x="272211" y="132614"/>
                </a:cubicBezTo>
                <a:cubicBezTo>
                  <a:pt x="267089" y="132614"/>
                  <a:pt x="261236" y="131700"/>
                  <a:pt x="254651" y="129871"/>
                </a:cubicBezTo>
                <a:cubicBezTo>
                  <a:pt x="252639" y="129261"/>
                  <a:pt x="250993" y="128956"/>
                  <a:pt x="249712" y="128956"/>
                </a:cubicBezTo>
                <a:cubicBezTo>
                  <a:pt x="248310" y="128956"/>
                  <a:pt x="247212" y="129749"/>
                  <a:pt x="246420" y="131334"/>
                </a:cubicBezTo>
                <a:lnTo>
                  <a:pt x="243402" y="131334"/>
                </a:lnTo>
                <a:lnTo>
                  <a:pt x="243402" y="101336"/>
                </a:lnTo>
                <a:lnTo>
                  <a:pt x="246420" y="101336"/>
                </a:lnTo>
                <a:cubicBezTo>
                  <a:pt x="248127" y="109902"/>
                  <a:pt x="251389" y="116358"/>
                  <a:pt x="256206" y="120702"/>
                </a:cubicBezTo>
                <a:cubicBezTo>
                  <a:pt x="261022" y="125046"/>
                  <a:pt x="266418" y="127218"/>
                  <a:pt x="272394" y="127218"/>
                </a:cubicBezTo>
                <a:cubicBezTo>
                  <a:pt x="276601" y="127218"/>
                  <a:pt x="280030" y="125985"/>
                  <a:pt x="282683" y="123520"/>
                </a:cubicBezTo>
                <a:cubicBezTo>
                  <a:pt x="285335" y="121052"/>
                  <a:pt x="286661" y="118083"/>
                  <a:pt x="286661" y="114611"/>
                </a:cubicBezTo>
                <a:cubicBezTo>
                  <a:pt x="286661" y="110408"/>
                  <a:pt x="285183" y="106876"/>
                  <a:pt x="282225" y="104014"/>
                </a:cubicBezTo>
                <a:cubicBezTo>
                  <a:pt x="279268" y="101152"/>
                  <a:pt x="273369" y="97529"/>
                  <a:pt x="264528" y="93144"/>
                </a:cubicBezTo>
                <a:cubicBezTo>
                  <a:pt x="255687" y="88758"/>
                  <a:pt x="249895" y="84799"/>
                  <a:pt x="247151" y="81266"/>
                </a:cubicBezTo>
                <a:cubicBezTo>
                  <a:pt x="244408" y="77795"/>
                  <a:pt x="243036" y="73409"/>
                  <a:pt x="243036" y="68111"/>
                </a:cubicBezTo>
                <a:cubicBezTo>
                  <a:pt x="243036" y="61228"/>
                  <a:pt x="245398" y="55473"/>
                  <a:pt x="250124" y="50845"/>
                </a:cubicBezTo>
                <a:cubicBezTo>
                  <a:pt x="254849" y="46215"/>
                  <a:pt x="260961" y="43900"/>
                  <a:pt x="268461" y="43900"/>
                </a:cubicBezTo>
                <a:cubicBezTo>
                  <a:pt x="271754" y="43900"/>
                  <a:pt x="275747" y="44601"/>
                  <a:pt x="280442" y="46003"/>
                </a:cubicBezTo>
                <a:cubicBezTo>
                  <a:pt x="283552" y="46918"/>
                  <a:pt x="285625" y="47375"/>
                  <a:pt x="286661" y="47375"/>
                </a:cubicBezTo>
                <a:cubicBezTo>
                  <a:pt x="287637" y="47375"/>
                  <a:pt x="288399" y="47162"/>
                  <a:pt x="288948" y="46735"/>
                </a:cubicBezTo>
                <a:cubicBezTo>
                  <a:pt x="289496" y="46308"/>
                  <a:pt x="290137" y="45363"/>
                  <a:pt x="290868" y="43900"/>
                </a:cubicBezTo>
                <a:lnTo>
                  <a:pt x="293886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65057-0EB1-42EB-939B-FA4E2593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197467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6C634-72BF-44A3-AD66-E97BBB90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197467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02" name="Text in">
            <a:extLst xmlns:a="http://schemas.openxmlformats.org/drawingml/2006/main">
              <a:ext uri="{FF2B5EF4-FFF2-40B4-BE49-F238E27FC236}">
                <a16:creationId xmlns:a16="http://schemas.microsoft.com/office/drawing/2014/main" id="{4E49DEBA-3D1E-4FC2-AC12-799B4C4C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83" y="2055343"/>
            <a:ext cx="139414" cy="130053"/>
          </a:xfrm>
          <a:custGeom xmlns:a="http://schemas.openxmlformats.org/drawingml/2006/main">
            <a:pathLst>
              <a:path w="139414" h="130053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76856" y="61643"/>
                </a:moveTo>
                <a:cubicBezTo>
                  <a:pt x="86673" y="49814"/>
                  <a:pt x="96032" y="43900"/>
                  <a:pt x="104934" y="43900"/>
                </a:cubicBezTo>
                <a:cubicBezTo>
                  <a:pt x="109507" y="43900"/>
                  <a:pt x="113439" y="45041"/>
                  <a:pt x="116732" y="47324"/>
                </a:cubicBezTo>
                <a:cubicBezTo>
                  <a:pt x="120024" y="49605"/>
                  <a:pt x="122646" y="53361"/>
                  <a:pt x="124597" y="58593"/>
                </a:cubicBezTo>
                <a:cubicBezTo>
                  <a:pt x="125939" y="62242"/>
                  <a:pt x="126609" y="67839"/>
                  <a:pt x="126609" y="75384"/>
                </a:cubicBezTo>
                <a:lnTo>
                  <a:pt x="126609" y="111064"/>
                </a:lnTo>
                <a:cubicBezTo>
                  <a:pt x="126609" y="116358"/>
                  <a:pt x="127036" y="119947"/>
                  <a:pt x="127890" y="121834"/>
                </a:cubicBezTo>
                <a:cubicBezTo>
                  <a:pt x="128561" y="123354"/>
                  <a:pt x="129643" y="124540"/>
                  <a:pt x="131137" y="125392"/>
                </a:cubicBezTo>
                <a:cubicBezTo>
                  <a:pt x="132630" y="126244"/>
                  <a:pt x="135389" y="126670"/>
                  <a:pt x="139414" y="126670"/>
                </a:cubicBezTo>
                <a:lnTo>
                  <a:pt x="139414" y="130053"/>
                </a:lnTo>
                <a:lnTo>
                  <a:pt x="97983" y="130053"/>
                </a:lnTo>
                <a:lnTo>
                  <a:pt x="97983" y="126670"/>
                </a:lnTo>
                <a:lnTo>
                  <a:pt x="99721" y="126670"/>
                </a:lnTo>
                <a:cubicBezTo>
                  <a:pt x="103623" y="126670"/>
                  <a:pt x="106351" y="126078"/>
                  <a:pt x="107906" y="124895"/>
                </a:cubicBezTo>
                <a:cubicBezTo>
                  <a:pt x="109461" y="123711"/>
                  <a:pt x="110543" y="121968"/>
                  <a:pt x="111153" y="119664"/>
                </a:cubicBezTo>
                <a:cubicBezTo>
                  <a:pt x="111397" y="118754"/>
                  <a:pt x="111519" y="115902"/>
                  <a:pt x="111519" y="111110"/>
                </a:cubicBezTo>
                <a:lnTo>
                  <a:pt x="111519" y="76988"/>
                </a:lnTo>
                <a:cubicBezTo>
                  <a:pt x="111519" y="69406"/>
                  <a:pt x="110528" y="63902"/>
                  <a:pt x="108546" y="60474"/>
                </a:cubicBezTo>
                <a:cubicBezTo>
                  <a:pt x="106565" y="57046"/>
                  <a:pt x="103227" y="55332"/>
                  <a:pt x="98532" y="55332"/>
                </a:cubicBezTo>
                <a:cubicBezTo>
                  <a:pt x="91276" y="55332"/>
                  <a:pt x="84051" y="59275"/>
                  <a:pt x="76856" y="67162"/>
                </a:cubicBezTo>
                <a:lnTo>
                  <a:pt x="76856" y="111110"/>
                </a:lnTo>
                <a:cubicBezTo>
                  <a:pt x="76856" y="116752"/>
                  <a:pt x="77192" y="120240"/>
                  <a:pt x="77862" y="121574"/>
                </a:cubicBezTo>
                <a:cubicBezTo>
                  <a:pt x="78716" y="123332"/>
                  <a:pt x="79890" y="124621"/>
                  <a:pt x="81383" y="125441"/>
                </a:cubicBezTo>
                <a:cubicBezTo>
                  <a:pt x="82877" y="126260"/>
                  <a:pt x="85911" y="126670"/>
                  <a:pt x="90483" y="126670"/>
                </a:cubicBezTo>
                <a:lnTo>
                  <a:pt x="90483" y="130053"/>
                </a:lnTo>
                <a:lnTo>
                  <a:pt x="49053" y="130053"/>
                </a:lnTo>
                <a:lnTo>
                  <a:pt x="49053" y="126670"/>
                </a:lnTo>
                <a:lnTo>
                  <a:pt x="50882" y="126670"/>
                </a:lnTo>
                <a:cubicBezTo>
                  <a:pt x="55150" y="126670"/>
                  <a:pt x="58031" y="125590"/>
                  <a:pt x="59525" y="123431"/>
                </a:cubicBezTo>
                <a:cubicBezTo>
                  <a:pt x="61019" y="121271"/>
                  <a:pt x="61766" y="117148"/>
                  <a:pt x="61766" y="111064"/>
                </a:cubicBezTo>
                <a:lnTo>
                  <a:pt x="61766" y="80037"/>
                </a:lnTo>
                <a:cubicBezTo>
                  <a:pt x="61766" y="70000"/>
                  <a:pt x="61537" y="63886"/>
                  <a:pt x="61080" y="61697"/>
                </a:cubicBezTo>
                <a:cubicBezTo>
                  <a:pt x="60622" y="59506"/>
                  <a:pt x="59921" y="58015"/>
                  <a:pt x="58976" y="57224"/>
                </a:cubicBezTo>
                <a:cubicBezTo>
                  <a:pt x="58031" y="56433"/>
                  <a:pt x="56766" y="56038"/>
                  <a:pt x="55181" y="56038"/>
                </a:cubicBezTo>
                <a:cubicBezTo>
                  <a:pt x="53473" y="56038"/>
                  <a:pt x="51431" y="56494"/>
                  <a:pt x="49053" y="57407"/>
                </a:cubicBezTo>
                <a:lnTo>
                  <a:pt x="47681" y="54120"/>
                </a:lnTo>
                <a:lnTo>
                  <a:pt x="72924" y="43900"/>
                </a:lnTo>
                <a:lnTo>
                  <a:pt x="76856" y="43900"/>
                </a:lnTo>
                <a:lnTo>
                  <a:pt x="76856" y="616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461A8-A4F0-4746-8E77-7CE41FAE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197467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676E6-9808-4483-B2D2-AFCAA034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197467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05" name="Text ers">
            <a:extLst xmlns:a="http://schemas.openxmlformats.org/drawingml/2006/main">
              <a:ext uri="{FF2B5EF4-FFF2-40B4-BE49-F238E27FC236}">
                <a16:creationId xmlns:a16="http://schemas.microsoft.com/office/drawing/2014/main" id="{7BF584E6-54F8-4959-BD81-8095779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227" y="2099243"/>
            <a:ext cx="204893" cy="88714"/>
          </a:xfrm>
          <a:custGeom xmlns:a="http://schemas.openxmlformats.org/drawingml/2006/main">
            <a:pathLst>
              <a:path w="204893" h="88714">
                <a:moveTo>
                  <a:pt x="12987" y="34022"/>
                </a:moveTo>
                <a:cubicBezTo>
                  <a:pt x="12926" y="46432"/>
                  <a:pt x="15944" y="56166"/>
                  <a:pt x="22041" y="63223"/>
                </a:cubicBezTo>
                <a:cubicBezTo>
                  <a:pt x="28139" y="70279"/>
                  <a:pt x="35303" y="73807"/>
                  <a:pt x="43534" y="73807"/>
                </a:cubicBezTo>
                <a:cubicBezTo>
                  <a:pt x="49022" y="73807"/>
                  <a:pt x="53793" y="72298"/>
                  <a:pt x="57847" y="69280"/>
                </a:cubicBezTo>
                <a:cubicBezTo>
                  <a:pt x="61902" y="66261"/>
                  <a:pt x="65301" y="61094"/>
                  <a:pt x="68045" y="53777"/>
                </a:cubicBezTo>
                <a:lnTo>
                  <a:pt x="70880" y="55607"/>
                </a:lnTo>
                <a:cubicBezTo>
                  <a:pt x="69600" y="63960"/>
                  <a:pt x="65880" y="71566"/>
                  <a:pt x="59722" y="78425"/>
                </a:cubicBezTo>
                <a:cubicBezTo>
                  <a:pt x="53564" y="85285"/>
                  <a:pt x="45851" y="88714"/>
                  <a:pt x="36583" y="88714"/>
                </a:cubicBezTo>
                <a:cubicBezTo>
                  <a:pt x="26523" y="88714"/>
                  <a:pt x="17911" y="84806"/>
                  <a:pt x="10746" y="76988"/>
                </a:cubicBezTo>
                <a:cubicBezTo>
                  <a:pt x="3582" y="69168"/>
                  <a:pt x="0" y="58656"/>
                  <a:pt x="0" y="45452"/>
                </a:cubicBezTo>
                <a:cubicBezTo>
                  <a:pt x="0" y="31154"/>
                  <a:pt x="3674" y="20005"/>
                  <a:pt x="11021" y="12004"/>
                </a:cubicBezTo>
                <a:cubicBezTo>
                  <a:pt x="18368" y="4001"/>
                  <a:pt x="27590" y="0"/>
                  <a:pt x="38687" y="0"/>
                </a:cubicBezTo>
                <a:cubicBezTo>
                  <a:pt x="48076" y="0"/>
                  <a:pt x="55789" y="3087"/>
                  <a:pt x="61826" y="9260"/>
                </a:cubicBezTo>
                <a:cubicBezTo>
                  <a:pt x="67862" y="15432"/>
                  <a:pt x="70880" y="23686"/>
                  <a:pt x="70880" y="34022"/>
                </a:cubicBezTo>
                <a:lnTo>
                  <a:pt x="12987" y="34022"/>
                </a:lnTo>
                <a:moveTo>
                  <a:pt x="12987" y="28718"/>
                </a:moveTo>
                <a:lnTo>
                  <a:pt x="51765" y="28718"/>
                </a:lnTo>
                <a:cubicBezTo>
                  <a:pt x="51460" y="23352"/>
                  <a:pt x="50820" y="19572"/>
                  <a:pt x="49845" y="17377"/>
                </a:cubicBezTo>
                <a:cubicBezTo>
                  <a:pt x="48320" y="13963"/>
                  <a:pt x="46049" y="11280"/>
                  <a:pt x="43031" y="9329"/>
                </a:cubicBezTo>
                <a:cubicBezTo>
                  <a:pt x="40013" y="7378"/>
                  <a:pt x="36858" y="6402"/>
                  <a:pt x="33565" y="6402"/>
                </a:cubicBezTo>
                <a:cubicBezTo>
                  <a:pt x="28504" y="6402"/>
                  <a:pt x="23977" y="8368"/>
                  <a:pt x="19984" y="12301"/>
                </a:cubicBezTo>
                <a:cubicBezTo>
                  <a:pt x="15990" y="16234"/>
                  <a:pt x="13658" y="21706"/>
                  <a:pt x="12987" y="28718"/>
                </a:cubicBezTo>
                <a:close/>
                <a:moveTo>
                  <a:pt x="106578" y="0"/>
                </a:moveTo>
                <a:lnTo>
                  <a:pt x="106578" y="18840"/>
                </a:lnTo>
                <a:cubicBezTo>
                  <a:pt x="113589" y="6280"/>
                  <a:pt x="120784" y="0"/>
                  <a:pt x="128162" y="0"/>
                </a:cubicBezTo>
                <a:cubicBezTo>
                  <a:pt x="131515" y="0"/>
                  <a:pt x="134289" y="1021"/>
                  <a:pt x="136484" y="3064"/>
                </a:cubicBezTo>
                <a:cubicBezTo>
                  <a:pt x="138679" y="5106"/>
                  <a:pt x="139777" y="7469"/>
                  <a:pt x="139777" y="10152"/>
                </a:cubicBezTo>
                <a:cubicBezTo>
                  <a:pt x="139777" y="12530"/>
                  <a:pt x="138984" y="14542"/>
                  <a:pt x="137399" y="16188"/>
                </a:cubicBezTo>
                <a:cubicBezTo>
                  <a:pt x="135814" y="17834"/>
                  <a:pt x="133924" y="18657"/>
                  <a:pt x="131729" y="18657"/>
                </a:cubicBezTo>
                <a:cubicBezTo>
                  <a:pt x="129595" y="18657"/>
                  <a:pt x="127201" y="17606"/>
                  <a:pt x="124549" y="15502"/>
                </a:cubicBezTo>
                <a:cubicBezTo>
                  <a:pt x="121897" y="13399"/>
                  <a:pt x="119931" y="12347"/>
                  <a:pt x="118650" y="12347"/>
                </a:cubicBezTo>
                <a:cubicBezTo>
                  <a:pt x="117553" y="12347"/>
                  <a:pt x="116364" y="12955"/>
                  <a:pt x="115083" y="14170"/>
                </a:cubicBezTo>
                <a:cubicBezTo>
                  <a:pt x="112340" y="16664"/>
                  <a:pt x="109504" y="20770"/>
                  <a:pt x="106578" y="26486"/>
                </a:cubicBezTo>
                <a:lnTo>
                  <a:pt x="106578" y="66533"/>
                </a:lnTo>
                <a:cubicBezTo>
                  <a:pt x="106578" y="71153"/>
                  <a:pt x="107157" y="74650"/>
                  <a:pt x="108315" y="77022"/>
                </a:cubicBezTo>
                <a:cubicBezTo>
                  <a:pt x="109108" y="78664"/>
                  <a:pt x="110510" y="80033"/>
                  <a:pt x="112522" y="81129"/>
                </a:cubicBezTo>
                <a:cubicBezTo>
                  <a:pt x="114535" y="82223"/>
                  <a:pt x="117431" y="82770"/>
                  <a:pt x="121211" y="82770"/>
                </a:cubicBezTo>
                <a:lnTo>
                  <a:pt x="121211" y="86154"/>
                </a:lnTo>
                <a:lnTo>
                  <a:pt x="78317" y="86154"/>
                </a:lnTo>
                <a:lnTo>
                  <a:pt x="78317" y="82770"/>
                </a:lnTo>
                <a:cubicBezTo>
                  <a:pt x="82585" y="82770"/>
                  <a:pt x="85756" y="82101"/>
                  <a:pt x="87829" y="80763"/>
                </a:cubicBezTo>
                <a:cubicBezTo>
                  <a:pt x="89353" y="79790"/>
                  <a:pt x="90420" y="78238"/>
                  <a:pt x="91030" y="76107"/>
                </a:cubicBezTo>
                <a:cubicBezTo>
                  <a:pt x="91335" y="75073"/>
                  <a:pt x="91487" y="72122"/>
                  <a:pt x="91487" y="67256"/>
                </a:cubicBezTo>
                <a:lnTo>
                  <a:pt x="91487" y="34860"/>
                </a:lnTo>
                <a:cubicBezTo>
                  <a:pt x="91487" y="25125"/>
                  <a:pt x="91289" y="19331"/>
                  <a:pt x="90893" y="17477"/>
                </a:cubicBezTo>
                <a:cubicBezTo>
                  <a:pt x="90496" y="15621"/>
                  <a:pt x="89765" y="14267"/>
                  <a:pt x="88698" y="13416"/>
                </a:cubicBezTo>
                <a:cubicBezTo>
                  <a:pt x="87631" y="12564"/>
                  <a:pt x="86304" y="12138"/>
                  <a:pt x="84719" y="12138"/>
                </a:cubicBezTo>
                <a:cubicBezTo>
                  <a:pt x="82829" y="12138"/>
                  <a:pt x="80695" y="12595"/>
                  <a:pt x="78317" y="13507"/>
                </a:cubicBezTo>
                <a:lnTo>
                  <a:pt x="77403" y="10220"/>
                </a:lnTo>
                <a:lnTo>
                  <a:pt x="102736" y="0"/>
                </a:lnTo>
                <a:lnTo>
                  <a:pt x="106578" y="0"/>
                </a:lnTo>
                <a:close/>
                <a:moveTo>
                  <a:pt x="198583" y="0"/>
                </a:moveTo>
                <a:lnTo>
                  <a:pt x="198583" y="28352"/>
                </a:lnTo>
                <a:lnTo>
                  <a:pt x="195565" y="28352"/>
                </a:lnTo>
                <a:cubicBezTo>
                  <a:pt x="193248" y="19460"/>
                  <a:pt x="190275" y="13411"/>
                  <a:pt x="186647" y="10206"/>
                </a:cubicBezTo>
                <a:cubicBezTo>
                  <a:pt x="183020" y="6999"/>
                  <a:pt x="178401" y="5396"/>
                  <a:pt x="172792" y="5396"/>
                </a:cubicBezTo>
                <a:cubicBezTo>
                  <a:pt x="168524" y="5396"/>
                  <a:pt x="165079" y="6523"/>
                  <a:pt x="162457" y="8777"/>
                </a:cubicBezTo>
                <a:cubicBezTo>
                  <a:pt x="159835" y="11029"/>
                  <a:pt x="158524" y="13526"/>
                  <a:pt x="158524" y="16268"/>
                </a:cubicBezTo>
                <a:cubicBezTo>
                  <a:pt x="158524" y="19679"/>
                  <a:pt x="159500" y="22602"/>
                  <a:pt x="161451" y="25037"/>
                </a:cubicBezTo>
                <a:cubicBezTo>
                  <a:pt x="163341" y="27535"/>
                  <a:pt x="167182" y="30184"/>
                  <a:pt x="172974" y="32985"/>
                </a:cubicBezTo>
                <a:lnTo>
                  <a:pt x="186327" y="39473"/>
                </a:lnTo>
                <a:cubicBezTo>
                  <a:pt x="198705" y="45501"/>
                  <a:pt x="204893" y="53450"/>
                  <a:pt x="204893" y="63318"/>
                </a:cubicBezTo>
                <a:cubicBezTo>
                  <a:pt x="204893" y="70930"/>
                  <a:pt x="202012" y="77066"/>
                  <a:pt x="196251" y="81726"/>
                </a:cubicBezTo>
                <a:cubicBezTo>
                  <a:pt x="190489" y="86385"/>
                  <a:pt x="184041" y="88714"/>
                  <a:pt x="176907" y="88714"/>
                </a:cubicBezTo>
                <a:cubicBezTo>
                  <a:pt x="171786" y="88714"/>
                  <a:pt x="165932" y="87800"/>
                  <a:pt x="159347" y="85971"/>
                </a:cubicBezTo>
                <a:cubicBezTo>
                  <a:pt x="157335" y="85361"/>
                  <a:pt x="155689" y="85056"/>
                  <a:pt x="154408" y="85056"/>
                </a:cubicBezTo>
                <a:cubicBezTo>
                  <a:pt x="153006" y="85056"/>
                  <a:pt x="151909" y="85849"/>
                  <a:pt x="151116" y="87434"/>
                </a:cubicBezTo>
                <a:lnTo>
                  <a:pt x="148098" y="87434"/>
                </a:lnTo>
                <a:lnTo>
                  <a:pt x="148098" y="57436"/>
                </a:lnTo>
                <a:lnTo>
                  <a:pt x="151116" y="57436"/>
                </a:lnTo>
                <a:cubicBezTo>
                  <a:pt x="152823" y="66002"/>
                  <a:pt x="156085" y="72458"/>
                  <a:pt x="160902" y="76802"/>
                </a:cubicBezTo>
                <a:cubicBezTo>
                  <a:pt x="165719" y="81146"/>
                  <a:pt x="171115" y="83318"/>
                  <a:pt x="177090" y="83318"/>
                </a:cubicBezTo>
                <a:cubicBezTo>
                  <a:pt x="181297" y="83318"/>
                  <a:pt x="184727" y="82086"/>
                  <a:pt x="187379" y="79620"/>
                </a:cubicBezTo>
                <a:cubicBezTo>
                  <a:pt x="190031" y="77153"/>
                  <a:pt x="191358" y="74183"/>
                  <a:pt x="191358" y="70711"/>
                </a:cubicBezTo>
                <a:cubicBezTo>
                  <a:pt x="191358" y="66508"/>
                  <a:pt x="189879" y="62976"/>
                  <a:pt x="186922" y="60114"/>
                </a:cubicBezTo>
                <a:cubicBezTo>
                  <a:pt x="183965" y="57252"/>
                  <a:pt x="178066" y="53629"/>
                  <a:pt x="169225" y="49244"/>
                </a:cubicBezTo>
                <a:cubicBezTo>
                  <a:pt x="160384" y="44858"/>
                  <a:pt x="154591" y="40899"/>
                  <a:pt x="151848" y="37366"/>
                </a:cubicBezTo>
                <a:cubicBezTo>
                  <a:pt x="149104" y="33895"/>
                  <a:pt x="147732" y="29510"/>
                  <a:pt x="147732" y="24211"/>
                </a:cubicBezTo>
                <a:cubicBezTo>
                  <a:pt x="147732" y="17328"/>
                  <a:pt x="150095" y="11573"/>
                  <a:pt x="154820" y="6945"/>
                </a:cubicBezTo>
                <a:cubicBezTo>
                  <a:pt x="159545" y="2315"/>
                  <a:pt x="165658" y="0"/>
                  <a:pt x="173157" y="0"/>
                </a:cubicBezTo>
                <a:cubicBezTo>
                  <a:pt x="176450" y="0"/>
                  <a:pt x="180444" y="701"/>
                  <a:pt x="185138" y="2104"/>
                </a:cubicBezTo>
                <a:cubicBezTo>
                  <a:pt x="188248" y="3018"/>
                  <a:pt x="190321" y="3475"/>
                  <a:pt x="191358" y="3475"/>
                </a:cubicBezTo>
                <a:cubicBezTo>
                  <a:pt x="192333" y="3475"/>
                  <a:pt x="193095" y="3262"/>
                  <a:pt x="193644" y="2835"/>
                </a:cubicBezTo>
                <a:cubicBezTo>
                  <a:pt x="194193" y="2408"/>
                  <a:pt x="194833" y="1463"/>
                  <a:pt x="195565" y="0"/>
                </a:cubicBezTo>
                <a:lnTo>
                  <a:pt x="19858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29565-8D2F-45A7-ACB7-246C843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721" y="253659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94C0A-D826-4E32-A4AD-2F24B75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721" y="253659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08" name="Text speak">
            <a:extLst xmlns:a="http://schemas.openxmlformats.org/drawingml/2006/main">
              <a:ext uri="{FF2B5EF4-FFF2-40B4-BE49-F238E27FC236}">
                <a16:creationId xmlns:a16="http://schemas.microsoft.com/office/drawing/2014/main" id="{D20077FC-A0CD-4BA3-817C-082BDCDD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079" y="2617262"/>
            <a:ext cx="418448" cy="170112"/>
          </a:xfrm>
          <a:custGeom xmlns:a="http://schemas.openxmlformats.org/drawingml/2006/main">
            <a:pathLst>
              <a:path w="41844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4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0" y="43900"/>
                  <a:pt x="119597" y="43900"/>
                </a:cubicBezTo>
                <a:cubicBezTo>
                  <a:pt x="128011" y="43900"/>
                  <a:pt x="135023" y="47189"/>
                  <a:pt x="140632" y="53766"/>
                </a:cubicBezTo>
                <a:cubicBezTo>
                  <a:pt x="147522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8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0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2" y="166728"/>
                </a:lnTo>
                <a:cubicBezTo>
                  <a:pt x="68716" y="166789"/>
                  <a:pt x="71582" y="166148"/>
                  <a:pt x="73959" y="164805"/>
                </a:cubicBezTo>
                <a:cubicBezTo>
                  <a:pt x="75118" y="164134"/>
                  <a:pt x="76017" y="163051"/>
                  <a:pt x="76657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8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6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3" y="127127"/>
                </a:cubicBezTo>
                <a:cubicBezTo>
                  <a:pt x="118561" y="127127"/>
                  <a:pt x="123499" y="124752"/>
                  <a:pt x="127280" y="120002"/>
                </a:cubicBezTo>
                <a:cubicBezTo>
                  <a:pt x="132218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1" y="59536"/>
                  <a:pt x="117737" y="57161"/>
                  <a:pt x="112372" y="57161"/>
                </a:cubicBezTo>
                <a:cubicBezTo>
                  <a:pt x="109445" y="57161"/>
                  <a:pt x="106549" y="57892"/>
                  <a:pt x="103683" y="59353"/>
                </a:cubicBezTo>
                <a:cubicBezTo>
                  <a:pt x="101488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79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699" y="55393"/>
                  <a:pt x="390736" y="58991"/>
                </a:cubicBezTo>
                <a:lnTo>
                  <a:pt x="369244" y="78837"/>
                </a:lnTo>
                <a:lnTo>
                  <a:pt x="390736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5" y="123047"/>
                  <a:pt x="408296" y="124904"/>
                  <a:pt x="410491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2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4" y="124754"/>
                  <a:pt x="358726" y="125483"/>
                </a:cubicBezTo>
                <a:cubicBezTo>
                  <a:pt x="360128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4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1F779-6783-4BDA-B82E-5FA61529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225563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1DDEE-0D00-455D-9C06-B442AB90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225563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111" name="Text at">
            <a:extLst xmlns:a="http://schemas.openxmlformats.org/drawingml/2006/main">
              <a:ext uri="{FF2B5EF4-FFF2-40B4-BE49-F238E27FC236}">
                <a16:creationId xmlns:a16="http://schemas.microsoft.com/office/drawing/2014/main" id="{8DA35E8C-17DA-4503-A643-877C4C1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97" y="2354960"/>
            <a:ext cx="128802" cy="113225"/>
          </a:xfrm>
          <a:custGeom xmlns:a="http://schemas.openxmlformats.org/drawingml/2006/main">
            <a:pathLst>
              <a:path w="128802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6" y="97350"/>
                  <a:pt x="109001" y="99238"/>
                </a:cubicBezTo>
                <a:cubicBezTo>
                  <a:pt x="110556" y="101124"/>
                  <a:pt x="112553" y="102067"/>
                  <a:pt x="114992" y="102067"/>
                </a:cubicBezTo>
                <a:cubicBezTo>
                  <a:pt x="117004" y="102067"/>
                  <a:pt x="118955" y="101442"/>
                  <a:pt x="120845" y="100192"/>
                </a:cubicBezTo>
                <a:cubicBezTo>
                  <a:pt x="122735" y="98942"/>
                  <a:pt x="124198" y="97098"/>
                  <a:pt x="125235" y="94659"/>
                </a:cubicBezTo>
                <a:lnTo>
                  <a:pt x="128802" y="94659"/>
                </a:lnTo>
                <a:cubicBezTo>
                  <a:pt x="126668" y="100652"/>
                  <a:pt x="123650" y="105184"/>
                  <a:pt x="119747" y="108255"/>
                </a:cubicBezTo>
                <a:cubicBezTo>
                  <a:pt x="115845" y="111325"/>
                  <a:pt x="111821" y="112859"/>
                  <a:pt x="107675" y="112859"/>
                </a:cubicBezTo>
                <a:cubicBezTo>
                  <a:pt x="104870" y="112859"/>
                  <a:pt x="102126" y="112081"/>
                  <a:pt x="99444" y="110524"/>
                </a:cubicBezTo>
                <a:cubicBezTo>
                  <a:pt x="96761" y="108968"/>
                  <a:pt x="94779" y="106740"/>
                  <a:pt x="93499" y="103842"/>
                </a:cubicBezTo>
                <a:cubicBezTo>
                  <a:pt x="92218" y="100942"/>
                  <a:pt x="91578" y="96470"/>
                  <a:pt x="91578" y="90426"/>
                </a:cubicBezTo>
                <a:lnTo>
                  <a:pt x="91578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0" y="29659"/>
                  <a:pt x="85100" y="27381"/>
                  <a:pt x="88606" y="24171"/>
                </a:cubicBezTo>
                <a:cubicBezTo>
                  <a:pt x="92112" y="20960"/>
                  <a:pt x="95237" y="17153"/>
                  <a:pt x="97980" y="12750"/>
                </a:cubicBezTo>
                <a:cubicBezTo>
                  <a:pt x="99383" y="10427"/>
                  <a:pt x="101334" y="6177"/>
                  <a:pt x="103834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9EB70-6210-4629-B5C1-FE8B6E3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225563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D53B7-6EB2-415F-91FD-09CE9B47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225563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14" name="Text ~">
            <a:extLst xmlns:a="http://schemas.openxmlformats.org/drawingml/2006/main">
              <a:ext uri="{FF2B5EF4-FFF2-40B4-BE49-F238E27FC236}">
                <a16:creationId xmlns:a16="http://schemas.microsoft.com/office/drawing/2014/main" id="{FE4509D3-5424-4A0C-932B-2A99908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842" y="2404348"/>
            <a:ext cx="97586" cy="25608"/>
          </a:xfrm>
          <a:custGeom xmlns:a="http://schemas.openxmlformats.org/drawingml/2006/main">
            <a:pathLst>
              <a:path w="97586" h="25608">
                <a:moveTo>
                  <a:pt x="93470" y="366"/>
                </a:moveTo>
                <a:lnTo>
                  <a:pt x="97586" y="366"/>
                </a:lnTo>
                <a:cubicBezTo>
                  <a:pt x="97342" y="8264"/>
                  <a:pt x="95086" y="14446"/>
                  <a:pt x="90818" y="18912"/>
                </a:cubicBezTo>
                <a:cubicBezTo>
                  <a:pt x="86550" y="23376"/>
                  <a:pt x="81337" y="25608"/>
                  <a:pt x="75179" y="25608"/>
                </a:cubicBezTo>
                <a:cubicBezTo>
                  <a:pt x="72374" y="25608"/>
                  <a:pt x="69356" y="25136"/>
                  <a:pt x="66124" y="24191"/>
                </a:cubicBezTo>
                <a:cubicBezTo>
                  <a:pt x="62893" y="23246"/>
                  <a:pt x="54540" y="20029"/>
                  <a:pt x="41065" y="14542"/>
                </a:cubicBezTo>
                <a:cubicBezTo>
                  <a:pt x="31675" y="10640"/>
                  <a:pt x="24999" y="8689"/>
                  <a:pt x="21035" y="8689"/>
                </a:cubicBezTo>
                <a:cubicBezTo>
                  <a:pt x="16767" y="8689"/>
                  <a:pt x="13170" y="9999"/>
                  <a:pt x="10243" y="12621"/>
                </a:cubicBezTo>
                <a:cubicBezTo>
                  <a:pt x="7317" y="15243"/>
                  <a:pt x="5244" y="19511"/>
                  <a:pt x="4024" y="25425"/>
                </a:cubicBezTo>
                <a:lnTo>
                  <a:pt x="0" y="25425"/>
                </a:lnTo>
                <a:cubicBezTo>
                  <a:pt x="366" y="17194"/>
                  <a:pt x="2622" y="10899"/>
                  <a:pt x="6768" y="6539"/>
                </a:cubicBezTo>
                <a:cubicBezTo>
                  <a:pt x="10914" y="2180"/>
                  <a:pt x="15792" y="0"/>
                  <a:pt x="21401" y="0"/>
                </a:cubicBezTo>
                <a:cubicBezTo>
                  <a:pt x="24084" y="0"/>
                  <a:pt x="26828" y="425"/>
                  <a:pt x="29632" y="1275"/>
                </a:cubicBezTo>
                <a:cubicBezTo>
                  <a:pt x="35974" y="3094"/>
                  <a:pt x="44311" y="6203"/>
                  <a:pt x="54646" y="10601"/>
                </a:cubicBezTo>
                <a:cubicBezTo>
                  <a:pt x="64981" y="14996"/>
                  <a:pt x="72252" y="17194"/>
                  <a:pt x="76459" y="17194"/>
                </a:cubicBezTo>
                <a:cubicBezTo>
                  <a:pt x="81032" y="17194"/>
                  <a:pt x="84873" y="15747"/>
                  <a:pt x="87983" y="12853"/>
                </a:cubicBezTo>
                <a:cubicBezTo>
                  <a:pt x="91092" y="9957"/>
                  <a:pt x="92921" y="5794"/>
                  <a:pt x="93470" y="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2090E-5578-46E2-955E-2FB66263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225563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CA431-A4A1-4F5F-9050-C5AACCC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225563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17" name="Text ~">
            <a:extLst xmlns:a="http://schemas.openxmlformats.org/drawingml/2006/main">
              <a:ext uri="{FF2B5EF4-FFF2-40B4-BE49-F238E27FC236}">
                <a16:creationId xmlns:a16="http://schemas.microsoft.com/office/drawing/2014/main" id="{DFE067B4-2ACA-401F-A2AB-CF0397A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240" y="2404348"/>
            <a:ext cx="97586" cy="25608"/>
          </a:xfrm>
          <a:custGeom xmlns:a="http://schemas.openxmlformats.org/drawingml/2006/main">
            <a:pathLst>
              <a:path w="97586" h="25608">
                <a:moveTo>
                  <a:pt x="93470" y="366"/>
                </a:moveTo>
                <a:lnTo>
                  <a:pt x="97586" y="366"/>
                </a:lnTo>
                <a:cubicBezTo>
                  <a:pt x="97342" y="8264"/>
                  <a:pt x="95086" y="14446"/>
                  <a:pt x="90818" y="18912"/>
                </a:cubicBezTo>
                <a:cubicBezTo>
                  <a:pt x="86550" y="23376"/>
                  <a:pt x="81337" y="25608"/>
                  <a:pt x="75179" y="25608"/>
                </a:cubicBezTo>
                <a:cubicBezTo>
                  <a:pt x="72374" y="25608"/>
                  <a:pt x="69356" y="25136"/>
                  <a:pt x="66124" y="24191"/>
                </a:cubicBezTo>
                <a:cubicBezTo>
                  <a:pt x="62893" y="23246"/>
                  <a:pt x="54540" y="20029"/>
                  <a:pt x="41065" y="14542"/>
                </a:cubicBezTo>
                <a:cubicBezTo>
                  <a:pt x="31675" y="10640"/>
                  <a:pt x="24999" y="8689"/>
                  <a:pt x="21035" y="8689"/>
                </a:cubicBezTo>
                <a:cubicBezTo>
                  <a:pt x="16767" y="8689"/>
                  <a:pt x="13170" y="9999"/>
                  <a:pt x="10243" y="12621"/>
                </a:cubicBezTo>
                <a:cubicBezTo>
                  <a:pt x="7317" y="15243"/>
                  <a:pt x="5244" y="19511"/>
                  <a:pt x="4024" y="25425"/>
                </a:cubicBezTo>
                <a:lnTo>
                  <a:pt x="0" y="25425"/>
                </a:lnTo>
                <a:cubicBezTo>
                  <a:pt x="366" y="17194"/>
                  <a:pt x="2622" y="10899"/>
                  <a:pt x="6768" y="6539"/>
                </a:cubicBezTo>
                <a:cubicBezTo>
                  <a:pt x="10914" y="2180"/>
                  <a:pt x="15792" y="0"/>
                  <a:pt x="21401" y="0"/>
                </a:cubicBezTo>
                <a:cubicBezTo>
                  <a:pt x="24084" y="0"/>
                  <a:pt x="26828" y="425"/>
                  <a:pt x="29632" y="1275"/>
                </a:cubicBezTo>
                <a:cubicBezTo>
                  <a:pt x="35974" y="3094"/>
                  <a:pt x="44311" y="6203"/>
                  <a:pt x="54646" y="10601"/>
                </a:cubicBezTo>
                <a:cubicBezTo>
                  <a:pt x="64981" y="14996"/>
                  <a:pt x="72252" y="17194"/>
                  <a:pt x="76459" y="17194"/>
                </a:cubicBezTo>
                <a:cubicBezTo>
                  <a:pt x="81032" y="17194"/>
                  <a:pt x="84873" y="15747"/>
                  <a:pt x="87983" y="12853"/>
                </a:cubicBezTo>
                <a:cubicBezTo>
                  <a:pt x="91092" y="9957"/>
                  <a:pt x="92921" y="5794"/>
                  <a:pt x="93470" y="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DD412-1292-431A-A346-D13E2227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225563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9EA5A-E74E-4806-80C9-2510B50B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225563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20" name="Text ~">
            <a:extLst xmlns:a="http://schemas.openxmlformats.org/drawingml/2006/main">
              <a:ext uri="{FF2B5EF4-FFF2-40B4-BE49-F238E27FC236}">
                <a16:creationId xmlns:a16="http://schemas.microsoft.com/office/drawing/2014/main" id="{E4714B11-F81D-4551-806C-FD39D98B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639" y="2404348"/>
            <a:ext cx="97586" cy="25608"/>
          </a:xfrm>
          <a:custGeom xmlns:a="http://schemas.openxmlformats.org/drawingml/2006/main">
            <a:pathLst>
              <a:path w="97586" h="25608">
                <a:moveTo>
                  <a:pt x="93470" y="366"/>
                </a:moveTo>
                <a:lnTo>
                  <a:pt x="97586" y="366"/>
                </a:lnTo>
                <a:cubicBezTo>
                  <a:pt x="97342" y="8264"/>
                  <a:pt x="95086" y="14446"/>
                  <a:pt x="90818" y="18912"/>
                </a:cubicBezTo>
                <a:cubicBezTo>
                  <a:pt x="86550" y="23376"/>
                  <a:pt x="81337" y="25608"/>
                  <a:pt x="75179" y="25608"/>
                </a:cubicBezTo>
                <a:cubicBezTo>
                  <a:pt x="72374" y="25608"/>
                  <a:pt x="69356" y="25136"/>
                  <a:pt x="66124" y="24191"/>
                </a:cubicBezTo>
                <a:cubicBezTo>
                  <a:pt x="62893" y="23246"/>
                  <a:pt x="54540" y="20029"/>
                  <a:pt x="41065" y="14542"/>
                </a:cubicBezTo>
                <a:cubicBezTo>
                  <a:pt x="31675" y="10640"/>
                  <a:pt x="24999" y="8689"/>
                  <a:pt x="21035" y="8689"/>
                </a:cubicBezTo>
                <a:cubicBezTo>
                  <a:pt x="16767" y="8689"/>
                  <a:pt x="13170" y="9999"/>
                  <a:pt x="10243" y="12621"/>
                </a:cubicBezTo>
                <a:cubicBezTo>
                  <a:pt x="7317" y="15243"/>
                  <a:pt x="5244" y="19511"/>
                  <a:pt x="4024" y="25425"/>
                </a:cubicBezTo>
                <a:lnTo>
                  <a:pt x="0" y="25425"/>
                </a:lnTo>
                <a:cubicBezTo>
                  <a:pt x="366" y="17194"/>
                  <a:pt x="2622" y="10899"/>
                  <a:pt x="6768" y="6539"/>
                </a:cubicBezTo>
                <a:cubicBezTo>
                  <a:pt x="10914" y="2180"/>
                  <a:pt x="15792" y="0"/>
                  <a:pt x="21401" y="0"/>
                </a:cubicBezTo>
                <a:cubicBezTo>
                  <a:pt x="24084" y="0"/>
                  <a:pt x="26828" y="425"/>
                  <a:pt x="29632" y="1275"/>
                </a:cubicBezTo>
                <a:cubicBezTo>
                  <a:pt x="35974" y="3094"/>
                  <a:pt x="44311" y="6203"/>
                  <a:pt x="54646" y="10601"/>
                </a:cubicBezTo>
                <a:cubicBezTo>
                  <a:pt x="64981" y="14996"/>
                  <a:pt x="72252" y="17194"/>
                  <a:pt x="76459" y="17194"/>
                </a:cubicBezTo>
                <a:cubicBezTo>
                  <a:pt x="81032" y="17194"/>
                  <a:pt x="84873" y="15747"/>
                  <a:pt x="87983" y="12853"/>
                </a:cubicBezTo>
                <a:cubicBezTo>
                  <a:pt x="91092" y="9957"/>
                  <a:pt x="92921" y="5794"/>
                  <a:pt x="93470" y="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0C032-0E9F-49FA-9FF5-46AC1E5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2560009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52E67-1DE3-4BDB-97F0-8D84074B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2560009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123" name="Text f">
            <a:extLst xmlns:a="http://schemas.openxmlformats.org/drawingml/2006/main">
              <a:ext uri="{FF2B5EF4-FFF2-40B4-BE49-F238E27FC236}">
                <a16:creationId xmlns:a16="http://schemas.microsoft.com/office/drawing/2014/main" id="{AD8121E9-D268-47AA-AE54-3832A43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041" y="2640676"/>
            <a:ext cx="74173" cy="130053"/>
          </a:xfrm>
          <a:custGeom xmlns:a="http://schemas.openxmlformats.org/drawingml/2006/main">
            <a:pathLst>
              <a:path w="74173" h="130053">
                <a:moveTo>
                  <a:pt x="31370" y="52680"/>
                </a:moveTo>
                <a:lnTo>
                  <a:pt x="31370" y="107806"/>
                </a:lnTo>
                <a:cubicBezTo>
                  <a:pt x="31370" y="115620"/>
                  <a:pt x="32224" y="120565"/>
                  <a:pt x="33931" y="122640"/>
                </a:cubicBezTo>
                <a:cubicBezTo>
                  <a:pt x="36187" y="125326"/>
                  <a:pt x="39205" y="126670"/>
                  <a:pt x="42985" y="126670"/>
                </a:cubicBezTo>
                <a:lnTo>
                  <a:pt x="50576" y="126670"/>
                </a:lnTo>
                <a:lnTo>
                  <a:pt x="50576" y="130053"/>
                </a:lnTo>
                <a:lnTo>
                  <a:pt x="549" y="130053"/>
                </a:lnTo>
                <a:lnTo>
                  <a:pt x="549" y="126670"/>
                </a:lnTo>
                <a:lnTo>
                  <a:pt x="4299" y="126670"/>
                </a:lnTo>
                <a:cubicBezTo>
                  <a:pt x="6737" y="126670"/>
                  <a:pt x="8963" y="126059"/>
                  <a:pt x="10975" y="124838"/>
                </a:cubicBezTo>
                <a:cubicBezTo>
                  <a:pt x="12987" y="123616"/>
                  <a:pt x="14374" y="121968"/>
                  <a:pt x="15136" y="119893"/>
                </a:cubicBezTo>
                <a:cubicBezTo>
                  <a:pt x="15898" y="117818"/>
                  <a:pt x="16280" y="113789"/>
                  <a:pt x="16280" y="107806"/>
                </a:cubicBezTo>
                <a:lnTo>
                  <a:pt x="16280" y="52680"/>
                </a:lnTo>
                <a:lnTo>
                  <a:pt x="0" y="52680"/>
                </a:lnTo>
                <a:lnTo>
                  <a:pt x="0" y="46278"/>
                </a:lnTo>
                <a:lnTo>
                  <a:pt x="16280" y="46278"/>
                </a:lnTo>
                <a:lnTo>
                  <a:pt x="16280" y="40767"/>
                </a:lnTo>
                <a:cubicBezTo>
                  <a:pt x="16280" y="32382"/>
                  <a:pt x="17621" y="25282"/>
                  <a:pt x="20304" y="19466"/>
                </a:cubicBezTo>
                <a:cubicBezTo>
                  <a:pt x="22986" y="13651"/>
                  <a:pt x="27087" y="8953"/>
                  <a:pt x="32605" y="5373"/>
                </a:cubicBezTo>
                <a:cubicBezTo>
                  <a:pt x="38123" y="1791"/>
                  <a:pt x="44327" y="0"/>
                  <a:pt x="51217" y="0"/>
                </a:cubicBezTo>
                <a:cubicBezTo>
                  <a:pt x="57619" y="0"/>
                  <a:pt x="63502" y="2073"/>
                  <a:pt x="68868" y="6219"/>
                </a:cubicBezTo>
                <a:cubicBezTo>
                  <a:pt x="72404" y="8963"/>
                  <a:pt x="74173" y="12042"/>
                  <a:pt x="74173" y="15456"/>
                </a:cubicBezTo>
                <a:cubicBezTo>
                  <a:pt x="74173" y="17286"/>
                  <a:pt x="73380" y="19008"/>
                  <a:pt x="71795" y="20624"/>
                </a:cubicBezTo>
                <a:cubicBezTo>
                  <a:pt x="70209" y="22240"/>
                  <a:pt x="68502" y="23047"/>
                  <a:pt x="66673" y="23047"/>
                </a:cubicBezTo>
                <a:cubicBezTo>
                  <a:pt x="65271" y="23047"/>
                  <a:pt x="63792" y="22539"/>
                  <a:pt x="62237" y="21521"/>
                </a:cubicBezTo>
                <a:cubicBezTo>
                  <a:pt x="60682" y="20504"/>
                  <a:pt x="58777" y="18315"/>
                  <a:pt x="56521" y="14956"/>
                </a:cubicBezTo>
                <a:cubicBezTo>
                  <a:pt x="54265" y="11597"/>
                  <a:pt x="52192" y="9332"/>
                  <a:pt x="50302" y="8160"/>
                </a:cubicBezTo>
                <a:cubicBezTo>
                  <a:pt x="48412" y="6988"/>
                  <a:pt x="46308" y="6402"/>
                  <a:pt x="43991" y="6402"/>
                </a:cubicBezTo>
                <a:cubicBezTo>
                  <a:pt x="41187" y="6402"/>
                  <a:pt x="38809" y="7157"/>
                  <a:pt x="36858" y="8666"/>
                </a:cubicBezTo>
                <a:cubicBezTo>
                  <a:pt x="34907" y="10173"/>
                  <a:pt x="33504" y="12511"/>
                  <a:pt x="32651" y="15679"/>
                </a:cubicBezTo>
                <a:cubicBezTo>
                  <a:pt x="31797" y="18848"/>
                  <a:pt x="31370" y="27016"/>
                  <a:pt x="31370" y="40184"/>
                </a:cubicBezTo>
                <a:lnTo>
                  <a:pt x="31370" y="46278"/>
                </a:lnTo>
                <a:lnTo>
                  <a:pt x="52954" y="46278"/>
                </a:lnTo>
                <a:lnTo>
                  <a:pt x="52954" y="52680"/>
                </a:lnTo>
                <a:lnTo>
                  <a:pt x="31370" y="5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or">
            <a:extLst xmlns:a="http://schemas.openxmlformats.org/drawingml/2006/main">
              <a:ext uri="{FF2B5EF4-FFF2-40B4-BE49-F238E27FC236}">
                <a16:creationId xmlns:a16="http://schemas.microsoft.com/office/drawing/2014/main" id="{34A702AA-254D-4427-B814-E5A58B1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499" y="2684576"/>
            <a:ext cx="150906" cy="88714"/>
          </a:xfrm>
          <a:custGeom xmlns:a="http://schemas.openxmlformats.org/drawingml/2006/main">
            <a:pathLst>
              <a:path w="150906" h="88714">
                <a:moveTo>
                  <a:pt x="40516" y="0"/>
                </a:moveTo>
                <a:cubicBezTo>
                  <a:pt x="53198" y="0"/>
                  <a:pt x="63380" y="4812"/>
                  <a:pt x="71063" y="14436"/>
                </a:cubicBezTo>
                <a:cubicBezTo>
                  <a:pt x="77587" y="22658"/>
                  <a:pt x="80849" y="32099"/>
                  <a:pt x="80849" y="42760"/>
                </a:cubicBezTo>
                <a:cubicBezTo>
                  <a:pt x="80849" y="50251"/>
                  <a:pt x="79050" y="57835"/>
                  <a:pt x="75453" y="65510"/>
                </a:cubicBezTo>
                <a:cubicBezTo>
                  <a:pt x="71856" y="73183"/>
                  <a:pt x="66902" y="78968"/>
                  <a:pt x="60591" y="82867"/>
                </a:cubicBezTo>
                <a:cubicBezTo>
                  <a:pt x="54280" y="86765"/>
                  <a:pt x="47253" y="88714"/>
                  <a:pt x="39510" y="88714"/>
                </a:cubicBezTo>
                <a:cubicBezTo>
                  <a:pt x="26889" y="88714"/>
                  <a:pt x="16859" y="83689"/>
                  <a:pt x="9420" y="73638"/>
                </a:cubicBezTo>
                <a:cubicBezTo>
                  <a:pt x="3140" y="65172"/>
                  <a:pt x="0" y="55671"/>
                  <a:pt x="0" y="45135"/>
                </a:cubicBezTo>
                <a:cubicBezTo>
                  <a:pt x="0" y="37460"/>
                  <a:pt x="1905" y="29831"/>
                  <a:pt x="5716" y="22247"/>
                </a:cubicBezTo>
                <a:cubicBezTo>
                  <a:pt x="9527" y="14664"/>
                  <a:pt x="14542" y="9060"/>
                  <a:pt x="20761" y="5436"/>
                </a:cubicBezTo>
                <a:cubicBezTo>
                  <a:pt x="26980" y="1812"/>
                  <a:pt x="33565" y="0"/>
                  <a:pt x="40516" y="0"/>
                </a:cubicBezTo>
                <a:moveTo>
                  <a:pt x="37681" y="6036"/>
                </a:moveTo>
                <a:cubicBezTo>
                  <a:pt x="34449" y="6036"/>
                  <a:pt x="31202" y="6996"/>
                  <a:pt x="27940" y="8914"/>
                </a:cubicBezTo>
                <a:cubicBezTo>
                  <a:pt x="24678" y="10833"/>
                  <a:pt x="22041" y="14198"/>
                  <a:pt x="20029" y="19009"/>
                </a:cubicBezTo>
                <a:cubicBezTo>
                  <a:pt x="18017" y="23820"/>
                  <a:pt x="17011" y="30001"/>
                  <a:pt x="17011" y="37552"/>
                </a:cubicBezTo>
                <a:cubicBezTo>
                  <a:pt x="17011" y="49731"/>
                  <a:pt x="19435" y="60237"/>
                  <a:pt x="24282" y="69068"/>
                </a:cubicBezTo>
                <a:cubicBezTo>
                  <a:pt x="29129" y="77898"/>
                  <a:pt x="35516" y="82312"/>
                  <a:pt x="43443" y="82312"/>
                </a:cubicBezTo>
                <a:cubicBezTo>
                  <a:pt x="49357" y="82312"/>
                  <a:pt x="54235" y="79876"/>
                  <a:pt x="58076" y="75004"/>
                </a:cubicBezTo>
                <a:cubicBezTo>
                  <a:pt x="61917" y="70132"/>
                  <a:pt x="63838" y="61759"/>
                  <a:pt x="63838" y="49885"/>
                </a:cubicBezTo>
                <a:cubicBezTo>
                  <a:pt x="63838" y="35025"/>
                  <a:pt x="60637" y="23331"/>
                  <a:pt x="54235" y="14805"/>
                </a:cubicBezTo>
                <a:cubicBezTo>
                  <a:pt x="49906" y="8959"/>
                  <a:pt x="44388" y="6036"/>
                  <a:pt x="37681" y="6036"/>
                </a:cubicBezTo>
                <a:close/>
                <a:moveTo>
                  <a:pt x="117707" y="0"/>
                </a:moveTo>
                <a:lnTo>
                  <a:pt x="117707" y="18840"/>
                </a:lnTo>
                <a:cubicBezTo>
                  <a:pt x="124718" y="6280"/>
                  <a:pt x="131913" y="0"/>
                  <a:pt x="139291" y="0"/>
                </a:cubicBezTo>
                <a:cubicBezTo>
                  <a:pt x="142644" y="0"/>
                  <a:pt x="145418" y="1021"/>
                  <a:pt x="147613" y="3064"/>
                </a:cubicBezTo>
                <a:cubicBezTo>
                  <a:pt x="149808" y="5106"/>
                  <a:pt x="150906" y="7469"/>
                  <a:pt x="150906" y="10152"/>
                </a:cubicBezTo>
                <a:cubicBezTo>
                  <a:pt x="150906" y="12530"/>
                  <a:pt x="150113" y="14542"/>
                  <a:pt x="148528" y="16188"/>
                </a:cubicBezTo>
                <a:cubicBezTo>
                  <a:pt x="146943" y="17834"/>
                  <a:pt x="145053" y="18657"/>
                  <a:pt x="142858" y="18657"/>
                </a:cubicBezTo>
                <a:cubicBezTo>
                  <a:pt x="140724" y="18657"/>
                  <a:pt x="138330" y="17606"/>
                  <a:pt x="135678" y="15502"/>
                </a:cubicBezTo>
                <a:cubicBezTo>
                  <a:pt x="133026" y="13399"/>
                  <a:pt x="131060" y="12347"/>
                  <a:pt x="129779" y="12347"/>
                </a:cubicBezTo>
                <a:cubicBezTo>
                  <a:pt x="128682" y="12347"/>
                  <a:pt x="127493" y="12955"/>
                  <a:pt x="126212" y="14170"/>
                </a:cubicBezTo>
                <a:cubicBezTo>
                  <a:pt x="123468" y="16664"/>
                  <a:pt x="120633" y="20770"/>
                  <a:pt x="117707" y="26486"/>
                </a:cubicBezTo>
                <a:lnTo>
                  <a:pt x="117707" y="66533"/>
                </a:lnTo>
                <a:cubicBezTo>
                  <a:pt x="117707" y="71153"/>
                  <a:pt x="118286" y="74650"/>
                  <a:pt x="119444" y="77022"/>
                </a:cubicBezTo>
                <a:cubicBezTo>
                  <a:pt x="120237" y="78664"/>
                  <a:pt x="121639" y="80033"/>
                  <a:pt x="123651" y="81129"/>
                </a:cubicBezTo>
                <a:cubicBezTo>
                  <a:pt x="125663" y="82223"/>
                  <a:pt x="128560" y="82770"/>
                  <a:pt x="132340" y="82770"/>
                </a:cubicBezTo>
                <a:lnTo>
                  <a:pt x="132340" y="86154"/>
                </a:lnTo>
                <a:lnTo>
                  <a:pt x="89446" y="86154"/>
                </a:lnTo>
                <a:lnTo>
                  <a:pt x="89446" y="82770"/>
                </a:lnTo>
                <a:cubicBezTo>
                  <a:pt x="93714" y="82770"/>
                  <a:pt x="96885" y="82101"/>
                  <a:pt x="98958" y="80763"/>
                </a:cubicBezTo>
                <a:cubicBezTo>
                  <a:pt x="100482" y="79790"/>
                  <a:pt x="101549" y="78238"/>
                  <a:pt x="102159" y="76107"/>
                </a:cubicBezTo>
                <a:cubicBezTo>
                  <a:pt x="102464" y="75073"/>
                  <a:pt x="102616" y="72122"/>
                  <a:pt x="102616" y="67256"/>
                </a:cubicBezTo>
                <a:lnTo>
                  <a:pt x="102616" y="34860"/>
                </a:lnTo>
                <a:cubicBezTo>
                  <a:pt x="102616" y="25125"/>
                  <a:pt x="102418" y="19331"/>
                  <a:pt x="102022" y="17477"/>
                </a:cubicBezTo>
                <a:cubicBezTo>
                  <a:pt x="101625" y="15621"/>
                  <a:pt x="100894" y="14267"/>
                  <a:pt x="99827" y="13416"/>
                </a:cubicBezTo>
                <a:cubicBezTo>
                  <a:pt x="98760" y="12564"/>
                  <a:pt x="97433" y="12138"/>
                  <a:pt x="95848" y="12138"/>
                </a:cubicBezTo>
                <a:cubicBezTo>
                  <a:pt x="93958" y="12138"/>
                  <a:pt x="91824" y="12595"/>
                  <a:pt x="89446" y="13507"/>
                </a:cubicBezTo>
                <a:lnTo>
                  <a:pt x="88531" y="10220"/>
                </a:lnTo>
                <a:lnTo>
                  <a:pt x="113865" y="0"/>
                </a:lnTo>
                <a:lnTo>
                  <a:pt x="1177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EE11F-AC6B-4631-95B2-87D600B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2560009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800DB-8645-49D5-BF59-0155D3DA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2560009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27" name="Text ~">
            <a:extLst xmlns:a="http://schemas.openxmlformats.org/drawingml/2006/main">
              <a:ext uri="{FF2B5EF4-FFF2-40B4-BE49-F238E27FC236}">
                <a16:creationId xmlns:a16="http://schemas.microsoft.com/office/drawing/2014/main" id="{524E94DD-F1AA-4494-81F2-F5C1AE51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842" y="2708720"/>
            <a:ext cx="97586" cy="25608"/>
          </a:xfrm>
          <a:custGeom xmlns:a="http://schemas.openxmlformats.org/drawingml/2006/main">
            <a:pathLst>
              <a:path w="97586" h="25608">
                <a:moveTo>
                  <a:pt x="93470" y="366"/>
                </a:moveTo>
                <a:lnTo>
                  <a:pt x="97586" y="366"/>
                </a:lnTo>
                <a:cubicBezTo>
                  <a:pt x="97342" y="8264"/>
                  <a:pt x="95086" y="14446"/>
                  <a:pt x="90818" y="18912"/>
                </a:cubicBezTo>
                <a:cubicBezTo>
                  <a:pt x="86550" y="23376"/>
                  <a:pt x="81337" y="25608"/>
                  <a:pt x="75179" y="25608"/>
                </a:cubicBezTo>
                <a:cubicBezTo>
                  <a:pt x="72374" y="25608"/>
                  <a:pt x="69356" y="25136"/>
                  <a:pt x="66124" y="24191"/>
                </a:cubicBezTo>
                <a:cubicBezTo>
                  <a:pt x="62893" y="23246"/>
                  <a:pt x="54540" y="20029"/>
                  <a:pt x="41065" y="14542"/>
                </a:cubicBezTo>
                <a:cubicBezTo>
                  <a:pt x="31675" y="10640"/>
                  <a:pt x="24999" y="8689"/>
                  <a:pt x="21035" y="8689"/>
                </a:cubicBezTo>
                <a:cubicBezTo>
                  <a:pt x="16767" y="8689"/>
                  <a:pt x="13170" y="9999"/>
                  <a:pt x="10243" y="12621"/>
                </a:cubicBezTo>
                <a:cubicBezTo>
                  <a:pt x="7317" y="15243"/>
                  <a:pt x="5244" y="19511"/>
                  <a:pt x="4024" y="25425"/>
                </a:cubicBezTo>
                <a:lnTo>
                  <a:pt x="0" y="25425"/>
                </a:lnTo>
                <a:cubicBezTo>
                  <a:pt x="366" y="17194"/>
                  <a:pt x="2622" y="10899"/>
                  <a:pt x="6768" y="6539"/>
                </a:cubicBezTo>
                <a:cubicBezTo>
                  <a:pt x="10914" y="2180"/>
                  <a:pt x="15792" y="0"/>
                  <a:pt x="21401" y="0"/>
                </a:cubicBezTo>
                <a:cubicBezTo>
                  <a:pt x="24084" y="0"/>
                  <a:pt x="26828" y="425"/>
                  <a:pt x="29632" y="1275"/>
                </a:cubicBezTo>
                <a:cubicBezTo>
                  <a:pt x="35974" y="3094"/>
                  <a:pt x="44311" y="6203"/>
                  <a:pt x="54646" y="10601"/>
                </a:cubicBezTo>
                <a:cubicBezTo>
                  <a:pt x="64981" y="14996"/>
                  <a:pt x="72252" y="17194"/>
                  <a:pt x="76459" y="17194"/>
                </a:cubicBezTo>
                <a:cubicBezTo>
                  <a:pt x="81032" y="17194"/>
                  <a:pt x="84873" y="15747"/>
                  <a:pt x="87983" y="12853"/>
                </a:cubicBezTo>
                <a:cubicBezTo>
                  <a:pt x="91092" y="9957"/>
                  <a:pt x="92921" y="5794"/>
                  <a:pt x="93470" y="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9BF71-90D1-4F8B-BCFF-1F091F9D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2560009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B87F0-864C-45B6-ADB7-38256E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2560009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30" name="Text ~">
            <a:extLst xmlns:a="http://schemas.openxmlformats.org/drawingml/2006/main">
              <a:ext uri="{FF2B5EF4-FFF2-40B4-BE49-F238E27FC236}">
                <a16:creationId xmlns:a16="http://schemas.microsoft.com/office/drawing/2014/main" id="{03CC793A-0D6E-4089-9247-99A8D30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240" y="2708720"/>
            <a:ext cx="97586" cy="25608"/>
          </a:xfrm>
          <a:custGeom xmlns:a="http://schemas.openxmlformats.org/drawingml/2006/main">
            <a:pathLst>
              <a:path w="97586" h="25608">
                <a:moveTo>
                  <a:pt x="93470" y="366"/>
                </a:moveTo>
                <a:lnTo>
                  <a:pt x="97586" y="366"/>
                </a:lnTo>
                <a:cubicBezTo>
                  <a:pt x="97342" y="8264"/>
                  <a:pt x="95086" y="14446"/>
                  <a:pt x="90818" y="18912"/>
                </a:cubicBezTo>
                <a:cubicBezTo>
                  <a:pt x="86550" y="23376"/>
                  <a:pt x="81337" y="25608"/>
                  <a:pt x="75179" y="25608"/>
                </a:cubicBezTo>
                <a:cubicBezTo>
                  <a:pt x="72374" y="25608"/>
                  <a:pt x="69356" y="25136"/>
                  <a:pt x="66124" y="24191"/>
                </a:cubicBezTo>
                <a:cubicBezTo>
                  <a:pt x="62893" y="23246"/>
                  <a:pt x="54540" y="20029"/>
                  <a:pt x="41065" y="14542"/>
                </a:cubicBezTo>
                <a:cubicBezTo>
                  <a:pt x="31675" y="10640"/>
                  <a:pt x="24999" y="8689"/>
                  <a:pt x="21035" y="8689"/>
                </a:cubicBezTo>
                <a:cubicBezTo>
                  <a:pt x="16767" y="8689"/>
                  <a:pt x="13170" y="9999"/>
                  <a:pt x="10243" y="12621"/>
                </a:cubicBezTo>
                <a:cubicBezTo>
                  <a:pt x="7317" y="15243"/>
                  <a:pt x="5244" y="19511"/>
                  <a:pt x="4024" y="25425"/>
                </a:cubicBezTo>
                <a:lnTo>
                  <a:pt x="0" y="25425"/>
                </a:lnTo>
                <a:cubicBezTo>
                  <a:pt x="366" y="17194"/>
                  <a:pt x="2622" y="10899"/>
                  <a:pt x="6768" y="6539"/>
                </a:cubicBezTo>
                <a:cubicBezTo>
                  <a:pt x="10914" y="2180"/>
                  <a:pt x="15792" y="0"/>
                  <a:pt x="21401" y="0"/>
                </a:cubicBezTo>
                <a:cubicBezTo>
                  <a:pt x="24084" y="0"/>
                  <a:pt x="26828" y="425"/>
                  <a:pt x="29632" y="1275"/>
                </a:cubicBezTo>
                <a:cubicBezTo>
                  <a:pt x="35974" y="3094"/>
                  <a:pt x="44311" y="6203"/>
                  <a:pt x="54646" y="10601"/>
                </a:cubicBezTo>
                <a:cubicBezTo>
                  <a:pt x="64981" y="14996"/>
                  <a:pt x="72252" y="17194"/>
                  <a:pt x="76459" y="17194"/>
                </a:cubicBezTo>
                <a:cubicBezTo>
                  <a:pt x="81032" y="17194"/>
                  <a:pt x="84873" y="15747"/>
                  <a:pt x="87983" y="12853"/>
                </a:cubicBezTo>
                <a:cubicBezTo>
                  <a:pt x="91092" y="9957"/>
                  <a:pt x="92921" y="5794"/>
                  <a:pt x="93470" y="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2F81A-7A47-45D2-A944-E450E26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2560009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B8D62-9EA2-4021-8319-FCC5F775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2560009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33" name="Text ~">
            <a:extLst xmlns:a="http://schemas.openxmlformats.org/drawingml/2006/main">
              <a:ext uri="{FF2B5EF4-FFF2-40B4-BE49-F238E27FC236}">
                <a16:creationId xmlns:a16="http://schemas.microsoft.com/office/drawing/2014/main" id="{2F9724AA-7E9F-403B-B85E-4E018799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639" y="2708720"/>
            <a:ext cx="97586" cy="25608"/>
          </a:xfrm>
          <a:custGeom xmlns:a="http://schemas.openxmlformats.org/drawingml/2006/main">
            <a:pathLst>
              <a:path w="97586" h="25608">
                <a:moveTo>
                  <a:pt x="93470" y="366"/>
                </a:moveTo>
                <a:lnTo>
                  <a:pt x="97586" y="366"/>
                </a:lnTo>
                <a:cubicBezTo>
                  <a:pt x="97342" y="8264"/>
                  <a:pt x="95086" y="14446"/>
                  <a:pt x="90818" y="18912"/>
                </a:cubicBezTo>
                <a:cubicBezTo>
                  <a:pt x="86550" y="23376"/>
                  <a:pt x="81337" y="25608"/>
                  <a:pt x="75179" y="25608"/>
                </a:cubicBezTo>
                <a:cubicBezTo>
                  <a:pt x="72374" y="25608"/>
                  <a:pt x="69356" y="25136"/>
                  <a:pt x="66124" y="24191"/>
                </a:cubicBezTo>
                <a:cubicBezTo>
                  <a:pt x="62893" y="23246"/>
                  <a:pt x="54540" y="20029"/>
                  <a:pt x="41065" y="14542"/>
                </a:cubicBezTo>
                <a:cubicBezTo>
                  <a:pt x="31675" y="10640"/>
                  <a:pt x="24999" y="8689"/>
                  <a:pt x="21035" y="8689"/>
                </a:cubicBezTo>
                <a:cubicBezTo>
                  <a:pt x="16767" y="8689"/>
                  <a:pt x="13170" y="9999"/>
                  <a:pt x="10243" y="12621"/>
                </a:cubicBezTo>
                <a:cubicBezTo>
                  <a:pt x="7317" y="15243"/>
                  <a:pt x="5244" y="19511"/>
                  <a:pt x="4024" y="25425"/>
                </a:cubicBezTo>
                <a:lnTo>
                  <a:pt x="0" y="25425"/>
                </a:lnTo>
                <a:cubicBezTo>
                  <a:pt x="366" y="17194"/>
                  <a:pt x="2622" y="10899"/>
                  <a:pt x="6768" y="6539"/>
                </a:cubicBezTo>
                <a:cubicBezTo>
                  <a:pt x="10914" y="2180"/>
                  <a:pt x="15792" y="0"/>
                  <a:pt x="21401" y="0"/>
                </a:cubicBezTo>
                <a:cubicBezTo>
                  <a:pt x="24084" y="0"/>
                  <a:pt x="26828" y="425"/>
                  <a:pt x="29632" y="1275"/>
                </a:cubicBezTo>
                <a:cubicBezTo>
                  <a:pt x="35974" y="3094"/>
                  <a:pt x="44311" y="6203"/>
                  <a:pt x="54646" y="10601"/>
                </a:cubicBezTo>
                <a:cubicBezTo>
                  <a:pt x="64981" y="14996"/>
                  <a:pt x="72252" y="17194"/>
                  <a:pt x="76459" y="17194"/>
                </a:cubicBezTo>
                <a:cubicBezTo>
                  <a:pt x="81032" y="17194"/>
                  <a:pt x="84873" y="15747"/>
                  <a:pt x="87983" y="12853"/>
                </a:cubicBezTo>
                <a:cubicBezTo>
                  <a:pt x="91092" y="9957"/>
                  <a:pt x="92921" y="5794"/>
                  <a:pt x="93470" y="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29C6B-5A78-4D02-8D1B-FE8D1BD7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083" y="3121928"/>
            <a:ext cx="468266" cy="304373"/>
          </a:xfrm>
          <a:custGeom xmlns:a="http://schemas.openxmlformats.org/drawingml/2006/main">
            <a:pathLst>
              <a:path w="468266" h="304373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CB367-730B-434A-80AA-F1E4508A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083" y="3121928"/>
            <a:ext cx="468266" cy="304373"/>
          </a:xfrm>
          <a:custGeom xmlns:a="http://schemas.openxmlformats.org/drawingml/2006/main">
            <a:pathLst>
              <a:path w="468266" h="304373" fill="none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36" name="Text f">
            <a:extLst xmlns:a="http://schemas.openxmlformats.org/drawingml/2006/main">
              <a:ext uri="{FF2B5EF4-FFF2-40B4-BE49-F238E27FC236}">
                <a16:creationId xmlns:a16="http://schemas.microsoft.com/office/drawing/2014/main" id="{AA93F627-25FF-4DB0-90C1-6CDD3647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350" y="3202594"/>
            <a:ext cx="74173" cy="130053"/>
          </a:xfrm>
          <a:custGeom xmlns:a="http://schemas.openxmlformats.org/drawingml/2006/main">
            <a:pathLst>
              <a:path w="74173" h="130053">
                <a:moveTo>
                  <a:pt x="31370" y="52680"/>
                </a:moveTo>
                <a:lnTo>
                  <a:pt x="31370" y="107806"/>
                </a:lnTo>
                <a:cubicBezTo>
                  <a:pt x="31370" y="115620"/>
                  <a:pt x="32224" y="120565"/>
                  <a:pt x="33931" y="122640"/>
                </a:cubicBezTo>
                <a:cubicBezTo>
                  <a:pt x="36187" y="125326"/>
                  <a:pt x="39205" y="126670"/>
                  <a:pt x="42985" y="126670"/>
                </a:cubicBezTo>
                <a:lnTo>
                  <a:pt x="50576" y="126670"/>
                </a:lnTo>
                <a:lnTo>
                  <a:pt x="50576" y="130053"/>
                </a:lnTo>
                <a:lnTo>
                  <a:pt x="549" y="130053"/>
                </a:lnTo>
                <a:lnTo>
                  <a:pt x="549" y="126670"/>
                </a:lnTo>
                <a:lnTo>
                  <a:pt x="4299" y="126670"/>
                </a:lnTo>
                <a:cubicBezTo>
                  <a:pt x="6737" y="126670"/>
                  <a:pt x="8963" y="126059"/>
                  <a:pt x="10975" y="124838"/>
                </a:cubicBezTo>
                <a:cubicBezTo>
                  <a:pt x="12987" y="123616"/>
                  <a:pt x="14374" y="121968"/>
                  <a:pt x="15136" y="119893"/>
                </a:cubicBezTo>
                <a:cubicBezTo>
                  <a:pt x="15898" y="117818"/>
                  <a:pt x="16280" y="113789"/>
                  <a:pt x="16280" y="107806"/>
                </a:cubicBezTo>
                <a:lnTo>
                  <a:pt x="16280" y="52680"/>
                </a:lnTo>
                <a:lnTo>
                  <a:pt x="0" y="52680"/>
                </a:lnTo>
                <a:lnTo>
                  <a:pt x="0" y="46278"/>
                </a:lnTo>
                <a:lnTo>
                  <a:pt x="16280" y="46278"/>
                </a:lnTo>
                <a:lnTo>
                  <a:pt x="16280" y="40767"/>
                </a:lnTo>
                <a:cubicBezTo>
                  <a:pt x="16280" y="32382"/>
                  <a:pt x="17621" y="25282"/>
                  <a:pt x="20304" y="19466"/>
                </a:cubicBezTo>
                <a:cubicBezTo>
                  <a:pt x="22986" y="13651"/>
                  <a:pt x="27087" y="8953"/>
                  <a:pt x="32605" y="5373"/>
                </a:cubicBezTo>
                <a:cubicBezTo>
                  <a:pt x="38123" y="1791"/>
                  <a:pt x="44327" y="0"/>
                  <a:pt x="51217" y="0"/>
                </a:cubicBezTo>
                <a:cubicBezTo>
                  <a:pt x="57619" y="0"/>
                  <a:pt x="63502" y="2073"/>
                  <a:pt x="68868" y="6219"/>
                </a:cubicBezTo>
                <a:cubicBezTo>
                  <a:pt x="72404" y="8963"/>
                  <a:pt x="74173" y="12042"/>
                  <a:pt x="74173" y="15456"/>
                </a:cubicBezTo>
                <a:cubicBezTo>
                  <a:pt x="74173" y="17286"/>
                  <a:pt x="73380" y="19008"/>
                  <a:pt x="71795" y="20624"/>
                </a:cubicBezTo>
                <a:cubicBezTo>
                  <a:pt x="70209" y="22240"/>
                  <a:pt x="68502" y="23047"/>
                  <a:pt x="66673" y="23047"/>
                </a:cubicBezTo>
                <a:cubicBezTo>
                  <a:pt x="65271" y="23047"/>
                  <a:pt x="63792" y="22539"/>
                  <a:pt x="62237" y="21521"/>
                </a:cubicBezTo>
                <a:cubicBezTo>
                  <a:pt x="60682" y="20504"/>
                  <a:pt x="58777" y="18315"/>
                  <a:pt x="56521" y="14956"/>
                </a:cubicBezTo>
                <a:cubicBezTo>
                  <a:pt x="54265" y="11597"/>
                  <a:pt x="52192" y="9332"/>
                  <a:pt x="50302" y="8160"/>
                </a:cubicBezTo>
                <a:cubicBezTo>
                  <a:pt x="48412" y="6988"/>
                  <a:pt x="46308" y="6402"/>
                  <a:pt x="43991" y="6402"/>
                </a:cubicBezTo>
                <a:cubicBezTo>
                  <a:pt x="41187" y="6402"/>
                  <a:pt x="38809" y="7157"/>
                  <a:pt x="36858" y="8666"/>
                </a:cubicBezTo>
                <a:cubicBezTo>
                  <a:pt x="34907" y="10173"/>
                  <a:pt x="33504" y="12511"/>
                  <a:pt x="32651" y="15679"/>
                </a:cubicBezTo>
                <a:cubicBezTo>
                  <a:pt x="31797" y="18848"/>
                  <a:pt x="31370" y="27016"/>
                  <a:pt x="31370" y="40184"/>
                </a:cubicBezTo>
                <a:lnTo>
                  <a:pt x="31370" y="46278"/>
                </a:lnTo>
                <a:lnTo>
                  <a:pt x="52954" y="46278"/>
                </a:lnTo>
                <a:lnTo>
                  <a:pt x="52954" y="52680"/>
                </a:lnTo>
                <a:lnTo>
                  <a:pt x="31370" y="5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or">
            <a:extLst xmlns:a="http://schemas.openxmlformats.org/drawingml/2006/main">
              <a:ext uri="{FF2B5EF4-FFF2-40B4-BE49-F238E27FC236}">
                <a16:creationId xmlns:a16="http://schemas.microsoft.com/office/drawing/2014/main" id="{9EE3257B-F781-46EE-8B5A-BF66D820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809" y="3246494"/>
            <a:ext cx="150906" cy="88714"/>
          </a:xfrm>
          <a:custGeom xmlns:a="http://schemas.openxmlformats.org/drawingml/2006/main">
            <a:pathLst>
              <a:path w="150906" h="88714">
                <a:moveTo>
                  <a:pt x="40516" y="0"/>
                </a:moveTo>
                <a:cubicBezTo>
                  <a:pt x="53198" y="0"/>
                  <a:pt x="63380" y="4812"/>
                  <a:pt x="71063" y="14436"/>
                </a:cubicBezTo>
                <a:cubicBezTo>
                  <a:pt x="77587" y="22658"/>
                  <a:pt x="80849" y="32099"/>
                  <a:pt x="80849" y="42760"/>
                </a:cubicBezTo>
                <a:cubicBezTo>
                  <a:pt x="80849" y="50251"/>
                  <a:pt x="79050" y="57835"/>
                  <a:pt x="75453" y="65510"/>
                </a:cubicBezTo>
                <a:cubicBezTo>
                  <a:pt x="71856" y="73183"/>
                  <a:pt x="66902" y="78968"/>
                  <a:pt x="60591" y="82867"/>
                </a:cubicBezTo>
                <a:cubicBezTo>
                  <a:pt x="54280" y="86765"/>
                  <a:pt x="47253" y="88714"/>
                  <a:pt x="39510" y="88714"/>
                </a:cubicBezTo>
                <a:cubicBezTo>
                  <a:pt x="26889" y="88714"/>
                  <a:pt x="16859" y="83689"/>
                  <a:pt x="9420" y="73638"/>
                </a:cubicBezTo>
                <a:cubicBezTo>
                  <a:pt x="3140" y="65172"/>
                  <a:pt x="0" y="55671"/>
                  <a:pt x="0" y="45135"/>
                </a:cubicBezTo>
                <a:cubicBezTo>
                  <a:pt x="0" y="37460"/>
                  <a:pt x="1905" y="29831"/>
                  <a:pt x="5716" y="22247"/>
                </a:cubicBezTo>
                <a:cubicBezTo>
                  <a:pt x="9527" y="14664"/>
                  <a:pt x="14542" y="9060"/>
                  <a:pt x="20761" y="5436"/>
                </a:cubicBezTo>
                <a:cubicBezTo>
                  <a:pt x="26980" y="1812"/>
                  <a:pt x="33565" y="0"/>
                  <a:pt x="40516" y="0"/>
                </a:cubicBezTo>
                <a:moveTo>
                  <a:pt x="37681" y="6036"/>
                </a:moveTo>
                <a:cubicBezTo>
                  <a:pt x="34449" y="6036"/>
                  <a:pt x="31202" y="6996"/>
                  <a:pt x="27940" y="8914"/>
                </a:cubicBezTo>
                <a:cubicBezTo>
                  <a:pt x="24678" y="10833"/>
                  <a:pt x="22041" y="14198"/>
                  <a:pt x="20029" y="19009"/>
                </a:cubicBezTo>
                <a:cubicBezTo>
                  <a:pt x="18017" y="23820"/>
                  <a:pt x="17011" y="30001"/>
                  <a:pt x="17011" y="37552"/>
                </a:cubicBezTo>
                <a:cubicBezTo>
                  <a:pt x="17011" y="49731"/>
                  <a:pt x="19435" y="60237"/>
                  <a:pt x="24282" y="69068"/>
                </a:cubicBezTo>
                <a:cubicBezTo>
                  <a:pt x="29129" y="77898"/>
                  <a:pt x="35516" y="82312"/>
                  <a:pt x="43443" y="82312"/>
                </a:cubicBezTo>
                <a:cubicBezTo>
                  <a:pt x="49357" y="82312"/>
                  <a:pt x="54235" y="79876"/>
                  <a:pt x="58076" y="75004"/>
                </a:cubicBezTo>
                <a:cubicBezTo>
                  <a:pt x="61917" y="70132"/>
                  <a:pt x="63838" y="61759"/>
                  <a:pt x="63838" y="49885"/>
                </a:cubicBezTo>
                <a:cubicBezTo>
                  <a:pt x="63838" y="35025"/>
                  <a:pt x="60637" y="23331"/>
                  <a:pt x="54235" y="14805"/>
                </a:cubicBezTo>
                <a:cubicBezTo>
                  <a:pt x="49906" y="8959"/>
                  <a:pt x="44388" y="6036"/>
                  <a:pt x="37681" y="6036"/>
                </a:cubicBezTo>
                <a:close/>
                <a:moveTo>
                  <a:pt x="117707" y="0"/>
                </a:moveTo>
                <a:lnTo>
                  <a:pt x="117707" y="18840"/>
                </a:lnTo>
                <a:cubicBezTo>
                  <a:pt x="124718" y="6280"/>
                  <a:pt x="131913" y="0"/>
                  <a:pt x="139291" y="0"/>
                </a:cubicBezTo>
                <a:cubicBezTo>
                  <a:pt x="142644" y="0"/>
                  <a:pt x="145418" y="1021"/>
                  <a:pt x="147613" y="3064"/>
                </a:cubicBezTo>
                <a:cubicBezTo>
                  <a:pt x="149808" y="5106"/>
                  <a:pt x="150906" y="7469"/>
                  <a:pt x="150906" y="10152"/>
                </a:cubicBezTo>
                <a:cubicBezTo>
                  <a:pt x="150906" y="12530"/>
                  <a:pt x="150113" y="14542"/>
                  <a:pt x="148528" y="16188"/>
                </a:cubicBezTo>
                <a:cubicBezTo>
                  <a:pt x="146943" y="17834"/>
                  <a:pt x="145053" y="18657"/>
                  <a:pt x="142858" y="18657"/>
                </a:cubicBezTo>
                <a:cubicBezTo>
                  <a:pt x="140724" y="18657"/>
                  <a:pt x="138330" y="17606"/>
                  <a:pt x="135678" y="15502"/>
                </a:cubicBezTo>
                <a:cubicBezTo>
                  <a:pt x="133026" y="13399"/>
                  <a:pt x="131060" y="12347"/>
                  <a:pt x="129779" y="12347"/>
                </a:cubicBezTo>
                <a:cubicBezTo>
                  <a:pt x="128682" y="12347"/>
                  <a:pt x="127493" y="12955"/>
                  <a:pt x="126212" y="14170"/>
                </a:cubicBezTo>
                <a:cubicBezTo>
                  <a:pt x="123468" y="16664"/>
                  <a:pt x="120633" y="20770"/>
                  <a:pt x="117707" y="26486"/>
                </a:cubicBezTo>
                <a:lnTo>
                  <a:pt x="117707" y="66533"/>
                </a:lnTo>
                <a:cubicBezTo>
                  <a:pt x="117707" y="71153"/>
                  <a:pt x="118286" y="74650"/>
                  <a:pt x="119444" y="77022"/>
                </a:cubicBezTo>
                <a:cubicBezTo>
                  <a:pt x="120237" y="78664"/>
                  <a:pt x="121639" y="80033"/>
                  <a:pt x="123651" y="81129"/>
                </a:cubicBezTo>
                <a:cubicBezTo>
                  <a:pt x="125663" y="82223"/>
                  <a:pt x="128560" y="82770"/>
                  <a:pt x="132340" y="82770"/>
                </a:cubicBezTo>
                <a:lnTo>
                  <a:pt x="132340" y="86154"/>
                </a:lnTo>
                <a:lnTo>
                  <a:pt x="89446" y="86154"/>
                </a:lnTo>
                <a:lnTo>
                  <a:pt x="89446" y="82770"/>
                </a:lnTo>
                <a:cubicBezTo>
                  <a:pt x="93714" y="82770"/>
                  <a:pt x="96885" y="82101"/>
                  <a:pt x="98958" y="80763"/>
                </a:cubicBezTo>
                <a:cubicBezTo>
                  <a:pt x="100482" y="79790"/>
                  <a:pt x="101549" y="78238"/>
                  <a:pt x="102159" y="76107"/>
                </a:cubicBezTo>
                <a:cubicBezTo>
                  <a:pt x="102464" y="75073"/>
                  <a:pt x="102616" y="72122"/>
                  <a:pt x="102616" y="67256"/>
                </a:cubicBezTo>
                <a:lnTo>
                  <a:pt x="102616" y="34860"/>
                </a:lnTo>
                <a:cubicBezTo>
                  <a:pt x="102616" y="25125"/>
                  <a:pt x="102418" y="19331"/>
                  <a:pt x="102022" y="17477"/>
                </a:cubicBezTo>
                <a:cubicBezTo>
                  <a:pt x="101625" y="15621"/>
                  <a:pt x="100894" y="14267"/>
                  <a:pt x="99827" y="13416"/>
                </a:cubicBezTo>
                <a:cubicBezTo>
                  <a:pt x="98760" y="12564"/>
                  <a:pt x="97433" y="12138"/>
                  <a:pt x="95848" y="12138"/>
                </a:cubicBezTo>
                <a:cubicBezTo>
                  <a:pt x="93958" y="12138"/>
                  <a:pt x="91824" y="12595"/>
                  <a:pt x="89446" y="13507"/>
                </a:cubicBezTo>
                <a:lnTo>
                  <a:pt x="88531" y="10220"/>
                </a:lnTo>
                <a:lnTo>
                  <a:pt x="113865" y="0"/>
                </a:lnTo>
                <a:lnTo>
                  <a:pt x="1177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41AEB-1AA9-411C-BB9B-9CFF96D0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286438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B9749-C0C4-462A-8FB8-D046C1D7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286438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140" name="Text ...">
            <a:extLst xmlns:a="http://schemas.openxmlformats.org/drawingml/2006/main">
              <a:ext uri="{FF2B5EF4-FFF2-40B4-BE49-F238E27FC236}">
                <a16:creationId xmlns:a16="http://schemas.microsoft.com/office/drawing/2014/main" id="{EE71008D-FCEF-4B0A-A96A-991B5C4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21" y="3057359"/>
            <a:ext cx="113957" cy="20304"/>
          </a:xfrm>
          <a:custGeom xmlns:a="http://schemas.openxmlformats.org/drawingml/2006/main">
            <a:pathLst>
              <a:path w="113957" h="20304">
                <a:moveTo>
                  <a:pt x="10152" y="0"/>
                </a:moveTo>
                <a:cubicBezTo>
                  <a:pt x="13018" y="0"/>
                  <a:pt x="15426" y="991"/>
                  <a:pt x="17377" y="2972"/>
                </a:cubicBezTo>
                <a:cubicBezTo>
                  <a:pt x="19328" y="4954"/>
                  <a:pt x="20304" y="7347"/>
                  <a:pt x="20304" y="10152"/>
                </a:cubicBezTo>
                <a:cubicBezTo>
                  <a:pt x="20304" y="12957"/>
                  <a:pt x="19313" y="15350"/>
                  <a:pt x="17331" y="17331"/>
                </a:cubicBezTo>
                <a:cubicBezTo>
                  <a:pt x="15350" y="19313"/>
                  <a:pt x="12957" y="20304"/>
                  <a:pt x="10152" y="20304"/>
                </a:cubicBezTo>
                <a:cubicBezTo>
                  <a:pt x="7347" y="20304"/>
                  <a:pt x="4954" y="19313"/>
                  <a:pt x="2972" y="17331"/>
                </a:cubicBezTo>
                <a:cubicBezTo>
                  <a:pt x="991" y="15350"/>
                  <a:pt x="0" y="12957"/>
                  <a:pt x="0" y="10152"/>
                </a:cubicBezTo>
                <a:cubicBezTo>
                  <a:pt x="0" y="7286"/>
                  <a:pt x="991" y="4878"/>
                  <a:pt x="2972" y="2927"/>
                </a:cubicBezTo>
                <a:cubicBezTo>
                  <a:pt x="4954" y="976"/>
                  <a:pt x="7347" y="0"/>
                  <a:pt x="10152" y="0"/>
                </a:cubicBezTo>
                <a:close/>
                <a:moveTo>
                  <a:pt x="56978" y="0"/>
                </a:moveTo>
                <a:cubicBezTo>
                  <a:pt x="59844" y="0"/>
                  <a:pt x="62253" y="991"/>
                  <a:pt x="64204" y="2972"/>
                </a:cubicBezTo>
                <a:cubicBezTo>
                  <a:pt x="66155" y="4954"/>
                  <a:pt x="67130" y="7347"/>
                  <a:pt x="67130" y="10152"/>
                </a:cubicBezTo>
                <a:cubicBezTo>
                  <a:pt x="67130" y="12957"/>
                  <a:pt x="66139" y="15350"/>
                  <a:pt x="64158" y="17331"/>
                </a:cubicBezTo>
                <a:cubicBezTo>
                  <a:pt x="62176" y="19313"/>
                  <a:pt x="59783" y="20304"/>
                  <a:pt x="56978" y="20304"/>
                </a:cubicBezTo>
                <a:cubicBezTo>
                  <a:pt x="54174" y="20304"/>
                  <a:pt x="51781" y="19313"/>
                  <a:pt x="49799" y="17331"/>
                </a:cubicBezTo>
                <a:cubicBezTo>
                  <a:pt x="47817" y="15350"/>
                  <a:pt x="46827" y="12957"/>
                  <a:pt x="46827" y="10152"/>
                </a:cubicBezTo>
                <a:cubicBezTo>
                  <a:pt x="46827" y="7286"/>
                  <a:pt x="47817" y="4878"/>
                  <a:pt x="49799" y="2927"/>
                </a:cubicBezTo>
                <a:cubicBezTo>
                  <a:pt x="51781" y="976"/>
                  <a:pt x="54174" y="0"/>
                  <a:pt x="56978" y="0"/>
                </a:cubicBezTo>
                <a:close/>
                <a:moveTo>
                  <a:pt x="103805" y="0"/>
                </a:moveTo>
                <a:cubicBezTo>
                  <a:pt x="106671" y="0"/>
                  <a:pt x="109079" y="991"/>
                  <a:pt x="111030" y="2972"/>
                </a:cubicBezTo>
                <a:cubicBezTo>
                  <a:pt x="112981" y="4954"/>
                  <a:pt x="113957" y="7347"/>
                  <a:pt x="113957" y="10152"/>
                </a:cubicBezTo>
                <a:cubicBezTo>
                  <a:pt x="113957" y="12957"/>
                  <a:pt x="112966" y="15350"/>
                  <a:pt x="110984" y="17331"/>
                </a:cubicBezTo>
                <a:cubicBezTo>
                  <a:pt x="109003" y="19313"/>
                  <a:pt x="106610" y="20304"/>
                  <a:pt x="103805" y="20304"/>
                </a:cubicBezTo>
                <a:cubicBezTo>
                  <a:pt x="101000" y="20304"/>
                  <a:pt x="98607" y="19313"/>
                  <a:pt x="96626" y="17331"/>
                </a:cubicBezTo>
                <a:cubicBezTo>
                  <a:pt x="94644" y="15350"/>
                  <a:pt x="93653" y="12957"/>
                  <a:pt x="93653" y="10152"/>
                </a:cubicBezTo>
                <a:cubicBezTo>
                  <a:pt x="93653" y="7286"/>
                  <a:pt x="94644" y="4878"/>
                  <a:pt x="96626" y="2927"/>
                </a:cubicBezTo>
                <a:cubicBezTo>
                  <a:pt x="98607" y="976"/>
                  <a:pt x="101000" y="0"/>
                  <a:pt x="1038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F3431-A971-43FF-8DAD-9F0D29F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286438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61A14-B243-438F-B70C-BF34190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286438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43" name="Text ...">
            <a:extLst xmlns:a="http://schemas.openxmlformats.org/drawingml/2006/main">
              <a:ext uri="{FF2B5EF4-FFF2-40B4-BE49-F238E27FC236}">
                <a16:creationId xmlns:a16="http://schemas.microsoft.com/office/drawing/2014/main" id="{D995AACA-1209-4874-BAB2-FA205DC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85" y="3057359"/>
            <a:ext cx="113957" cy="20304"/>
          </a:xfrm>
          <a:custGeom xmlns:a="http://schemas.openxmlformats.org/drawingml/2006/main">
            <a:pathLst>
              <a:path w="113957" h="20304">
                <a:moveTo>
                  <a:pt x="10152" y="0"/>
                </a:moveTo>
                <a:cubicBezTo>
                  <a:pt x="13018" y="0"/>
                  <a:pt x="15426" y="991"/>
                  <a:pt x="17377" y="2972"/>
                </a:cubicBezTo>
                <a:cubicBezTo>
                  <a:pt x="19328" y="4954"/>
                  <a:pt x="20304" y="7347"/>
                  <a:pt x="20304" y="10152"/>
                </a:cubicBezTo>
                <a:cubicBezTo>
                  <a:pt x="20304" y="12957"/>
                  <a:pt x="19313" y="15350"/>
                  <a:pt x="17331" y="17331"/>
                </a:cubicBezTo>
                <a:cubicBezTo>
                  <a:pt x="15350" y="19313"/>
                  <a:pt x="12957" y="20304"/>
                  <a:pt x="10152" y="20304"/>
                </a:cubicBezTo>
                <a:cubicBezTo>
                  <a:pt x="7347" y="20304"/>
                  <a:pt x="4954" y="19313"/>
                  <a:pt x="2972" y="17331"/>
                </a:cubicBezTo>
                <a:cubicBezTo>
                  <a:pt x="991" y="15350"/>
                  <a:pt x="0" y="12957"/>
                  <a:pt x="0" y="10152"/>
                </a:cubicBezTo>
                <a:cubicBezTo>
                  <a:pt x="0" y="7286"/>
                  <a:pt x="991" y="4878"/>
                  <a:pt x="2972" y="2927"/>
                </a:cubicBezTo>
                <a:cubicBezTo>
                  <a:pt x="4954" y="976"/>
                  <a:pt x="7347" y="0"/>
                  <a:pt x="10152" y="0"/>
                </a:cubicBezTo>
                <a:close/>
                <a:moveTo>
                  <a:pt x="56979" y="0"/>
                </a:moveTo>
                <a:cubicBezTo>
                  <a:pt x="59844" y="0"/>
                  <a:pt x="62253" y="991"/>
                  <a:pt x="64204" y="2972"/>
                </a:cubicBezTo>
                <a:cubicBezTo>
                  <a:pt x="66155" y="4954"/>
                  <a:pt x="67130" y="7347"/>
                  <a:pt x="67130" y="10152"/>
                </a:cubicBezTo>
                <a:cubicBezTo>
                  <a:pt x="67130" y="12957"/>
                  <a:pt x="66140" y="15350"/>
                  <a:pt x="64158" y="17331"/>
                </a:cubicBezTo>
                <a:cubicBezTo>
                  <a:pt x="62176" y="19313"/>
                  <a:pt x="59783" y="20304"/>
                  <a:pt x="56979" y="20304"/>
                </a:cubicBezTo>
                <a:cubicBezTo>
                  <a:pt x="54174" y="20304"/>
                  <a:pt x="51781" y="19313"/>
                  <a:pt x="49799" y="17331"/>
                </a:cubicBezTo>
                <a:cubicBezTo>
                  <a:pt x="47818" y="15350"/>
                  <a:pt x="46827" y="12957"/>
                  <a:pt x="46827" y="10152"/>
                </a:cubicBezTo>
                <a:cubicBezTo>
                  <a:pt x="46827" y="7286"/>
                  <a:pt x="47818" y="4878"/>
                  <a:pt x="49799" y="2927"/>
                </a:cubicBezTo>
                <a:cubicBezTo>
                  <a:pt x="51781" y="976"/>
                  <a:pt x="54174" y="0"/>
                  <a:pt x="56979" y="0"/>
                </a:cubicBezTo>
                <a:close/>
                <a:moveTo>
                  <a:pt x="103805" y="0"/>
                </a:moveTo>
                <a:cubicBezTo>
                  <a:pt x="106671" y="0"/>
                  <a:pt x="109079" y="991"/>
                  <a:pt x="111030" y="2972"/>
                </a:cubicBezTo>
                <a:cubicBezTo>
                  <a:pt x="112981" y="4954"/>
                  <a:pt x="113957" y="7347"/>
                  <a:pt x="113957" y="10152"/>
                </a:cubicBezTo>
                <a:cubicBezTo>
                  <a:pt x="113957" y="12957"/>
                  <a:pt x="112966" y="15350"/>
                  <a:pt x="110985" y="17331"/>
                </a:cubicBezTo>
                <a:cubicBezTo>
                  <a:pt x="109003" y="19313"/>
                  <a:pt x="106610" y="20304"/>
                  <a:pt x="103805" y="20304"/>
                </a:cubicBezTo>
                <a:cubicBezTo>
                  <a:pt x="101000" y="20304"/>
                  <a:pt x="98607" y="19313"/>
                  <a:pt x="96626" y="17331"/>
                </a:cubicBezTo>
                <a:cubicBezTo>
                  <a:pt x="94644" y="15350"/>
                  <a:pt x="93653" y="12957"/>
                  <a:pt x="93653" y="10152"/>
                </a:cubicBezTo>
                <a:cubicBezTo>
                  <a:pt x="93653" y="7286"/>
                  <a:pt x="94644" y="4878"/>
                  <a:pt x="96626" y="2927"/>
                </a:cubicBezTo>
                <a:cubicBezTo>
                  <a:pt x="98607" y="976"/>
                  <a:pt x="101000" y="0"/>
                  <a:pt x="1038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57562-F867-43F5-8938-5E88509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286438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32183-A0F0-446B-8A4C-D57E27B2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286438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46" name="Text ...">
            <a:extLst xmlns:a="http://schemas.openxmlformats.org/drawingml/2006/main">
              <a:ext uri="{FF2B5EF4-FFF2-40B4-BE49-F238E27FC236}">
                <a16:creationId xmlns:a16="http://schemas.microsoft.com/office/drawing/2014/main" id="{D2F2F8E8-FCA7-4C23-9627-2887870F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283" y="3057359"/>
            <a:ext cx="113957" cy="20304"/>
          </a:xfrm>
          <a:custGeom xmlns:a="http://schemas.openxmlformats.org/drawingml/2006/main">
            <a:pathLst>
              <a:path w="113957" h="20304">
                <a:moveTo>
                  <a:pt x="10152" y="0"/>
                </a:moveTo>
                <a:cubicBezTo>
                  <a:pt x="13018" y="0"/>
                  <a:pt x="15426" y="991"/>
                  <a:pt x="17377" y="2972"/>
                </a:cubicBezTo>
                <a:cubicBezTo>
                  <a:pt x="19328" y="4954"/>
                  <a:pt x="20304" y="7347"/>
                  <a:pt x="20304" y="10152"/>
                </a:cubicBezTo>
                <a:cubicBezTo>
                  <a:pt x="20304" y="12957"/>
                  <a:pt x="19313" y="15350"/>
                  <a:pt x="17331" y="17331"/>
                </a:cubicBezTo>
                <a:cubicBezTo>
                  <a:pt x="15350" y="19313"/>
                  <a:pt x="12957" y="20304"/>
                  <a:pt x="10152" y="20304"/>
                </a:cubicBezTo>
                <a:cubicBezTo>
                  <a:pt x="7347" y="20304"/>
                  <a:pt x="4954" y="19313"/>
                  <a:pt x="2972" y="17331"/>
                </a:cubicBezTo>
                <a:cubicBezTo>
                  <a:pt x="991" y="15350"/>
                  <a:pt x="0" y="12957"/>
                  <a:pt x="0" y="10152"/>
                </a:cubicBezTo>
                <a:cubicBezTo>
                  <a:pt x="0" y="7286"/>
                  <a:pt x="991" y="4878"/>
                  <a:pt x="2972" y="2927"/>
                </a:cubicBezTo>
                <a:cubicBezTo>
                  <a:pt x="4954" y="976"/>
                  <a:pt x="7347" y="0"/>
                  <a:pt x="10152" y="0"/>
                </a:cubicBezTo>
                <a:close/>
                <a:moveTo>
                  <a:pt x="56979" y="0"/>
                </a:moveTo>
                <a:cubicBezTo>
                  <a:pt x="59844" y="0"/>
                  <a:pt x="62253" y="991"/>
                  <a:pt x="64204" y="2972"/>
                </a:cubicBezTo>
                <a:cubicBezTo>
                  <a:pt x="66155" y="4954"/>
                  <a:pt x="67130" y="7347"/>
                  <a:pt x="67130" y="10152"/>
                </a:cubicBezTo>
                <a:cubicBezTo>
                  <a:pt x="67130" y="12957"/>
                  <a:pt x="66140" y="15350"/>
                  <a:pt x="64158" y="17331"/>
                </a:cubicBezTo>
                <a:cubicBezTo>
                  <a:pt x="62176" y="19313"/>
                  <a:pt x="59783" y="20304"/>
                  <a:pt x="56979" y="20304"/>
                </a:cubicBezTo>
                <a:cubicBezTo>
                  <a:pt x="54174" y="20304"/>
                  <a:pt x="51781" y="19313"/>
                  <a:pt x="49799" y="17331"/>
                </a:cubicBezTo>
                <a:cubicBezTo>
                  <a:pt x="47818" y="15350"/>
                  <a:pt x="46827" y="12957"/>
                  <a:pt x="46827" y="10152"/>
                </a:cubicBezTo>
                <a:cubicBezTo>
                  <a:pt x="46827" y="7286"/>
                  <a:pt x="47818" y="4878"/>
                  <a:pt x="49799" y="2927"/>
                </a:cubicBezTo>
                <a:cubicBezTo>
                  <a:pt x="51781" y="976"/>
                  <a:pt x="54174" y="0"/>
                  <a:pt x="56979" y="0"/>
                </a:cubicBezTo>
                <a:close/>
                <a:moveTo>
                  <a:pt x="103805" y="0"/>
                </a:moveTo>
                <a:cubicBezTo>
                  <a:pt x="106671" y="0"/>
                  <a:pt x="109079" y="991"/>
                  <a:pt x="111030" y="2972"/>
                </a:cubicBezTo>
                <a:cubicBezTo>
                  <a:pt x="112981" y="4954"/>
                  <a:pt x="113957" y="7347"/>
                  <a:pt x="113957" y="10152"/>
                </a:cubicBezTo>
                <a:cubicBezTo>
                  <a:pt x="113957" y="12957"/>
                  <a:pt x="112966" y="15350"/>
                  <a:pt x="110984" y="17331"/>
                </a:cubicBezTo>
                <a:cubicBezTo>
                  <a:pt x="109003" y="19313"/>
                  <a:pt x="106610" y="20304"/>
                  <a:pt x="103805" y="20304"/>
                </a:cubicBezTo>
                <a:cubicBezTo>
                  <a:pt x="101000" y="20304"/>
                  <a:pt x="98607" y="19313"/>
                  <a:pt x="96625" y="17331"/>
                </a:cubicBezTo>
                <a:cubicBezTo>
                  <a:pt x="94644" y="15350"/>
                  <a:pt x="93653" y="12957"/>
                  <a:pt x="93653" y="10152"/>
                </a:cubicBezTo>
                <a:cubicBezTo>
                  <a:pt x="93653" y="7286"/>
                  <a:pt x="94644" y="4878"/>
                  <a:pt x="96625" y="2927"/>
                </a:cubicBezTo>
                <a:cubicBezTo>
                  <a:pt x="98607" y="976"/>
                  <a:pt x="101000" y="0"/>
                  <a:pt x="1038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CCFDB-F5F7-412C-929E-4412316F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286438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1376E-8D4C-4B6D-B0EE-4A09146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286438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149" name="Text ...">
            <a:extLst xmlns:a="http://schemas.openxmlformats.org/drawingml/2006/main">
              <a:ext uri="{FF2B5EF4-FFF2-40B4-BE49-F238E27FC236}">
                <a16:creationId xmlns:a16="http://schemas.microsoft.com/office/drawing/2014/main" id="{C7C3A965-600F-498A-AFEF-BC482875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682" y="3057359"/>
            <a:ext cx="113957" cy="20304"/>
          </a:xfrm>
          <a:custGeom xmlns:a="http://schemas.openxmlformats.org/drawingml/2006/main">
            <a:pathLst>
              <a:path w="113957" h="20304">
                <a:moveTo>
                  <a:pt x="10152" y="0"/>
                </a:moveTo>
                <a:cubicBezTo>
                  <a:pt x="13018" y="0"/>
                  <a:pt x="15426" y="991"/>
                  <a:pt x="17377" y="2972"/>
                </a:cubicBezTo>
                <a:cubicBezTo>
                  <a:pt x="19328" y="4954"/>
                  <a:pt x="20304" y="7347"/>
                  <a:pt x="20304" y="10152"/>
                </a:cubicBezTo>
                <a:cubicBezTo>
                  <a:pt x="20304" y="12957"/>
                  <a:pt x="19313" y="15350"/>
                  <a:pt x="17331" y="17331"/>
                </a:cubicBezTo>
                <a:cubicBezTo>
                  <a:pt x="15350" y="19313"/>
                  <a:pt x="12957" y="20304"/>
                  <a:pt x="10152" y="20304"/>
                </a:cubicBezTo>
                <a:cubicBezTo>
                  <a:pt x="7347" y="20304"/>
                  <a:pt x="4954" y="19313"/>
                  <a:pt x="2972" y="17331"/>
                </a:cubicBezTo>
                <a:cubicBezTo>
                  <a:pt x="991" y="15350"/>
                  <a:pt x="0" y="12957"/>
                  <a:pt x="0" y="10152"/>
                </a:cubicBezTo>
                <a:cubicBezTo>
                  <a:pt x="0" y="7286"/>
                  <a:pt x="991" y="4878"/>
                  <a:pt x="2972" y="2927"/>
                </a:cubicBezTo>
                <a:cubicBezTo>
                  <a:pt x="4954" y="976"/>
                  <a:pt x="7347" y="0"/>
                  <a:pt x="10152" y="0"/>
                </a:cubicBezTo>
                <a:close/>
                <a:moveTo>
                  <a:pt x="56978" y="0"/>
                </a:moveTo>
                <a:cubicBezTo>
                  <a:pt x="59844" y="0"/>
                  <a:pt x="62252" y="991"/>
                  <a:pt x="64203" y="2972"/>
                </a:cubicBezTo>
                <a:cubicBezTo>
                  <a:pt x="66155" y="4954"/>
                  <a:pt x="67130" y="7347"/>
                  <a:pt x="67130" y="10152"/>
                </a:cubicBezTo>
                <a:cubicBezTo>
                  <a:pt x="67130" y="12957"/>
                  <a:pt x="66139" y="15350"/>
                  <a:pt x="64158" y="17331"/>
                </a:cubicBezTo>
                <a:cubicBezTo>
                  <a:pt x="62176" y="19313"/>
                  <a:pt x="59783" y="20304"/>
                  <a:pt x="56978" y="20304"/>
                </a:cubicBezTo>
                <a:cubicBezTo>
                  <a:pt x="54174" y="20304"/>
                  <a:pt x="51780" y="19313"/>
                  <a:pt x="49799" y="17331"/>
                </a:cubicBezTo>
                <a:cubicBezTo>
                  <a:pt x="47817" y="15350"/>
                  <a:pt x="46826" y="12957"/>
                  <a:pt x="46826" y="10152"/>
                </a:cubicBezTo>
                <a:cubicBezTo>
                  <a:pt x="46826" y="7286"/>
                  <a:pt x="47817" y="4878"/>
                  <a:pt x="49799" y="2927"/>
                </a:cubicBezTo>
                <a:cubicBezTo>
                  <a:pt x="51780" y="976"/>
                  <a:pt x="54174" y="0"/>
                  <a:pt x="56978" y="0"/>
                </a:cubicBezTo>
                <a:close/>
                <a:moveTo>
                  <a:pt x="103805" y="0"/>
                </a:moveTo>
                <a:cubicBezTo>
                  <a:pt x="106671" y="0"/>
                  <a:pt x="109079" y="991"/>
                  <a:pt x="111030" y="2972"/>
                </a:cubicBezTo>
                <a:cubicBezTo>
                  <a:pt x="112982" y="4954"/>
                  <a:pt x="113957" y="7347"/>
                  <a:pt x="113957" y="10152"/>
                </a:cubicBezTo>
                <a:cubicBezTo>
                  <a:pt x="113957" y="12957"/>
                  <a:pt x="112966" y="15350"/>
                  <a:pt x="110985" y="17331"/>
                </a:cubicBezTo>
                <a:cubicBezTo>
                  <a:pt x="109003" y="19313"/>
                  <a:pt x="106610" y="20304"/>
                  <a:pt x="103805" y="20304"/>
                </a:cubicBezTo>
                <a:cubicBezTo>
                  <a:pt x="101001" y="20304"/>
                  <a:pt x="98607" y="19313"/>
                  <a:pt x="96626" y="17331"/>
                </a:cubicBezTo>
                <a:cubicBezTo>
                  <a:pt x="94644" y="15350"/>
                  <a:pt x="93653" y="12957"/>
                  <a:pt x="93653" y="10152"/>
                </a:cubicBezTo>
                <a:cubicBezTo>
                  <a:pt x="93653" y="7286"/>
                  <a:pt x="94644" y="4878"/>
                  <a:pt x="96626" y="2927"/>
                </a:cubicBezTo>
                <a:cubicBezTo>
                  <a:pt x="98607" y="976"/>
                  <a:pt x="101001" y="0"/>
                  <a:pt x="1038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CurrentToken">
            <a:extLst xmlns:a="http://schemas.openxmlformats.org/drawingml/2006/main">
              <a:ext uri="{FF2B5EF4-FFF2-40B4-BE49-F238E27FC236}">
                <a16:creationId xmlns:a16="http://schemas.microsoft.com/office/drawing/2014/main" id="{1F5359A1-E75F-4774-96B0-8BF57C7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97" y="1106259"/>
            <a:ext cx="1322347" cy="145693"/>
          </a:xfrm>
          <a:custGeom xmlns:a="http://schemas.openxmlformats.org/drawingml/2006/main">
            <a:pathLst>
              <a:path w="1322347" h="145693">
                <a:moveTo>
                  <a:pt x="132317" y="0"/>
                </a:moveTo>
                <a:lnTo>
                  <a:pt x="132317" y="48358"/>
                </a:lnTo>
                <a:lnTo>
                  <a:pt x="128304" y="48358"/>
                </a:lnTo>
                <a:cubicBezTo>
                  <a:pt x="125286" y="35671"/>
                  <a:pt x="119662" y="25949"/>
                  <a:pt x="111430" y="19192"/>
                </a:cubicBezTo>
                <a:cubicBezTo>
                  <a:pt x="103199" y="12434"/>
                  <a:pt x="93870" y="9054"/>
                  <a:pt x="83444" y="9054"/>
                </a:cubicBezTo>
                <a:cubicBezTo>
                  <a:pt x="74733" y="9054"/>
                  <a:pt x="66742" y="11558"/>
                  <a:pt x="59471" y="16565"/>
                </a:cubicBezTo>
                <a:cubicBezTo>
                  <a:pt x="52200" y="21573"/>
                  <a:pt x="46884" y="28123"/>
                  <a:pt x="43523" y="36217"/>
                </a:cubicBezTo>
                <a:cubicBezTo>
                  <a:pt x="39201" y="46575"/>
                  <a:pt x="37041" y="58099"/>
                  <a:pt x="37041" y="70789"/>
                </a:cubicBezTo>
                <a:cubicBezTo>
                  <a:pt x="37041" y="83273"/>
                  <a:pt x="38618" y="94642"/>
                  <a:pt x="41774" y="104897"/>
                </a:cubicBezTo>
                <a:cubicBezTo>
                  <a:pt x="44929" y="115152"/>
                  <a:pt x="49868" y="122903"/>
                  <a:pt x="56590" y="128150"/>
                </a:cubicBezTo>
                <a:cubicBezTo>
                  <a:pt x="63312" y="133397"/>
                  <a:pt x="72023" y="136021"/>
                  <a:pt x="82724" y="136021"/>
                </a:cubicBezTo>
                <a:cubicBezTo>
                  <a:pt x="91504" y="136021"/>
                  <a:pt x="99546" y="134100"/>
                  <a:pt x="106852" y="130259"/>
                </a:cubicBezTo>
                <a:cubicBezTo>
                  <a:pt x="114157" y="126418"/>
                  <a:pt x="121857" y="119799"/>
                  <a:pt x="129951" y="110401"/>
                </a:cubicBezTo>
                <a:lnTo>
                  <a:pt x="129951" y="122440"/>
                </a:lnTo>
                <a:cubicBezTo>
                  <a:pt x="122131" y="130602"/>
                  <a:pt x="113985" y="136518"/>
                  <a:pt x="105514" y="140188"/>
                </a:cubicBezTo>
                <a:cubicBezTo>
                  <a:pt x="97043" y="143858"/>
                  <a:pt x="87148" y="145693"/>
                  <a:pt x="75830" y="145693"/>
                </a:cubicBezTo>
                <a:cubicBezTo>
                  <a:pt x="60945" y="145693"/>
                  <a:pt x="47724" y="142713"/>
                  <a:pt x="36166" y="136754"/>
                </a:cubicBezTo>
                <a:cubicBezTo>
                  <a:pt x="24608" y="130795"/>
                  <a:pt x="15691" y="122234"/>
                  <a:pt x="9414" y="111070"/>
                </a:cubicBezTo>
                <a:cubicBezTo>
                  <a:pt x="3138" y="99904"/>
                  <a:pt x="0" y="88020"/>
                  <a:pt x="0" y="75415"/>
                </a:cubicBezTo>
                <a:cubicBezTo>
                  <a:pt x="0" y="62128"/>
                  <a:pt x="3481" y="49525"/>
                  <a:pt x="10443" y="37606"/>
                </a:cubicBezTo>
                <a:cubicBezTo>
                  <a:pt x="17406" y="25686"/>
                  <a:pt x="26803" y="16439"/>
                  <a:pt x="38635" y="9865"/>
                </a:cubicBezTo>
                <a:cubicBezTo>
                  <a:pt x="50468" y="3288"/>
                  <a:pt x="63038" y="0"/>
                  <a:pt x="76345" y="0"/>
                </a:cubicBezTo>
                <a:cubicBezTo>
                  <a:pt x="86154" y="0"/>
                  <a:pt x="96511" y="2126"/>
                  <a:pt x="107418" y="6379"/>
                </a:cubicBezTo>
                <a:cubicBezTo>
                  <a:pt x="113728" y="8849"/>
                  <a:pt x="117741" y="10083"/>
                  <a:pt x="119456" y="10083"/>
                </a:cubicBezTo>
                <a:cubicBezTo>
                  <a:pt x="121651" y="10083"/>
                  <a:pt x="123554" y="9277"/>
                  <a:pt x="125166" y="7665"/>
                </a:cubicBezTo>
                <a:cubicBezTo>
                  <a:pt x="126778" y="6053"/>
                  <a:pt x="127824" y="3498"/>
                  <a:pt x="128304" y="0"/>
                </a:cubicBezTo>
                <a:lnTo>
                  <a:pt x="132317" y="0"/>
                </a:lnTo>
                <a:close/>
                <a:moveTo>
                  <a:pt x="243815" y="46301"/>
                </a:moveTo>
                <a:lnTo>
                  <a:pt x="243815" y="121616"/>
                </a:lnTo>
                <a:cubicBezTo>
                  <a:pt x="243815" y="129001"/>
                  <a:pt x="244501" y="133607"/>
                  <a:pt x="245873" y="135436"/>
                </a:cubicBezTo>
                <a:cubicBezTo>
                  <a:pt x="247245" y="137264"/>
                  <a:pt x="250023" y="138420"/>
                  <a:pt x="254207" y="138902"/>
                </a:cubicBezTo>
                <a:lnTo>
                  <a:pt x="254207" y="142606"/>
                </a:lnTo>
                <a:lnTo>
                  <a:pt x="215006" y="142606"/>
                </a:lnTo>
                <a:lnTo>
                  <a:pt x="215006" y="129745"/>
                </a:lnTo>
                <a:cubicBezTo>
                  <a:pt x="210410" y="135232"/>
                  <a:pt x="205814" y="139228"/>
                  <a:pt x="201218" y="141732"/>
                </a:cubicBezTo>
                <a:cubicBezTo>
                  <a:pt x="196623" y="144235"/>
                  <a:pt x="191478" y="145487"/>
                  <a:pt x="185785" y="145487"/>
                </a:cubicBezTo>
                <a:cubicBezTo>
                  <a:pt x="180366" y="145487"/>
                  <a:pt x="175547" y="143824"/>
                  <a:pt x="171329" y="140497"/>
                </a:cubicBezTo>
                <a:cubicBezTo>
                  <a:pt x="167110" y="137170"/>
                  <a:pt x="164281" y="133277"/>
                  <a:pt x="162840" y="128819"/>
                </a:cubicBezTo>
                <a:cubicBezTo>
                  <a:pt x="161400" y="124360"/>
                  <a:pt x="160679" y="116575"/>
                  <a:pt x="160679" y="105463"/>
                </a:cubicBezTo>
                <a:lnTo>
                  <a:pt x="160679" y="67290"/>
                </a:lnTo>
                <a:cubicBezTo>
                  <a:pt x="160679" y="59932"/>
                  <a:pt x="160011" y="55350"/>
                  <a:pt x="158673" y="53545"/>
                </a:cubicBezTo>
                <a:cubicBezTo>
                  <a:pt x="157336" y="51740"/>
                  <a:pt x="154540" y="50560"/>
                  <a:pt x="150288" y="50005"/>
                </a:cubicBezTo>
                <a:lnTo>
                  <a:pt x="150288" y="46301"/>
                </a:lnTo>
                <a:lnTo>
                  <a:pt x="189489" y="46301"/>
                </a:lnTo>
                <a:lnTo>
                  <a:pt x="189489" y="112128"/>
                </a:lnTo>
                <a:cubicBezTo>
                  <a:pt x="189489" y="118996"/>
                  <a:pt x="189815" y="123426"/>
                  <a:pt x="190466" y="125417"/>
                </a:cubicBezTo>
                <a:cubicBezTo>
                  <a:pt x="191118" y="127408"/>
                  <a:pt x="192147" y="128920"/>
                  <a:pt x="193553" y="129951"/>
                </a:cubicBezTo>
                <a:cubicBezTo>
                  <a:pt x="194959" y="130979"/>
                  <a:pt x="196588" y="131494"/>
                  <a:pt x="198440" y="131494"/>
                </a:cubicBezTo>
                <a:cubicBezTo>
                  <a:pt x="200910" y="131494"/>
                  <a:pt x="203139" y="130842"/>
                  <a:pt x="205128" y="129539"/>
                </a:cubicBezTo>
                <a:cubicBezTo>
                  <a:pt x="207872" y="127756"/>
                  <a:pt x="211164" y="124154"/>
                  <a:pt x="215006" y="118736"/>
                </a:cubicBezTo>
                <a:lnTo>
                  <a:pt x="215006" y="67290"/>
                </a:lnTo>
                <a:cubicBezTo>
                  <a:pt x="215006" y="59932"/>
                  <a:pt x="214337" y="55350"/>
                  <a:pt x="212999" y="53545"/>
                </a:cubicBezTo>
                <a:cubicBezTo>
                  <a:pt x="211662" y="51740"/>
                  <a:pt x="208866" y="50560"/>
                  <a:pt x="204614" y="50005"/>
                </a:cubicBezTo>
                <a:lnTo>
                  <a:pt x="204614" y="46301"/>
                </a:lnTo>
                <a:lnTo>
                  <a:pt x="243815" y="46301"/>
                </a:lnTo>
                <a:close/>
                <a:moveTo>
                  <a:pt x="307986" y="46301"/>
                </a:moveTo>
                <a:lnTo>
                  <a:pt x="307986" y="68113"/>
                </a:lnTo>
                <a:cubicBezTo>
                  <a:pt x="314366" y="58167"/>
                  <a:pt x="319956" y="51565"/>
                  <a:pt x="324758" y="48307"/>
                </a:cubicBezTo>
                <a:cubicBezTo>
                  <a:pt x="329559" y="45049"/>
                  <a:pt x="334189" y="43420"/>
                  <a:pt x="338648" y="43420"/>
                </a:cubicBezTo>
                <a:cubicBezTo>
                  <a:pt x="342489" y="43420"/>
                  <a:pt x="345559" y="44607"/>
                  <a:pt x="347856" y="46982"/>
                </a:cubicBezTo>
                <a:cubicBezTo>
                  <a:pt x="350154" y="49357"/>
                  <a:pt x="351303" y="52713"/>
                  <a:pt x="351303" y="57050"/>
                </a:cubicBezTo>
                <a:cubicBezTo>
                  <a:pt x="351303" y="61662"/>
                  <a:pt x="350189" y="65243"/>
                  <a:pt x="347959" y="67792"/>
                </a:cubicBezTo>
                <a:cubicBezTo>
                  <a:pt x="345730" y="70338"/>
                  <a:pt x="343038" y="71612"/>
                  <a:pt x="339882" y="71612"/>
                </a:cubicBezTo>
                <a:cubicBezTo>
                  <a:pt x="336247" y="71612"/>
                  <a:pt x="333092" y="70446"/>
                  <a:pt x="330417" y="68113"/>
                </a:cubicBezTo>
                <a:cubicBezTo>
                  <a:pt x="327741" y="65781"/>
                  <a:pt x="326164" y="64478"/>
                  <a:pt x="325684" y="64204"/>
                </a:cubicBezTo>
                <a:cubicBezTo>
                  <a:pt x="324998" y="63792"/>
                  <a:pt x="324209" y="63586"/>
                  <a:pt x="323317" y="63586"/>
                </a:cubicBezTo>
                <a:cubicBezTo>
                  <a:pt x="321328" y="63586"/>
                  <a:pt x="319442" y="64341"/>
                  <a:pt x="317658" y="65850"/>
                </a:cubicBezTo>
                <a:cubicBezTo>
                  <a:pt x="314846" y="68182"/>
                  <a:pt x="312719" y="71509"/>
                  <a:pt x="311279" y="75830"/>
                </a:cubicBezTo>
                <a:cubicBezTo>
                  <a:pt x="309084" y="82484"/>
                  <a:pt x="307986" y="89823"/>
                  <a:pt x="307986" y="97849"/>
                </a:cubicBezTo>
                <a:lnTo>
                  <a:pt x="307986" y="119970"/>
                </a:lnTo>
                <a:lnTo>
                  <a:pt x="308089" y="125732"/>
                </a:lnTo>
                <a:cubicBezTo>
                  <a:pt x="308089" y="129642"/>
                  <a:pt x="308329" y="132146"/>
                  <a:pt x="308810" y="133243"/>
                </a:cubicBezTo>
                <a:cubicBezTo>
                  <a:pt x="309633" y="135095"/>
                  <a:pt x="310850" y="136450"/>
                  <a:pt x="312462" y="137307"/>
                </a:cubicBezTo>
                <a:cubicBezTo>
                  <a:pt x="314074" y="138165"/>
                  <a:pt x="316801" y="138696"/>
                  <a:pt x="320642" y="138902"/>
                </a:cubicBezTo>
                <a:lnTo>
                  <a:pt x="320642" y="142606"/>
                </a:lnTo>
                <a:lnTo>
                  <a:pt x="268682" y="142606"/>
                </a:lnTo>
                <a:lnTo>
                  <a:pt x="268682" y="138902"/>
                </a:lnTo>
                <a:cubicBezTo>
                  <a:pt x="272866" y="138559"/>
                  <a:pt x="275696" y="137410"/>
                  <a:pt x="277171" y="135455"/>
                </a:cubicBezTo>
                <a:cubicBezTo>
                  <a:pt x="278646" y="133500"/>
                  <a:pt x="279383" y="128339"/>
                  <a:pt x="279383" y="119970"/>
                </a:cubicBezTo>
                <a:lnTo>
                  <a:pt x="279383" y="66673"/>
                </a:lnTo>
                <a:cubicBezTo>
                  <a:pt x="279383" y="61151"/>
                  <a:pt x="279109" y="57631"/>
                  <a:pt x="278560" y="56114"/>
                </a:cubicBezTo>
                <a:cubicBezTo>
                  <a:pt x="277874" y="54180"/>
                  <a:pt x="276879" y="52766"/>
                  <a:pt x="275576" y="51870"/>
                </a:cubicBezTo>
                <a:cubicBezTo>
                  <a:pt x="274273" y="50971"/>
                  <a:pt x="271975" y="50350"/>
                  <a:pt x="268682" y="50005"/>
                </a:cubicBezTo>
                <a:lnTo>
                  <a:pt x="268682" y="46301"/>
                </a:lnTo>
                <a:lnTo>
                  <a:pt x="307986" y="46301"/>
                </a:lnTo>
                <a:close/>
                <a:moveTo>
                  <a:pt x="401546" y="46301"/>
                </a:moveTo>
                <a:lnTo>
                  <a:pt x="401546" y="68113"/>
                </a:lnTo>
                <a:cubicBezTo>
                  <a:pt x="407925" y="58167"/>
                  <a:pt x="413516" y="51565"/>
                  <a:pt x="418317" y="48307"/>
                </a:cubicBezTo>
                <a:cubicBezTo>
                  <a:pt x="423119" y="45049"/>
                  <a:pt x="427749" y="43420"/>
                  <a:pt x="432207" y="43420"/>
                </a:cubicBezTo>
                <a:cubicBezTo>
                  <a:pt x="436049" y="43420"/>
                  <a:pt x="439118" y="44607"/>
                  <a:pt x="441416" y="46982"/>
                </a:cubicBezTo>
                <a:cubicBezTo>
                  <a:pt x="443714" y="49357"/>
                  <a:pt x="444863" y="52713"/>
                  <a:pt x="444863" y="57050"/>
                </a:cubicBezTo>
                <a:cubicBezTo>
                  <a:pt x="444863" y="61662"/>
                  <a:pt x="443748" y="65243"/>
                  <a:pt x="441519" y="67792"/>
                </a:cubicBezTo>
                <a:cubicBezTo>
                  <a:pt x="439290" y="70338"/>
                  <a:pt x="436597" y="71612"/>
                  <a:pt x="433442" y="71612"/>
                </a:cubicBezTo>
                <a:cubicBezTo>
                  <a:pt x="429807" y="71612"/>
                  <a:pt x="426651" y="70446"/>
                  <a:pt x="423976" y="68113"/>
                </a:cubicBezTo>
                <a:cubicBezTo>
                  <a:pt x="421301" y="65781"/>
                  <a:pt x="419723" y="64478"/>
                  <a:pt x="419243" y="64204"/>
                </a:cubicBezTo>
                <a:cubicBezTo>
                  <a:pt x="418557" y="63792"/>
                  <a:pt x="417768" y="63586"/>
                  <a:pt x="416877" y="63586"/>
                </a:cubicBezTo>
                <a:cubicBezTo>
                  <a:pt x="414888" y="63586"/>
                  <a:pt x="413001" y="64341"/>
                  <a:pt x="411218" y="65850"/>
                </a:cubicBezTo>
                <a:cubicBezTo>
                  <a:pt x="408405" y="68182"/>
                  <a:pt x="406279" y="71509"/>
                  <a:pt x="404839" y="75830"/>
                </a:cubicBezTo>
                <a:cubicBezTo>
                  <a:pt x="402644" y="82484"/>
                  <a:pt x="401546" y="89823"/>
                  <a:pt x="401546" y="97849"/>
                </a:cubicBezTo>
                <a:lnTo>
                  <a:pt x="401546" y="119970"/>
                </a:lnTo>
                <a:lnTo>
                  <a:pt x="401649" y="125732"/>
                </a:lnTo>
                <a:cubicBezTo>
                  <a:pt x="401649" y="129642"/>
                  <a:pt x="401889" y="132146"/>
                  <a:pt x="402369" y="133243"/>
                </a:cubicBezTo>
                <a:cubicBezTo>
                  <a:pt x="403192" y="135095"/>
                  <a:pt x="404410" y="136450"/>
                  <a:pt x="406022" y="137307"/>
                </a:cubicBezTo>
                <a:cubicBezTo>
                  <a:pt x="407634" y="138165"/>
                  <a:pt x="410360" y="138696"/>
                  <a:pt x="414202" y="138902"/>
                </a:cubicBezTo>
                <a:lnTo>
                  <a:pt x="414202" y="142606"/>
                </a:lnTo>
                <a:lnTo>
                  <a:pt x="362242" y="142606"/>
                </a:lnTo>
                <a:lnTo>
                  <a:pt x="362242" y="138902"/>
                </a:lnTo>
                <a:cubicBezTo>
                  <a:pt x="366426" y="138559"/>
                  <a:pt x="369256" y="137410"/>
                  <a:pt x="370730" y="135455"/>
                </a:cubicBezTo>
                <a:cubicBezTo>
                  <a:pt x="372205" y="133500"/>
                  <a:pt x="372943" y="128339"/>
                  <a:pt x="372943" y="119970"/>
                </a:cubicBezTo>
                <a:lnTo>
                  <a:pt x="372943" y="66673"/>
                </a:lnTo>
                <a:cubicBezTo>
                  <a:pt x="372943" y="61151"/>
                  <a:pt x="372668" y="57631"/>
                  <a:pt x="372119" y="56114"/>
                </a:cubicBezTo>
                <a:cubicBezTo>
                  <a:pt x="371433" y="54180"/>
                  <a:pt x="370439" y="52766"/>
                  <a:pt x="369136" y="51870"/>
                </a:cubicBezTo>
                <a:cubicBezTo>
                  <a:pt x="367832" y="50971"/>
                  <a:pt x="365534" y="50350"/>
                  <a:pt x="362242" y="50005"/>
                </a:cubicBezTo>
                <a:lnTo>
                  <a:pt x="362242" y="46301"/>
                </a:lnTo>
                <a:lnTo>
                  <a:pt x="401546" y="46301"/>
                </a:lnTo>
                <a:close/>
                <a:moveTo>
                  <a:pt x="532870" y="90955"/>
                </a:moveTo>
                <a:lnTo>
                  <a:pt x="480087" y="90955"/>
                </a:lnTo>
                <a:cubicBezTo>
                  <a:pt x="480704" y="103748"/>
                  <a:pt x="484100" y="113858"/>
                  <a:pt x="490273" y="121285"/>
                </a:cubicBezTo>
                <a:cubicBezTo>
                  <a:pt x="495006" y="126994"/>
                  <a:pt x="500699" y="129848"/>
                  <a:pt x="507353" y="129848"/>
                </a:cubicBezTo>
                <a:cubicBezTo>
                  <a:pt x="511468" y="129848"/>
                  <a:pt x="515207" y="128699"/>
                  <a:pt x="518568" y="126401"/>
                </a:cubicBezTo>
                <a:cubicBezTo>
                  <a:pt x="521929" y="124103"/>
                  <a:pt x="525530" y="119970"/>
                  <a:pt x="529371" y="114003"/>
                </a:cubicBezTo>
                <a:lnTo>
                  <a:pt x="532870" y="116266"/>
                </a:lnTo>
                <a:cubicBezTo>
                  <a:pt x="527656" y="126898"/>
                  <a:pt x="521895" y="134426"/>
                  <a:pt x="515584" y="138851"/>
                </a:cubicBezTo>
                <a:cubicBezTo>
                  <a:pt x="509273" y="143275"/>
                  <a:pt x="501968" y="145487"/>
                  <a:pt x="493668" y="145487"/>
                </a:cubicBezTo>
                <a:cubicBezTo>
                  <a:pt x="479401" y="145487"/>
                  <a:pt x="468597" y="139994"/>
                  <a:pt x="461258" y="129008"/>
                </a:cubicBezTo>
                <a:cubicBezTo>
                  <a:pt x="455359" y="120151"/>
                  <a:pt x="452409" y="109166"/>
                  <a:pt x="452409" y="96051"/>
                </a:cubicBezTo>
                <a:cubicBezTo>
                  <a:pt x="452409" y="79983"/>
                  <a:pt x="456748" y="67195"/>
                  <a:pt x="465425" y="57686"/>
                </a:cubicBezTo>
                <a:cubicBezTo>
                  <a:pt x="474102" y="48175"/>
                  <a:pt x="484271" y="43420"/>
                  <a:pt x="495932" y="43420"/>
                </a:cubicBezTo>
                <a:cubicBezTo>
                  <a:pt x="505672" y="43420"/>
                  <a:pt x="514126" y="47415"/>
                  <a:pt x="521294" y="55406"/>
                </a:cubicBezTo>
                <a:cubicBezTo>
                  <a:pt x="528462" y="63398"/>
                  <a:pt x="532321" y="75247"/>
                  <a:pt x="532870" y="90955"/>
                </a:cubicBezTo>
                <a:moveTo>
                  <a:pt x="507559" y="84164"/>
                </a:moveTo>
                <a:cubicBezTo>
                  <a:pt x="507559" y="73121"/>
                  <a:pt x="506958" y="65541"/>
                  <a:pt x="505758" y="61426"/>
                </a:cubicBezTo>
                <a:cubicBezTo>
                  <a:pt x="504558" y="57310"/>
                  <a:pt x="502688" y="54189"/>
                  <a:pt x="500150" y="52063"/>
                </a:cubicBezTo>
                <a:cubicBezTo>
                  <a:pt x="498710" y="50828"/>
                  <a:pt x="496789" y="50211"/>
                  <a:pt x="494389" y="50211"/>
                </a:cubicBezTo>
                <a:cubicBezTo>
                  <a:pt x="490822" y="50211"/>
                  <a:pt x="487906" y="51960"/>
                  <a:pt x="485643" y="55458"/>
                </a:cubicBezTo>
                <a:cubicBezTo>
                  <a:pt x="481596" y="61563"/>
                  <a:pt x="479572" y="69931"/>
                  <a:pt x="479572" y="80563"/>
                </a:cubicBezTo>
                <a:lnTo>
                  <a:pt x="479572" y="84164"/>
                </a:lnTo>
                <a:lnTo>
                  <a:pt x="507559" y="84164"/>
                </a:lnTo>
                <a:close/>
                <a:moveTo>
                  <a:pt x="584244" y="46301"/>
                </a:moveTo>
                <a:lnTo>
                  <a:pt x="584244" y="58853"/>
                </a:lnTo>
                <a:cubicBezTo>
                  <a:pt x="589183" y="53467"/>
                  <a:pt x="593916" y="49548"/>
                  <a:pt x="598443" y="47098"/>
                </a:cubicBezTo>
                <a:cubicBezTo>
                  <a:pt x="602970" y="44646"/>
                  <a:pt x="607840" y="43420"/>
                  <a:pt x="613053" y="43420"/>
                </a:cubicBezTo>
                <a:cubicBezTo>
                  <a:pt x="619295" y="43420"/>
                  <a:pt x="624474" y="45154"/>
                  <a:pt x="628590" y="48622"/>
                </a:cubicBezTo>
                <a:cubicBezTo>
                  <a:pt x="632705" y="52090"/>
                  <a:pt x="635449" y="56400"/>
                  <a:pt x="636821" y="61551"/>
                </a:cubicBezTo>
                <a:cubicBezTo>
                  <a:pt x="637918" y="65467"/>
                  <a:pt x="638467" y="72989"/>
                  <a:pt x="638467" y="84116"/>
                </a:cubicBezTo>
                <a:lnTo>
                  <a:pt x="638467" y="121616"/>
                </a:lnTo>
                <a:cubicBezTo>
                  <a:pt x="638467" y="129025"/>
                  <a:pt x="639136" y="133637"/>
                  <a:pt x="640473" y="135455"/>
                </a:cubicBezTo>
                <a:cubicBezTo>
                  <a:pt x="641811" y="137273"/>
                  <a:pt x="644606" y="138422"/>
                  <a:pt x="648859" y="138902"/>
                </a:cubicBezTo>
                <a:lnTo>
                  <a:pt x="648859" y="142606"/>
                </a:lnTo>
                <a:lnTo>
                  <a:pt x="600192" y="142606"/>
                </a:lnTo>
                <a:lnTo>
                  <a:pt x="600192" y="138902"/>
                </a:lnTo>
                <a:cubicBezTo>
                  <a:pt x="603827" y="138422"/>
                  <a:pt x="606434" y="136913"/>
                  <a:pt x="608012" y="134375"/>
                </a:cubicBezTo>
                <a:cubicBezTo>
                  <a:pt x="609109" y="132660"/>
                  <a:pt x="609658" y="128407"/>
                  <a:pt x="609658" y="121616"/>
                </a:cubicBezTo>
                <a:lnTo>
                  <a:pt x="609658" y="78814"/>
                </a:lnTo>
                <a:cubicBezTo>
                  <a:pt x="609658" y="70926"/>
                  <a:pt x="609349" y="65953"/>
                  <a:pt x="608732" y="63895"/>
                </a:cubicBezTo>
                <a:cubicBezTo>
                  <a:pt x="608114" y="61837"/>
                  <a:pt x="607068" y="60242"/>
                  <a:pt x="605594" y="59111"/>
                </a:cubicBezTo>
                <a:cubicBezTo>
                  <a:pt x="604119" y="57979"/>
                  <a:pt x="602490" y="57413"/>
                  <a:pt x="600706" y="57413"/>
                </a:cubicBezTo>
                <a:cubicBezTo>
                  <a:pt x="594807" y="57413"/>
                  <a:pt x="589320" y="61666"/>
                  <a:pt x="584244" y="70171"/>
                </a:cubicBezTo>
                <a:lnTo>
                  <a:pt x="584244" y="121616"/>
                </a:lnTo>
                <a:cubicBezTo>
                  <a:pt x="584244" y="128819"/>
                  <a:pt x="584913" y="133380"/>
                  <a:pt x="586250" y="135301"/>
                </a:cubicBezTo>
                <a:cubicBezTo>
                  <a:pt x="587588" y="137222"/>
                  <a:pt x="590074" y="138422"/>
                  <a:pt x="593710" y="138902"/>
                </a:cubicBezTo>
                <a:lnTo>
                  <a:pt x="593710" y="142606"/>
                </a:lnTo>
                <a:lnTo>
                  <a:pt x="545043" y="142606"/>
                </a:lnTo>
                <a:lnTo>
                  <a:pt x="545043" y="138902"/>
                </a:lnTo>
                <a:cubicBezTo>
                  <a:pt x="549090" y="138490"/>
                  <a:pt x="551971" y="137187"/>
                  <a:pt x="553685" y="134992"/>
                </a:cubicBezTo>
                <a:cubicBezTo>
                  <a:pt x="554852" y="133483"/>
                  <a:pt x="555435" y="129025"/>
                  <a:pt x="555435" y="121616"/>
                </a:cubicBezTo>
                <a:lnTo>
                  <a:pt x="555435" y="67290"/>
                </a:lnTo>
                <a:cubicBezTo>
                  <a:pt x="555435" y="59932"/>
                  <a:pt x="554766" y="55350"/>
                  <a:pt x="553428" y="53545"/>
                </a:cubicBezTo>
                <a:cubicBezTo>
                  <a:pt x="552091" y="51740"/>
                  <a:pt x="549295" y="50560"/>
                  <a:pt x="545043" y="50005"/>
                </a:cubicBezTo>
                <a:lnTo>
                  <a:pt x="545043" y="46301"/>
                </a:lnTo>
                <a:lnTo>
                  <a:pt x="584244" y="46301"/>
                </a:lnTo>
                <a:close/>
                <a:moveTo>
                  <a:pt x="700272" y="10906"/>
                </a:moveTo>
                <a:lnTo>
                  <a:pt x="700272" y="46301"/>
                </a:lnTo>
                <a:lnTo>
                  <a:pt x="723114" y="46301"/>
                </a:lnTo>
                <a:lnTo>
                  <a:pt x="723114" y="56384"/>
                </a:lnTo>
                <a:lnTo>
                  <a:pt x="700272" y="56384"/>
                </a:lnTo>
                <a:lnTo>
                  <a:pt x="700272" y="115912"/>
                </a:lnTo>
                <a:cubicBezTo>
                  <a:pt x="700272" y="121484"/>
                  <a:pt x="700529" y="125077"/>
                  <a:pt x="701044" y="126693"/>
                </a:cubicBezTo>
                <a:cubicBezTo>
                  <a:pt x="701558" y="128310"/>
                  <a:pt x="702467" y="129617"/>
                  <a:pt x="703770" y="130616"/>
                </a:cubicBezTo>
                <a:cubicBezTo>
                  <a:pt x="705074" y="131613"/>
                  <a:pt x="706274" y="132111"/>
                  <a:pt x="707372" y="132111"/>
                </a:cubicBezTo>
                <a:cubicBezTo>
                  <a:pt x="711830" y="132111"/>
                  <a:pt x="716049" y="128682"/>
                  <a:pt x="720027" y="121822"/>
                </a:cubicBezTo>
                <a:lnTo>
                  <a:pt x="723114" y="124108"/>
                </a:lnTo>
                <a:cubicBezTo>
                  <a:pt x="717558" y="137400"/>
                  <a:pt x="708538" y="144047"/>
                  <a:pt x="696054" y="144047"/>
                </a:cubicBezTo>
                <a:cubicBezTo>
                  <a:pt x="689949" y="144047"/>
                  <a:pt x="684787" y="142344"/>
                  <a:pt x="680569" y="138937"/>
                </a:cubicBezTo>
                <a:cubicBezTo>
                  <a:pt x="676350" y="135529"/>
                  <a:pt x="673658" y="131725"/>
                  <a:pt x="672492" y="127526"/>
                </a:cubicBezTo>
                <a:cubicBezTo>
                  <a:pt x="671806" y="125185"/>
                  <a:pt x="671463" y="118852"/>
                  <a:pt x="671463" y="108527"/>
                </a:cubicBezTo>
                <a:lnTo>
                  <a:pt x="671463" y="56384"/>
                </a:lnTo>
                <a:lnTo>
                  <a:pt x="658910" y="56384"/>
                </a:lnTo>
                <a:lnTo>
                  <a:pt x="658910" y="52773"/>
                </a:lnTo>
                <a:cubicBezTo>
                  <a:pt x="667553" y="46655"/>
                  <a:pt x="674910" y="40228"/>
                  <a:pt x="680980" y="33491"/>
                </a:cubicBezTo>
                <a:cubicBezTo>
                  <a:pt x="687051" y="26754"/>
                  <a:pt x="692350" y="19225"/>
                  <a:pt x="696877" y="10906"/>
                </a:cubicBezTo>
                <a:lnTo>
                  <a:pt x="700272" y="10906"/>
                </a:lnTo>
                <a:close/>
                <a:moveTo>
                  <a:pt x="906979" y="3087"/>
                </a:moveTo>
                <a:lnTo>
                  <a:pt x="906979" y="40950"/>
                </a:lnTo>
                <a:lnTo>
                  <a:pt x="903275" y="40950"/>
                </a:lnTo>
                <a:cubicBezTo>
                  <a:pt x="901080" y="32209"/>
                  <a:pt x="898645" y="25928"/>
                  <a:pt x="895970" y="22109"/>
                </a:cubicBezTo>
                <a:cubicBezTo>
                  <a:pt x="893295" y="18289"/>
                  <a:pt x="889625" y="15243"/>
                  <a:pt x="884960" y="12971"/>
                </a:cubicBezTo>
                <a:cubicBezTo>
                  <a:pt x="882354" y="11732"/>
                  <a:pt x="877792" y="11112"/>
                  <a:pt x="871276" y="11112"/>
                </a:cubicBezTo>
                <a:lnTo>
                  <a:pt x="860884" y="11112"/>
                </a:lnTo>
                <a:lnTo>
                  <a:pt x="860884" y="118736"/>
                </a:lnTo>
                <a:cubicBezTo>
                  <a:pt x="860884" y="125906"/>
                  <a:pt x="861278" y="130388"/>
                  <a:pt x="862067" y="132182"/>
                </a:cubicBezTo>
                <a:cubicBezTo>
                  <a:pt x="862856" y="133974"/>
                  <a:pt x="864399" y="135542"/>
                  <a:pt x="866697" y="136886"/>
                </a:cubicBezTo>
                <a:cubicBezTo>
                  <a:pt x="868995" y="138230"/>
                  <a:pt x="872133" y="138902"/>
                  <a:pt x="876112" y="138902"/>
                </a:cubicBezTo>
                <a:lnTo>
                  <a:pt x="880742" y="138902"/>
                </a:lnTo>
                <a:lnTo>
                  <a:pt x="880742" y="142606"/>
                </a:lnTo>
                <a:lnTo>
                  <a:pt x="807690" y="142606"/>
                </a:lnTo>
                <a:lnTo>
                  <a:pt x="807690" y="138902"/>
                </a:lnTo>
                <a:lnTo>
                  <a:pt x="812320" y="138902"/>
                </a:lnTo>
                <a:cubicBezTo>
                  <a:pt x="816367" y="138902"/>
                  <a:pt x="819625" y="138179"/>
                  <a:pt x="822094" y="136732"/>
                </a:cubicBezTo>
                <a:cubicBezTo>
                  <a:pt x="823878" y="135765"/>
                  <a:pt x="825284" y="134110"/>
                  <a:pt x="826313" y="131767"/>
                </a:cubicBezTo>
                <a:cubicBezTo>
                  <a:pt x="827067" y="130112"/>
                  <a:pt x="827445" y="125769"/>
                  <a:pt x="827445" y="118736"/>
                </a:cubicBezTo>
                <a:lnTo>
                  <a:pt x="827445" y="11112"/>
                </a:lnTo>
                <a:lnTo>
                  <a:pt x="817361" y="11112"/>
                </a:lnTo>
                <a:cubicBezTo>
                  <a:pt x="807964" y="11112"/>
                  <a:pt x="801139" y="13108"/>
                  <a:pt x="796886" y="17099"/>
                </a:cubicBezTo>
                <a:cubicBezTo>
                  <a:pt x="790919" y="22674"/>
                  <a:pt x="787146" y="30625"/>
                  <a:pt x="785568" y="40950"/>
                </a:cubicBezTo>
                <a:lnTo>
                  <a:pt x="781658" y="40950"/>
                </a:lnTo>
                <a:lnTo>
                  <a:pt x="781658" y="3087"/>
                </a:lnTo>
                <a:lnTo>
                  <a:pt x="906979" y="3087"/>
                </a:lnTo>
                <a:close/>
                <a:moveTo>
                  <a:pt x="947723" y="43420"/>
                </a:moveTo>
                <a:cubicBezTo>
                  <a:pt x="956092" y="43420"/>
                  <a:pt x="963877" y="45583"/>
                  <a:pt x="971080" y="49908"/>
                </a:cubicBezTo>
                <a:cubicBezTo>
                  <a:pt x="978282" y="54234"/>
                  <a:pt x="983752" y="60380"/>
                  <a:pt x="987491" y="68345"/>
                </a:cubicBezTo>
                <a:cubicBezTo>
                  <a:pt x="991229" y="76310"/>
                  <a:pt x="993098" y="85030"/>
                  <a:pt x="993098" y="94505"/>
                </a:cubicBezTo>
                <a:cubicBezTo>
                  <a:pt x="993098" y="108168"/>
                  <a:pt x="989634" y="119600"/>
                  <a:pt x="982706" y="128803"/>
                </a:cubicBezTo>
                <a:cubicBezTo>
                  <a:pt x="974338" y="139926"/>
                  <a:pt x="962780" y="145487"/>
                  <a:pt x="948032" y="145487"/>
                </a:cubicBezTo>
                <a:cubicBezTo>
                  <a:pt x="933559" y="145487"/>
                  <a:pt x="922412" y="140406"/>
                  <a:pt x="914593" y="130243"/>
                </a:cubicBezTo>
                <a:cubicBezTo>
                  <a:pt x="906773" y="120081"/>
                  <a:pt x="902863" y="108305"/>
                  <a:pt x="902863" y="94916"/>
                </a:cubicBezTo>
                <a:cubicBezTo>
                  <a:pt x="902863" y="81116"/>
                  <a:pt x="906859" y="69083"/>
                  <a:pt x="914850" y="58818"/>
                </a:cubicBezTo>
                <a:cubicBezTo>
                  <a:pt x="922841" y="48552"/>
                  <a:pt x="933799" y="43420"/>
                  <a:pt x="947723" y="43420"/>
                </a:cubicBezTo>
                <a:moveTo>
                  <a:pt x="948135" y="50622"/>
                </a:moveTo>
                <a:cubicBezTo>
                  <a:pt x="944637" y="50622"/>
                  <a:pt x="941636" y="51945"/>
                  <a:pt x="939132" y="54590"/>
                </a:cubicBezTo>
                <a:cubicBezTo>
                  <a:pt x="936628" y="57233"/>
                  <a:pt x="934982" y="62451"/>
                  <a:pt x="934193" y="70245"/>
                </a:cubicBezTo>
                <a:cubicBezTo>
                  <a:pt x="933405" y="78039"/>
                  <a:pt x="933010" y="88873"/>
                  <a:pt x="933010" y="102746"/>
                </a:cubicBezTo>
                <a:cubicBezTo>
                  <a:pt x="933010" y="110094"/>
                  <a:pt x="933490" y="116962"/>
                  <a:pt x="934451" y="123350"/>
                </a:cubicBezTo>
                <a:cubicBezTo>
                  <a:pt x="935205" y="128224"/>
                  <a:pt x="936817" y="131932"/>
                  <a:pt x="939286" y="134475"/>
                </a:cubicBezTo>
                <a:cubicBezTo>
                  <a:pt x="941756" y="137015"/>
                  <a:pt x="944568" y="138285"/>
                  <a:pt x="947723" y="138285"/>
                </a:cubicBezTo>
                <a:cubicBezTo>
                  <a:pt x="950810" y="138285"/>
                  <a:pt x="953382" y="137426"/>
                  <a:pt x="955440" y="135709"/>
                </a:cubicBezTo>
                <a:cubicBezTo>
                  <a:pt x="958115" y="133375"/>
                  <a:pt x="959899" y="130112"/>
                  <a:pt x="960791" y="125922"/>
                </a:cubicBezTo>
                <a:cubicBezTo>
                  <a:pt x="962162" y="119399"/>
                  <a:pt x="962848" y="106214"/>
                  <a:pt x="962848" y="86367"/>
                </a:cubicBezTo>
                <a:cubicBezTo>
                  <a:pt x="962848" y="74693"/>
                  <a:pt x="962197" y="66676"/>
                  <a:pt x="960893" y="62316"/>
                </a:cubicBezTo>
                <a:cubicBezTo>
                  <a:pt x="959590" y="57954"/>
                  <a:pt x="957670" y="54777"/>
                  <a:pt x="955132" y="52786"/>
                </a:cubicBezTo>
                <a:cubicBezTo>
                  <a:pt x="953348" y="51343"/>
                  <a:pt x="951016" y="50622"/>
                  <a:pt x="948135" y="50622"/>
                </a:cubicBezTo>
                <a:close/>
                <a:moveTo>
                  <a:pt x="1046807" y="3087"/>
                </a:moveTo>
                <a:lnTo>
                  <a:pt x="1046807" y="94942"/>
                </a:lnTo>
                <a:lnTo>
                  <a:pt x="1069134" y="72991"/>
                </a:lnTo>
                <a:cubicBezTo>
                  <a:pt x="1073730" y="68520"/>
                  <a:pt x="1076594" y="65275"/>
                  <a:pt x="1077725" y="63258"/>
                </a:cubicBezTo>
                <a:cubicBezTo>
                  <a:pt x="1078857" y="61241"/>
                  <a:pt x="1079423" y="59293"/>
                  <a:pt x="1079423" y="57413"/>
                </a:cubicBezTo>
                <a:cubicBezTo>
                  <a:pt x="1079423" y="55535"/>
                  <a:pt x="1078669" y="53970"/>
                  <a:pt x="1077160" y="52718"/>
                </a:cubicBezTo>
                <a:cubicBezTo>
                  <a:pt x="1075651" y="51467"/>
                  <a:pt x="1072701" y="50562"/>
                  <a:pt x="1068311" y="50005"/>
                </a:cubicBezTo>
                <a:lnTo>
                  <a:pt x="1068311" y="46301"/>
                </a:lnTo>
                <a:lnTo>
                  <a:pt x="1111422" y="46301"/>
                </a:lnTo>
                <a:lnTo>
                  <a:pt x="1111422" y="50005"/>
                </a:lnTo>
                <a:cubicBezTo>
                  <a:pt x="1107306" y="50213"/>
                  <a:pt x="1103705" y="51201"/>
                  <a:pt x="1100619" y="52969"/>
                </a:cubicBezTo>
                <a:cubicBezTo>
                  <a:pt x="1097532" y="54738"/>
                  <a:pt x="1091496" y="60060"/>
                  <a:pt x="1082510" y="68937"/>
                </a:cubicBezTo>
                <a:lnTo>
                  <a:pt x="1072015" y="79312"/>
                </a:lnTo>
                <a:lnTo>
                  <a:pt x="1094651" y="112366"/>
                </a:lnTo>
                <a:cubicBezTo>
                  <a:pt x="1103774" y="125806"/>
                  <a:pt x="1109193" y="133348"/>
                  <a:pt x="1110908" y="134992"/>
                </a:cubicBezTo>
                <a:cubicBezTo>
                  <a:pt x="1113240" y="137324"/>
                  <a:pt x="1116189" y="138628"/>
                  <a:pt x="1119756" y="138902"/>
                </a:cubicBezTo>
                <a:lnTo>
                  <a:pt x="1119756" y="142606"/>
                </a:lnTo>
                <a:lnTo>
                  <a:pt x="1070060" y="142606"/>
                </a:lnTo>
                <a:lnTo>
                  <a:pt x="1070060" y="138902"/>
                </a:lnTo>
                <a:cubicBezTo>
                  <a:pt x="1072255" y="138902"/>
                  <a:pt x="1073850" y="138490"/>
                  <a:pt x="1074845" y="137667"/>
                </a:cubicBezTo>
                <a:cubicBezTo>
                  <a:pt x="1075839" y="136842"/>
                  <a:pt x="1076336" y="135949"/>
                  <a:pt x="1076336" y="134989"/>
                </a:cubicBezTo>
                <a:cubicBezTo>
                  <a:pt x="1076336" y="133409"/>
                  <a:pt x="1074896" y="130491"/>
                  <a:pt x="1072015" y="126234"/>
                </a:cubicBezTo>
                <a:lnTo>
                  <a:pt x="1052980" y="98321"/>
                </a:lnTo>
                <a:lnTo>
                  <a:pt x="1046807" y="104434"/>
                </a:lnTo>
                <a:lnTo>
                  <a:pt x="1046807" y="121616"/>
                </a:lnTo>
                <a:cubicBezTo>
                  <a:pt x="1046807" y="129001"/>
                  <a:pt x="1047493" y="133607"/>
                  <a:pt x="1048865" y="135436"/>
                </a:cubicBezTo>
                <a:cubicBezTo>
                  <a:pt x="1050237" y="137264"/>
                  <a:pt x="1053049" y="138420"/>
                  <a:pt x="1057302" y="138902"/>
                </a:cubicBezTo>
                <a:lnTo>
                  <a:pt x="1057302" y="142606"/>
                </a:lnTo>
                <a:lnTo>
                  <a:pt x="1007606" y="142606"/>
                </a:lnTo>
                <a:lnTo>
                  <a:pt x="1007606" y="138902"/>
                </a:lnTo>
                <a:cubicBezTo>
                  <a:pt x="1011653" y="138488"/>
                  <a:pt x="1014534" y="137178"/>
                  <a:pt x="1016248" y="134970"/>
                </a:cubicBezTo>
                <a:cubicBezTo>
                  <a:pt x="1017415" y="133452"/>
                  <a:pt x="1017998" y="129001"/>
                  <a:pt x="1017998" y="121616"/>
                </a:cubicBezTo>
                <a:lnTo>
                  <a:pt x="1017998" y="24076"/>
                </a:lnTo>
                <a:cubicBezTo>
                  <a:pt x="1017998" y="16718"/>
                  <a:pt x="1017329" y="12136"/>
                  <a:pt x="1015991" y="10331"/>
                </a:cubicBezTo>
                <a:cubicBezTo>
                  <a:pt x="1014654" y="8526"/>
                  <a:pt x="1011858" y="7346"/>
                  <a:pt x="1007606" y="6791"/>
                </a:cubicBezTo>
                <a:lnTo>
                  <a:pt x="1007606" y="3087"/>
                </a:lnTo>
                <a:lnTo>
                  <a:pt x="1046807" y="3087"/>
                </a:lnTo>
                <a:close/>
                <a:moveTo>
                  <a:pt x="1206358" y="90955"/>
                </a:moveTo>
                <a:lnTo>
                  <a:pt x="1153575" y="90955"/>
                </a:lnTo>
                <a:cubicBezTo>
                  <a:pt x="1154192" y="103748"/>
                  <a:pt x="1157588" y="113858"/>
                  <a:pt x="1163761" y="121285"/>
                </a:cubicBezTo>
                <a:cubicBezTo>
                  <a:pt x="1168494" y="126994"/>
                  <a:pt x="1174187" y="129848"/>
                  <a:pt x="1180841" y="129848"/>
                </a:cubicBezTo>
                <a:cubicBezTo>
                  <a:pt x="1184957" y="129848"/>
                  <a:pt x="1188695" y="128699"/>
                  <a:pt x="1192056" y="126401"/>
                </a:cubicBezTo>
                <a:cubicBezTo>
                  <a:pt x="1195417" y="124103"/>
                  <a:pt x="1199018" y="119970"/>
                  <a:pt x="1202860" y="114003"/>
                </a:cubicBezTo>
                <a:lnTo>
                  <a:pt x="1206358" y="116266"/>
                </a:lnTo>
                <a:cubicBezTo>
                  <a:pt x="1201145" y="126898"/>
                  <a:pt x="1195383" y="134426"/>
                  <a:pt x="1189072" y="138851"/>
                </a:cubicBezTo>
                <a:cubicBezTo>
                  <a:pt x="1182762" y="143275"/>
                  <a:pt x="1175456" y="145487"/>
                  <a:pt x="1167157" y="145487"/>
                </a:cubicBezTo>
                <a:cubicBezTo>
                  <a:pt x="1152889" y="145487"/>
                  <a:pt x="1142086" y="139994"/>
                  <a:pt x="1134746" y="129008"/>
                </a:cubicBezTo>
                <a:cubicBezTo>
                  <a:pt x="1128847" y="120151"/>
                  <a:pt x="1125898" y="109166"/>
                  <a:pt x="1125898" y="96051"/>
                </a:cubicBezTo>
                <a:cubicBezTo>
                  <a:pt x="1125898" y="79983"/>
                  <a:pt x="1130236" y="67195"/>
                  <a:pt x="1138913" y="57686"/>
                </a:cubicBezTo>
                <a:cubicBezTo>
                  <a:pt x="1147590" y="48175"/>
                  <a:pt x="1157759" y="43420"/>
                  <a:pt x="1169420" y="43420"/>
                </a:cubicBezTo>
                <a:cubicBezTo>
                  <a:pt x="1179160" y="43420"/>
                  <a:pt x="1187615" y="47415"/>
                  <a:pt x="1194783" y="55406"/>
                </a:cubicBezTo>
                <a:cubicBezTo>
                  <a:pt x="1201951" y="63398"/>
                  <a:pt x="1205809" y="75247"/>
                  <a:pt x="1206358" y="90955"/>
                </a:cubicBezTo>
                <a:moveTo>
                  <a:pt x="1181047" y="84164"/>
                </a:moveTo>
                <a:cubicBezTo>
                  <a:pt x="1181047" y="73121"/>
                  <a:pt x="1180447" y="65541"/>
                  <a:pt x="1179246" y="61426"/>
                </a:cubicBezTo>
                <a:cubicBezTo>
                  <a:pt x="1178046" y="57310"/>
                  <a:pt x="1176177" y="54189"/>
                  <a:pt x="1173639" y="52063"/>
                </a:cubicBezTo>
                <a:cubicBezTo>
                  <a:pt x="1172198" y="50828"/>
                  <a:pt x="1170278" y="50211"/>
                  <a:pt x="1167877" y="50211"/>
                </a:cubicBezTo>
                <a:cubicBezTo>
                  <a:pt x="1164310" y="50211"/>
                  <a:pt x="1161395" y="51960"/>
                  <a:pt x="1159131" y="55458"/>
                </a:cubicBezTo>
                <a:cubicBezTo>
                  <a:pt x="1155084" y="61563"/>
                  <a:pt x="1153061" y="69931"/>
                  <a:pt x="1153061" y="80563"/>
                </a:cubicBezTo>
                <a:lnTo>
                  <a:pt x="1153061" y="84164"/>
                </a:lnTo>
                <a:lnTo>
                  <a:pt x="1181047" y="84164"/>
                </a:lnTo>
                <a:close/>
                <a:moveTo>
                  <a:pt x="1257732" y="46301"/>
                </a:moveTo>
                <a:lnTo>
                  <a:pt x="1257732" y="58853"/>
                </a:lnTo>
                <a:cubicBezTo>
                  <a:pt x="1262671" y="53467"/>
                  <a:pt x="1267404" y="49548"/>
                  <a:pt x="1271931" y="47098"/>
                </a:cubicBezTo>
                <a:cubicBezTo>
                  <a:pt x="1276458" y="44646"/>
                  <a:pt x="1281328" y="43420"/>
                  <a:pt x="1286541" y="43420"/>
                </a:cubicBezTo>
                <a:cubicBezTo>
                  <a:pt x="1292784" y="43420"/>
                  <a:pt x="1297962" y="45154"/>
                  <a:pt x="1302078" y="48622"/>
                </a:cubicBezTo>
                <a:cubicBezTo>
                  <a:pt x="1306194" y="52090"/>
                  <a:pt x="1308937" y="56400"/>
                  <a:pt x="1310309" y="61551"/>
                </a:cubicBezTo>
                <a:cubicBezTo>
                  <a:pt x="1311407" y="65467"/>
                  <a:pt x="1311955" y="72989"/>
                  <a:pt x="1311955" y="84116"/>
                </a:cubicBezTo>
                <a:lnTo>
                  <a:pt x="1311955" y="121616"/>
                </a:lnTo>
                <a:cubicBezTo>
                  <a:pt x="1311955" y="129025"/>
                  <a:pt x="1312624" y="133637"/>
                  <a:pt x="1313962" y="135455"/>
                </a:cubicBezTo>
                <a:cubicBezTo>
                  <a:pt x="1315299" y="137273"/>
                  <a:pt x="1318095" y="138422"/>
                  <a:pt x="1322347" y="138902"/>
                </a:cubicBezTo>
                <a:lnTo>
                  <a:pt x="1322347" y="142606"/>
                </a:lnTo>
                <a:lnTo>
                  <a:pt x="1273680" y="142606"/>
                </a:lnTo>
                <a:lnTo>
                  <a:pt x="1273680" y="138902"/>
                </a:lnTo>
                <a:cubicBezTo>
                  <a:pt x="1277316" y="138422"/>
                  <a:pt x="1279922" y="136913"/>
                  <a:pt x="1281500" y="134375"/>
                </a:cubicBezTo>
                <a:cubicBezTo>
                  <a:pt x="1282597" y="132660"/>
                  <a:pt x="1283146" y="128407"/>
                  <a:pt x="1283146" y="121616"/>
                </a:cubicBezTo>
                <a:lnTo>
                  <a:pt x="1283146" y="78814"/>
                </a:lnTo>
                <a:cubicBezTo>
                  <a:pt x="1283146" y="70926"/>
                  <a:pt x="1282837" y="65953"/>
                  <a:pt x="1282220" y="63895"/>
                </a:cubicBezTo>
                <a:cubicBezTo>
                  <a:pt x="1281603" y="61837"/>
                  <a:pt x="1280557" y="60242"/>
                  <a:pt x="1279082" y="59111"/>
                </a:cubicBezTo>
                <a:cubicBezTo>
                  <a:pt x="1277607" y="57979"/>
                  <a:pt x="1275978" y="57413"/>
                  <a:pt x="1274195" y="57413"/>
                </a:cubicBezTo>
                <a:cubicBezTo>
                  <a:pt x="1268296" y="57413"/>
                  <a:pt x="1262808" y="61666"/>
                  <a:pt x="1257732" y="70171"/>
                </a:cubicBezTo>
                <a:lnTo>
                  <a:pt x="1257732" y="121616"/>
                </a:lnTo>
                <a:cubicBezTo>
                  <a:pt x="1257732" y="128819"/>
                  <a:pt x="1258401" y="133380"/>
                  <a:pt x="1259739" y="135301"/>
                </a:cubicBezTo>
                <a:cubicBezTo>
                  <a:pt x="1261076" y="137222"/>
                  <a:pt x="1263563" y="138422"/>
                  <a:pt x="1267198" y="138902"/>
                </a:cubicBezTo>
                <a:lnTo>
                  <a:pt x="1267198" y="142606"/>
                </a:lnTo>
                <a:lnTo>
                  <a:pt x="1218531" y="142606"/>
                </a:lnTo>
                <a:lnTo>
                  <a:pt x="1218531" y="138902"/>
                </a:lnTo>
                <a:cubicBezTo>
                  <a:pt x="1222578" y="138490"/>
                  <a:pt x="1225459" y="137187"/>
                  <a:pt x="1227174" y="134992"/>
                </a:cubicBezTo>
                <a:cubicBezTo>
                  <a:pt x="1228340" y="133483"/>
                  <a:pt x="1228923" y="129025"/>
                  <a:pt x="1228923" y="121616"/>
                </a:cubicBezTo>
                <a:lnTo>
                  <a:pt x="1228923" y="67290"/>
                </a:lnTo>
                <a:cubicBezTo>
                  <a:pt x="1228923" y="59932"/>
                  <a:pt x="1228254" y="55350"/>
                  <a:pt x="1226916" y="53545"/>
                </a:cubicBezTo>
                <a:cubicBezTo>
                  <a:pt x="1225579" y="51740"/>
                  <a:pt x="1222784" y="50560"/>
                  <a:pt x="1218531" y="50005"/>
                </a:cubicBezTo>
                <a:lnTo>
                  <a:pt x="1218531" y="46301"/>
                </a:lnTo>
                <a:lnTo>
                  <a:pt x="1257732" y="463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CandidateTokens">
            <a:extLst xmlns:a="http://schemas.openxmlformats.org/drawingml/2006/main">
              <a:ext uri="{FF2B5EF4-FFF2-40B4-BE49-F238E27FC236}">
                <a16:creationId xmlns:a16="http://schemas.microsoft.com/office/drawing/2014/main" id="{B134D010-CDFE-445F-B9FA-91674CA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958" y="1106259"/>
            <a:ext cx="1606190" cy="145693"/>
          </a:xfrm>
          <a:custGeom xmlns:a="http://schemas.openxmlformats.org/drawingml/2006/main">
            <a:pathLst>
              <a:path w="1606190" h="145693">
                <a:moveTo>
                  <a:pt x="132317" y="0"/>
                </a:moveTo>
                <a:lnTo>
                  <a:pt x="132317" y="48358"/>
                </a:lnTo>
                <a:lnTo>
                  <a:pt x="128304" y="48358"/>
                </a:lnTo>
                <a:cubicBezTo>
                  <a:pt x="125286" y="35671"/>
                  <a:pt x="119662" y="25949"/>
                  <a:pt x="111430" y="19192"/>
                </a:cubicBezTo>
                <a:cubicBezTo>
                  <a:pt x="103199" y="12434"/>
                  <a:pt x="93870" y="9054"/>
                  <a:pt x="83444" y="9054"/>
                </a:cubicBezTo>
                <a:cubicBezTo>
                  <a:pt x="74733" y="9054"/>
                  <a:pt x="66742" y="11558"/>
                  <a:pt x="59471" y="16565"/>
                </a:cubicBezTo>
                <a:cubicBezTo>
                  <a:pt x="52200" y="21573"/>
                  <a:pt x="46884" y="28123"/>
                  <a:pt x="43523" y="36217"/>
                </a:cubicBezTo>
                <a:cubicBezTo>
                  <a:pt x="39201" y="46575"/>
                  <a:pt x="37041" y="58099"/>
                  <a:pt x="37041" y="70789"/>
                </a:cubicBezTo>
                <a:cubicBezTo>
                  <a:pt x="37041" y="83273"/>
                  <a:pt x="38618" y="94642"/>
                  <a:pt x="41774" y="104897"/>
                </a:cubicBezTo>
                <a:cubicBezTo>
                  <a:pt x="44929" y="115152"/>
                  <a:pt x="49868" y="122903"/>
                  <a:pt x="56590" y="128150"/>
                </a:cubicBezTo>
                <a:cubicBezTo>
                  <a:pt x="63312" y="133397"/>
                  <a:pt x="72023" y="136021"/>
                  <a:pt x="82724" y="136021"/>
                </a:cubicBezTo>
                <a:cubicBezTo>
                  <a:pt x="91504" y="136021"/>
                  <a:pt x="99546" y="134100"/>
                  <a:pt x="106852" y="130259"/>
                </a:cubicBezTo>
                <a:cubicBezTo>
                  <a:pt x="114157" y="126418"/>
                  <a:pt x="121857" y="119799"/>
                  <a:pt x="129951" y="110401"/>
                </a:cubicBezTo>
                <a:lnTo>
                  <a:pt x="129951" y="122440"/>
                </a:lnTo>
                <a:cubicBezTo>
                  <a:pt x="122131" y="130602"/>
                  <a:pt x="113985" y="136518"/>
                  <a:pt x="105514" y="140188"/>
                </a:cubicBezTo>
                <a:cubicBezTo>
                  <a:pt x="97043" y="143858"/>
                  <a:pt x="87148" y="145693"/>
                  <a:pt x="75830" y="145693"/>
                </a:cubicBezTo>
                <a:cubicBezTo>
                  <a:pt x="60945" y="145693"/>
                  <a:pt x="47724" y="142713"/>
                  <a:pt x="36166" y="136754"/>
                </a:cubicBezTo>
                <a:cubicBezTo>
                  <a:pt x="24608" y="130795"/>
                  <a:pt x="15691" y="122234"/>
                  <a:pt x="9414" y="111070"/>
                </a:cubicBezTo>
                <a:cubicBezTo>
                  <a:pt x="3138" y="99904"/>
                  <a:pt x="0" y="88020"/>
                  <a:pt x="0" y="75415"/>
                </a:cubicBezTo>
                <a:cubicBezTo>
                  <a:pt x="0" y="62128"/>
                  <a:pt x="3481" y="49525"/>
                  <a:pt x="10443" y="37606"/>
                </a:cubicBezTo>
                <a:cubicBezTo>
                  <a:pt x="17406" y="25686"/>
                  <a:pt x="26803" y="16439"/>
                  <a:pt x="38635" y="9865"/>
                </a:cubicBezTo>
                <a:cubicBezTo>
                  <a:pt x="50468" y="3288"/>
                  <a:pt x="63038" y="0"/>
                  <a:pt x="76345" y="0"/>
                </a:cubicBezTo>
                <a:cubicBezTo>
                  <a:pt x="86154" y="0"/>
                  <a:pt x="96511" y="2126"/>
                  <a:pt x="107418" y="6379"/>
                </a:cubicBezTo>
                <a:cubicBezTo>
                  <a:pt x="113728" y="8849"/>
                  <a:pt x="117741" y="10083"/>
                  <a:pt x="119456" y="10083"/>
                </a:cubicBezTo>
                <a:cubicBezTo>
                  <a:pt x="121651" y="10083"/>
                  <a:pt x="123554" y="9277"/>
                  <a:pt x="125166" y="7665"/>
                </a:cubicBezTo>
                <a:cubicBezTo>
                  <a:pt x="126778" y="6053"/>
                  <a:pt x="127824" y="3498"/>
                  <a:pt x="128304" y="0"/>
                </a:cubicBezTo>
                <a:lnTo>
                  <a:pt x="132317" y="0"/>
                </a:lnTo>
                <a:close/>
                <a:moveTo>
                  <a:pt x="203996" y="128407"/>
                </a:moveTo>
                <a:cubicBezTo>
                  <a:pt x="192267" y="138833"/>
                  <a:pt x="181738" y="144047"/>
                  <a:pt x="172409" y="144047"/>
                </a:cubicBezTo>
                <a:cubicBezTo>
                  <a:pt x="166922" y="144047"/>
                  <a:pt x="162360" y="142241"/>
                  <a:pt x="158725" y="138629"/>
                </a:cubicBezTo>
                <a:cubicBezTo>
                  <a:pt x="155089" y="135015"/>
                  <a:pt x="153271" y="130490"/>
                  <a:pt x="153271" y="125054"/>
                </a:cubicBezTo>
                <a:cubicBezTo>
                  <a:pt x="153271" y="117688"/>
                  <a:pt x="156427" y="111064"/>
                  <a:pt x="162737" y="105180"/>
                </a:cubicBezTo>
                <a:cubicBezTo>
                  <a:pt x="169048" y="99296"/>
                  <a:pt x="182801" y="91467"/>
                  <a:pt x="203996" y="81695"/>
                </a:cubicBezTo>
                <a:lnTo>
                  <a:pt x="203996" y="72023"/>
                </a:lnTo>
                <a:cubicBezTo>
                  <a:pt x="203996" y="64752"/>
                  <a:pt x="203602" y="60174"/>
                  <a:pt x="202813" y="58287"/>
                </a:cubicBezTo>
                <a:cubicBezTo>
                  <a:pt x="202024" y="56401"/>
                  <a:pt x="200532" y="54755"/>
                  <a:pt x="198337" y="53349"/>
                </a:cubicBezTo>
                <a:cubicBezTo>
                  <a:pt x="196142" y="51942"/>
                  <a:pt x="193673" y="51239"/>
                  <a:pt x="190929" y="51239"/>
                </a:cubicBezTo>
                <a:cubicBezTo>
                  <a:pt x="186471" y="51239"/>
                  <a:pt x="182801" y="52234"/>
                  <a:pt x="179920" y="54223"/>
                </a:cubicBezTo>
                <a:cubicBezTo>
                  <a:pt x="178137" y="55458"/>
                  <a:pt x="177245" y="56898"/>
                  <a:pt x="177245" y="58545"/>
                </a:cubicBezTo>
                <a:cubicBezTo>
                  <a:pt x="177245" y="59985"/>
                  <a:pt x="178205" y="61769"/>
                  <a:pt x="180126" y="63895"/>
                </a:cubicBezTo>
                <a:cubicBezTo>
                  <a:pt x="182732" y="66844"/>
                  <a:pt x="184036" y="69691"/>
                  <a:pt x="184036" y="72435"/>
                </a:cubicBezTo>
                <a:cubicBezTo>
                  <a:pt x="184036" y="75796"/>
                  <a:pt x="182784" y="78660"/>
                  <a:pt x="180280" y="81026"/>
                </a:cubicBezTo>
                <a:cubicBezTo>
                  <a:pt x="177776" y="83393"/>
                  <a:pt x="174501" y="84576"/>
                  <a:pt x="170454" y="84576"/>
                </a:cubicBezTo>
                <a:cubicBezTo>
                  <a:pt x="166133" y="84576"/>
                  <a:pt x="162514" y="83273"/>
                  <a:pt x="159599" y="80666"/>
                </a:cubicBezTo>
                <a:cubicBezTo>
                  <a:pt x="156684" y="78060"/>
                  <a:pt x="155226" y="75007"/>
                  <a:pt x="155226" y="71509"/>
                </a:cubicBezTo>
                <a:cubicBezTo>
                  <a:pt x="155226" y="66570"/>
                  <a:pt x="157181" y="61854"/>
                  <a:pt x="161091" y="57361"/>
                </a:cubicBezTo>
                <a:cubicBezTo>
                  <a:pt x="165001" y="52869"/>
                  <a:pt x="170454" y="49422"/>
                  <a:pt x="177451" y="47021"/>
                </a:cubicBezTo>
                <a:cubicBezTo>
                  <a:pt x="184447" y="44620"/>
                  <a:pt x="191718" y="43420"/>
                  <a:pt x="199263" y="43420"/>
                </a:cubicBezTo>
                <a:cubicBezTo>
                  <a:pt x="208386" y="43420"/>
                  <a:pt x="215606" y="45363"/>
                  <a:pt x="220922" y="49249"/>
                </a:cubicBezTo>
                <a:cubicBezTo>
                  <a:pt x="226238" y="53133"/>
                  <a:pt x="229685" y="57344"/>
                  <a:pt x="231262" y="61882"/>
                </a:cubicBezTo>
                <a:cubicBezTo>
                  <a:pt x="232223" y="64770"/>
                  <a:pt x="232703" y="71404"/>
                  <a:pt x="232703" y="81785"/>
                </a:cubicBezTo>
                <a:lnTo>
                  <a:pt x="232703" y="119221"/>
                </a:lnTo>
                <a:cubicBezTo>
                  <a:pt x="232703" y="123622"/>
                  <a:pt x="232874" y="126390"/>
                  <a:pt x="233217" y="127526"/>
                </a:cubicBezTo>
                <a:cubicBezTo>
                  <a:pt x="233560" y="128660"/>
                  <a:pt x="234075" y="129503"/>
                  <a:pt x="234761" y="130053"/>
                </a:cubicBezTo>
                <a:cubicBezTo>
                  <a:pt x="235447" y="130602"/>
                  <a:pt x="236235" y="130877"/>
                  <a:pt x="237127" y="130877"/>
                </a:cubicBezTo>
                <a:cubicBezTo>
                  <a:pt x="238910" y="130877"/>
                  <a:pt x="240728" y="129608"/>
                  <a:pt x="242580" y="127070"/>
                </a:cubicBezTo>
                <a:lnTo>
                  <a:pt x="245667" y="129539"/>
                </a:lnTo>
                <a:cubicBezTo>
                  <a:pt x="242237" y="134615"/>
                  <a:pt x="238688" y="138302"/>
                  <a:pt x="235018" y="140600"/>
                </a:cubicBezTo>
                <a:cubicBezTo>
                  <a:pt x="231348" y="142898"/>
                  <a:pt x="227181" y="144047"/>
                  <a:pt x="222517" y="144047"/>
                </a:cubicBezTo>
                <a:cubicBezTo>
                  <a:pt x="217029" y="144047"/>
                  <a:pt x="212742" y="142752"/>
                  <a:pt x="209655" y="140162"/>
                </a:cubicBezTo>
                <a:cubicBezTo>
                  <a:pt x="206569" y="137573"/>
                  <a:pt x="204682" y="133655"/>
                  <a:pt x="203996" y="128407"/>
                </a:cubicBezTo>
                <a:moveTo>
                  <a:pt x="203996" y="120793"/>
                </a:moveTo>
                <a:lnTo>
                  <a:pt x="203996" y="88608"/>
                </a:lnTo>
                <a:cubicBezTo>
                  <a:pt x="195697" y="93502"/>
                  <a:pt x="189523" y="98740"/>
                  <a:pt x="185476" y="104324"/>
                </a:cubicBezTo>
                <a:cubicBezTo>
                  <a:pt x="182801" y="108046"/>
                  <a:pt x="181463" y="111802"/>
                  <a:pt x="181463" y="115594"/>
                </a:cubicBezTo>
                <a:cubicBezTo>
                  <a:pt x="181463" y="118764"/>
                  <a:pt x="182595" y="121556"/>
                  <a:pt x="184859" y="123970"/>
                </a:cubicBezTo>
                <a:cubicBezTo>
                  <a:pt x="186574" y="125831"/>
                  <a:pt x="188974" y="126761"/>
                  <a:pt x="192061" y="126761"/>
                </a:cubicBezTo>
                <a:cubicBezTo>
                  <a:pt x="195491" y="126761"/>
                  <a:pt x="199469" y="124772"/>
                  <a:pt x="203996" y="120793"/>
                </a:cubicBezTo>
                <a:close/>
                <a:moveTo>
                  <a:pt x="295569" y="46301"/>
                </a:moveTo>
                <a:lnTo>
                  <a:pt x="295569" y="58853"/>
                </a:lnTo>
                <a:cubicBezTo>
                  <a:pt x="300508" y="53467"/>
                  <a:pt x="305240" y="49548"/>
                  <a:pt x="309768" y="47098"/>
                </a:cubicBezTo>
                <a:cubicBezTo>
                  <a:pt x="314295" y="44646"/>
                  <a:pt x="319165" y="43420"/>
                  <a:pt x="324378" y="43420"/>
                </a:cubicBezTo>
                <a:cubicBezTo>
                  <a:pt x="330620" y="43420"/>
                  <a:pt x="335799" y="45154"/>
                  <a:pt x="339915" y="48622"/>
                </a:cubicBezTo>
                <a:cubicBezTo>
                  <a:pt x="344030" y="52090"/>
                  <a:pt x="346774" y="56400"/>
                  <a:pt x="348146" y="61551"/>
                </a:cubicBezTo>
                <a:cubicBezTo>
                  <a:pt x="349243" y="65467"/>
                  <a:pt x="349792" y="72989"/>
                  <a:pt x="349792" y="84116"/>
                </a:cubicBezTo>
                <a:lnTo>
                  <a:pt x="349792" y="121616"/>
                </a:lnTo>
                <a:cubicBezTo>
                  <a:pt x="349792" y="129025"/>
                  <a:pt x="350461" y="133637"/>
                  <a:pt x="351798" y="135455"/>
                </a:cubicBezTo>
                <a:cubicBezTo>
                  <a:pt x="353136" y="137273"/>
                  <a:pt x="355931" y="138422"/>
                  <a:pt x="360184" y="138902"/>
                </a:cubicBezTo>
                <a:lnTo>
                  <a:pt x="360184" y="142606"/>
                </a:lnTo>
                <a:lnTo>
                  <a:pt x="311517" y="142606"/>
                </a:lnTo>
                <a:lnTo>
                  <a:pt x="311517" y="138902"/>
                </a:lnTo>
                <a:cubicBezTo>
                  <a:pt x="315152" y="138422"/>
                  <a:pt x="317759" y="136913"/>
                  <a:pt x="319336" y="134375"/>
                </a:cubicBezTo>
                <a:cubicBezTo>
                  <a:pt x="320434" y="132660"/>
                  <a:pt x="320983" y="128407"/>
                  <a:pt x="320983" y="121616"/>
                </a:cubicBezTo>
                <a:lnTo>
                  <a:pt x="320983" y="78814"/>
                </a:lnTo>
                <a:cubicBezTo>
                  <a:pt x="320983" y="70926"/>
                  <a:pt x="320674" y="65953"/>
                  <a:pt x="320057" y="63895"/>
                </a:cubicBezTo>
                <a:cubicBezTo>
                  <a:pt x="319439" y="61837"/>
                  <a:pt x="318393" y="60242"/>
                  <a:pt x="316919" y="59111"/>
                </a:cubicBezTo>
                <a:cubicBezTo>
                  <a:pt x="315444" y="57979"/>
                  <a:pt x="313815" y="57413"/>
                  <a:pt x="312031" y="57413"/>
                </a:cubicBezTo>
                <a:cubicBezTo>
                  <a:pt x="306132" y="57413"/>
                  <a:pt x="300645" y="61666"/>
                  <a:pt x="295569" y="70171"/>
                </a:cubicBezTo>
                <a:lnTo>
                  <a:pt x="295569" y="121616"/>
                </a:lnTo>
                <a:cubicBezTo>
                  <a:pt x="295569" y="128819"/>
                  <a:pt x="296238" y="133380"/>
                  <a:pt x="297575" y="135301"/>
                </a:cubicBezTo>
                <a:cubicBezTo>
                  <a:pt x="298913" y="137222"/>
                  <a:pt x="301399" y="138422"/>
                  <a:pt x="305035" y="138902"/>
                </a:cubicBezTo>
                <a:lnTo>
                  <a:pt x="305035" y="142606"/>
                </a:lnTo>
                <a:lnTo>
                  <a:pt x="256368" y="142606"/>
                </a:lnTo>
                <a:lnTo>
                  <a:pt x="256368" y="138902"/>
                </a:lnTo>
                <a:cubicBezTo>
                  <a:pt x="260415" y="138490"/>
                  <a:pt x="263295" y="137187"/>
                  <a:pt x="265010" y="134992"/>
                </a:cubicBezTo>
                <a:cubicBezTo>
                  <a:pt x="266176" y="133483"/>
                  <a:pt x="266759" y="129025"/>
                  <a:pt x="266759" y="121616"/>
                </a:cubicBezTo>
                <a:lnTo>
                  <a:pt x="266759" y="67290"/>
                </a:lnTo>
                <a:cubicBezTo>
                  <a:pt x="266759" y="59932"/>
                  <a:pt x="266091" y="55350"/>
                  <a:pt x="264753" y="53545"/>
                </a:cubicBezTo>
                <a:cubicBezTo>
                  <a:pt x="263416" y="51740"/>
                  <a:pt x="260620" y="50560"/>
                  <a:pt x="256368" y="50005"/>
                </a:cubicBezTo>
                <a:lnTo>
                  <a:pt x="256368" y="46301"/>
                </a:lnTo>
                <a:lnTo>
                  <a:pt x="295569" y="46301"/>
                </a:lnTo>
                <a:close/>
                <a:moveTo>
                  <a:pt x="466952" y="3087"/>
                </a:moveTo>
                <a:lnTo>
                  <a:pt x="466952" y="113797"/>
                </a:lnTo>
                <a:cubicBezTo>
                  <a:pt x="466952" y="121198"/>
                  <a:pt x="467158" y="125578"/>
                  <a:pt x="467569" y="126935"/>
                </a:cubicBezTo>
                <a:cubicBezTo>
                  <a:pt x="468118" y="129177"/>
                  <a:pt x="469164" y="130841"/>
                  <a:pt x="470708" y="131928"/>
                </a:cubicBezTo>
                <a:cubicBezTo>
                  <a:pt x="472251" y="133013"/>
                  <a:pt x="474943" y="133691"/>
                  <a:pt x="478784" y="133963"/>
                </a:cubicBezTo>
                <a:lnTo>
                  <a:pt x="478784" y="137667"/>
                </a:lnTo>
                <a:lnTo>
                  <a:pt x="438143" y="145487"/>
                </a:lnTo>
                <a:lnTo>
                  <a:pt x="438143" y="130259"/>
                </a:lnTo>
                <a:cubicBezTo>
                  <a:pt x="433273" y="136158"/>
                  <a:pt x="428934" y="140171"/>
                  <a:pt x="425127" y="142297"/>
                </a:cubicBezTo>
                <a:cubicBezTo>
                  <a:pt x="421320" y="144424"/>
                  <a:pt x="417016" y="145487"/>
                  <a:pt x="412214" y="145487"/>
                </a:cubicBezTo>
                <a:cubicBezTo>
                  <a:pt x="399936" y="145487"/>
                  <a:pt x="390230" y="139994"/>
                  <a:pt x="383096" y="129008"/>
                </a:cubicBezTo>
                <a:cubicBezTo>
                  <a:pt x="377335" y="120083"/>
                  <a:pt x="374454" y="109131"/>
                  <a:pt x="374454" y="96154"/>
                </a:cubicBezTo>
                <a:cubicBezTo>
                  <a:pt x="374454" y="85786"/>
                  <a:pt x="376237" y="76499"/>
                  <a:pt x="379804" y="68294"/>
                </a:cubicBezTo>
                <a:cubicBezTo>
                  <a:pt x="383371" y="60088"/>
                  <a:pt x="388258" y="53891"/>
                  <a:pt x="394466" y="49702"/>
                </a:cubicBezTo>
                <a:cubicBezTo>
                  <a:pt x="400673" y="45514"/>
                  <a:pt x="407344" y="43420"/>
                  <a:pt x="414478" y="43420"/>
                </a:cubicBezTo>
                <a:cubicBezTo>
                  <a:pt x="419074" y="43420"/>
                  <a:pt x="423155" y="44319"/>
                  <a:pt x="426722" y="46117"/>
                </a:cubicBezTo>
                <a:cubicBezTo>
                  <a:pt x="430289" y="47916"/>
                  <a:pt x="434096" y="51064"/>
                  <a:pt x="438143" y="55561"/>
                </a:cubicBezTo>
                <a:lnTo>
                  <a:pt x="438143" y="26546"/>
                </a:lnTo>
                <a:cubicBezTo>
                  <a:pt x="438143" y="19206"/>
                  <a:pt x="437834" y="14782"/>
                  <a:pt x="437217" y="13273"/>
                </a:cubicBezTo>
                <a:cubicBezTo>
                  <a:pt x="436394" y="11284"/>
                  <a:pt x="435159" y="9809"/>
                  <a:pt x="433513" y="8849"/>
                </a:cubicBezTo>
                <a:cubicBezTo>
                  <a:pt x="431866" y="7888"/>
                  <a:pt x="428780" y="7408"/>
                  <a:pt x="424253" y="7408"/>
                </a:cubicBezTo>
                <a:lnTo>
                  <a:pt x="424253" y="3087"/>
                </a:lnTo>
                <a:lnTo>
                  <a:pt x="466952" y="3087"/>
                </a:lnTo>
                <a:moveTo>
                  <a:pt x="438143" y="68113"/>
                </a:moveTo>
                <a:cubicBezTo>
                  <a:pt x="433067" y="58510"/>
                  <a:pt x="426859" y="53709"/>
                  <a:pt x="419520" y="53709"/>
                </a:cubicBezTo>
                <a:cubicBezTo>
                  <a:pt x="416982" y="53709"/>
                  <a:pt x="414890" y="54395"/>
                  <a:pt x="413243" y="55767"/>
                </a:cubicBezTo>
                <a:cubicBezTo>
                  <a:pt x="410705" y="57893"/>
                  <a:pt x="408630" y="61631"/>
                  <a:pt x="407018" y="66982"/>
                </a:cubicBezTo>
                <a:cubicBezTo>
                  <a:pt x="405406" y="72332"/>
                  <a:pt x="404600" y="80529"/>
                  <a:pt x="404600" y="91572"/>
                </a:cubicBezTo>
                <a:cubicBezTo>
                  <a:pt x="404600" y="103714"/>
                  <a:pt x="405492" y="112699"/>
                  <a:pt x="407276" y="118530"/>
                </a:cubicBezTo>
                <a:cubicBezTo>
                  <a:pt x="409059" y="124360"/>
                  <a:pt x="411494" y="128579"/>
                  <a:pt x="414581" y="131185"/>
                </a:cubicBezTo>
                <a:cubicBezTo>
                  <a:pt x="416159" y="132489"/>
                  <a:pt x="418319" y="133140"/>
                  <a:pt x="421063" y="133140"/>
                </a:cubicBezTo>
                <a:cubicBezTo>
                  <a:pt x="427099" y="133140"/>
                  <a:pt x="432792" y="128392"/>
                  <a:pt x="438143" y="118896"/>
                </a:cubicBezTo>
                <a:lnTo>
                  <a:pt x="438143" y="68113"/>
                </a:lnTo>
                <a:close/>
                <a:moveTo>
                  <a:pt x="513735" y="0"/>
                </a:moveTo>
                <a:cubicBezTo>
                  <a:pt x="518194" y="0"/>
                  <a:pt x="521966" y="1566"/>
                  <a:pt x="525053" y="4698"/>
                </a:cubicBezTo>
                <a:cubicBezTo>
                  <a:pt x="528140" y="7827"/>
                  <a:pt x="529683" y="11594"/>
                  <a:pt x="529683" y="15999"/>
                </a:cubicBezTo>
                <a:cubicBezTo>
                  <a:pt x="529683" y="20404"/>
                  <a:pt x="528123" y="24156"/>
                  <a:pt x="525002" y="27253"/>
                </a:cubicBezTo>
                <a:cubicBezTo>
                  <a:pt x="521881" y="30348"/>
                  <a:pt x="518125" y="31896"/>
                  <a:pt x="513735" y="31896"/>
                </a:cubicBezTo>
                <a:cubicBezTo>
                  <a:pt x="509345" y="31896"/>
                  <a:pt x="505607" y="30348"/>
                  <a:pt x="502520" y="27253"/>
                </a:cubicBezTo>
                <a:cubicBezTo>
                  <a:pt x="499433" y="24156"/>
                  <a:pt x="497890" y="20404"/>
                  <a:pt x="497890" y="15999"/>
                </a:cubicBezTo>
                <a:cubicBezTo>
                  <a:pt x="497890" y="11594"/>
                  <a:pt x="499433" y="7827"/>
                  <a:pt x="502520" y="4698"/>
                </a:cubicBezTo>
                <a:cubicBezTo>
                  <a:pt x="505607" y="1566"/>
                  <a:pt x="509345" y="0"/>
                  <a:pt x="513735" y="0"/>
                </a:cubicBezTo>
                <a:moveTo>
                  <a:pt x="528140" y="46301"/>
                </a:moveTo>
                <a:lnTo>
                  <a:pt x="528140" y="122645"/>
                </a:lnTo>
                <a:cubicBezTo>
                  <a:pt x="528140" y="129436"/>
                  <a:pt x="528929" y="133775"/>
                  <a:pt x="530506" y="135661"/>
                </a:cubicBezTo>
                <a:cubicBezTo>
                  <a:pt x="532084" y="137547"/>
                  <a:pt x="535171" y="138628"/>
                  <a:pt x="539766" y="138902"/>
                </a:cubicBezTo>
                <a:lnTo>
                  <a:pt x="539766" y="142606"/>
                </a:lnTo>
                <a:lnTo>
                  <a:pt x="487807" y="142606"/>
                </a:lnTo>
                <a:lnTo>
                  <a:pt x="487807" y="138902"/>
                </a:lnTo>
                <a:cubicBezTo>
                  <a:pt x="492060" y="138765"/>
                  <a:pt x="495215" y="137530"/>
                  <a:pt x="497273" y="135198"/>
                </a:cubicBezTo>
                <a:cubicBezTo>
                  <a:pt x="498645" y="133620"/>
                  <a:pt x="499330" y="129436"/>
                  <a:pt x="499330" y="122645"/>
                </a:cubicBezTo>
                <a:lnTo>
                  <a:pt x="499330" y="66467"/>
                </a:lnTo>
                <a:cubicBezTo>
                  <a:pt x="499330" y="59591"/>
                  <a:pt x="498542" y="55197"/>
                  <a:pt x="496964" y="53288"/>
                </a:cubicBezTo>
                <a:cubicBezTo>
                  <a:pt x="495386" y="51378"/>
                  <a:pt x="492334" y="50283"/>
                  <a:pt x="487807" y="50005"/>
                </a:cubicBezTo>
                <a:lnTo>
                  <a:pt x="487807" y="46301"/>
                </a:lnTo>
                <a:lnTo>
                  <a:pt x="528140" y="46301"/>
                </a:lnTo>
                <a:close/>
                <a:moveTo>
                  <a:pt x="642692" y="3087"/>
                </a:moveTo>
                <a:lnTo>
                  <a:pt x="642692" y="113797"/>
                </a:lnTo>
                <a:cubicBezTo>
                  <a:pt x="642692" y="121198"/>
                  <a:pt x="642898" y="125578"/>
                  <a:pt x="643309" y="126935"/>
                </a:cubicBezTo>
                <a:cubicBezTo>
                  <a:pt x="643858" y="129177"/>
                  <a:pt x="644904" y="130841"/>
                  <a:pt x="646448" y="131928"/>
                </a:cubicBezTo>
                <a:cubicBezTo>
                  <a:pt x="647991" y="133013"/>
                  <a:pt x="650683" y="133691"/>
                  <a:pt x="654524" y="133963"/>
                </a:cubicBezTo>
                <a:lnTo>
                  <a:pt x="654524" y="137667"/>
                </a:lnTo>
                <a:lnTo>
                  <a:pt x="613883" y="145487"/>
                </a:lnTo>
                <a:lnTo>
                  <a:pt x="613883" y="130259"/>
                </a:lnTo>
                <a:cubicBezTo>
                  <a:pt x="609013" y="136158"/>
                  <a:pt x="604674" y="140171"/>
                  <a:pt x="600867" y="142297"/>
                </a:cubicBezTo>
                <a:cubicBezTo>
                  <a:pt x="597060" y="144424"/>
                  <a:pt x="592756" y="145487"/>
                  <a:pt x="587954" y="145487"/>
                </a:cubicBezTo>
                <a:cubicBezTo>
                  <a:pt x="575676" y="145487"/>
                  <a:pt x="565970" y="139994"/>
                  <a:pt x="558836" y="129008"/>
                </a:cubicBezTo>
                <a:cubicBezTo>
                  <a:pt x="553075" y="120083"/>
                  <a:pt x="550194" y="109131"/>
                  <a:pt x="550194" y="96154"/>
                </a:cubicBezTo>
                <a:cubicBezTo>
                  <a:pt x="550194" y="85786"/>
                  <a:pt x="551977" y="76499"/>
                  <a:pt x="555544" y="68294"/>
                </a:cubicBezTo>
                <a:cubicBezTo>
                  <a:pt x="559111" y="60088"/>
                  <a:pt x="563998" y="53891"/>
                  <a:pt x="570206" y="49702"/>
                </a:cubicBezTo>
                <a:cubicBezTo>
                  <a:pt x="576413" y="45514"/>
                  <a:pt x="583084" y="43420"/>
                  <a:pt x="590218" y="43420"/>
                </a:cubicBezTo>
                <a:cubicBezTo>
                  <a:pt x="594814" y="43420"/>
                  <a:pt x="598895" y="44319"/>
                  <a:pt x="602462" y="46117"/>
                </a:cubicBezTo>
                <a:cubicBezTo>
                  <a:pt x="606029" y="47916"/>
                  <a:pt x="609836" y="51064"/>
                  <a:pt x="613883" y="55561"/>
                </a:cubicBezTo>
                <a:lnTo>
                  <a:pt x="613883" y="26546"/>
                </a:lnTo>
                <a:cubicBezTo>
                  <a:pt x="613883" y="19206"/>
                  <a:pt x="613574" y="14782"/>
                  <a:pt x="612957" y="13273"/>
                </a:cubicBezTo>
                <a:cubicBezTo>
                  <a:pt x="612134" y="11284"/>
                  <a:pt x="610899" y="9809"/>
                  <a:pt x="609253" y="8849"/>
                </a:cubicBezTo>
                <a:cubicBezTo>
                  <a:pt x="607606" y="7888"/>
                  <a:pt x="604520" y="7408"/>
                  <a:pt x="599993" y="7408"/>
                </a:cubicBezTo>
                <a:lnTo>
                  <a:pt x="599993" y="3087"/>
                </a:lnTo>
                <a:lnTo>
                  <a:pt x="642692" y="3087"/>
                </a:lnTo>
                <a:moveTo>
                  <a:pt x="613883" y="68113"/>
                </a:moveTo>
                <a:cubicBezTo>
                  <a:pt x="608807" y="58510"/>
                  <a:pt x="602599" y="53709"/>
                  <a:pt x="595260" y="53709"/>
                </a:cubicBezTo>
                <a:cubicBezTo>
                  <a:pt x="592722" y="53709"/>
                  <a:pt x="590630" y="54395"/>
                  <a:pt x="588983" y="55767"/>
                </a:cubicBezTo>
                <a:cubicBezTo>
                  <a:pt x="586445" y="57893"/>
                  <a:pt x="584370" y="61631"/>
                  <a:pt x="582758" y="66982"/>
                </a:cubicBezTo>
                <a:cubicBezTo>
                  <a:pt x="581146" y="72332"/>
                  <a:pt x="580340" y="80529"/>
                  <a:pt x="580340" y="91572"/>
                </a:cubicBezTo>
                <a:cubicBezTo>
                  <a:pt x="580340" y="103714"/>
                  <a:pt x="581232" y="112699"/>
                  <a:pt x="583016" y="118530"/>
                </a:cubicBezTo>
                <a:cubicBezTo>
                  <a:pt x="584799" y="124360"/>
                  <a:pt x="587234" y="128579"/>
                  <a:pt x="590321" y="131185"/>
                </a:cubicBezTo>
                <a:cubicBezTo>
                  <a:pt x="591898" y="132489"/>
                  <a:pt x="594059" y="133140"/>
                  <a:pt x="596803" y="133140"/>
                </a:cubicBezTo>
                <a:cubicBezTo>
                  <a:pt x="602839" y="133140"/>
                  <a:pt x="608532" y="128392"/>
                  <a:pt x="613883" y="118896"/>
                </a:cubicBezTo>
                <a:lnTo>
                  <a:pt x="613883" y="68113"/>
                </a:lnTo>
                <a:close/>
                <a:moveTo>
                  <a:pt x="719416" y="128407"/>
                </a:moveTo>
                <a:cubicBezTo>
                  <a:pt x="707687" y="138833"/>
                  <a:pt x="697158" y="144047"/>
                  <a:pt x="687829" y="144047"/>
                </a:cubicBezTo>
                <a:cubicBezTo>
                  <a:pt x="682341" y="144047"/>
                  <a:pt x="677780" y="142241"/>
                  <a:pt x="674144" y="138629"/>
                </a:cubicBezTo>
                <a:cubicBezTo>
                  <a:pt x="670509" y="135015"/>
                  <a:pt x="668691" y="130490"/>
                  <a:pt x="668691" y="125054"/>
                </a:cubicBezTo>
                <a:cubicBezTo>
                  <a:pt x="668691" y="117688"/>
                  <a:pt x="671847" y="111064"/>
                  <a:pt x="678157" y="105180"/>
                </a:cubicBezTo>
                <a:cubicBezTo>
                  <a:pt x="684468" y="99296"/>
                  <a:pt x="698221" y="91467"/>
                  <a:pt x="719416" y="81695"/>
                </a:cubicBezTo>
                <a:lnTo>
                  <a:pt x="719416" y="72023"/>
                </a:lnTo>
                <a:cubicBezTo>
                  <a:pt x="719416" y="64752"/>
                  <a:pt x="719022" y="60174"/>
                  <a:pt x="718233" y="58287"/>
                </a:cubicBezTo>
                <a:cubicBezTo>
                  <a:pt x="717444" y="56401"/>
                  <a:pt x="715952" y="54755"/>
                  <a:pt x="713757" y="53349"/>
                </a:cubicBezTo>
                <a:cubicBezTo>
                  <a:pt x="711562" y="51942"/>
                  <a:pt x="709093" y="51239"/>
                  <a:pt x="706349" y="51239"/>
                </a:cubicBezTo>
                <a:cubicBezTo>
                  <a:pt x="701891" y="51239"/>
                  <a:pt x="698221" y="52234"/>
                  <a:pt x="695340" y="54223"/>
                </a:cubicBezTo>
                <a:cubicBezTo>
                  <a:pt x="693556" y="55458"/>
                  <a:pt x="692665" y="56898"/>
                  <a:pt x="692665" y="58545"/>
                </a:cubicBezTo>
                <a:cubicBezTo>
                  <a:pt x="692665" y="59985"/>
                  <a:pt x="693625" y="61769"/>
                  <a:pt x="695546" y="63895"/>
                </a:cubicBezTo>
                <a:cubicBezTo>
                  <a:pt x="698152" y="66844"/>
                  <a:pt x="699455" y="69691"/>
                  <a:pt x="699455" y="72435"/>
                </a:cubicBezTo>
                <a:cubicBezTo>
                  <a:pt x="699455" y="75796"/>
                  <a:pt x="698204" y="78660"/>
                  <a:pt x="695700" y="81026"/>
                </a:cubicBezTo>
                <a:cubicBezTo>
                  <a:pt x="693196" y="83393"/>
                  <a:pt x="689921" y="84576"/>
                  <a:pt x="685874" y="84576"/>
                </a:cubicBezTo>
                <a:cubicBezTo>
                  <a:pt x="681553" y="84576"/>
                  <a:pt x="677934" y="83273"/>
                  <a:pt x="675019" y="80666"/>
                </a:cubicBezTo>
                <a:cubicBezTo>
                  <a:pt x="672104" y="78060"/>
                  <a:pt x="670646" y="75007"/>
                  <a:pt x="670646" y="71509"/>
                </a:cubicBezTo>
                <a:cubicBezTo>
                  <a:pt x="670646" y="66570"/>
                  <a:pt x="672601" y="61854"/>
                  <a:pt x="676511" y="57361"/>
                </a:cubicBezTo>
                <a:cubicBezTo>
                  <a:pt x="680421" y="52869"/>
                  <a:pt x="685874" y="49422"/>
                  <a:pt x="692870" y="47021"/>
                </a:cubicBezTo>
                <a:cubicBezTo>
                  <a:pt x="699867" y="44620"/>
                  <a:pt x="707138" y="43420"/>
                  <a:pt x="714683" y="43420"/>
                </a:cubicBezTo>
                <a:cubicBezTo>
                  <a:pt x="723806" y="43420"/>
                  <a:pt x="731026" y="45363"/>
                  <a:pt x="736342" y="49249"/>
                </a:cubicBezTo>
                <a:cubicBezTo>
                  <a:pt x="741658" y="53133"/>
                  <a:pt x="745105" y="57344"/>
                  <a:pt x="746682" y="61882"/>
                </a:cubicBezTo>
                <a:cubicBezTo>
                  <a:pt x="747642" y="64770"/>
                  <a:pt x="748123" y="71404"/>
                  <a:pt x="748123" y="81785"/>
                </a:cubicBezTo>
                <a:lnTo>
                  <a:pt x="748123" y="119221"/>
                </a:lnTo>
                <a:cubicBezTo>
                  <a:pt x="748123" y="123622"/>
                  <a:pt x="748294" y="126390"/>
                  <a:pt x="748637" y="127526"/>
                </a:cubicBezTo>
                <a:cubicBezTo>
                  <a:pt x="748980" y="128660"/>
                  <a:pt x="749494" y="129503"/>
                  <a:pt x="750180" y="130053"/>
                </a:cubicBezTo>
                <a:cubicBezTo>
                  <a:pt x="750866" y="130602"/>
                  <a:pt x="751655" y="130877"/>
                  <a:pt x="752547" y="130877"/>
                </a:cubicBezTo>
                <a:cubicBezTo>
                  <a:pt x="754330" y="130877"/>
                  <a:pt x="756148" y="129608"/>
                  <a:pt x="758000" y="127070"/>
                </a:cubicBezTo>
                <a:lnTo>
                  <a:pt x="761087" y="129539"/>
                </a:lnTo>
                <a:cubicBezTo>
                  <a:pt x="757657" y="134615"/>
                  <a:pt x="754107" y="138302"/>
                  <a:pt x="750438" y="140600"/>
                </a:cubicBezTo>
                <a:cubicBezTo>
                  <a:pt x="746768" y="142898"/>
                  <a:pt x="742601" y="144047"/>
                  <a:pt x="737936" y="144047"/>
                </a:cubicBezTo>
                <a:cubicBezTo>
                  <a:pt x="732449" y="144047"/>
                  <a:pt x="728162" y="142752"/>
                  <a:pt x="725075" y="140162"/>
                </a:cubicBezTo>
                <a:cubicBezTo>
                  <a:pt x="721988" y="137573"/>
                  <a:pt x="720102" y="133655"/>
                  <a:pt x="719416" y="128407"/>
                </a:cubicBezTo>
                <a:moveTo>
                  <a:pt x="719416" y="120793"/>
                </a:moveTo>
                <a:lnTo>
                  <a:pt x="719416" y="88608"/>
                </a:lnTo>
                <a:cubicBezTo>
                  <a:pt x="711116" y="93502"/>
                  <a:pt x="704943" y="98740"/>
                  <a:pt x="700896" y="104324"/>
                </a:cubicBezTo>
                <a:cubicBezTo>
                  <a:pt x="698221" y="108046"/>
                  <a:pt x="696883" y="111802"/>
                  <a:pt x="696883" y="115594"/>
                </a:cubicBezTo>
                <a:cubicBezTo>
                  <a:pt x="696883" y="118764"/>
                  <a:pt x="698015" y="121556"/>
                  <a:pt x="700279" y="123970"/>
                </a:cubicBezTo>
                <a:cubicBezTo>
                  <a:pt x="701993" y="125831"/>
                  <a:pt x="704394" y="126761"/>
                  <a:pt x="707481" y="126761"/>
                </a:cubicBezTo>
                <a:cubicBezTo>
                  <a:pt x="710911" y="126761"/>
                  <a:pt x="714889" y="124772"/>
                  <a:pt x="719416" y="120793"/>
                </a:cubicBezTo>
                <a:close/>
                <a:moveTo>
                  <a:pt x="809857" y="10906"/>
                </a:moveTo>
                <a:lnTo>
                  <a:pt x="809857" y="46301"/>
                </a:lnTo>
                <a:lnTo>
                  <a:pt x="832699" y="46301"/>
                </a:lnTo>
                <a:lnTo>
                  <a:pt x="832699" y="56384"/>
                </a:lnTo>
                <a:lnTo>
                  <a:pt x="809857" y="56384"/>
                </a:lnTo>
                <a:lnTo>
                  <a:pt x="809857" y="115912"/>
                </a:lnTo>
                <a:cubicBezTo>
                  <a:pt x="809857" y="121484"/>
                  <a:pt x="810114" y="125077"/>
                  <a:pt x="810629" y="126693"/>
                </a:cubicBezTo>
                <a:cubicBezTo>
                  <a:pt x="811143" y="128310"/>
                  <a:pt x="812052" y="129617"/>
                  <a:pt x="813355" y="130616"/>
                </a:cubicBezTo>
                <a:cubicBezTo>
                  <a:pt x="814658" y="131613"/>
                  <a:pt x="815859" y="132111"/>
                  <a:pt x="816956" y="132111"/>
                </a:cubicBezTo>
                <a:cubicBezTo>
                  <a:pt x="821415" y="132111"/>
                  <a:pt x="825633" y="128682"/>
                  <a:pt x="829612" y="121822"/>
                </a:cubicBezTo>
                <a:lnTo>
                  <a:pt x="832699" y="124108"/>
                </a:lnTo>
                <a:cubicBezTo>
                  <a:pt x="827142" y="137400"/>
                  <a:pt x="818122" y="144047"/>
                  <a:pt x="805638" y="144047"/>
                </a:cubicBezTo>
                <a:cubicBezTo>
                  <a:pt x="799533" y="144047"/>
                  <a:pt x="794372" y="142344"/>
                  <a:pt x="790153" y="138937"/>
                </a:cubicBezTo>
                <a:cubicBezTo>
                  <a:pt x="785935" y="135529"/>
                  <a:pt x="783243" y="131725"/>
                  <a:pt x="782076" y="127526"/>
                </a:cubicBezTo>
                <a:cubicBezTo>
                  <a:pt x="781390" y="125185"/>
                  <a:pt x="781048" y="118852"/>
                  <a:pt x="781048" y="108527"/>
                </a:cubicBezTo>
                <a:lnTo>
                  <a:pt x="781048" y="56384"/>
                </a:lnTo>
                <a:lnTo>
                  <a:pt x="768495" y="56384"/>
                </a:lnTo>
                <a:lnTo>
                  <a:pt x="768495" y="52773"/>
                </a:lnTo>
                <a:cubicBezTo>
                  <a:pt x="777138" y="46655"/>
                  <a:pt x="784494" y="40228"/>
                  <a:pt x="790565" y="33491"/>
                </a:cubicBezTo>
                <a:cubicBezTo>
                  <a:pt x="796635" y="26754"/>
                  <a:pt x="801934" y="19225"/>
                  <a:pt x="806461" y="10906"/>
                </a:cubicBezTo>
                <a:lnTo>
                  <a:pt x="809857" y="10906"/>
                </a:lnTo>
                <a:close/>
                <a:moveTo>
                  <a:pt x="923343" y="90955"/>
                </a:moveTo>
                <a:lnTo>
                  <a:pt x="870560" y="90955"/>
                </a:lnTo>
                <a:cubicBezTo>
                  <a:pt x="871178" y="103748"/>
                  <a:pt x="874573" y="113858"/>
                  <a:pt x="880746" y="121285"/>
                </a:cubicBezTo>
                <a:cubicBezTo>
                  <a:pt x="885479" y="126994"/>
                  <a:pt x="891173" y="129848"/>
                  <a:pt x="897826" y="129848"/>
                </a:cubicBezTo>
                <a:cubicBezTo>
                  <a:pt x="901942" y="129848"/>
                  <a:pt x="905680" y="128699"/>
                  <a:pt x="909041" y="126401"/>
                </a:cubicBezTo>
                <a:cubicBezTo>
                  <a:pt x="912402" y="124103"/>
                  <a:pt x="916004" y="119970"/>
                  <a:pt x="919845" y="114003"/>
                </a:cubicBezTo>
                <a:lnTo>
                  <a:pt x="923343" y="116266"/>
                </a:lnTo>
                <a:cubicBezTo>
                  <a:pt x="918130" y="126898"/>
                  <a:pt x="912368" y="134426"/>
                  <a:pt x="906057" y="138851"/>
                </a:cubicBezTo>
                <a:cubicBezTo>
                  <a:pt x="899747" y="143275"/>
                  <a:pt x="892442" y="145487"/>
                  <a:pt x="884142" y="145487"/>
                </a:cubicBezTo>
                <a:cubicBezTo>
                  <a:pt x="869874" y="145487"/>
                  <a:pt x="859071" y="139994"/>
                  <a:pt x="851731" y="129008"/>
                </a:cubicBezTo>
                <a:cubicBezTo>
                  <a:pt x="845832" y="120151"/>
                  <a:pt x="842883" y="109166"/>
                  <a:pt x="842883" y="96051"/>
                </a:cubicBezTo>
                <a:cubicBezTo>
                  <a:pt x="842883" y="79983"/>
                  <a:pt x="847221" y="67195"/>
                  <a:pt x="855898" y="57686"/>
                </a:cubicBezTo>
                <a:cubicBezTo>
                  <a:pt x="864575" y="48175"/>
                  <a:pt x="874744" y="43420"/>
                  <a:pt x="886405" y="43420"/>
                </a:cubicBezTo>
                <a:cubicBezTo>
                  <a:pt x="896146" y="43420"/>
                  <a:pt x="904600" y="47415"/>
                  <a:pt x="911768" y="55406"/>
                </a:cubicBezTo>
                <a:cubicBezTo>
                  <a:pt x="918936" y="63398"/>
                  <a:pt x="922794" y="75247"/>
                  <a:pt x="923343" y="90955"/>
                </a:cubicBezTo>
                <a:moveTo>
                  <a:pt x="898032" y="84164"/>
                </a:moveTo>
                <a:cubicBezTo>
                  <a:pt x="898032" y="73121"/>
                  <a:pt x="897432" y="65541"/>
                  <a:pt x="896231" y="61426"/>
                </a:cubicBezTo>
                <a:cubicBezTo>
                  <a:pt x="895031" y="57310"/>
                  <a:pt x="893162" y="54189"/>
                  <a:pt x="890624" y="52063"/>
                </a:cubicBezTo>
                <a:cubicBezTo>
                  <a:pt x="889183" y="50828"/>
                  <a:pt x="887263" y="50211"/>
                  <a:pt x="884862" y="50211"/>
                </a:cubicBezTo>
                <a:cubicBezTo>
                  <a:pt x="881295" y="50211"/>
                  <a:pt x="878380" y="51960"/>
                  <a:pt x="876116" y="55458"/>
                </a:cubicBezTo>
                <a:cubicBezTo>
                  <a:pt x="872069" y="61563"/>
                  <a:pt x="870046" y="69931"/>
                  <a:pt x="870046" y="80563"/>
                </a:cubicBezTo>
                <a:lnTo>
                  <a:pt x="870046" y="84164"/>
                </a:lnTo>
                <a:lnTo>
                  <a:pt x="898032" y="84164"/>
                </a:lnTo>
                <a:close/>
                <a:moveTo>
                  <a:pt x="1110187" y="3087"/>
                </a:moveTo>
                <a:lnTo>
                  <a:pt x="1110187" y="40950"/>
                </a:lnTo>
                <a:lnTo>
                  <a:pt x="1106483" y="40950"/>
                </a:lnTo>
                <a:cubicBezTo>
                  <a:pt x="1104288" y="32209"/>
                  <a:pt x="1101853" y="25928"/>
                  <a:pt x="1099178" y="22109"/>
                </a:cubicBezTo>
                <a:cubicBezTo>
                  <a:pt x="1096503" y="18289"/>
                  <a:pt x="1092833" y="15243"/>
                  <a:pt x="1088169" y="12971"/>
                </a:cubicBezTo>
                <a:cubicBezTo>
                  <a:pt x="1085562" y="11732"/>
                  <a:pt x="1081001" y="11112"/>
                  <a:pt x="1074484" y="11112"/>
                </a:cubicBezTo>
                <a:lnTo>
                  <a:pt x="1064093" y="11112"/>
                </a:lnTo>
                <a:lnTo>
                  <a:pt x="1064093" y="118736"/>
                </a:lnTo>
                <a:cubicBezTo>
                  <a:pt x="1064093" y="125906"/>
                  <a:pt x="1064487" y="130388"/>
                  <a:pt x="1065276" y="132182"/>
                </a:cubicBezTo>
                <a:cubicBezTo>
                  <a:pt x="1066065" y="133974"/>
                  <a:pt x="1067608" y="135542"/>
                  <a:pt x="1069906" y="136886"/>
                </a:cubicBezTo>
                <a:cubicBezTo>
                  <a:pt x="1072204" y="138230"/>
                  <a:pt x="1075342" y="138902"/>
                  <a:pt x="1079320" y="138902"/>
                </a:cubicBezTo>
                <a:lnTo>
                  <a:pt x="1083950" y="138902"/>
                </a:lnTo>
                <a:lnTo>
                  <a:pt x="1083950" y="142606"/>
                </a:lnTo>
                <a:lnTo>
                  <a:pt x="1010898" y="142606"/>
                </a:lnTo>
                <a:lnTo>
                  <a:pt x="1010898" y="138902"/>
                </a:lnTo>
                <a:lnTo>
                  <a:pt x="1015528" y="138902"/>
                </a:lnTo>
                <a:cubicBezTo>
                  <a:pt x="1019575" y="138902"/>
                  <a:pt x="1022833" y="138179"/>
                  <a:pt x="1025303" y="136732"/>
                </a:cubicBezTo>
                <a:cubicBezTo>
                  <a:pt x="1027086" y="135765"/>
                  <a:pt x="1028492" y="134110"/>
                  <a:pt x="1029521" y="131767"/>
                </a:cubicBezTo>
                <a:cubicBezTo>
                  <a:pt x="1030276" y="130112"/>
                  <a:pt x="1030653" y="125769"/>
                  <a:pt x="1030653" y="118736"/>
                </a:cubicBezTo>
                <a:lnTo>
                  <a:pt x="1030653" y="11112"/>
                </a:lnTo>
                <a:lnTo>
                  <a:pt x="1020570" y="11112"/>
                </a:lnTo>
                <a:cubicBezTo>
                  <a:pt x="1011173" y="11112"/>
                  <a:pt x="1004347" y="13108"/>
                  <a:pt x="1000095" y="17099"/>
                </a:cubicBezTo>
                <a:cubicBezTo>
                  <a:pt x="994127" y="22674"/>
                  <a:pt x="990354" y="30625"/>
                  <a:pt x="988777" y="40950"/>
                </a:cubicBezTo>
                <a:lnTo>
                  <a:pt x="984867" y="40950"/>
                </a:lnTo>
                <a:lnTo>
                  <a:pt x="984867" y="3087"/>
                </a:lnTo>
                <a:lnTo>
                  <a:pt x="1110187" y="3087"/>
                </a:lnTo>
                <a:close/>
                <a:moveTo>
                  <a:pt x="1150933" y="43420"/>
                </a:moveTo>
                <a:cubicBezTo>
                  <a:pt x="1159301" y="43420"/>
                  <a:pt x="1167086" y="45583"/>
                  <a:pt x="1174289" y="49908"/>
                </a:cubicBezTo>
                <a:cubicBezTo>
                  <a:pt x="1181491" y="54234"/>
                  <a:pt x="1186961" y="60380"/>
                  <a:pt x="1190700" y="68345"/>
                </a:cubicBezTo>
                <a:cubicBezTo>
                  <a:pt x="1194438" y="76310"/>
                  <a:pt x="1196307" y="85030"/>
                  <a:pt x="1196307" y="94505"/>
                </a:cubicBezTo>
                <a:cubicBezTo>
                  <a:pt x="1196307" y="108168"/>
                  <a:pt x="1192843" y="119600"/>
                  <a:pt x="1185915" y="128803"/>
                </a:cubicBezTo>
                <a:cubicBezTo>
                  <a:pt x="1177547" y="139926"/>
                  <a:pt x="1165989" y="145487"/>
                  <a:pt x="1151241" y="145487"/>
                </a:cubicBezTo>
                <a:cubicBezTo>
                  <a:pt x="1136768" y="145487"/>
                  <a:pt x="1125622" y="140406"/>
                  <a:pt x="1117802" y="130243"/>
                </a:cubicBezTo>
                <a:cubicBezTo>
                  <a:pt x="1109982" y="120081"/>
                  <a:pt x="1106072" y="108305"/>
                  <a:pt x="1106072" y="94916"/>
                </a:cubicBezTo>
                <a:cubicBezTo>
                  <a:pt x="1106072" y="81116"/>
                  <a:pt x="1110068" y="69083"/>
                  <a:pt x="1118059" y="58818"/>
                </a:cubicBezTo>
                <a:cubicBezTo>
                  <a:pt x="1126050" y="48552"/>
                  <a:pt x="1137008" y="43420"/>
                  <a:pt x="1150933" y="43420"/>
                </a:cubicBezTo>
                <a:moveTo>
                  <a:pt x="1151344" y="50622"/>
                </a:moveTo>
                <a:cubicBezTo>
                  <a:pt x="1147846" y="50622"/>
                  <a:pt x="1144845" y="51945"/>
                  <a:pt x="1142341" y="54590"/>
                </a:cubicBezTo>
                <a:cubicBezTo>
                  <a:pt x="1139838" y="57233"/>
                  <a:pt x="1138191" y="62451"/>
                  <a:pt x="1137403" y="70245"/>
                </a:cubicBezTo>
                <a:cubicBezTo>
                  <a:pt x="1136614" y="78039"/>
                  <a:pt x="1136219" y="88873"/>
                  <a:pt x="1136219" y="102746"/>
                </a:cubicBezTo>
                <a:cubicBezTo>
                  <a:pt x="1136219" y="110094"/>
                  <a:pt x="1136699" y="116962"/>
                  <a:pt x="1137660" y="123350"/>
                </a:cubicBezTo>
                <a:cubicBezTo>
                  <a:pt x="1138414" y="128224"/>
                  <a:pt x="1140026" y="131932"/>
                  <a:pt x="1142496" y="134475"/>
                </a:cubicBezTo>
                <a:cubicBezTo>
                  <a:pt x="1144965" y="137015"/>
                  <a:pt x="1147777" y="138285"/>
                  <a:pt x="1150933" y="138285"/>
                </a:cubicBezTo>
                <a:cubicBezTo>
                  <a:pt x="1154019" y="138285"/>
                  <a:pt x="1156592" y="137426"/>
                  <a:pt x="1158649" y="135709"/>
                </a:cubicBezTo>
                <a:cubicBezTo>
                  <a:pt x="1161325" y="133375"/>
                  <a:pt x="1163108" y="130112"/>
                  <a:pt x="1164000" y="125922"/>
                </a:cubicBezTo>
                <a:cubicBezTo>
                  <a:pt x="1165372" y="119399"/>
                  <a:pt x="1166057" y="106214"/>
                  <a:pt x="1166057" y="86367"/>
                </a:cubicBezTo>
                <a:cubicBezTo>
                  <a:pt x="1166057" y="74693"/>
                  <a:pt x="1165406" y="66676"/>
                  <a:pt x="1164103" y="62316"/>
                </a:cubicBezTo>
                <a:cubicBezTo>
                  <a:pt x="1162799" y="57954"/>
                  <a:pt x="1160879" y="54777"/>
                  <a:pt x="1158341" y="52786"/>
                </a:cubicBezTo>
                <a:cubicBezTo>
                  <a:pt x="1156557" y="51343"/>
                  <a:pt x="1154225" y="50622"/>
                  <a:pt x="1151344" y="50622"/>
                </a:cubicBezTo>
                <a:close/>
                <a:moveTo>
                  <a:pt x="1250016" y="3087"/>
                </a:moveTo>
                <a:lnTo>
                  <a:pt x="1250016" y="94942"/>
                </a:lnTo>
                <a:lnTo>
                  <a:pt x="1272343" y="72991"/>
                </a:lnTo>
                <a:cubicBezTo>
                  <a:pt x="1276939" y="68520"/>
                  <a:pt x="1279803" y="65275"/>
                  <a:pt x="1280934" y="63258"/>
                </a:cubicBezTo>
                <a:cubicBezTo>
                  <a:pt x="1282066" y="61241"/>
                  <a:pt x="1282632" y="59293"/>
                  <a:pt x="1282632" y="57413"/>
                </a:cubicBezTo>
                <a:cubicBezTo>
                  <a:pt x="1282632" y="55535"/>
                  <a:pt x="1281877" y="53970"/>
                  <a:pt x="1280368" y="52718"/>
                </a:cubicBezTo>
                <a:cubicBezTo>
                  <a:pt x="1278859" y="51467"/>
                  <a:pt x="1275910" y="50562"/>
                  <a:pt x="1271520" y="50005"/>
                </a:cubicBezTo>
                <a:lnTo>
                  <a:pt x="1271520" y="46301"/>
                </a:lnTo>
                <a:lnTo>
                  <a:pt x="1314631" y="46301"/>
                </a:lnTo>
                <a:lnTo>
                  <a:pt x="1314631" y="50005"/>
                </a:lnTo>
                <a:cubicBezTo>
                  <a:pt x="1310515" y="50213"/>
                  <a:pt x="1306914" y="51201"/>
                  <a:pt x="1303827" y="52969"/>
                </a:cubicBezTo>
                <a:cubicBezTo>
                  <a:pt x="1300741" y="54738"/>
                  <a:pt x="1294704" y="60060"/>
                  <a:pt x="1285719" y="68937"/>
                </a:cubicBezTo>
                <a:lnTo>
                  <a:pt x="1275224" y="79312"/>
                </a:lnTo>
                <a:lnTo>
                  <a:pt x="1297860" y="112366"/>
                </a:lnTo>
                <a:cubicBezTo>
                  <a:pt x="1306983" y="125806"/>
                  <a:pt x="1312402" y="133348"/>
                  <a:pt x="1314116" y="134992"/>
                </a:cubicBezTo>
                <a:cubicBezTo>
                  <a:pt x="1316449" y="137324"/>
                  <a:pt x="1319398" y="138628"/>
                  <a:pt x="1322965" y="138902"/>
                </a:cubicBezTo>
                <a:lnTo>
                  <a:pt x="1322965" y="142606"/>
                </a:lnTo>
                <a:lnTo>
                  <a:pt x="1273269" y="142606"/>
                </a:lnTo>
                <a:lnTo>
                  <a:pt x="1273269" y="138902"/>
                </a:lnTo>
                <a:cubicBezTo>
                  <a:pt x="1275464" y="138902"/>
                  <a:pt x="1277059" y="138490"/>
                  <a:pt x="1278053" y="137667"/>
                </a:cubicBezTo>
                <a:cubicBezTo>
                  <a:pt x="1279048" y="136842"/>
                  <a:pt x="1279545" y="135949"/>
                  <a:pt x="1279545" y="134989"/>
                </a:cubicBezTo>
                <a:cubicBezTo>
                  <a:pt x="1279545" y="133409"/>
                  <a:pt x="1278105" y="130491"/>
                  <a:pt x="1275224" y="126234"/>
                </a:cubicBezTo>
                <a:lnTo>
                  <a:pt x="1256189" y="98321"/>
                </a:lnTo>
                <a:lnTo>
                  <a:pt x="1250016" y="104434"/>
                </a:lnTo>
                <a:lnTo>
                  <a:pt x="1250016" y="121616"/>
                </a:lnTo>
                <a:cubicBezTo>
                  <a:pt x="1250016" y="129001"/>
                  <a:pt x="1250702" y="133607"/>
                  <a:pt x="1252074" y="135436"/>
                </a:cubicBezTo>
                <a:cubicBezTo>
                  <a:pt x="1253445" y="137264"/>
                  <a:pt x="1256258" y="138420"/>
                  <a:pt x="1260511" y="138902"/>
                </a:cubicBezTo>
                <a:lnTo>
                  <a:pt x="1260511" y="142606"/>
                </a:lnTo>
                <a:lnTo>
                  <a:pt x="1210814" y="142606"/>
                </a:lnTo>
                <a:lnTo>
                  <a:pt x="1210814" y="138902"/>
                </a:lnTo>
                <a:cubicBezTo>
                  <a:pt x="1214862" y="138488"/>
                  <a:pt x="1217742" y="137178"/>
                  <a:pt x="1219457" y="134970"/>
                </a:cubicBezTo>
                <a:cubicBezTo>
                  <a:pt x="1220623" y="133452"/>
                  <a:pt x="1221206" y="129001"/>
                  <a:pt x="1221206" y="121616"/>
                </a:cubicBezTo>
                <a:lnTo>
                  <a:pt x="1221206" y="24076"/>
                </a:lnTo>
                <a:cubicBezTo>
                  <a:pt x="1221206" y="16718"/>
                  <a:pt x="1220538" y="12136"/>
                  <a:pt x="1219200" y="10331"/>
                </a:cubicBezTo>
                <a:cubicBezTo>
                  <a:pt x="1217862" y="8526"/>
                  <a:pt x="1215067" y="7346"/>
                  <a:pt x="1210814" y="6791"/>
                </a:cubicBezTo>
                <a:lnTo>
                  <a:pt x="1210814" y="3087"/>
                </a:lnTo>
                <a:lnTo>
                  <a:pt x="1250016" y="3087"/>
                </a:lnTo>
                <a:close/>
                <a:moveTo>
                  <a:pt x="1409567" y="90955"/>
                </a:moveTo>
                <a:lnTo>
                  <a:pt x="1356784" y="90955"/>
                </a:lnTo>
                <a:cubicBezTo>
                  <a:pt x="1357401" y="103748"/>
                  <a:pt x="1360797" y="113858"/>
                  <a:pt x="1366970" y="121285"/>
                </a:cubicBezTo>
                <a:cubicBezTo>
                  <a:pt x="1371703" y="126994"/>
                  <a:pt x="1377396" y="129848"/>
                  <a:pt x="1384050" y="129848"/>
                </a:cubicBezTo>
                <a:cubicBezTo>
                  <a:pt x="1388165" y="129848"/>
                  <a:pt x="1391904" y="128699"/>
                  <a:pt x="1395265" y="126401"/>
                </a:cubicBezTo>
                <a:cubicBezTo>
                  <a:pt x="1398626" y="124103"/>
                  <a:pt x="1402227" y="119970"/>
                  <a:pt x="1406068" y="114003"/>
                </a:cubicBezTo>
                <a:lnTo>
                  <a:pt x="1409567" y="116266"/>
                </a:lnTo>
                <a:cubicBezTo>
                  <a:pt x="1404354" y="126898"/>
                  <a:pt x="1398592" y="134426"/>
                  <a:pt x="1392281" y="138851"/>
                </a:cubicBezTo>
                <a:cubicBezTo>
                  <a:pt x="1385970" y="143275"/>
                  <a:pt x="1378665" y="145487"/>
                  <a:pt x="1370365" y="145487"/>
                </a:cubicBezTo>
                <a:cubicBezTo>
                  <a:pt x="1356098" y="145487"/>
                  <a:pt x="1345294" y="139994"/>
                  <a:pt x="1337955" y="129008"/>
                </a:cubicBezTo>
                <a:cubicBezTo>
                  <a:pt x="1332056" y="120151"/>
                  <a:pt x="1329106" y="109166"/>
                  <a:pt x="1329106" y="96051"/>
                </a:cubicBezTo>
                <a:cubicBezTo>
                  <a:pt x="1329106" y="79983"/>
                  <a:pt x="1333445" y="67195"/>
                  <a:pt x="1342122" y="57686"/>
                </a:cubicBezTo>
                <a:cubicBezTo>
                  <a:pt x="1350799" y="48175"/>
                  <a:pt x="1360968" y="43420"/>
                  <a:pt x="1372629" y="43420"/>
                </a:cubicBezTo>
                <a:cubicBezTo>
                  <a:pt x="1382369" y="43420"/>
                  <a:pt x="1390823" y="47415"/>
                  <a:pt x="1397991" y="55406"/>
                </a:cubicBezTo>
                <a:cubicBezTo>
                  <a:pt x="1405160" y="63398"/>
                  <a:pt x="1409018" y="75247"/>
                  <a:pt x="1409567" y="90955"/>
                </a:cubicBezTo>
                <a:moveTo>
                  <a:pt x="1384256" y="84164"/>
                </a:moveTo>
                <a:cubicBezTo>
                  <a:pt x="1384256" y="73121"/>
                  <a:pt x="1383655" y="65541"/>
                  <a:pt x="1382455" y="61426"/>
                </a:cubicBezTo>
                <a:cubicBezTo>
                  <a:pt x="1381255" y="57310"/>
                  <a:pt x="1379385" y="54189"/>
                  <a:pt x="1376848" y="52063"/>
                </a:cubicBezTo>
                <a:cubicBezTo>
                  <a:pt x="1375407" y="50828"/>
                  <a:pt x="1373486" y="50211"/>
                  <a:pt x="1371086" y="50211"/>
                </a:cubicBezTo>
                <a:cubicBezTo>
                  <a:pt x="1367519" y="50211"/>
                  <a:pt x="1364604" y="51960"/>
                  <a:pt x="1362340" y="55458"/>
                </a:cubicBezTo>
                <a:cubicBezTo>
                  <a:pt x="1358293" y="61563"/>
                  <a:pt x="1356269" y="69931"/>
                  <a:pt x="1356269" y="80563"/>
                </a:cubicBezTo>
                <a:lnTo>
                  <a:pt x="1356269" y="84164"/>
                </a:lnTo>
                <a:lnTo>
                  <a:pt x="1384256" y="84164"/>
                </a:lnTo>
                <a:close/>
                <a:moveTo>
                  <a:pt x="1460941" y="46301"/>
                </a:moveTo>
                <a:lnTo>
                  <a:pt x="1460941" y="58853"/>
                </a:lnTo>
                <a:cubicBezTo>
                  <a:pt x="1465880" y="53467"/>
                  <a:pt x="1470613" y="49548"/>
                  <a:pt x="1475140" y="47098"/>
                </a:cubicBezTo>
                <a:cubicBezTo>
                  <a:pt x="1479667" y="44646"/>
                  <a:pt x="1484537" y="43420"/>
                  <a:pt x="1489750" y="43420"/>
                </a:cubicBezTo>
                <a:cubicBezTo>
                  <a:pt x="1495992" y="43420"/>
                  <a:pt x="1501171" y="45154"/>
                  <a:pt x="1505287" y="48622"/>
                </a:cubicBezTo>
                <a:cubicBezTo>
                  <a:pt x="1509402" y="52090"/>
                  <a:pt x="1512146" y="56400"/>
                  <a:pt x="1513518" y="61551"/>
                </a:cubicBezTo>
                <a:cubicBezTo>
                  <a:pt x="1514615" y="65467"/>
                  <a:pt x="1515164" y="72989"/>
                  <a:pt x="1515164" y="84116"/>
                </a:cubicBezTo>
                <a:lnTo>
                  <a:pt x="1515164" y="121616"/>
                </a:lnTo>
                <a:cubicBezTo>
                  <a:pt x="1515164" y="129025"/>
                  <a:pt x="1515833" y="133637"/>
                  <a:pt x="1517171" y="135455"/>
                </a:cubicBezTo>
                <a:cubicBezTo>
                  <a:pt x="1518508" y="137273"/>
                  <a:pt x="1521303" y="138422"/>
                  <a:pt x="1525556" y="138902"/>
                </a:cubicBezTo>
                <a:lnTo>
                  <a:pt x="1525556" y="142606"/>
                </a:lnTo>
                <a:lnTo>
                  <a:pt x="1476889" y="142606"/>
                </a:lnTo>
                <a:lnTo>
                  <a:pt x="1476889" y="138902"/>
                </a:lnTo>
                <a:cubicBezTo>
                  <a:pt x="1480524" y="138422"/>
                  <a:pt x="1483131" y="136913"/>
                  <a:pt x="1484709" y="134375"/>
                </a:cubicBezTo>
                <a:cubicBezTo>
                  <a:pt x="1485806" y="132660"/>
                  <a:pt x="1486355" y="128407"/>
                  <a:pt x="1486355" y="121616"/>
                </a:cubicBezTo>
                <a:lnTo>
                  <a:pt x="1486355" y="78814"/>
                </a:lnTo>
                <a:cubicBezTo>
                  <a:pt x="1486355" y="70926"/>
                  <a:pt x="1486046" y="65953"/>
                  <a:pt x="1485429" y="63895"/>
                </a:cubicBezTo>
                <a:cubicBezTo>
                  <a:pt x="1484812" y="61837"/>
                  <a:pt x="1483766" y="60242"/>
                  <a:pt x="1482291" y="59111"/>
                </a:cubicBezTo>
                <a:cubicBezTo>
                  <a:pt x="1480816" y="57979"/>
                  <a:pt x="1479187" y="57413"/>
                  <a:pt x="1477403" y="57413"/>
                </a:cubicBezTo>
                <a:cubicBezTo>
                  <a:pt x="1471504" y="57413"/>
                  <a:pt x="1466017" y="61666"/>
                  <a:pt x="1460941" y="70171"/>
                </a:cubicBezTo>
                <a:lnTo>
                  <a:pt x="1460941" y="121616"/>
                </a:lnTo>
                <a:cubicBezTo>
                  <a:pt x="1460941" y="128819"/>
                  <a:pt x="1461610" y="133380"/>
                  <a:pt x="1462947" y="135301"/>
                </a:cubicBezTo>
                <a:cubicBezTo>
                  <a:pt x="1464285" y="137222"/>
                  <a:pt x="1466771" y="138422"/>
                  <a:pt x="1470407" y="138902"/>
                </a:cubicBezTo>
                <a:lnTo>
                  <a:pt x="1470407" y="142606"/>
                </a:lnTo>
                <a:lnTo>
                  <a:pt x="1421740" y="142606"/>
                </a:lnTo>
                <a:lnTo>
                  <a:pt x="1421740" y="138902"/>
                </a:lnTo>
                <a:cubicBezTo>
                  <a:pt x="1425787" y="138490"/>
                  <a:pt x="1428668" y="137187"/>
                  <a:pt x="1430383" y="134992"/>
                </a:cubicBezTo>
                <a:cubicBezTo>
                  <a:pt x="1431549" y="133483"/>
                  <a:pt x="1432132" y="129025"/>
                  <a:pt x="1432132" y="121616"/>
                </a:cubicBezTo>
                <a:lnTo>
                  <a:pt x="1432132" y="67290"/>
                </a:lnTo>
                <a:cubicBezTo>
                  <a:pt x="1432132" y="59932"/>
                  <a:pt x="1431463" y="55350"/>
                  <a:pt x="1430125" y="53545"/>
                </a:cubicBezTo>
                <a:cubicBezTo>
                  <a:pt x="1428788" y="51740"/>
                  <a:pt x="1425993" y="50560"/>
                  <a:pt x="1421740" y="50005"/>
                </a:cubicBezTo>
                <a:lnTo>
                  <a:pt x="1421740" y="46301"/>
                </a:lnTo>
                <a:lnTo>
                  <a:pt x="1460941" y="46301"/>
                </a:lnTo>
                <a:close/>
                <a:moveTo>
                  <a:pt x="1599605" y="43831"/>
                </a:moveTo>
                <a:lnTo>
                  <a:pt x="1601149" y="76756"/>
                </a:lnTo>
                <a:lnTo>
                  <a:pt x="1597650" y="76756"/>
                </a:lnTo>
                <a:cubicBezTo>
                  <a:pt x="1593466" y="66937"/>
                  <a:pt x="1589127" y="60229"/>
                  <a:pt x="1584635" y="56635"/>
                </a:cubicBezTo>
                <a:cubicBezTo>
                  <a:pt x="1580142" y="53038"/>
                  <a:pt x="1575666" y="51239"/>
                  <a:pt x="1571207" y="51239"/>
                </a:cubicBezTo>
                <a:cubicBezTo>
                  <a:pt x="1568395" y="51239"/>
                  <a:pt x="1565994" y="52183"/>
                  <a:pt x="1564005" y="54069"/>
                </a:cubicBezTo>
                <a:cubicBezTo>
                  <a:pt x="1562016" y="55955"/>
                  <a:pt x="1561021" y="58133"/>
                  <a:pt x="1561021" y="60602"/>
                </a:cubicBezTo>
                <a:cubicBezTo>
                  <a:pt x="1561021" y="62454"/>
                  <a:pt x="1561707" y="64238"/>
                  <a:pt x="1563079" y="65953"/>
                </a:cubicBezTo>
                <a:cubicBezTo>
                  <a:pt x="1565274" y="68765"/>
                  <a:pt x="1571413" y="73584"/>
                  <a:pt x="1581496" y="80409"/>
                </a:cubicBezTo>
                <a:cubicBezTo>
                  <a:pt x="1591580" y="87234"/>
                  <a:pt x="1598216" y="93030"/>
                  <a:pt x="1601406" y="97797"/>
                </a:cubicBezTo>
                <a:cubicBezTo>
                  <a:pt x="1604595" y="102565"/>
                  <a:pt x="1606190" y="107898"/>
                  <a:pt x="1606190" y="113797"/>
                </a:cubicBezTo>
                <a:cubicBezTo>
                  <a:pt x="1606190" y="119147"/>
                  <a:pt x="1604853" y="124394"/>
                  <a:pt x="1602177" y="129539"/>
                </a:cubicBezTo>
                <a:cubicBezTo>
                  <a:pt x="1599502" y="134684"/>
                  <a:pt x="1595730" y="138628"/>
                  <a:pt x="1590859" y="141371"/>
                </a:cubicBezTo>
                <a:cubicBezTo>
                  <a:pt x="1585989" y="144115"/>
                  <a:pt x="1580605" y="145487"/>
                  <a:pt x="1574706" y="145487"/>
                </a:cubicBezTo>
                <a:cubicBezTo>
                  <a:pt x="1570110" y="145487"/>
                  <a:pt x="1563971" y="144020"/>
                  <a:pt x="1556288" y="141085"/>
                </a:cubicBezTo>
                <a:cubicBezTo>
                  <a:pt x="1554230" y="140316"/>
                  <a:pt x="1552824" y="139931"/>
                  <a:pt x="1552070" y="139931"/>
                </a:cubicBezTo>
                <a:cubicBezTo>
                  <a:pt x="1549806" y="139931"/>
                  <a:pt x="1547920" y="141646"/>
                  <a:pt x="1546411" y="145075"/>
                </a:cubicBezTo>
                <a:lnTo>
                  <a:pt x="1543015" y="145075"/>
                </a:lnTo>
                <a:lnTo>
                  <a:pt x="1541369" y="110504"/>
                </a:lnTo>
                <a:lnTo>
                  <a:pt x="1544867" y="110504"/>
                </a:lnTo>
                <a:cubicBezTo>
                  <a:pt x="1547954" y="119559"/>
                  <a:pt x="1552190" y="126349"/>
                  <a:pt x="1557574" y="130877"/>
                </a:cubicBezTo>
                <a:cubicBezTo>
                  <a:pt x="1562959" y="135404"/>
                  <a:pt x="1568052" y="137667"/>
                  <a:pt x="1572854" y="137667"/>
                </a:cubicBezTo>
                <a:cubicBezTo>
                  <a:pt x="1576146" y="137667"/>
                  <a:pt x="1578838" y="136656"/>
                  <a:pt x="1580931" y="134632"/>
                </a:cubicBezTo>
                <a:cubicBezTo>
                  <a:pt x="1583023" y="132609"/>
                  <a:pt x="1584069" y="130156"/>
                  <a:pt x="1584069" y="127275"/>
                </a:cubicBezTo>
                <a:cubicBezTo>
                  <a:pt x="1584069" y="123983"/>
                  <a:pt x="1583040" y="121136"/>
                  <a:pt x="1580982" y="118736"/>
                </a:cubicBezTo>
                <a:cubicBezTo>
                  <a:pt x="1578924" y="116335"/>
                  <a:pt x="1574328" y="112699"/>
                  <a:pt x="1567195" y="107829"/>
                </a:cubicBezTo>
                <a:cubicBezTo>
                  <a:pt x="1556700" y="100558"/>
                  <a:pt x="1549909" y="95002"/>
                  <a:pt x="1546822" y="91161"/>
                </a:cubicBezTo>
                <a:cubicBezTo>
                  <a:pt x="1542295" y="85536"/>
                  <a:pt x="1540032" y="79328"/>
                  <a:pt x="1540032" y="72538"/>
                </a:cubicBezTo>
                <a:cubicBezTo>
                  <a:pt x="1540032" y="65130"/>
                  <a:pt x="1542587" y="58425"/>
                  <a:pt x="1547697" y="52423"/>
                </a:cubicBezTo>
                <a:cubicBezTo>
                  <a:pt x="1552807" y="46421"/>
                  <a:pt x="1560198" y="43420"/>
                  <a:pt x="1569870" y="43420"/>
                </a:cubicBezTo>
                <a:cubicBezTo>
                  <a:pt x="1575083" y="43420"/>
                  <a:pt x="1580125" y="44738"/>
                  <a:pt x="1584995" y="47375"/>
                </a:cubicBezTo>
                <a:cubicBezTo>
                  <a:pt x="1586847" y="48442"/>
                  <a:pt x="1588356" y="48976"/>
                  <a:pt x="1589522" y="48976"/>
                </a:cubicBezTo>
                <a:cubicBezTo>
                  <a:pt x="1590757" y="48976"/>
                  <a:pt x="1591751" y="48719"/>
                  <a:pt x="1592506" y="48204"/>
                </a:cubicBezTo>
                <a:cubicBezTo>
                  <a:pt x="1593260" y="47690"/>
                  <a:pt x="1594461" y="46232"/>
                  <a:pt x="1596107" y="43831"/>
                </a:cubicBezTo>
                <a:lnTo>
                  <a:pt x="1599605" y="438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CurrentContent">
            <a:extLst xmlns:a="http://schemas.openxmlformats.org/drawingml/2006/main">
              <a:ext uri="{FF2B5EF4-FFF2-40B4-BE49-F238E27FC236}">
                <a16:creationId xmlns:a16="http://schemas.microsoft.com/office/drawing/2014/main" id="{588AFC45-0E3B-48E4-977C-7B689F69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764" y="474101"/>
            <a:ext cx="1501511" cy="145693"/>
          </a:xfrm>
          <a:custGeom xmlns:a="http://schemas.openxmlformats.org/drawingml/2006/main">
            <a:pathLst>
              <a:path w="1501511" h="145693">
                <a:moveTo>
                  <a:pt x="132317" y="0"/>
                </a:moveTo>
                <a:lnTo>
                  <a:pt x="132317" y="48358"/>
                </a:lnTo>
                <a:lnTo>
                  <a:pt x="128304" y="48358"/>
                </a:lnTo>
                <a:cubicBezTo>
                  <a:pt x="125286" y="35671"/>
                  <a:pt x="119662" y="25949"/>
                  <a:pt x="111430" y="19192"/>
                </a:cubicBezTo>
                <a:cubicBezTo>
                  <a:pt x="103199" y="12434"/>
                  <a:pt x="93870" y="9054"/>
                  <a:pt x="83444" y="9054"/>
                </a:cubicBezTo>
                <a:cubicBezTo>
                  <a:pt x="74733" y="9054"/>
                  <a:pt x="66742" y="11558"/>
                  <a:pt x="59471" y="16565"/>
                </a:cubicBezTo>
                <a:cubicBezTo>
                  <a:pt x="52200" y="21573"/>
                  <a:pt x="46884" y="28123"/>
                  <a:pt x="43523" y="36217"/>
                </a:cubicBezTo>
                <a:cubicBezTo>
                  <a:pt x="39201" y="46575"/>
                  <a:pt x="37041" y="58099"/>
                  <a:pt x="37041" y="70789"/>
                </a:cubicBezTo>
                <a:cubicBezTo>
                  <a:pt x="37041" y="83273"/>
                  <a:pt x="38618" y="94642"/>
                  <a:pt x="41774" y="104897"/>
                </a:cubicBezTo>
                <a:cubicBezTo>
                  <a:pt x="44929" y="115152"/>
                  <a:pt x="49868" y="122903"/>
                  <a:pt x="56590" y="128150"/>
                </a:cubicBezTo>
                <a:cubicBezTo>
                  <a:pt x="63312" y="133397"/>
                  <a:pt x="72023" y="136021"/>
                  <a:pt x="82724" y="136021"/>
                </a:cubicBezTo>
                <a:cubicBezTo>
                  <a:pt x="91504" y="136021"/>
                  <a:pt x="99546" y="134100"/>
                  <a:pt x="106852" y="130259"/>
                </a:cubicBezTo>
                <a:cubicBezTo>
                  <a:pt x="114157" y="126418"/>
                  <a:pt x="121857" y="119799"/>
                  <a:pt x="129951" y="110401"/>
                </a:cubicBezTo>
                <a:lnTo>
                  <a:pt x="129951" y="122440"/>
                </a:lnTo>
                <a:cubicBezTo>
                  <a:pt x="122131" y="130602"/>
                  <a:pt x="113985" y="136518"/>
                  <a:pt x="105514" y="140188"/>
                </a:cubicBezTo>
                <a:cubicBezTo>
                  <a:pt x="97043" y="143858"/>
                  <a:pt x="87148" y="145693"/>
                  <a:pt x="75830" y="145693"/>
                </a:cubicBezTo>
                <a:cubicBezTo>
                  <a:pt x="60945" y="145693"/>
                  <a:pt x="47724" y="142713"/>
                  <a:pt x="36166" y="136754"/>
                </a:cubicBezTo>
                <a:cubicBezTo>
                  <a:pt x="24608" y="130795"/>
                  <a:pt x="15691" y="122234"/>
                  <a:pt x="9414" y="111070"/>
                </a:cubicBezTo>
                <a:cubicBezTo>
                  <a:pt x="3138" y="99904"/>
                  <a:pt x="0" y="88020"/>
                  <a:pt x="0" y="75415"/>
                </a:cubicBezTo>
                <a:cubicBezTo>
                  <a:pt x="0" y="62128"/>
                  <a:pt x="3481" y="49525"/>
                  <a:pt x="10443" y="37606"/>
                </a:cubicBezTo>
                <a:cubicBezTo>
                  <a:pt x="17406" y="25686"/>
                  <a:pt x="26803" y="16439"/>
                  <a:pt x="38635" y="9865"/>
                </a:cubicBezTo>
                <a:cubicBezTo>
                  <a:pt x="50468" y="3288"/>
                  <a:pt x="63038" y="0"/>
                  <a:pt x="76345" y="0"/>
                </a:cubicBezTo>
                <a:cubicBezTo>
                  <a:pt x="86154" y="0"/>
                  <a:pt x="96511" y="2126"/>
                  <a:pt x="107418" y="6379"/>
                </a:cubicBezTo>
                <a:cubicBezTo>
                  <a:pt x="113728" y="8849"/>
                  <a:pt x="117741" y="10083"/>
                  <a:pt x="119456" y="10083"/>
                </a:cubicBezTo>
                <a:cubicBezTo>
                  <a:pt x="121651" y="10083"/>
                  <a:pt x="123554" y="9277"/>
                  <a:pt x="125166" y="7665"/>
                </a:cubicBezTo>
                <a:cubicBezTo>
                  <a:pt x="126778" y="6053"/>
                  <a:pt x="127824" y="3498"/>
                  <a:pt x="128304" y="0"/>
                </a:cubicBezTo>
                <a:lnTo>
                  <a:pt x="132317" y="0"/>
                </a:lnTo>
                <a:close/>
                <a:moveTo>
                  <a:pt x="243815" y="46301"/>
                </a:moveTo>
                <a:lnTo>
                  <a:pt x="243815" y="121616"/>
                </a:lnTo>
                <a:cubicBezTo>
                  <a:pt x="243815" y="129001"/>
                  <a:pt x="244501" y="133607"/>
                  <a:pt x="245872" y="135436"/>
                </a:cubicBezTo>
                <a:cubicBezTo>
                  <a:pt x="247244" y="137264"/>
                  <a:pt x="250022" y="138420"/>
                  <a:pt x="254207" y="138902"/>
                </a:cubicBezTo>
                <a:lnTo>
                  <a:pt x="254207" y="142606"/>
                </a:lnTo>
                <a:lnTo>
                  <a:pt x="215005" y="142606"/>
                </a:lnTo>
                <a:lnTo>
                  <a:pt x="215005" y="129745"/>
                </a:lnTo>
                <a:cubicBezTo>
                  <a:pt x="210410" y="135232"/>
                  <a:pt x="205814" y="139228"/>
                  <a:pt x="201218" y="141732"/>
                </a:cubicBezTo>
                <a:cubicBezTo>
                  <a:pt x="196622" y="144235"/>
                  <a:pt x="191478" y="145487"/>
                  <a:pt x="185784" y="145487"/>
                </a:cubicBezTo>
                <a:cubicBezTo>
                  <a:pt x="180366" y="145487"/>
                  <a:pt x="175547" y="143824"/>
                  <a:pt x="171328" y="140497"/>
                </a:cubicBezTo>
                <a:cubicBezTo>
                  <a:pt x="167110" y="137170"/>
                  <a:pt x="164280" y="133277"/>
                  <a:pt x="162840" y="128819"/>
                </a:cubicBezTo>
                <a:cubicBezTo>
                  <a:pt x="161399" y="124360"/>
                  <a:pt x="160679" y="116575"/>
                  <a:pt x="160679" y="105463"/>
                </a:cubicBezTo>
                <a:lnTo>
                  <a:pt x="160679" y="67290"/>
                </a:lnTo>
                <a:cubicBezTo>
                  <a:pt x="160679" y="59932"/>
                  <a:pt x="160010" y="55350"/>
                  <a:pt x="158673" y="53545"/>
                </a:cubicBezTo>
                <a:cubicBezTo>
                  <a:pt x="157335" y="51740"/>
                  <a:pt x="154540" y="50560"/>
                  <a:pt x="150287" y="50005"/>
                </a:cubicBezTo>
                <a:lnTo>
                  <a:pt x="150287" y="46301"/>
                </a:lnTo>
                <a:lnTo>
                  <a:pt x="189489" y="46301"/>
                </a:lnTo>
                <a:lnTo>
                  <a:pt x="189489" y="112128"/>
                </a:lnTo>
                <a:cubicBezTo>
                  <a:pt x="189489" y="118996"/>
                  <a:pt x="189814" y="123426"/>
                  <a:pt x="190466" y="125417"/>
                </a:cubicBezTo>
                <a:cubicBezTo>
                  <a:pt x="191118" y="127408"/>
                  <a:pt x="192147" y="128920"/>
                  <a:pt x="193553" y="129951"/>
                </a:cubicBezTo>
                <a:cubicBezTo>
                  <a:pt x="194959" y="130979"/>
                  <a:pt x="196588" y="131494"/>
                  <a:pt x="198440" y="131494"/>
                </a:cubicBezTo>
                <a:cubicBezTo>
                  <a:pt x="200909" y="131494"/>
                  <a:pt x="203139" y="130842"/>
                  <a:pt x="205128" y="129539"/>
                </a:cubicBezTo>
                <a:cubicBezTo>
                  <a:pt x="207872" y="127756"/>
                  <a:pt x="211164" y="124154"/>
                  <a:pt x="215005" y="118736"/>
                </a:cubicBezTo>
                <a:lnTo>
                  <a:pt x="215005" y="67290"/>
                </a:lnTo>
                <a:cubicBezTo>
                  <a:pt x="215005" y="59932"/>
                  <a:pt x="214337" y="55350"/>
                  <a:pt x="212999" y="53545"/>
                </a:cubicBezTo>
                <a:cubicBezTo>
                  <a:pt x="211661" y="51740"/>
                  <a:pt x="208866" y="50560"/>
                  <a:pt x="204613" y="50005"/>
                </a:cubicBezTo>
                <a:lnTo>
                  <a:pt x="204613" y="46301"/>
                </a:lnTo>
                <a:lnTo>
                  <a:pt x="243815" y="46301"/>
                </a:lnTo>
                <a:close/>
                <a:moveTo>
                  <a:pt x="307986" y="46301"/>
                </a:moveTo>
                <a:lnTo>
                  <a:pt x="307986" y="68113"/>
                </a:lnTo>
                <a:cubicBezTo>
                  <a:pt x="314365" y="58167"/>
                  <a:pt x="319956" y="51565"/>
                  <a:pt x="324757" y="48307"/>
                </a:cubicBezTo>
                <a:cubicBezTo>
                  <a:pt x="329559" y="45049"/>
                  <a:pt x="334189" y="43420"/>
                  <a:pt x="338648" y="43420"/>
                </a:cubicBezTo>
                <a:cubicBezTo>
                  <a:pt x="342489" y="43420"/>
                  <a:pt x="345558" y="44607"/>
                  <a:pt x="347856" y="46982"/>
                </a:cubicBezTo>
                <a:cubicBezTo>
                  <a:pt x="350154" y="49357"/>
                  <a:pt x="351303" y="52713"/>
                  <a:pt x="351303" y="57050"/>
                </a:cubicBezTo>
                <a:cubicBezTo>
                  <a:pt x="351303" y="61662"/>
                  <a:pt x="350188" y="65243"/>
                  <a:pt x="347959" y="67792"/>
                </a:cubicBezTo>
                <a:cubicBezTo>
                  <a:pt x="345730" y="70338"/>
                  <a:pt x="343038" y="71612"/>
                  <a:pt x="339882" y="71612"/>
                </a:cubicBezTo>
                <a:cubicBezTo>
                  <a:pt x="336247" y="71612"/>
                  <a:pt x="333091" y="70446"/>
                  <a:pt x="330416" y="68113"/>
                </a:cubicBezTo>
                <a:cubicBezTo>
                  <a:pt x="327741" y="65781"/>
                  <a:pt x="326163" y="64478"/>
                  <a:pt x="325683" y="64204"/>
                </a:cubicBezTo>
                <a:cubicBezTo>
                  <a:pt x="324997" y="63792"/>
                  <a:pt x="324209" y="63586"/>
                  <a:pt x="323317" y="63586"/>
                </a:cubicBezTo>
                <a:cubicBezTo>
                  <a:pt x="321328" y="63586"/>
                  <a:pt x="319441" y="64341"/>
                  <a:pt x="317658" y="65850"/>
                </a:cubicBezTo>
                <a:cubicBezTo>
                  <a:pt x="314846" y="68182"/>
                  <a:pt x="312719" y="71509"/>
                  <a:pt x="311279" y="75830"/>
                </a:cubicBezTo>
                <a:cubicBezTo>
                  <a:pt x="309084" y="82484"/>
                  <a:pt x="307986" y="89823"/>
                  <a:pt x="307986" y="97849"/>
                </a:cubicBezTo>
                <a:lnTo>
                  <a:pt x="307986" y="119970"/>
                </a:lnTo>
                <a:lnTo>
                  <a:pt x="308089" y="125732"/>
                </a:lnTo>
                <a:cubicBezTo>
                  <a:pt x="308089" y="129642"/>
                  <a:pt x="308329" y="132146"/>
                  <a:pt x="308809" y="133243"/>
                </a:cubicBezTo>
                <a:cubicBezTo>
                  <a:pt x="309632" y="135095"/>
                  <a:pt x="310850" y="136450"/>
                  <a:pt x="312462" y="137307"/>
                </a:cubicBezTo>
                <a:cubicBezTo>
                  <a:pt x="314074" y="138165"/>
                  <a:pt x="316800" y="138696"/>
                  <a:pt x="320642" y="138902"/>
                </a:cubicBezTo>
                <a:lnTo>
                  <a:pt x="320642" y="142606"/>
                </a:lnTo>
                <a:lnTo>
                  <a:pt x="268682" y="142606"/>
                </a:lnTo>
                <a:lnTo>
                  <a:pt x="268682" y="138902"/>
                </a:lnTo>
                <a:cubicBezTo>
                  <a:pt x="272866" y="138559"/>
                  <a:pt x="275696" y="137410"/>
                  <a:pt x="277170" y="135455"/>
                </a:cubicBezTo>
                <a:cubicBezTo>
                  <a:pt x="278645" y="133500"/>
                  <a:pt x="279383" y="128339"/>
                  <a:pt x="279383" y="119970"/>
                </a:cubicBezTo>
                <a:lnTo>
                  <a:pt x="279383" y="66673"/>
                </a:lnTo>
                <a:cubicBezTo>
                  <a:pt x="279383" y="61151"/>
                  <a:pt x="279108" y="57631"/>
                  <a:pt x="278560" y="56114"/>
                </a:cubicBezTo>
                <a:cubicBezTo>
                  <a:pt x="277874" y="54180"/>
                  <a:pt x="276879" y="52766"/>
                  <a:pt x="275576" y="51870"/>
                </a:cubicBezTo>
                <a:cubicBezTo>
                  <a:pt x="274272" y="50971"/>
                  <a:pt x="271975" y="50350"/>
                  <a:pt x="268682" y="50005"/>
                </a:cubicBezTo>
                <a:lnTo>
                  <a:pt x="268682" y="46301"/>
                </a:lnTo>
                <a:lnTo>
                  <a:pt x="307986" y="46301"/>
                </a:lnTo>
                <a:close/>
                <a:moveTo>
                  <a:pt x="401546" y="46301"/>
                </a:moveTo>
                <a:lnTo>
                  <a:pt x="401546" y="68113"/>
                </a:lnTo>
                <a:cubicBezTo>
                  <a:pt x="407925" y="58167"/>
                  <a:pt x="413515" y="51565"/>
                  <a:pt x="418317" y="48307"/>
                </a:cubicBezTo>
                <a:cubicBezTo>
                  <a:pt x="423118" y="45049"/>
                  <a:pt x="427748" y="43420"/>
                  <a:pt x="432207" y="43420"/>
                </a:cubicBezTo>
                <a:cubicBezTo>
                  <a:pt x="436048" y="43420"/>
                  <a:pt x="439118" y="44607"/>
                  <a:pt x="441416" y="46982"/>
                </a:cubicBezTo>
                <a:cubicBezTo>
                  <a:pt x="443713" y="49357"/>
                  <a:pt x="444862" y="52713"/>
                  <a:pt x="444862" y="57050"/>
                </a:cubicBezTo>
                <a:cubicBezTo>
                  <a:pt x="444862" y="61662"/>
                  <a:pt x="443748" y="65243"/>
                  <a:pt x="441518" y="67792"/>
                </a:cubicBezTo>
                <a:cubicBezTo>
                  <a:pt x="439289" y="70338"/>
                  <a:pt x="436597" y="71612"/>
                  <a:pt x="433442" y="71612"/>
                </a:cubicBezTo>
                <a:cubicBezTo>
                  <a:pt x="429806" y="71612"/>
                  <a:pt x="426651" y="70446"/>
                  <a:pt x="423976" y="68113"/>
                </a:cubicBezTo>
                <a:cubicBezTo>
                  <a:pt x="421301" y="65781"/>
                  <a:pt x="419723" y="64478"/>
                  <a:pt x="419243" y="64204"/>
                </a:cubicBezTo>
                <a:cubicBezTo>
                  <a:pt x="418557" y="63792"/>
                  <a:pt x="417768" y="63586"/>
                  <a:pt x="416876" y="63586"/>
                </a:cubicBezTo>
                <a:cubicBezTo>
                  <a:pt x="414887" y="63586"/>
                  <a:pt x="413001" y="64341"/>
                  <a:pt x="411217" y="65850"/>
                </a:cubicBezTo>
                <a:cubicBezTo>
                  <a:pt x="408405" y="68182"/>
                  <a:pt x="406279" y="71509"/>
                  <a:pt x="404838" y="75830"/>
                </a:cubicBezTo>
                <a:cubicBezTo>
                  <a:pt x="402643" y="82484"/>
                  <a:pt x="401546" y="89823"/>
                  <a:pt x="401546" y="97849"/>
                </a:cubicBezTo>
                <a:lnTo>
                  <a:pt x="401546" y="119970"/>
                </a:lnTo>
                <a:lnTo>
                  <a:pt x="401648" y="125732"/>
                </a:lnTo>
                <a:cubicBezTo>
                  <a:pt x="401648" y="129642"/>
                  <a:pt x="401889" y="132146"/>
                  <a:pt x="402369" y="133243"/>
                </a:cubicBezTo>
                <a:cubicBezTo>
                  <a:pt x="403192" y="135095"/>
                  <a:pt x="404409" y="136450"/>
                  <a:pt x="406021" y="137307"/>
                </a:cubicBezTo>
                <a:cubicBezTo>
                  <a:pt x="407633" y="138165"/>
                  <a:pt x="410360" y="138696"/>
                  <a:pt x="414201" y="138902"/>
                </a:cubicBezTo>
                <a:lnTo>
                  <a:pt x="414201" y="142606"/>
                </a:lnTo>
                <a:lnTo>
                  <a:pt x="362241" y="142606"/>
                </a:lnTo>
                <a:lnTo>
                  <a:pt x="362241" y="138902"/>
                </a:lnTo>
                <a:cubicBezTo>
                  <a:pt x="366426" y="138559"/>
                  <a:pt x="369255" y="137410"/>
                  <a:pt x="370730" y="135455"/>
                </a:cubicBezTo>
                <a:cubicBezTo>
                  <a:pt x="372205" y="133500"/>
                  <a:pt x="372942" y="128339"/>
                  <a:pt x="372942" y="119970"/>
                </a:cubicBezTo>
                <a:lnTo>
                  <a:pt x="372942" y="66673"/>
                </a:lnTo>
                <a:cubicBezTo>
                  <a:pt x="372942" y="61151"/>
                  <a:pt x="372668" y="57631"/>
                  <a:pt x="372119" y="56114"/>
                </a:cubicBezTo>
                <a:cubicBezTo>
                  <a:pt x="371433" y="54180"/>
                  <a:pt x="370438" y="52766"/>
                  <a:pt x="369135" y="51870"/>
                </a:cubicBezTo>
                <a:cubicBezTo>
                  <a:pt x="367832" y="50971"/>
                  <a:pt x="365534" y="50350"/>
                  <a:pt x="362241" y="50005"/>
                </a:cubicBezTo>
                <a:lnTo>
                  <a:pt x="362241" y="46301"/>
                </a:lnTo>
                <a:lnTo>
                  <a:pt x="401546" y="46301"/>
                </a:lnTo>
                <a:close/>
                <a:moveTo>
                  <a:pt x="532869" y="90955"/>
                </a:moveTo>
                <a:lnTo>
                  <a:pt x="480087" y="90955"/>
                </a:lnTo>
                <a:cubicBezTo>
                  <a:pt x="480704" y="103748"/>
                  <a:pt x="484099" y="113858"/>
                  <a:pt x="490273" y="121285"/>
                </a:cubicBezTo>
                <a:cubicBezTo>
                  <a:pt x="495006" y="126994"/>
                  <a:pt x="500699" y="129848"/>
                  <a:pt x="507353" y="129848"/>
                </a:cubicBezTo>
                <a:cubicBezTo>
                  <a:pt x="511468" y="129848"/>
                  <a:pt x="515207" y="128699"/>
                  <a:pt x="518568" y="126401"/>
                </a:cubicBezTo>
                <a:cubicBezTo>
                  <a:pt x="521929" y="124103"/>
                  <a:pt x="525530" y="119970"/>
                  <a:pt x="529371" y="114003"/>
                </a:cubicBezTo>
                <a:lnTo>
                  <a:pt x="532869" y="116266"/>
                </a:lnTo>
                <a:cubicBezTo>
                  <a:pt x="527656" y="126898"/>
                  <a:pt x="521894" y="134426"/>
                  <a:pt x="515584" y="138851"/>
                </a:cubicBezTo>
                <a:cubicBezTo>
                  <a:pt x="509273" y="143275"/>
                  <a:pt x="501968" y="145487"/>
                  <a:pt x="493668" y="145487"/>
                </a:cubicBezTo>
                <a:cubicBezTo>
                  <a:pt x="479401" y="145487"/>
                  <a:pt x="468597" y="139994"/>
                  <a:pt x="461258" y="129008"/>
                </a:cubicBezTo>
                <a:cubicBezTo>
                  <a:pt x="455359" y="120151"/>
                  <a:pt x="452409" y="109166"/>
                  <a:pt x="452409" y="96051"/>
                </a:cubicBezTo>
                <a:cubicBezTo>
                  <a:pt x="452409" y="79983"/>
                  <a:pt x="456748" y="67195"/>
                  <a:pt x="465425" y="57686"/>
                </a:cubicBezTo>
                <a:cubicBezTo>
                  <a:pt x="474102" y="48175"/>
                  <a:pt x="484271" y="43420"/>
                  <a:pt x="495932" y="43420"/>
                </a:cubicBezTo>
                <a:cubicBezTo>
                  <a:pt x="505672" y="43420"/>
                  <a:pt x="514126" y="47415"/>
                  <a:pt x="521294" y="55406"/>
                </a:cubicBezTo>
                <a:cubicBezTo>
                  <a:pt x="528462" y="63398"/>
                  <a:pt x="532321" y="75247"/>
                  <a:pt x="532869" y="90955"/>
                </a:cubicBezTo>
                <a:moveTo>
                  <a:pt x="507558" y="84164"/>
                </a:moveTo>
                <a:cubicBezTo>
                  <a:pt x="507558" y="73121"/>
                  <a:pt x="506958" y="65541"/>
                  <a:pt x="505758" y="61426"/>
                </a:cubicBezTo>
                <a:cubicBezTo>
                  <a:pt x="504557" y="57310"/>
                  <a:pt x="502688" y="54189"/>
                  <a:pt x="500150" y="52063"/>
                </a:cubicBezTo>
                <a:cubicBezTo>
                  <a:pt x="498710" y="50828"/>
                  <a:pt x="496789" y="50211"/>
                  <a:pt x="494388" y="50211"/>
                </a:cubicBezTo>
                <a:cubicBezTo>
                  <a:pt x="490821" y="50211"/>
                  <a:pt x="487906" y="51960"/>
                  <a:pt x="485643" y="55458"/>
                </a:cubicBezTo>
                <a:cubicBezTo>
                  <a:pt x="481596" y="61563"/>
                  <a:pt x="479572" y="69931"/>
                  <a:pt x="479572" y="80563"/>
                </a:cubicBezTo>
                <a:lnTo>
                  <a:pt x="479572" y="84164"/>
                </a:lnTo>
                <a:lnTo>
                  <a:pt x="507558" y="84164"/>
                </a:lnTo>
                <a:close/>
                <a:moveTo>
                  <a:pt x="584243" y="46301"/>
                </a:moveTo>
                <a:lnTo>
                  <a:pt x="584243" y="58853"/>
                </a:lnTo>
                <a:cubicBezTo>
                  <a:pt x="589182" y="53467"/>
                  <a:pt x="593915" y="49548"/>
                  <a:pt x="598442" y="47098"/>
                </a:cubicBezTo>
                <a:cubicBezTo>
                  <a:pt x="602969" y="44646"/>
                  <a:pt x="607840" y="43420"/>
                  <a:pt x="613053" y="43420"/>
                </a:cubicBezTo>
                <a:cubicBezTo>
                  <a:pt x="619295" y="43420"/>
                  <a:pt x="624474" y="45154"/>
                  <a:pt x="628589" y="48622"/>
                </a:cubicBezTo>
                <a:cubicBezTo>
                  <a:pt x="632705" y="52090"/>
                  <a:pt x="635449" y="56400"/>
                  <a:pt x="636820" y="61551"/>
                </a:cubicBezTo>
                <a:cubicBezTo>
                  <a:pt x="637918" y="65467"/>
                  <a:pt x="638467" y="72989"/>
                  <a:pt x="638467" y="84116"/>
                </a:cubicBezTo>
                <a:lnTo>
                  <a:pt x="638467" y="121616"/>
                </a:lnTo>
                <a:cubicBezTo>
                  <a:pt x="638467" y="129025"/>
                  <a:pt x="639135" y="133637"/>
                  <a:pt x="640473" y="135455"/>
                </a:cubicBezTo>
                <a:cubicBezTo>
                  <a:pt x="641811" y="137273"/>
                  <a:pt x="644606" y="138422"/>
                  <a:pt x="648859" y="138902"/>
                </a:cubicBezTo>
                <a:lnTo>
                  <a:pt x="648859" y="142606"/>
                </a:lnTo>
                <a:lnTo>
                  <a:pt x="600191" y="142606"/>
                </a:lnTo>
                <a:lnTo>
                  <a:pt x="600191" y="138902"/>
                </a:lnTo>
                <a:cubicBezTo>
                  <a:pt x="603827" y="138422"/>
                  <a:pt x="606433" y="136913"/>
                  <a:pt x="608011" y="134375"/>
                </a:cubicBezTo>
                <a:cubicBezTo>
                  <a:pt x="609109" y="132660"/>
                  <a:pt x="609657" y="128407"/>
                  <a:pt x="609657" y="121616"/>
                </a:cubicBezTo>
                <a:lnTo>
                  <a:pt x="609657" y="78814"/>
                </a:lnTo>
                <a:cubicBezTo>
                  <a:pt x="609657" y="70926"/>
                  <a:pt x="609349" y="65953"/>
                  <a:pt x="608731" y="63895"/>
                </a:cubicBezTo>
                <a:cubicBezTo>
                  <a:pt x="608114" y="61837"/>
                  <a:pt x="607068" y="60242"/>
                  <a:pt x="605593" y="59111"/>
                </a:cubicBezTo>
                <a:cubicBezTo>
                  <a:pt x="604118" y="57979"/>
                  <a:pt x="602489" y="57413"/>
                  <a:pt x="600706" y="57413"/>
                </a:cubicBezTo>
                <a:cubicBezTo>
                  <a:pt x="594807" y="57413"/>
                  <a:pt x="589319" y="61666"/>
                  <a:pt x="584243" y="70171"/>
                </a:cubicBezTo>
                <a:lnTo>
                  <a:pt x="584243" y="121616"/>
                </a:lnTo>
                <a:cubicBezTo>
                  <a:pt x="584243" y="128819"/>
                  <a:pt x="584912" y="133380"/>
                  <a:pt x="586250" y="135301"/>
                </a:cubicBezTo>
                <a:cubicBezTo>
                  <a:pt x="587587" y="137222"/>
                  <a:pt x="590074" y="138422"/>
                  <a:pt x="593709" y="138902"/>
                </a:cubicBezTo>
                <a:lnTo>
                  <a:pt x="593709" y="142606"/>
                </a:lnTo>
                <a:lnTo>
                  <a:pt x="545042" y="142606"/>
                </a:lnTo>
                <a:lnTo>
                  <a:pt x="545042" y="138902"/>
                </a:lnTo>
                <a:cubicBezTo>
                  <a:pt x="549089" y="138490"/>
                  <a:pt x="551970" y="137187"/>
                  <a:pt x="553685" y="134992"/>
                </a:cubicBezTo>
                <a:cubicBezTo>
                  <a:pt x="554851" y="133483"/>
                  <a:pt x="555434" y="129025"/>
                  <a:pt x="555434" y="121616"/>
                </a:cubicBezTo>
                <a:lnTo>
                  <a:pt x="555434" y="67290"/>
                </a:lnTo>
                <a:cubicBezTo>
                  <a:pt x="555434" y="59932"/>
                  <a:pt x="554765" y="55350"/>
                  <a:pt x="553428" y="53545"/>
                </a:cubicBezTo>
                <a:cubicBezTo>
                  <a:pt x="552090" y="51740"/>
                  <a:pt x="549295" y="50560"/>
                  <a:pt x="545042" y="50005"/>
                </a:cubicBezTo>
                <a:lnTo>
                  <a:pt x="545042" y="46301"/>
                </a:lnTo>
                <a:lnTo>
                  <a:pt x="584243" y="46301"/>
                </a:lnTo>
                <a:close/>
                <a:moveTo>
                  <a:pt x="700272" y="10906"/>
                </a:moveTo>
                <a:lnTo>
                  <a:pt x="700272" y="46301"/>
                </a:lnTo>
                <a:lnTo>
                  <a:pt x="723114" y="46301"/>
                </a:lnTo>
                <a:lnTo>
                  <a:pt x="723114" y="56384"/>
                </a:lnTo>
                <a:lnTo>
                  <a:pt x="700272" y="56384"/>
                </a:lnTo>
                <a:lnTo>
                  <a:pt x="700272" y="115912"/>
                </a:lnTo>
                <a:cubicBezTo>
                  <a:pt x="700272" y="121484"/>
                  <a:pt x="700529" y="125077"/>
                  <a:pt x="701044" y="126693"/>
                </a:cubicBezTo>
                <a:cubicBezTo>
                  <a:pt x="701558" y="128310"/>
                  <a:pt x="702467" y="129617"/>
                  <a:pt x="703770" y="130616"/>
                </a:cubicBezTo>
                <a:cubicBezTo>
                  <a:pt x="705074" y="131613"/>
                  <a:pt x="706274" y="132111"/>
                  <a:pt x="707371" y="132111"/>
                </a:cubicBezTo>
                <a:cubicBezTo>
                  <a:pt x="711830" y="132111"/>
                  <a:pt x="716049" y="128682"/>
                  <a:pt x="720027" y="121822"/>
                </a:cubicBezTo>
                <a:lnTo>
                  <a:pt x="723114" y="124108"/>
                </a:lnTo>
                <a:cubicBezTo>
                  <a:pt x="717558" y="137400"/>
                  <a:pt x="708538" y="144047"/>
                  <a:pt x="696053" y="144047"/>
                </a:cubicBezTo>
                <a:cubicBezTo>
                  <a:pt x="689949" y="144047"/>
                  <a:pt x="684787" y="142344"/>
                  <a:pt x="680568" y="138937"/>
                </a:cubicBezTo>
                <a:cubicBezTo>
                  <a:pt x="676350" y="135529"/>
                  <a:pt x="673658" y="131725"/>
                  <a:pt x="672492" y="127526"/>
                </a:cubicBezTo>
                <a:cubicBezTo>
                  <a:pt x="671806" y="125185"/>
                  <a:pt x="671463" y="118852"/>
                  <a:pt x="671463" y="108527"/>
                </a:cubicBezTo>
                <a:lnTo>
                  <a:pt x="671463" y="56384"/>
                </a:lnTo>
                <a:lnTo>
                  <a:pt x="658910" y="56384"/>
                </a:lnTo>
                <a:lnTo>
                  <a:pt x="658910" y="52773"/>
                </a:lnTo>
                <a:cubicBezTo>
                  <a:pt x="667553" y="46655"/>
                  <a:pt x="674910" y="40228"/>
                  <a:pt x="680980" y="33491"/>
                </a:cubicBezTo>
                <a:cubicBezTo>
                  <a:pt x="687051" y="26754"/>
                  <a:pt x="692349" y="19225"/>
                  <a:pt x="696877" y="10906"/>
                </a:cubicBezTo>
                <a:lnTo>
                  <a:pt x="700272" y="10906"/>
                </a:lnTo>
                <a:close/>
                <a:moveTo>
                  <a:pt x="918500" y="0"/>
                </a:moveTo>
                <a:lnTo>
                  <a:pt x="918500" y="48358"/>
                </a:lnTo>
                <a:lnTo>
                  <a:pt x="914487" y="48358"/>
                </a:lnTo>
                <a:cubicBezTo>
                  <a:pt x="911469" y="35671"/>
                  <a:pt x="905845" y="25949"/>
                  <a:pt x="897613" y="19192"/>
                </a:cubicBezTo>
                <a:cubicBezTo>
                  <a:pt x="889382" y="12434"/>
                  <a:pt x="880053" y="9054"/>
                  <a:pt x="869627" y="9054"/>
                </a:cubicBezTo>
                <a:cubicBezTo>
                  <a:pt x="860916" y="9054"/>
                  <a:pt x="852925" y="11558"/>
                  <a:pt x="845654" y="16565"/>
                </a:cubicBezTo>
                <a:cubicBezTo>
                  <a:pt x="838383" y="21573"/>
                  <a:pt x="833067" y="28123"/>
                  <a:pt x="829706" y="36217"/>
                </a:cubicBezTo>
                <a:cubicBezTo>
                  <a:pt x="825384" y="46575"/>
                  <a:pt x="823224" y="58099"/>
                  <a:pt x="823224" y="70789"/>
                </a:cubicBezTo>
                <a:cubicBezTo>
                  <a:pt x="823224" y="83273"/>
                  <a:pt x="824801" y="94642"/>
                  <a:pt x="827957" y="104897"/>
                </a:cubicBezTo>
                <a:cubicBezTo>
                  <a:pt x="831112" y="115152"/>
                  <a:pt x="836051" y="122903"/>
                  <a:pt x="842773" y="128150"/>
                </a:cubicBezTo>
                <a:cubicBezTo>
                  <a:pt x="849495" y="133397"/>
                  <a:pt x="858206" y="136021"/>
                  <a:pt x="868907" y="136021"/>
                </a:cubicBezTo>
                <a:cubicBezTo>
                  <a:pt x="877687" y="136021"/>
                  <a:pt x="885730" y="134100"/>
                  <a:pt x="893035" y="130259"/>
                </a:cubicBezTo>
                <a:cubicBezTo>
                  <a:pt x="900340" y="126418"/>
                  <a:pt x="908040" y="119799"/>
                  <a:pt x="916134" y="110401"/>
                </a:cubicBezTo>
                <a:lnTo>
                  <a:pt x="916134" y="122440"/>
                </a:lnTo>
                <a:cubicBezTo>
                  <a:pt x="908314" y="130602"/>
                  <a:pt x="900169" y="136518"/>
                  <a:pt x="891697" y="140188"/>
                </a:cubicBezTo>
                <a:cubicBezTo>
                  <a:pt x="883226" y="143858"/>
                  <a:pt x="873331" y="145693"/>
                  <a:pt x="862013" y="145693"/>
                </a:cubicBezTo>
                <a:cubicBezTo>
                  <a:pt x="847129" y="145693"/>
                  <a:pt x="833907" y="142713"/>
                  <a:pt x="822349" y="136754"/>
                </a:cubicBezTo>
                <a:cubicBezTo>
                  <a:pt x="810791" y="130795"/>
                  <a:pt x="801874" y="122234"/>
                  <a:pt x="795598" y="111070"/>
                </a:cubicBezTo>
                <a:cubicBezTo>
                  <a:pt x="789321" y="99904"/>
                  <a:pt x="786183" y="88020"/>
                  <a:pt x="786183" y="75415"/>
                </a:cubicBezTo>
                <a:cubicBezTo>
                  <a:pt x="786183" y="62128"/>
                  <a:pt x="789664" y="49525"/>
                  <a:pt x="796626" y="37606"/>
                </a:cubicBezTo>
                <a:cubicBezTo>
                  <a:pt x="803589" y="25686"/>
                  <a:pt x="812986" y="16439"/>
                  <a:pt x="824818" y="9865"/>
                </a:cubicBezTo>
                <a:cubicBezTo>
                  <a:pt x="836651" y="3288"/>
                  <a:pt x="849221" y="0"/>
                  <a:pt x="862528" y="0"/>
                </a:cubicBezTo>
                <a:cubicBezTo>
                  <a:pt x="872337" y="0"/>
                  <a:pt x="882694" y="2126"/>
                  <a:pt x="893601" y="6379"/>
                </a:cubicBezTo>
                <a:cubicBezTo>
                  <a:pt x="899911" y="8849"/>
                  <a:pt x="903924" y="10083"/>
                  <a:pt x="905639" y="10083"/>
                </a:cubicBezTo>
                <a:cubicBezTo>
                  <a:pt x="907834" y="10083"/>
                  <a:pt x="909737" y="9277"/>
                  <a:pt x="911349" y="7665"/>
                </a:cubicBezTo>
                <a:cubicBezTo>
                  <a:pt x="912961" y="6053"/>
                  <a:pt x="914007" y="3498"/>
                  <a:pt x="914487" y="0"/>
                </a:cubicBezTo>
                <a:lnTo>
                  <a:pt x="918500" y="0"/>
                </a:lnTo>
                <a:close/>
                <a:moveTo>
                  <a:pt x="982463" y="43420"/>
                </a:moveTo>
                <a:cubicBezTo>
                  <a:pt x="990832" y="43420"/>
                  <a:pt x="998617" y="45583"/>
                  <a:pt x="1005819" y="49908"/>
                </a:cubicBezTo>
                <a:cubicBezTo>
                  <a:pt x="1013022" y="54234"/>
                  <a:pt x="1018492" y="60380"/>
                  <a:pt x="1022230" y="68345"/>
                </a:cubicBezTo>
                <a:cubicBezTo>
                  <a:pt x="1025969" y="76310"/>
                  <a:pt x="1027838" y="85030"/>
                  <a:pt x="1027838" y="94505"/>
                </a:cubicBezTo>
                <a:cubicBezTo>
                  <a:pt x="1027838" y="108168"/>
                  <a:pt x="1024374" y="119600"/>
                  <a:pt x="1017446" y="128803"/>
                </a:cubicBezTo>
                <a:cubicBezTo>
                  <a:pt x="1009078" y="139926"/>
                  <a:pt x="997520" y="145487"/>
                  <a:pt x="982772" y="145487"/>
                </a:cubicBezTo>
                <a:cubicBezTo>
                  <a:pt x="968299" y="145487"/>
                  <a:pt x="957152" y="140406"/>
                  <a:pt x="949333" y="130243"/>
                </a:cubicBezTo>
                <a:cubicBezTo>
                  <a:pt x="941513" y="120081"/>
                  <a:pt x="937603" y="108305"/>
                  <a:pt x="937603" y="94916"/>
                </a:cubicBezTo>
                <a:cubicBezTo>
                  <a:pt x="937603" y="81116"/>
                  <a:pt x="941599" y="69083"/>
                  <a:pt x="949590" y="58818"/>
                </a:cubicBezTo>
                <a:cubicBezTo>
                  <a:pt x="957581" y="48552"/>
                  <a:pt x="968539" y="43420"/>
                  <a:pt x="982463" y="43420"/>
                </a:cubicBezTo>
                <a:moveTo>
                  <a:pt x="982875" y="50622"/>
                </a:moveTo>
                <a:cubicBezTo>
                  <a:pt x="979377" y="50622"/>
                  <a:pt x="976376" y="51945"/>
                  <a:pt x="973872" y="54590"/>
                </a:cubicBezTo>
                <a:cubicBezTo>
                  <a:pt x="971368" y="57233"/>
                  <a:pt x="969722" y="62451"/>
                  <a:pt x="968933" y="70245"/>
                </a:cubicBezTo>
                <a:cubicBezTo>
                  <a:pt x="968144" y="78039"/>
                  <a:pt x="967750" y="88873"/>
                  <a:pt x="967750" y="102746"/>
                </a:cubicBezTo>
                <a:cubicBezTo>
                  <a:pt x="967750" y="110094"/>
                  <a:pt x="968230" y="116962"/>
                  <a:pt x="969190" y="123350"/>
                </a:cubicBezTo>
                <a:cubicBezTo>
                  <a:pt x="969945" y="128224"/>
                  <a:pt x="971557" y="131932"/>
                  <a:pt x="974026" y="134475"/>
                </a:cubicBezTo>
                <a:cubicBezTo>
                  <a:pt x="976496" y="137015"/>
                  <a:pt x="979308" y="138285"/>
                  <a:pt x="982463" y="138285"/>
                </a:cubicBezTo>
                <a:cubicBezTo>
                  <a:pt x="985550" y="138285"/>
                  <a:pt x="988122" y="137426"/>
                  <a:pt x="990180" y="135709"/>
                </a:cubicBezTo>
                <a:cubicBezTo>
                  <a:pt x="992855" y="133375"/>
                  <a:pt x="994639" y="130112"/>
                  <a:pt x="995530" y="125922"/>
                </a:cubicBezTo>
                <a:cubicBezTo>
                  <a:pt x="996902" y="119399"/>
                  <a:pt x="997588" y="106214"/>
                  <a:pt x="997588" y="86367"/>
                </a:cubicBezTo>
                <a:cubicBezTo>
                  <a:pt x="997588" y="74693"/>
                  <a:pt x="996937" y="66676"/>
                  <a:pt x="995633" y="62316"/>
                </a:cubicBezTo>
                <a:cubicBezTo>
                  <a:pt x="994330" y="57954"/>
                  <a:pt x="992409" y="54777"/>
                  <a:pt x="989871" y="52786"/>
                </a:cubicBezTo>
                <a:cubicBezTo>
                  <a:pt x="988088" y="51343"/>
                  <a:pt x="985756" y="50622"/>
                  <a:pt x="982875" y="50622"/>
                </a:cubicBezTo>
                <a:close/>
                <a:moveTo>
                  <a:pt x="1081753" y="46301"/>
                </a:moveTo>
                <a:lnTo>
                  <a:pt x="1081753" y="58853"/>
                </a:lnTo>
                <a:cubicBezTo>
                  <a:pt x="1086691" y="53467"/>
                  <a:pt x="1091424" y="49548"/>
                  <a:pt x="1095952" y="47098"/>
                </a:cubicBezTo>
                <a:cubicBezTo>
                  <a:pt x="1100479" y="44646"/>
                  <a:pt x="1105349" y="43420"/>
                  <a:pt x="1110562" y="43420"/>
                </a:cubicBezTo>
                <a:cubicBezTo>
                  <a:pt x="1116804" y="43420"/>
                  <a:pt x="1121983" y="45154"/>
                  <a:pt x="1126099" y="48622"/>
                </a:cubicBezTo>
                <a:cubicBezTo>
                  <a:pt x="1130214" y="52090"/>
                  <a:pt x="1132958" y="56400"/>
                  <a:pt x="1134330" y="61551"/>
                </a:cubicBezTo>
                <a:cubicBezTo>
                  <a:pt x="1135427" y="65467"/>
                  <a:pt x="1135976" y="72989"/>
                  <a:pt x="1135976" y="84116"/>
                </a:cubicBezTo>
                <a:lnTo>
                  <a:pt x="1135976" y="121616"/>
                </a:lnTo>
                <a:cubicBezTo>
                  <a:pt x="1135976" y="129025"/>
                  <a:pt x="1136645" y="133637"/>
                  <a:pt x="1137982" y="135455"/>
                </a:cubicBezTo>
                <a:cubicBezTo>
                  <a:pt x="1139320" y="137273"/>
                  <a:pt x="1142115" y="138422"/>
                  <a:pt x="1146368" y="138902"/>
                </a:cubicBezTo>
                <a:lnTo>
                  <a:pt x="1146368" y="142606"/>
                </a:lnTo>
                <a:lnTo>
                  <a:pt x="1097701" y="142606"/>
                </a:lnTo>
                <a:lnTo>
                  <a:pt x="1097701" y="138902"/>
                </a:lnTo>
                <a:cubicBezTo>
                  <a:pt x="1101336" y="138422"/>
                  <a:pt x="1103943" y="136913"/>
                  <a:pt x="1105520" y="134375"/>
                </a:cubicBezTo>
                <a:cubicBezTo>
                  <a:pt x="1106618" y="132660"/>
                  <a:pt x="1107167" y="128407"/>
                  <a:pt x="1107167" y="121616"/>
                </a:cubicBezTo>
                <a:lnTo>
                  <a:pt x="1107167" y="78814"/>
                </a:lnTo>
                <a:cubicBezTo>
                  <a:pt x="1107167" y="70926"/>
                  <a:pt x="1106858" y="65953"/>
                  <a:pt x="1106241" y="63895"/>
                </a:cubicBezTo>
                <a:cubicBezTo>
                  <a:pt x="1105623" y="61837"/>
                  <a:pt x="1104577" y="60242"/>
                  <a:pt x="1103103" y="59111"/>
                </a:cubicBezTo>
                <a:cubicBezTo>
                  <a:pt x="1101628" y="57979"/>
                  <a:pt x="1099999" y="57413"/>
                  <a:pt x="1098215" y="57413"/>
                </a:cubicBezTo>
                <a:cubicBezTo>
                  <a:pt x="1092316" y="57413"/>
                  <a:pt x="1086829" y="61666"/>
                  <a:pt x="1081753" y="70171"/>
                </a:cubicBezTo>
                <a:lnTo>
                  <a:pt x="1081753" y="121616"/>
                </a:lnTo>
                <a:cubicBezTo>
                  <a:pt x="1081753" y="128819"/>
                  <a:pt x="1082422" y="133380"/>
                  <a:pt x="1083759" y="135301"/>
                </a:cubicBezTo>
                <a:cubicBezTo>
                  <a:pt x="1085097" y="137222"/>
                  <a:pt x="1087583" y="138422"/>
                  <a:pt x="1091219" y="138902"/>
                </a:cubicBezTo>
                <a:lnTo>
                  <a:pt x="1091219" y="142606"/>
                </a:lnTo>
                <a:lnTo>
                  <a:pt x="1042552" y="142606"/>
                </a:lnTo>
                <a:lnTo>
                  <a:pt x="1042552" y="138902"/>
                </a:lnTo>
                <a:cubicBezTo>
                  <a:pt x="1046599" y="138490"/>
                  <a:pt x="1049479" y="137187"/>
                  <a:pt x="1051194" y="134992"/>
                </a:cubicBezTo>
                <a:cubicBezTo>
                  <a:pt x="1052360" y="133483"/>
                  <a:pt x="1052943" y="129025"/>
                  <a:pt x="1052943" y="121616"/>
                </a:cubicBezTo>
                <a:lnTo>
                  <a:pt x="1052943" y="67290"/>
                </a:lnTo>
                <a:cubicBezTo>
                  <a:pt x="1052943" y="59932"/>
                  <a:pt x="1052275" y="55350"/>
                  <a:pt x="1050937" y="53545"/>
                </a:cubicBezTo>
                <a:cubicBezTo>
                  <a:pt x="1049599" y="51740"/>
                  <a:pt x="1046804" y="50560"/>
                  <a:pt x="1042552" y="50005"/>
                </a:cubicBezTo>
                <a:lnTo>
                  <a:pt x="1042552" y="46301"/>
                </a:lnTo>
                <a:lnTo>
                  <a:pt x="1081753" y="46301"/>
                </a:lnTo>
                <a:close/>
                <a:moveTo>
                  <a:pt x="1197780" y="10906"/>
                </a:moveTo>
                <a:lnTo>
                  <a:pt x="1197780" y="46301"/>
                </a:lnTo>
                <a:lnTo>
                  <a:pt x="1220622" y="46301"/>
                </a:lnTo>
                <a:lnTo>
                  <a:pt x="1220622" y="56384"/>
                </a:lnTo>
                <a:lnTo>
                  <a:pt x="1197780" y="56384"/>
                </a:lnTo>
                <a:lnTo>
                  <a:pt x="1197780" y="115912"/>
                </a:lnTo>
                <a:cubicBezTo>
                  <a:pt x="1197780" y="121484"/>
                  <a:pt x="1198038" y="125077"/>
                  <a:pt x="1198552" y="126693"/>
                </a:cubicBezTo>
                <a:cubicBezTo>
                  <a:pt x="1199067" y="128310"/>
                  <a:pt x="1199975" y="129617"/>
                  <a:pt x="1201279" y="130616"/>
                </a:cubicBezTo>
                <a:cubicBezTo>
                  <a:pt x="1202582" y="131613"/>
                  <a:pt x="1203782" y="132111"/>
                  <a:pt x="1204880" y="132111"/>
                </a:cubicBezTo>
                <a:cubicBezTo>
                  <a:pt x="1209338" y="132111"/>
                  <a:pt x="1213557" y="128682"/>
                  <a:pt x="1217535" y="121822"/>
                </a:cubicBezTo>
                <a:lnTo>
                  <a:pt x="1220622" y="124108"/>
                </a:lnTo>
                <a:cubicBezTo>
                  <a:pt x="1215066" y="137400"/>
                  <a:pt x="1206046" y="144047"/>
                  <a:pt x="1193562" y="144047"/>
                </a:cubicBezTo>
                <a:cubicBezTo>
                  <a:pt x="1187457" y="144047"/>
                  <a:pt x="1182295" y="142344"/>
                  <a:pt x="1178077" y="138937"/>
                </a:cubicBezTo>
                <a:cubicBezTo>
                  <a:pt x="1173858" y="135529"/>
                  <a:pt x="1171166" y="131725"/>
                  <a:pt x="1170000" y="127526"/>
                </a:cubicBezTo>
                <a:cubicBezTo>
                  <a:pt x="1169314" y="125185"/>
                  <a:pt x="1168971" y="118852"/>
                  <a:pt x="1168971" y="108527"/>
                </a:cubicBezTo>
                <a:lnTo>
                  <a:pt x="1168971" y="56384"/>
                </a:lnTo>
                <a:lnTo>
                  <a:pt x="1156419" y="56384"/>
                </a:lnTo>
                <a:lnTo>
                  <a:pt x="1156419" y="52773"/>
                </a:lnTo>
                <a:cubicBezTo>
                  <a:pt x="1165061" y="46655"/>
                  <a:pt x="1172418" y="40228"/>
                  <a:pt x="1178489" y="33491"/>
                </a:cubicBezTo>
                <a:cubicBezTo>
                  <a:pt x="1184559" y="26754"/>
                  <a:pt x="1189858" y="19225"/>
                  <a:pt x="1194385" y="10906"/>
                </a:cubicBezTo>
                <a:lnTo>
                  <a:pt x="1197780" y="10906"/>
                </a:lnTo>
                <a:close/>
                <a:moveTo>
                  <a:pt x="1311268" y="90955"/>
                </a:moveTo>
                <a:lnTo>
                  <a:pt x="1258485" y="90955"/>
                </a:lnTo>
                <a:cubicBezTo>
                  <a:pt x="1259102" y="103748"/>
                  <a:pt x="1262497" y="113858"/>
                  <a:pt x="1268671" y="121285"/>
                </a:cubicBezTo>
                <a:cubicBezTo>
                  <a:pt x="1273404" y="126994"/>
                  <a:pt x="1279097" y="129848"/>
                  <a:pt x="1285751" y="129848"/>
                </a:cubicBezTo>
                <a:cubicBezTo>
                  <a:pt x="1289866" y="129848"/>
                  <a:pt x="1293605" y="128699"/>
                  <a:pt x="1296966" y="126401"/>
                </a:cubicBezTo>
                <a:cubicBezTo>
                  <a:pt x="1300327" y="124103"/>
                  <a:pt x="1303928" y="119970"/>
                  <a:pt x="1307769" y="114003"/>
                </a:cubicBezTo>
                <a:lnTo>
                  <a:pt x="1311268" y="116266"/>
                </a:lnTo>
                <a:cubicBezTo>
                  <a:pt x="1306054" y="126898"/>
                  <a:pt x="1300293" y="134426"/>
                  <a:pt x="1293982" y="138851"/>
                </a:cubicBezTo>
                <a:cubicBezTo>
                  <a:pt x="1287671" y="143275"/>
                  <a:pt x="1280366" y="145487"/>
                  <a:pt x="1272066" y="145487"/>
                </a:cubicBezTo>
                <a:cubicBezTo>
                  <a:pt x="1257799" y="145487"/>
                  <a:pt x="1246995" y="139994"/>
                  <a:pt x="1239656" y="129008"/>
                </a:cubicBezTo>
                <a:cubicBezTo>
                  <a:pt x="1233757" y="120151"/>
                  <a:pt x="1230807" y="109166"/>
                  <a:pt x="1230807" y="96051"/>
                </a:cubicBezTo>
                <a:cubicBezTo>
                  <a:pt x="1230807" y="79983"/>
                  <a:pt x="1235146" y="67195"/>
                  <a:pt x="1243823" y="57686"/>
                </a:cubicBezTo>
                <a:cubicBezTo>
                  <a:pt x="1252500" y="48175"/>
                  <a:pt x="1262669" y="43420"/>
                  <a:pt x="1274330" y="43420"/>
                </a:cubicBezTo>
                <a:cubicBezTo>
                  <a:pt x="1284070" y="43420"/>
                  <a:pt x="1292524" y="47415"/>
                  <a:pt x="1299692" y="55406"/>
                </a:cubicBezTo>
                <a:cubicBezTo>
                  <a:pt x="1306860" y="63398"/>
                  <a:pt x="1310719" y="75247"/>
                  <a:pt x="1311268" y="90955"/>
                </a:cubicBezTo>
                <a:moveTo>
                  <a:pt x="1285956" y="84164"/>
                </a:moveTo>
                <a:cubicBezTo>
                  <a:pt x="1285956" y="73121"/>
                  <a:pt x="1285356" y="65541"/>
                  <a:pt x="1284156" y="61426"/>
                </a:cubicBezTo>
                <a:cubicBezTo>
                  <a:pt x="1282956" y="57310"/>
                  <a:pt x="1281086" y="54189"/>
                  <a:pt x="1278548" y="52063"/>
                </a:cubicBezTo>
                <a:cubicBezTo>
                  <a:pt x="1277108" y="50828"/>
                  <a:pt x="1275187" y="50211"/>
                  <a:pt x="1272787" y="50211"/>
                </a:cubicBezTo>
                <a:cubicBezTo>
                  <a:pt x="1269220" y="50211"/>
                  <a:pt x="1266304" y="51960"/>
                  <a:pt x="1264041" y="55458"/>
                </a:cubicBezTo>
                <a:cubicBezTo>
                  <a:pt x="1259994" y="61563"/>
                  <a:pt x="1257970" y="69931"/>
                  <a:pt x="1257970" y="80563"/>
                </a:cubicBezTo>
                <a:lnTo>
                  <a:pt x="1257970" y="84164"/>
                </a:lnTo>
                <a:lnTo>
                  <a:pt x="1285956" y="84164"/>
                </a:lnTo>
                <a:close/>
                <a:moveTo>
                  <a:pt x="1362642" y="46301"/>
                </a:moveTo>
                <a:lnTo>
                  <a:pt x="1362642" y="58853"/>
                </a:lnTo>
                <a:cubicBezTo>
                  <a:pt x="1367581" y="53467"/>
                  <a:pt x="1372314" y="49548"/>
                  <a:pt x="1376841" y="47098"/>
                </a:cubicBezTo>
                <a:cubicBezTo>
                  <a:pt x="1381368" y="44646"/>
                  <a:pt x="1386238" y="43420"/>
                  <a:pt x="1391451" y="43420"/>
                </a:cubicBezTo>
                <a:cubicBezTo>
                  <a:pt x="1397693" y="43420"/>
                  <a:pt x="1402872" y="45154"/>
                  <a:pt x="1406988" y="48622"/>
                </a:cubicBezTo>
                <a:cubicBezTo>
                  <a:pt x="1411103" y="52090"/>
                  <a:pt x="1413847" y="56400"/>
                  <a:pt x="1415219" y="61551"/>
                </a:cubicBezTo>
                <a:cubicBezTo>
                  <a:pt x="1416316" y="65467"/>
                  <a:pt x="1416865" y="72989"/>
                  <a:pt x="1416865" y="84116"/>
                </a:cubicBezTo>
                <a:lnTo>
                  <a:pt x="1416865" y="121616"/>
                </a:lnTo>
                <a:cubicBezTo>
                  <a:pt x="1416865" y="129025"/>
                  <a:pt x="1417534" y="133637"/>
                  <a:pt x="1418871" y="135455"/>
                </a:cubicBezTo>
                <a:cubicBezTo>
                  <a:pt x="1420209" y="137273"/>
                  <a:pt x="1423004" y="138422"/>
                  <a:pt x="1427257" y="138902"/>
                </a:cubicBezTo>
                <a:lnTo>
                  <a:pt x="1427257" y="142606"/>
                </a:lnTo>
                <a:lnTo>
                  <a:pt x="1378590" y="142606"/>
                </a:lnTo>
                <a:lnTo>
                  <a:pt x="1378590" y="138902"/>
                </a:lnTo>
                <a:cubicBezTo>
                  <a:pt x="1382225" y="138422"/>
                  <a:pt x="1384832" y="136913"/>
                  <a:pt x="1386410" y="134375"/>
                </a:cubicBezTo>
                <a:cubicBezTo>
                  <a:pt x="1387507" y="132660"/>
                  <a:pt x="1388056" y="128407"/>
                  <a:pt x="1388056" y="121616"/>
                </a:cubicBezTo>
                <a:lnTo>
                  <a:pt x="1388056" y="78814"/>
                </a:lnTo>
                <a:cubicBezTo>
                  <a:pt x="1388056" y="70926"/>
                  <a:pt x="1387747" y="65953"/>
                  <a:pt x="1387130" y="63895"/>
                </a:cubicBezTo>
                <a:cubicBezTo>
                  <a:pt x="1386512" y="61837"/>
                  <a:pt x="1385466" y="60242"/>
                  <a:pt x="1383992" y="59111"/>
                </a:cubicBezTo>
                <a:cubicBezTo>
                  <a:pt x="1382517" y="57979"/>
                  <a:pt x="1380888" y="57413"/>
                  <a:pt x="1379104" y="57413"/>
                </a:cubicBezTo>
                <a:cubicBezTo>
                  <a:pt x="1373205" y="57413"/>
                  <a:pt x="1367718" y="61666"/>
                  <a:pt x="1362642" y="70171"/>
                </a:cubicBezTo>
                <a:lnTo>
                  <a:pt x="1362642" y="121616"/>
                </a:lnTo>
                <a:cubicBezTo>
                  <a:pt x="1362642" y="128819"/>
                  <a:pt x="1363311" y="133380"/>
                  <a:pt x="1364648" y="135301"/>
                </a:cubicBezTo>
                <a:cubicBezTo>
                  <a:pt x="1365986" y="137222"/>
                  <a:pt x="1368472" y="138422"/>
                  <a:pt x="1372108" y="138902"/>
                </a:cubicBezTo>
                <a:lnTo>
                  <a:pt x="1372108" y="142606"/>
                </a:lnTo>
                <a:lnTo>
                  <a:pt x="1323441" y="142606"/>
                </a:lnTo>
                <a:lnTo>
                  <a:pt x="1323441" y="138902"/>
                </a:lnTo>
                <a:cubicBezTo>
                  <a:pt x="1327488" y="138490"/>
                  <a:pt x="1330369" y="137187"/>
                  <a:pt x="1332083" y="134992"/>
                </a:cubicBezTo>
                <a:cubicBezTo>
                  <a:pt x="1333249" y="133483"/>
                  <a:pt x="1333833" y="129025"/>
                  <a:pt x="1333833" y="121616"/>
                </a:cubicBezTo>
                <a:lnTo>
                  <a:pt x="1333833" y="67290"/>
                </a:lnTo>
                <a:cubicBezTo>
                  <a:pt x="1333833" y="59932"/>
                  <a:pt x="1333164" y="55350"/>
                  <a:pt x="1331826" y="53545"/>
                </a:cubicBezTo>
                <a:cubicBezTo>
                  <a:pt x="1330489" y="51740"/>
                  <a:pt x="1327693" y="50560"/>
                  <a:pt x="1323441" y="50005"/>
                </a:cubicBezTo>
                <a:lnTo>
                  <a:pt x="1323441" y="46301"/>
                </a:lnTo>
                <a:lnTo>
                  <a:pt x="1362642" y="46301"/>
                </a:lnTo>
                <a:close/>
                <a:moveTo>
                  <a:pt x="1478670" y="10906"/>
                </a:moveTo>
                <a:lnTo>
                  <a:pt x="1478670" y="46301"/>
                </a:lnTo>
                <a:lnTo>
                  <a:pt x="1501511" y="46301"/>
                </a:lnTo>
                <a:lnTo>
                  <a:pt x="1501511" y="56384"/>
                </a:lnTo>
                <a:lnTo>
                  <a:pt x="1478670" y="56384"/>
                </a:lnTo>
                <a:lnTo>
                  <a:pt x="1478670" y="115912"/>
                </a:lnTo>
                <a:cubicBezTo>
                  <a:pt x="1478670" y="121484"/>
                  <a:pt x="1478927" y="125077"/>
                  <a:pt x="1479441" y="126693"/>
                </a:cubicBezTo>
                <a:cubicBezTo>
                  <a:pt x="1479956" y="128310"/>
                  <a:pt x="1480865" y="129617"/>
                  <a:pt x="1482168" y="130616"/>
                </a:cubicBezTo>
                <a:cubicBezTo>
                  <a:pt x="1483471" y="131613"/>
                  <a:pt x="1484672" y="132111"/>
                  <a:pt x="1485769" y="132111"/>
                </a:cubicBezTo>
                <a:cubicBezTo>
                  <a:pt x="1490228" y="132111"/>
                  <a:pt x="1494446" y="128682"/>
                  <a:pt x="1498425" y="121822"/>
                </a:cubicBezTo>
                <a:lnTo>
                  <a:pt x="1501511" y="124108"/>
                </a:lnTo>
                <a:cubicBezTo>
                  <a:pt x="1495955" y="137400"/>
                  <a:pt x="1486935" y="144047"/>
                  <a:pt x="1474451" y="144047"/>
                </a:cubicBezTo>
                <a:cubicBezTo>
                  <a:pt x="1468346" y="144047"/>
                  <a:pt x="1463185" y="142344"/>
                  <a:pt x="1458966" y="138937"/>
                </a:cubicBezTo>
                <a:cubicBezTo>
                  <a:pt x="1454748" y="135529"/>
                  <a:pt x="1452055" y="131725"/>
                  <a:pt x="1450889" y="127526"/>
                </a:cubicBezTo>
                <a:cubicBezTo>
                  <a:pt x="1450203" y="125185"/>
                  <a:pt x="1449860" y="118852"/>
                  <a:pt x="1449860" y="108527"/>
                </a:cubicBezTo>
                <a:lnTo>
                  <a:pt x="1449860" y="56384"/>
                </a:lnTo>
                <a:lnTo>
                  <a:pt x="1437308" y="56384"/>
                </a:lnTo>
                <a:lnTo>
                  <a:pt x="1437308" y="52773"/>
                </a:lnTo>
                <a:cubicBezTo>
                  <a:pt x="1445950" y="46655"/>
                  <a:pt x="1453307" y="40228"/>
                  <a:pt x="1459378" y="33491"/>
                </a:cubicBezTo>
                <a:cubicBezTo>
                  <a:pt x="1465448" y="26754"/>
                  <a:pt x="1470747" y="19225"/>
                  <a:pt x="1475274" y="10906"/>
                </a:cubicBezTo>
                <a:lnTo>
                  <a:pt x="1478670" y="10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1.Retrievebasedon'guest'">
            <a:extLst xmlns:a="http://schemas.openxmlformats.org/drawingml/2006/main">
              <a:ext uri="{FF2B5EF4-FFF2-40B4-BE49-F238E27FC236}">
                <a16:creationId xmlns:a16="http://schemas.microsoft.com/office/drawing/2014/main" id="{A16E515E-7300-439C-8389-FB860C7D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384" y="1259292"/>
            <a:ext cx="2050607" cy="170478"/>
          </a:xfrm>
          <a:custGeom xmlns:a="http://schemas.openxmlformats.org/drawingml/2006/main">
            <a:pathLst>
              <a:path w="2050607" h="170478">
                <a:moveTo>
                  <a:pt x="0" y="18200"/>
                </a:moveTo>
                <a:lnTo>
                  <a:pt x="30181" y="3475"/>
                </a:lnTo>
                <a:lnTo>
                  <a:pt x="33199" y="3475"/>
                </a:lnTo>
                <a:lnTo>
                  <a:pt x="33199" y="108195"/>
                </a:lnTo>
                <a:cubicBezTo>
                  <a:pt x="33199" y="115146"/>
                  <a:pt x="33489" y="119475"/>
                  <a:pt x="34068" y="121182"/>
                </a:cubicBezTo>
                <a:cubicBezTo>
                  <a:pt x="34647" y="122889"/>
                  <a:pt x="35852" y="124200"/>
                  <a:pt x="37681" y="125115"/>
                </a:cubicBezTo>
                <a:cubicBezTo>
                  <a:pt x="39510" y="126029"/>
                  <a:pt x="43229" y="126548"/>
                  <a:pt x="48839" y="126670"/>
                </a:cubicBezTo>
                <a:lnTo>
                  <a:pt x="48839" y="130053"/>
                </a:lnTo>
                <a:lnTo>
                  <a:pt x="2195" y="130053"/>
                </a:lnTo>
                <a:lnTo>
                  <a:pt x="2195" y="126670"/>
                </a:lnTo>
                <a:cubicBezTo>
                  <a:pt x="8048" y="126548"/>
                  <a:pt x="11829" y="126045"/>
                  <a:pt x="13536" y="125160"/>
                </a:cubicBezTo>
                <a:cubicBezTo>
                  <a:pt x="15243" y="124276"/>
                  <a:pt x="16432" y="123087"/>
                  <a:pt x="17103" y="121594"/>
                </a:cubicBezTo>
                <a:cubicBezTo>
                  <a:pt x="17773" y="120100"/>
                  <a:pt x="18109" y="115634"/>
                  <a:pt x="18109" y="108195"/>
                </a:cubicBezTo>
                <a:lnTo>
                  <a:pt x="18109" y="41248"/>
                </a:lnTo>
                <a:cubicBezTo>
                  <a:pt x="18109" y="32224"/>
                  <a:pt x="17804" y="26431"/>
                  <a:pt x="17194" y="23871"/>
                </a:cubicBezTo>
                <a:cubicBezTo>
                  <a:pt x="16767" y="21919"/>
                  <a:pt x="15990" y="20487"/>
                  <a:pt x="14862" y="19572"/>
                </a:cubicBezTo>
                <a:cubicBezTo>
                  <a:pt x="13734" y="18657"/>
                  <a:pt x="12377" y="18200"/>
                  <a:pt x="10792" y="18200"/>
                </a:cubicBezTo>
                <a:cubicBezTo>
                  <a:pt x="8536" y="18200"/>
                  <a:pt x="5396" y="19145"/>
                  <a:pt x="1372" y="21035"/>
                </a:cubicBezTo>
                <a:lnTo>
                  <a:pt x="0" y="18200"/>
                </a:lnTo>
                <a:close/>
                <a:moveTo>
                  <a:pt x="95116" y="112311"/>
                </a:moveTo>
                <a:cubicBezTo>
                  <a:pt x="97982" y="112311"/>
                  <a:pt x="100391" y="113301"/>
                  <a:pt x="102342" y="115283"/>
                </a:cubicBezTo>
                <a:cubicBezTo>
                  <a:pt x="104293" y="117265"/>
                  <a:pt x="105268" y="119658"/>
                  <a:pt x="105268" y="122462"/>
                </a:cubicBezTo>
                <a:cubicBezTo>
                  <a:pt x="105268" y="125267"/>
                  <a:pt x="104278" y="127660"/>
                  <a:pt x="102296" y="129642"/>
                </a:cubicBezTo>
                <a:cubicBezTo>
                  <a:pt x="100314" y="131624"/>
                  <a:pt x="97921" y="132614"/>
                  <a:pt x="95116" y="132614"/>
                </a:cubicBezTo>
                <a:cubicBezTo>
                  <a:pt x="92312" y="132614"/>
                  <a:pt x="89919" y="131624"/>
                  <a:pt x="87937" y="129642"/>
                </a:cubicBezTo>
                <a:cubicBezTo>
                  <a:pt x="85955" y="127660"/>
                  <a:pt x="84965" y="125267"/>
                  <a:pt x="84965" y="122462"/>
                </a:cubicBezTo>
                <a:cubicBezTo>
                  <a:pt x="84965" y="119597"/>
                  <a:pt x="85955" y="117188"/>
                  <a:pt x="87937" y="115237"/>
                </a:cubicBezTo>
                <a:cubicBezTo>
                  <a:pt x="89919" y="113286"/>
                  <a:pt x="92312" y="112311"/>
                  <a:pt x="95116" y="112311"/>
                </a:cubicBezTo>
                <a:close/>
                <a:moveTo>
                  <a:pt x="215109" y="73532"/>
                </a:moveTo>
                <a:lnTo>
                  <a:pt x="215109" y="108469"/>
                </a:lnTo>
                <a:cubicBezTo>
                  <a:pt x="215109" y="115142"/>
                  <a:pt x="215521" y="119343"/>
                  <a:pt x="216344" y="121073"/>
                </a:cubicBezTo>
                <a:cubicBezTo>
                  <a:pt x="217167" y="122802"/>
                  <a:pt x="218615" y="124182"/>
                  <a:pt x="220688" y="125215"/>
                </a:cubicBezTo>
                <a:cubicBezTo>
                  <a:pt x="222761" y="126246"/>
                  <a:pt x="226633" y="126761"/>
                  <a:pt x="232303" y="126761"/>
                </a:cubicBezTo>
                <a:lnTo>
                  <a:pt x="232303" y="130053"/>
                </a:lnTo>
                <a:lnTo>
                  <a:pt x="168831" y="130053"/>
                </a:lnTo>
                <a:lnTo>
                  <a:pt x="168831" y="126761"/>
                </a:lnTo>
                <a:cubicBezTo>
                  <a:pt x="174563" y="126761"/>
                  <a:pt x="178450" y="126230"/>
                  <a:pt x="180492" y="125169"/>
                </a:cubicBezTo>
                <a:cubicBezTo>
                  <a:pt x="182535" y="124108"/>
                  <a:pt x="183968" y="122727"/>
                  <a:pt x="184791" y="121028"/>
                </a:cubicBezTo>
                <a:cubicBezTo>
                  <a:pt x="185614" y="119328"/>
                  <a:pt x="186026" y="115142"/>
                  <a:pt x="186026" y="108469"/>
                </a:cubicBezTo>
                <a:lnTo>
                  <a:pt x="186026" y="27620"/>
                </a:lnTo>
                <a:cubicBezTo>
                  <a:pt x="186026" y="20948"/>
                  <a:pt x="185614" y="16747"/>
                  <a:pt x="184791" y="15019"/>
                </a:cubicBezTo>
                <a:cubicBezTo>
                  <a:pt x="183968" y="13289"/>
                  <a:pt x="182520" y="11909"/>
                  <a:pt x="180447" y="10878"/>
                </a:cubicBezTo>
                <a:cubicBezTo>
                  <a:pt x="178374" y="9845"/>
                  <a:pt x="174502" y="9329"/>
                  <a:pt x="168831" y="9329"/>
                </a:cubicBezTo>
                <a:lnTo>
                  <a:pt x="168831" y="6036"/>
                </a:lnTo>
                <a:lnTo>
                  <a:pt x="226450" y="6036"/>
                </a:lnTo>
                <a:cubicBezTo>
                  <a:pt x="241449" y="6036"/>
                  <a:pt x="252424" y="7072"/>
                  <a:pt x="259375" y="9143"/>
                </a:cubicBezTo>
                <a:cubicBezTo>
                  <a:pt x="266326" y="11214"/>
                  <a:pt x="271996" y="15036"/>
                  <a:pt x="276386" y="20610"/>
                </a:cubicBezTo>
                <a:cubicBezTo>
                  <a:pt x="280776" y="26183"/>
                  <a:pt x="282971" y="32715"/>
                  <a:pt x="282971" y="40207"/>
                </a:cubicBezTo>
                <a:cubicBezTo>
                  <a:pt x="282971" y="49345"/>
                  <a:pt x="279679" y="56899"/>
                  <a:pt x="273094" y="62869"/>
                </a:cubicBezTo>
                <a:cubicBezTo>
                  <a:pt x="268887" y="66645"/>
                  <a:pt x="263003" y="69478"/>
                  <a:pt x="255442" y="71366"/>
                </a:cubicBezTo>
                <a:lnTo>
                  <a:pt x="285258" y="113448"/>
                </a:lnTo>
                <a:cubicBezTo>
                  <a:pt x="289160" y="118821"/>
                  <a:pt x="291934" y="122172"/>
                  <a:pt x="293580" y="123500"/>
                </a:cubicBezTo>
                <a:cubicBezTo>
                  <a:pt x="296080" y="125371"/>
                  <a:pt x="298976" y="126397"/>
                  <a:pt x="302269" y="126578"/>
                </a:cubicBezTo>
                <a:lnTo>
                  <a:pt x="302269" y="130053"/>
                </a:lnTo>
                <a:lnTo>
                  <a:pt x="263216" y="130053"/>
                </a:lnTo>
                <a:lnTo>
                  <a:pt x="223249" y="73532"/>
                </a:lnTo>
                <a:lnTo>
                  <a:pt x="215109" y="73532"/>
                </a:lnTo>
                <a:moveTo>
                  <a:pt x="215109" y="12987"/>
                </a:moveTo>
                <a:lnTo>
                  <a:pt x="215109" y="66947"/>
                </a:lnTo>
                <a:lnTo>
                  <a:pt x="220322" y="66947"/>
                </a:lnTo>
                <a:cubicBezTo>
                  <a:pt x="228797" y="66947"/>
                  <a:pt x="235139" y="66176"/>
                  <a:pt x="239346" y="64632"/>
                </a:cubicBezTo>
                <a:cubicBezTo>
                  <a:pt x="243553" y="63087"/>
                  <a:pt x="246860" y="60301"/>
                  <a:pt x="249269" y="56275"/>
                </a:cubicBezTo>
                <a:cubicBezTo>
                  <a:pt x="251677" y="52247"/>
                  <a:pt x="252881" y="46993"/>
                  <a:pt x="252881" y="40513"/>
                </a:cubicBezTo>
                <a:cubicBezTo>
                  <a:pt x="252881" y="31125"/>
                  <a:pt x="250671" y="24191"/>
                  <a:pt x="246251" y="19709"/>
                </a:cubicBezTo>
                <a:cubicBezTo>
                  <a:pt x="241830" y="15228"/>
                  <a:pt x="234712" y="12987"/>
                  <a:pt x="224895" y="12987"/>
                </a:cubicBezTo>
                <a:lnTo>
                  <a:pt x="215109" y="12987"/>
                </a:lnTo>
                <a:close/>
                <a:moveTo>
                  <a:pt x="379337" y="84141"/>
                </a:moveTo>
                <a:lnTo>
                  <a:pt x="332419" y="84141"/>
                </a:lnTo>
                <a:cubicBezTo>
                  <a:pt x="332968" y="95513"/>
                  <a:pt x="335986" y="104499"/>
                  <a:pt x="341473" y="111102"/>
                </a:cubicBezTo>
                <a:cubicBezTo>
                  <a:pt x="345680" y="116176"/>
                  <a:pt x="350741" y="118713"/>
                  <a:pt x="356655" y="118713"/>
                </a:cubicBezTo>
                <a:cubicBezTo>
                  <a:pt x="360314" y="118713"/>
                  <a:pt x="363637" y="117691"/>
                  <a:pt x="366624" y="115649"/>
                </a:cubicBezTo>
                <a:cubicBezTo>
                  <a:pt x="369612" y="113606"/>
                  <a:pt x="372813" y="109933"/>
                  <a:pt x="376227" y="104628"/>
                </a:cubicBezTo>
                <a:lnTo>
                  <a:pt x="379337" y="106640"/>
                </a:lnTo>
                <a:cubicBezTo>
                  <a:pt x="374703" y="116091"/>
                  <a:pt x="369581" y="122783"/>
                  <a:pt x="363972" y="126715"/>
                </a:cubicBezTo>
                <a:cubicBezTo>
                  <a:pt x="358363" y="130648"/>
                  <a:pt x="351869" y="132614"/>
                  <a:pt x="344491" y="132614"/>
                </a:cubicBezTo>
                <a:cubicBezTo>
                  <a:pt x="331809" y="132614"/>
                  <a:pt x="322206" y="127732"/>
                  <a:pt x="315682" y="117967"/>
                </a:cubicBezTo>
                <a:cubicBezTo>
                  <a:pt x="310438" y="110094"/>
                  <a:pt x="307817" y="100329"/>
                  <a:pt x="307817" y="88672"/>
                </a:cubicBezTo>
                <a:cubicBezTo>
                  <a:pt x="307817" y="74389"/>
                  <a:pt x="311673" y="63021"/>
                  <a:pt x="319386" y="54569"/>
                </a:cubicBezTo>
                <a:cubicBezTo>
                  <a:pt x="327099" y="46115"/>
                  <a:pt x="336138" y="41888"/>
                  <a:pt x="346503" y="41888"/>
                </a:cubicBezTo>
                <a:cubicBezTo>
                  <a:pt x="355162" y="41888"/>
                  <a:pt x="362676" y="45439"/>
                  <a:pt x="369048" y="52543"/>
                </a:cubicBezTo>
                <a:cubicBezTo>
                  <a:pt x="375420" y="59646"/>
                  <a:pt x="378849" y="70179"/>
                  <a:pt x="379337" y="84141"/>
                </a:cubicBezTo>
                <a:moveTo>
                  <a:pt x="356838" y="78105"/>
                </a:moveTo>
                <a:cubicBezTo>
                  <a:pt x="356838" y="68289"/>
                  <a:pt x="356305" y="61551"/>
                  <a:pt x="355238" y="57893"/>
                </a:cubicBezTo>
                <a:cubicBezTo>
                  <a:pt x="354171" y="54235"/>
                  <a:pt x="352509" y="51460"/>
                  <a:pt x="350253" y="49570"/>
                </a:cubicBezTo>
                <a:cubicBezTo>
                  <a:pt x="348973" y="48473"/>
                  <a:pt x="347266" y="47924"/>
                  <a:pt x="345132" y="47924"/>
                </a:cubicBezTo>
                <a:cubicBezTo>
                  <a:pt x="341961" y="47924"/>
                  <a:pt x="339370" y="49479"/>
                  <a:pt x="337358" y="52588"/>
                </a:cubicBezTo>
                <a:cubicBezTo>
                  <a:pt x="333760" y="58015"/>
                  <a:pt x="331962" y="65454"/>
                  <a:pt x="331962" y="74904"/>
                </a:cubicBezTo>
                <a:lnTo>
                  <a:pt x="331962" y="78105"/>
                </a:lnTo>
                <a:lnTo>
                  <a:pt x="356838" y="78105"/>
                </a:lnTo>
                <a:close/>
                <a:moveTo>
                  <a:pt x="423997" y="12987"/>
                </a:moveTo>
                <a:lnTo>
                  <a:pt x="423997" y="44449"/>
                </a:lnTo>
                <a:lnTo>
                  <a:pt x="444301" y="44449"/>
                </a:lnTo>
                <a:lnTo>
                  <a:pt x="444301" y="53412"/>
                </a:lnTo>
                <a:lnTo>
                  <a:pt x="423997" y="53412"/>
                </a:lnTo>
                <a:lnTo>
                  <a:pt x="423997" y="106326"/>
                </a:lnTo>
                <a:cubicBezTo>
                  <a:pt x="423997" y="111278"/>
                  <a:pt x="424226" y="114472"/>
                  <a:pt x="424683" y="115909"/>
                </a:cubicBezTo>
                <a:cubicBezTo>
                  <a:pt x="425140" y="117346"/>
                  <a:pt x="425948" y="118508"/>
                  <a:pt x="427106" y="119396"/>
                </a:cubicBezTo>
                <a:cubicBezTo>
                  <a:pt x="428265" y="120282"/>
                  <a:pt x="429332" y="120725"/>
                  <a:pt x="430308" y="120725"/>
                </a:cubicBezTo>
                <a:cubicBezTo>
                  <a:pt x="434271" y="120725"/>
                  <a:pt x="438020" y="117676"/>
                  <a:pt x="441557" y="111579"/>
                </a:cubicBezTo>
                <a:lnTo>
                  <a:pt x="444301" y="113611"/>
                </a:lnTo>
                <a:cubicBezTo>
                  <a:pt x="439362" y="125426"/>
                  <a:pt x="431344" y="131334"/>
                  <a:pt x="420247" y="131334"/>
                </a:cubicBezTo>
                <a:cubicBezTo>
                  <a:pt x="414821" y="131334"/>
                  <a:pt x="410232" y="129820"/>
                  <a:pt x="406483" y="126792"/>
                </a:cubicBezTo>
                <a:cubicBezTo>
                  <a:pt x="402733" y="123763"/>
                  <a:pt x="400340" y="120382"/>
                  <a:pt x="399303" y="116649"/>
                </a:cubicBezTo>
                <a:cubicBezTo>
                  <a:pt x="398693" y="114568"/>
                  <a:pt x="398389" y="108939"/>
                  <a:pt x="398389" y="99761"/>
                </a:cubicBezTo>
                <a:lnTo>
                  <a:pt x="398389" y="53412"/>
                </a:lnTo>
                <a:lnTo>
                  <a:pt x="387231" y="53412"/>
                </a:lnTo>
                <a:lnTo>
                  <a:pt x="387231" y="50202"/>
                </a:lnTo>
                <a:cubicBezTo>
                  <a:pt x="394913" y="44764"/>
                  <a:pt x="401452" y="39051"/>
                  <a:pt x="406849" y="33062"/>
                </a:cubicBezTo>
                <a:cubicBezTo>
                  <a:pt x="412245" y="27074"/>
                  <a:pt x="416955" y="20382"/>
                  <a:pt x="420979" y="12987"/>
                </a:cubicBezTo>
                <a:lnTo>
                  <a:pt x="423997" y="12987"/>
                </a:lnTo>
                <a:close/>
                <a:moveTo>
                  <a:pt x="487925" y="44449"/>
                </a:moveTo>
                <a:lnTo>
                  <a:pt x="487925" y="63838"/>
                </a:lnTo>
                <a:cubicBezTo>
                  <a:pt x="493595" y="54997"/>
                  <a:pt x="498564" y="49128"/>
                  <a:pt x="502832" y="46232"/>
                </a:cubicBezTo>
                <a:cubicBezTo>
                  <a:pt x="507100" y="43336"/>
                  <a:pt x="511216" y="41888"/>
                  <a:pt x="515179" y="41888"/>
                </a:cubicBezTo>
                <a:cubicBezTo>
                  <a:pt x="518594" y="41888"/>
                  <a:pt x="521322" y="42943"/>
                  <a:pt x="523365" y="45055"/>
                </a:cubicBezTo>
                <a:cubicBezTo>
                  <a:pt x="525407" y="47166"/>
                  <a:pt x="526429" y="50149"/>
                  <a:pt x="526429" y="54003"/>
                </a:cubicBezTo>
                <a:cubicBezTo>
                  <a:pt x="526429" y="58104"/>
                  <a:pt x="525438" y="61286"/>
                  <a:pt x="523456" y="63552"/>
                </a:cubicBezTo>
                <a:cubicBezTo>
                  <a:pt x="521475" y="65816"/>
                  <a:pt x="519081" y="66947"/>
                  <a:pt x="516277" y="66947"/>
                </a:cubicBezTo>
                <a:cubicBezTo>
                  <a:pt x="513045" y="66947"/>
                  <a:pt x="510240" y="65911"/>
                  <a:pt x="507863" y="63838"/>
                </a:cubicBezTo>
                <a:cubicBezTo>
                  <a:pt x="505485" y="61765"/>
                  <a:pt x="504082" y="60606"/>
                  <a:pt x="503655" y="60362"/>
                </a:cubicBezTo>
                <a:cubicBezTo>
                  <a:pt x="503046" y="59997"/>
                  <a:pt x="502345" y="59814"/>
                  <a:pt x="501552" y="59814"/>
                </a:cubicBezTo>
                <a:cubicBezTo>
                  <a:pt x="499784" y="59814"/>
                  <a:pt x="498107" y="60484"/>
                  <a:pt x="496522" y="61826"/>
                </a:cubicBezTo>
                <a:cubicBezTo>
                  <a:pt x="494022" y="63899"/>
                  <a:pt x="492132" y="66856"/>
                  <a:pt x="490851" y="70697"/>
                </a:cubicBezTo>
                <a:cubicBezTo>
                  <a:pt x="488900" y="76611"/>
                  <a:pt x="487925" y="83135"/>
                  <a:pt x="487925" y="90269"/>
                </a:cubicBezTo>
                <a:lnTo>
                  <a:pt x="487925" y="109933"/>
                </a:lnTo>
                <a:lnTo>
                  <a:pt x="488016" y="115054"/>
                </a:lnTo>
                <a:cubicBezTo>
                  <a:pt x="488016" y="118530"/>
                  <a:pt x="488229" y="120755"/>
                  <a:pt x="488656" y="121731"/>
                </a:cubicBezTo>
                <a:cubicBezTo>
                  <a:pt x="489388" y="123377"/>
                  <a:pt x="490470" y="124581"/>
                  <a:pt x="491903" y="125343"/>
                </a:cubicBezTo>
                <a:cubicBezTo>
                  <a:pt x="493336" y="126106"/>
                  <a:pt x="495760" y="126578"/>
                  <a:pt x="499174" y="126761"/>
                </a:cubicBezTo>
                <a:lnTo>
                  <a:pt x="499174" y="130053"/>
                </a:lnTo>
                <a:lnTo>
                  <a:pt x="452988" y="130053"/>
                </a:lnTo>
                <a:lnTo>
                  <a:pt x="452988" y="126761"/>
                </a:lnTo>
                <a:cubicBezTo>
                  <a:pt x="456707" y="126456"/>
                  <a:pt x="459222" y="125435"/>
                  <a:pt x="460533" y="123697"/>
                </a:cubicBezTo>
                <a:cubicBezTo>
                  <a:pt x="461844" y="121959"/>
                  <a:pt x="462499" y="117371"/>
                  <a:pt x="462499" y="109933"/>
                </a:cubicBezTo>
                <a:lnTo>
                  <a:pt x="462499" y="62557"/>
                </a:lnTo>
                <a:cubicBezTo>
                  <a:pt x="462499" y="57649"/>
                  <a:pt x="462255" y="54520"/>
                  <a:pt x="461768" y="53171"/>
                </a:cubicBezTo>
                <a:cubicBezTo>
                  <a:pt x="461158" y="51453"/>
                  <a:pt x="460274" y="50195"/>
                  <a:pt x="459115" y="49399"/>
                </a:cubicBezTo>
                <a:cubicBezTo>
                  <a:pt x="457957" y="48600"/>
                  <a:pt x="455914" y="48048"/>
                  <a:pt x="452988" y="47741"/>
                </a:cubicBezTo>
                <a:lnTo>
                  <a:pt x="452988" y="44449"/>
                </a:lnTo>
                <a:lnTo>
                  <a:pt x="487925" y="44449"/>
                </a:lnTo>
                <a:close/>
                <a:moveTo>
                  <a:pt x="556181" y="3292"/>
                </a:moveTo>
                <a:cubicBezTo>
                  <a:pt x="560144" y="3292"/>
                  <a:pt x="563497" y="4684"/>
                  <a:pt x="566241" y="7468"/>
                </a:cubicBezTo>
                <a:cubicBezTo>
                  <a:pt x="568985" y="10250"/>
                  <a:pt x="570357" y="13599"/>
                  <a:pt x="570357" y="17514"/>
                </a:cubicBezTo>
                <a:cubicBezTo>
                  <a:pt x="570357" y="21430"/>
                  <a:pt x="568970" y="24764"/>
                  <a:pt x="566195" y="27517"/>
                </a:cubicBezTo>
                <a:cubicBezTo>
                  <a:pt x="563421" y="30269"/>
                  <a:pt x="560083" y="31645"/>
                  <a:pt x="556181" y="31645"/>
                </a:cubicBezTo>
                <a:cubicBezTo>
                  <a:pt x="552279" y="31645"/>
                  <a:pt x="548956" y="30269"/>
                  <a:pt x="546212" y="27517"/>
                </a:cubicBezTo>
                <a:cubicBezTo>
                  <a:pt x="543468" y="24764"/>
                  <a:pt x="542096" y="21430"/>
                  <a:pt x="542096" y="17514"/>
                </a:cubicBezTo>
                <a:cubicBezTo>
                  <a:pt x="542096" y="13599"/>
                  <a:pt x="543468" y="10250"/>
                  <a:pt x="546212" y="7468"/>
                </a:cubicBezTo>
                <a:cubicBezTo>
                  <a:pt x="548956" y="4684"/>
                  <a:pt x="552279" y="3292"/>
                  <a:pt x="556181" y="3292"/>
                </a:cubicBezTo>
                <a:moveTo>
                  <a:pt x="568985" y="44449"/>
                </a:moveTo>
                <a:lnTo>
                  <a:pt x="568985" y="112311"/>
                </a:lnTo>
                <a:cubicBezTo>
                  <a:pt x="568985" y="118347"/>
                  <a:pt x="569686" y="122203"/>
                  <a:pt x="571088" y="123880"/>
                </a:cubicBezTo>
                <a:cubicBezTo>
                  <a:pt x="572491" y="125557"/>
                  <a:pt x="575235" y="126517"/>
                  <a:pt x="579320" y="126761"/>
                </a:cubicBezTo>
                <a:lnTo>
                  <a:pt x="579320" y="130053"/>
                </a:lnTo>
                <a:lnTo>
                  <a:pt x="533133" y="130053"/>
                </a:lnTo>
                <a:lnTo>
                  <a:pt x="533133" y="126761"/>
                </a:lnTo>
                <a:cubicBezTo>
                  <a:pt x="536914" y="126639"/>
                  <a:pt x="539718" y="125542"/>
                  <a:pt x="541547" y="123468"/>
                </a:cubicBezTo>
                <a:cubicBezTo>
                  <a:pt x="542767" y="122066"/>
                  <a:pt x="543377" y="118347"/>
                  <a:pt x="543377" y="112311"/>
                </a:cubicBezTo>
                <a:lnTo>
                  <a:pt x="543377" y="62374"/>
                </a:lnTo>
                <a:cubicBezTo>
                  <a:pt x="543377" y="56262"/>
                  <a:pt x="542675" y="52357"/>
                  <a:pt x="541273" y="50659"/>
                </a:cubicBezTo>
                <a:cubicBezTo>
                  <a:pt x="539871" y="48962"/>
                  <a:pt x="537157" y="47989"/>
                  <a:pt x="533133" y="47741"/>
                </a:cubicBezTo>
                <a:lnTo>
                  <a:pt x="533133" y="44449"/>
                </a:lnTo>
                <a:lnTo>
                  <a:pt x="568985" y="44449"/>
                </a:lnTo>
                <a:close/>
                <a:moveTo>
                  <a:pt x="660109" y="84141"/>
                </a:moveTo>
                <a:lnTo>
                  <a:pt x="613191" y="84141"/>
                </a:lnTo>
                <a:cubicBezTo>
                  <a:pt x="613740" y="95513"/>
                  <a:pt x="616758" y="104499"/>
                  <a:pt x="622245" y="111102"/>
                </a:cubicBezTo>
                <a:cubicBezTo>
                  <a:pt x="626452" y="116176"/>
                  <a:pt x="631513" y="118713"/>
                  <a:pt x="637427" y="118713"/>
                </a:cubicBezTo>
                <a:cubicBezTo>
                  <a:pt x="641086" y="118713"/>
                  <a:pt x="644409" y="117691"/>
                  <a:pt x="647396" y="115649"/>
                </a:cubicBezTo>
                <a:cubicBezTo>
                  <a:pt x="650384" y="113606"/>
                  <a:pt x="653585" y="109933"/>
                  <a:pt x="656999" y="104628"/>
                </a:cubicBezTo>
                <a:lnTo>
                  <a:pt x="660109" y="106640"/>
                </a:lnTo>
                <a:cubicBezTo>
                  <a:pt x="655475" y="116091"/>
                  <a:pt x="650353" y="122783"/>
                  <a:pt x="644744" y="126715"/>
                </a:cubicBezTo>
                <a:cubicBezTo>
                  <a:pt x="639135" y="130648"/>
                  <a:pt x="632641" y="132614"/>
                  <a:pt x="625263" y="132614"/>
                </a:cubicBezTo>
                <a:cubicBezTo>
                  <a:pt x="612581" y="132614"/>
                  <a:pt x="602978" y="127732"/>
                  <a:pt x="596454" y="117967"/>
                </a:cubicBezTo>
                <a:cubicBezTo>
                  <a:pt x="591210" y="110094"/>
                  <a:pt x="588589" y="100329"/>
                  <a:pt x="588589" y="88672"/>
                </a:cubicBezTo>
                <a:cubicBezTo>
                  <a:pt x="588589" y="74389"/>
                  <a:pt x="592445" y="63021"/>
                  <a:pt x="600158" y="54569"/>
                </a:cubicBezTo>
                <a:cubicBezTo>
                  <a:pt x="607871" y="46115"/>
                  <a:pt x="616910" y="41888"/>
                  <a:pt x="627275" y="41888"/>
                </a:cubicBezTo>
                <a:cubicBezTo>
                  <a:pt x="635933" y="41888"/>
                  <a:pt x="643448" y="45439"/>
                  <a:pt x="649820" y="52543"/>
                </a:cubicBezTo>
                <a:cubicBezTo>
                  <a:pt x="656191" y="59646"/>
                  <a:pt x="659621" y="70179"/>
                  <a:pt x="660109" y="84141"/>
                </a:cubicBezTo>
                <a:moveTo>
                  <a:pt x="637610" y="78105"/>
                </a:moveTo>
                <a:cubicBezTo>
                  <a:pt x="637610" y="68289"/>
                  <a:pt x="637077" y="61551"/>
                  <a:pt x="636010" y="57893"/>
                </a:cubicBezTo>
                <a:cubicBezTo>
                  <a:pt x="634943" y="54235"/>
                  <a:pt x="633281" y="51460"/>
                  <a:pt x="631025" y="49570"/>
                </a:cubicBezTo>
                <a:cubicBezTo>
                  <a:pt x="629745" y="48473"/>
                  <a:pt x="628038" y="47924"/>
                  <a:pt x="625904" y="47924"/>
                </a:cubicBezTo>
                <a:cubicBezTo>
                  <a:pt x="622733" y="47924"/>
                  <a:pt x="620142" y="49479"/>
                  <a:pt x="618130" y="52588"/>
                </a:cubicBezTo>
                <a:cubicBezTo>
                  <a:pt x="614532" y="58015"/>
                  <a:pt x="612734" y="65454"/>
                  <a:pt x="612734" y="74904"/>
                </a:cubicBezTo>
                <a:lnTo>
                  <a:pt x="612734" y="78105"/>
                </a:lnTo>
                <a:lnTo>
                  <a:pt x="637610" y="78105"/>
                </a:lnTo>
                <a:close/>
                <a:moveTo>
                  <a:pt x="709434" y="132614"/>
                </a:moveTo>
                <a:lnTo>
                  <a:pt x="680624" y="66267"/>
                </a:lnTo>
                <a:cubicBezTo>
                  <a:pt x="677149" y="58217"/>
                  <a:pt x="674436" y="53117"/>
                  <a:pt x="672484" y="50968"/>
                </a:cubicBezTo>
                <a:cubicBezTo>
                  <a:pt x="671082" y="49369"/>
                  <a:pt x="669009" y="48294"/>
                  <a:pt x="666265" y="47741"/>
                </a:cubicBezTo>
                <a:lnTo>
                  <a:pt x="666265" y="44449"/>
                </a:lnTo>
                <a:lnTo>
                  <a:pt x="711720" y="44449"/>
                </a:lnTo>
                <a:lnTo>
                  <a:pt x="711720" y="47741"/>
                </a:lnTo>
                <a:cubicBezTo>
                  <a:pt x="708854" y="47741"/>
                  <a:pt x="706903" y="48262"/>
                  <a:pt x="705867" y="49305"/>
                </a:cubicBezTo>
                <a:cubicBezTo>
                  <a:pt x="704403" y="50655"/>
                  <a:pt x="703672" y="52250"/>
                  <a:pt x="703672" y="54089"/>
                </a:cubicBezTo>
                <a:cubicBezTo>
                  <a:pt x="703672" y="56358"/>
                  <a:pt x="705013" y="60622"/>
                  <a:pt x="707696" y="66879"/>
                </a:cubicBezTo>
                <a:lnTo>
                  <a:pt x="721780" y="99015"/>
                </a:lnTo>
                <a:lnTo>
                  <a:pt x="733030" y="71274"/>
                </a:lnTo>
                <a:cubicBezTo>
                  <a:pt x="736261" y="63308"/>
                  <a:pt x="737877" y="57670"/>
                  <a:pt x="737877" y="54360"/>
                </a:cubicBezTo>
                <a:cubicBezTo>
                  <a:pt x="737877" y="52461"/>
                  <a:pt x="737191" y="50914"/>
                  <a:pt x="735819" y="49719"/>
                </a:cubicBezTo>
                <a:cubicBezTo>
                  <a:pt x="734447" y="48522"/>
                  <a:pt x="732024" y="47863"/>
                  <a:pt x="728548" y="47741"/>
                </a:cubicBezTo>
                <a:lnTo>
                  <a:pt x="728548" y="44449"/>
                </a:lnTo>
                <a:lnTo>
                  <a:pt x="756534" y="44449"/>
                </a:lnTo>
                <a:lnTo>
                  <a:pt x="756534" y="47741"/>
                </a:lnTo>
                <a:cubicBezTo>
                  <a:pt x="753852" y="48109"/>
                  <a:pt x="751657" y="49120"/>
                  <a:pt x="749949" y="50774"/>
                </a:cubicBezTo>
                <a:cubicBezTo>
                  <a:pt x="748242" y="52427"/>
                  <a:pt x="745681" y="57297"/>
                  <a:pt x="742267" y="65381"/>
                </a:cubicBezTo>
                <a:lnTo>
                  <a:pt x="713732" y="132614"/>
                </a:lnTo>
                <a:lnTo>
                  <a:pt x="709434" y="132614"/>
                </a:lnTo>
                <a:close/>
                <a:moveTo>
                  <a:pt x="836926" y="84141"/>
                </a:moveTo>
                <a:lnTo>
                  <a:pt x="790008" y="84141"/>
                </a:lnTo>
                <a:cubicBezTo>
                  <a:pt x="790557" y="95513"/>
                  <a:pt x="793575" y="104499"/>
                  <a:pt x="799062" y="111102"/>
                </a:cubicBezTo>
                <a:cubicBezTo>
                  <a:pt x="803270" y="116176"/>
                  <a:pt x="808330" y="118713"/>
                  <a:pt x="814245" y="118713"/>
                </a:cubicBezTo>
                <a:cubicBezTo>
                  <a:pt x="817903" y="118713"/>
                  <a:pt x="821226" y="117691"/>
                  <a:pt x="824213" y="115649"/>
                </a:cubicBezTo>
                <a:cubicBezTo>
                  <a:pt x="827201" y="113606"/>
                  <a:pt x="830402" y="109933"/>
                  <a:pt x="833817" y="104628"/>
                </a:cubicBezTo>
                <a:lnTo>
                  <a:pt x="836926" y="106640"/>
                </a:lnTo>
                <a:cubicBezTo>
                  <a:pt x="832292" y="116091"/>
                  <a:pt x="827171" y="122783"/>
                  <a:pt x="821561" y="126715"/>
                </a:cubicBezTo>
                <a:cubicBezTo>
                  <a:pt x="815952" y="130648"/>
                  <a:pt x="809458" y="132614"/>
                  <a:pt x="802081" y="132614"/>
                </a:cubicBezTo>
                <a:cubicBezTo>
                  <a:pt x="789398" y="132614"/>
                  <a:pt x="779795" y="127732"/>
                  <a:pt x="773271" y="117967"/>
                </a:cubicBezTo>
                <a:cubicBezTo>
                  <a:pt x="768028" y="110094"/>
                  <a:pt x="765406" y="100329"/>
                  <a:pt x="765406" y="88672"/>
                </a:cubicBezTo>
                <a:cubicBezTo>
                  <a:pt x="765406" y="74389"/>
                  <a:pt x="769262" y="63021"/>
                  <a:pt x="776975" y="54569"/>
                </a:cubicBezTo>
                <a:cubicBezTo>
                  <a:pt x="784688" y="46115"/>
                  <a:pt x="793727" y="41888"/>
                  <a:pt x="804093" y="41888"/>
                </a:cubicBezTo>
                <a:cubicBezTo>
                  <a:pt x="812751" y="41888"/>
                  <a:pt x="820266" y="45439"/>
                  <a:pt x="826637" y="52543"/>
                </a:cubicBezTo>
                <a:cubicBezTo>
                  <a:pt x="833009" y="59646"/>
                  <a:pt x="836438" y="70179"/>
                  <a:pt x="836926" y="84141"/>
                </a:cubicBezTo>
                <a:moveTo>
                  <a:pt x="814427" y="78105"/>
                </a:moveTo>
                <a:cubicBezTo>
                  <a:pt x="814427" y="68289"/>
                  <a:pt x="813894" y="61551"/>
                  <a:pt x="812827" y="57893"/>
                </a:cubicBezTo>
                <a:cubicBezTo>
                  <a:pt x="811760" y="54235"/>
                  <a:pt x="810098" y="51460"/>
                  <a:pt x="807842" y="49570"/>
                </a:cubicBezTo>
                <a:cubicBezTo>
                  <a:pt x="806562" y="48473"/>
                  <a:pt x="804855" y="47924"/>
                  <a:pt x="802721" y="47924"/>
                </a:cubicBezTo>
                <a:cubicBezTo>
                  <a:pt x="799550" y="47924"/>
                  <a:pt x="796959" y="49479"/>
                  <a:pt x="794947" y="52588"/>
                </a:cubicBezTo>
                <a:cubicBezTo>
                  <a:pt x="791350" y="58015"/>
                  <a:pt x="789551" y="65454"/>
                  <a:pt x="789551" y="74904"/>
                </a:cubicBezTo>
                <a:lnTo>
                  <a:pt x="789551" y="78105"/>
                </a:lnTo>
                <a:lnTo>
                  <a:pt x="814427" y="78105"/>
                </a:lnTo>
                <a:close/>
                <a:moveTo>
                  <a:pt x="917051" y="60820"/>
                </a:moveTo>
                <a:cubicBezTo>
                  <a:pt x="925160" y="49540"/>
                  <a:pt x="933909" y="43900"/>
                  <a:pt x="943299" y="43900"/>
                </a:cubicBezTo>
                <a:cubicBezTo>
                  <a:pt x="951896" y="43900"/>
                  <a:pt x="959396" y="47570"/>
                  <a:pt x="965798" y="54909"/>
                </a:cubicBezTo>
                <a:cubicBezTo>
                  <a:pt x="972200" y="62249"/>
                  <a:pt x="975401" y="72283"/>
                  <a:pt x="975401" y="85013"/>
                </a:cubicBezTo>
                <a:cubicBezTo>
                  <a:pt x="975401" y="99875"/>
                  <a:pt x="970462" y="111844"/>
                  <a:pt x="960585" y="120919"/>
                </a:cubicBezTo>
                <a:cubicBezTo>
                  <a:pt x="952110" y="128716"/>
                  <a:pt x="942659" y="132614"/>
                  <a:pt x="932233" y="132614"/>
                </a:cubicBezTo>
                <a:cubicBezTo>
                  <a:pt x="927355" y="132614"/>
                  <a:pt x="922401" y="131730"/>
                  <a:pt x="917371" y="129962"/>
                </a:cubicBezTo>
                <a:cubicBezTo>
                  <a:pt x="912340" y="128194"/>
                  <a:pt x="907204" y="125542"/>
                  <a:pt x="901960" y="122005"/>
                </a:cubicBezTo>
                <a:lnTo>
                  <a:pt x="901960" y="35211"/>
                </a:lnTo>
                <a:cubicBezTo>
                  <a:pt x="901960" y="25700"/>
                  <a:pt x="901731" y="19846"/>
                  <a:pt x="901274" y="17651"/>
                </a:cubicBezTo>
                <a:cubicBezTo>
                  <a:pt x="900817" y="15456"/>
                  <a:pt x="900100" y="13963"/>
                  <a:pt x="899125" y="13170"/>
                </a:cubicBezTo>
                <a:cubicBezTo>
                  <a:pt x="898149" y="12377"/>
                  <a:pt x="896930" y="11981"/>
                  <a:pt x="895466" y="11981"/>
                </a:cubicBezTo>
                <a:cubicBezTo>
                  <a:pt x="893759" y="11981"/>
                  <a:pt x="891625" y="12469"/>
                  <a:pt x="889064" y="13444"/>
                </a:cubicBezTo>
                <a:lnTo>
                  <a:pt x="887784" y="10243"/>
                </a:lnTo>
                <a:lnTo>
                  <a:pt x="912935" y="0"/>
                </a:lnTo>
                <a:lnTo>
                  <a:pt x="917051" y="0"/>
                </a:lnTo>
                <a:lnTo>
                  <a:pt x="917051" y="60820"/>
                </a:lnTo>
                <a:moveTo>
                  <a:pt x="917051" y="66647"/>
                </a:moveTo>
                <a:lnTo>
                  <a:pt x="917051" y="116635"/>
                </a:lnTo>
                <a:cubicBezTo>
                  <a:pt x="920160" y="119674"/>
                  <a:pt x="923376" y="121969"/>
                  <a:pt x="926699" y="123520"/>
                </a:cubicBezTo>
                <a:cubicBezTo>
                  <a:pt x="930022" y="125071"/>
                  <a:pt x="933422" y="125846"/>
                  <a:pt x="936897" y="125846"/>
                </a:cubicBezTo>
                <a:cubicBezTo>
                  <a:pt x="942445" y="125846"/>
                  <a:pt x="947613" y="122806"/>
                  <a:pt x="952399" y="116726"/>
                </a:cubicBezTo>
                <a:cubicBezTo>
                  <a:pt x="957185" y="110644"/>
                  <a:pt x="959579" y="101796"/>
                  <a:pt x="959579" y="90181"/>
                </a:cubicBezTo>
                <a:cubicBezTo>
                  <a:pt x="959579" y="79478"/>
                  <a:pt x="957185" y="71254"/>
                  <a:pt x="952399" y="65507"/>
                </a:cubicBezTo>
                <a:cubicBezTo>
                  <a:pt x="947613" y="59760"/>
                  <a:pt x="942171" y="56887"/>
                  <a:pt x="936074" y="56887"/>
                </a:cubicBezTo>
                <a:cubicBezTo>
                  <a:pt x="932842" y="56887"/>
                  <a:pt x="929611" y="57708"/>
                  <a:pt x="926379" y="59351"/>
                </a:cubicBezTo>
                <a:cubicBezTo>
                  <a:pt x="923940" y="60566"/>
                  <a:pt x="920831" y="62998"/>
                  <a:pt x="917051" y="66647"/>
                </a:cubicBezTo>
                <a:close/>
                <a:moveTo>
                  <a:pt x="1035214" y="117981"/>
                </a:moveTo>
                <a:cubicBezTo>
                  <a:pt x="1026617" y="124627"/>
                  <a:pt x="1021221" y="128468"/>
                  <a:pt x="1019026" y="129505"/>
                </a:cubicBezTo>
                <a:cubicBezTo>
                  <a:pt x="1015734" y="131090"/>
                  <a:pt x="1012228" y="131883"/>
                  <a:pt x="1008508" y="131883"/>
                </a:cubicBezTo>
                <a:cubicBezTo>
                  <a:pt x="1002716" y="131883"/>
                  <a:pt x="997945" y="129901"/>
                  <a:pt x="994195" y="125938"/>
                </a:cubicBezTo>
                <a:cubicBezTo>
                  <a:pt x="990445" y="121975"/>
                  <a:pt x="988571" y="116762"/>
                  <a:pt x="988571" y="110299"/>
                </a:cubicBezTo>
                <a:cubicBezTo>
                  <a:pt x="988571" y="106213"/>
                  <a:pt x="989485" y="102677"/>
                  <a:pt x="991314" y="99689"/>
                </a:cubicBezTo>
                <a:cubicBezTo>
                  <a:pt x="993814" y="95543"/>
                  <a:pt x="998158" y="91641"/>
                  <a:pt x="1004347" y="87983"/>
                </a:cubicBezTo>
                <a:cubicBezTo>
                  <a:pt x="1010536" y="84324"/>
                  <a:pt x="1020825" y="79873"/>
                  <a:pt x="1035214" y="74630"/>
                </a:cubicBezTo>
                <a:lnTo>
                  <a:pt x="1035214" y="71337"/>
                </a:lnTo>
                <a:cubicBezTo>
                  <a:pt x="1035214" y="62984"/>
                  <a:pt x="1033888" y="57253"/>
                  <a:pt x="1031236" y="54143"/>
                </a:cubicBezTo>
                <a:cubicBezTo>
                  <a:pt x="1028583" y="51034"/>
                  <a:pt x="1024727" y="49479"/>
                  <a:pt x="1019666" y="49479"/>
                </a:cubicBezTo>
                <a:cubicBezTo>
                  <a:pt x="1015825" y="49479"/>
                  <a:pt x="1012776" y="50512"/>
                  <a:pt x="1010520" y="52577"/>
                </a:cubicBezTo>
                <a:cubicBezTo>
                  <a:pt x="1008204" y="54642"/>
                  <a:pt x="1007045" y="57012"/>
                  <a:pt x="1007045" y="59685"/>
                </a:cubicBezTo>
                <a:lnTo>
                  <a:pt x="1007228" y="64970"/>
                </a:lnTo>
                <a:cubicBezTo>
                  <a:pt x="1007228" y="67763"/>
                  <a:pt x="1006512" y="69919"/>
                  <a:pt x="1005079" y="71437"/>
                </a:cubicBezTo>
                <a:cubicBezTo>
                  <a:pt x="1003646" y="72956"/>
                  <a:pt x="1001771" y="73715"/>
                  <a:pt x="999454" y="73715"/>
                </a:cubicBezTo>
                <a:cubicBezTo>
                  <a:pt x="997198" y="73715"/>
                  <a:pt x="995354" y="72925"/>
                  <a:pt x="993921" y="71346"/>
                </a:cubicBezTo>
                <a:cubicBezTo>
                  <a:pt x="992488" y="69764"/>
                  <a:pt x="991772" y="67606"/>
                  <a:pt x="991772" y="64870"/>
                </a:cubicBezTo>
                <a:cubicBezTo>
                  <a:pt x="991772" y="59643"/>
                  <a:pt x="994454" y="54842"/>
                  <a:pt x="999820" y="50465"/>
                </a:cubicBezTo>
                <a:cubicBezTo>
                  <a:pt x="1005185" y="46088"/>
                  <a:pt x="1012715" y="43900"/>
                  <a:pt x="1022410" y="43900"/>
                </a:cubicBezTo>
                <a:cubicBezTo>
                  <a:pt x="1029849" y="43900"/>
                  <a:pt x="1035946" y="45148"/>
                  <a:pt x="1040702" y="47644"/>
                </a:cubicBezTo>
                <a:cubicBezTo>
                  <a:pt x="1044299" y="49532"/>
                  <a:pt x="1046951" y="52486"/>
                  <a:pt x="1048659" y="56507"/>
                </a:cubicBezTo>
                <a:cubicBezTo>
                  <a:pt x="1049756" y="59125"/>
                  <a:pt x="1050305" y="64484"/>
                  <a:pt x="1050305" y="72583"/>
                </a:cubicBezTo>
                <a:lnTo>
                  <a:pt x="1050305" y="100993"/>
                </a:lnTo>
                <a:cubicBezTo>
                  <a:pt x="1050305" y="108970"/>
                  <a:pt x="1050457" y="113858"/>
                  <a:pt x="1050762" y="115655"/>
                </a:cubicBezTo>
                <a:cubicBezTo>
                  <a:pt x="1051067" y="117451"/>
                  <a:pt x="1051570" y="118655"/>
                  <a:pt x="1052271" y="119264"/>
                </a:cubicBezTo>
                <a:cubicBezTo>
                  <a:pt x="1052972" y="119872"/>
                  <a:pt x="1053780" y="120176"/>
                  <a:pt x="1054695" y="120176"/>
                </a:cubicBezTo>
                <a:cubicBezTo>
                  <a:pt x="1055670" y="120176"/>
                  <a:pt x="1056524" y="119963"/>
                  <a:pt x="1057256" y="119536"/>
                </a:cubicBezTo>
                <a:cubicBezTo>
                  <a:pt x="1058536" y="118743"/>
                  <a:pt x="1061005" y="116518"/>
                  <a:pt x="1064664" y="112859"/>
                </a:cubicBezTo>
                <a:lnTo>
                  <a:pt x="1064664" y="117981"/>
                </a:lnTo>
                <a:cubicBezTo>
                  <a:pt x="1057835" y="127127"/>
                  <a:pt x="1051311" y="131700"/>
                  <a:pt x="1045092" y="131700"/>
                </a:cubicBezTo>
                <a:cubicBezTo>
                  <a:pt x="1042104" y="131700"/>
                  <a:pt x="1039726" y="130663"/>
                  <a:pt x="1037958" y="128590"/>
                </a:cubicBezTo>
                <a:cubicBezTo>
                  <a:pt x="1036190" y="126517"/>
                  <a:pt x="1035275" y="122981"/>
                  <a:pt x="1035214" y="117981"/>
                </a:cubicBezTo>
                <a:moveTo>
                  <a:pt x="1035214" y="111985"/>
                </a:moveTo>
                <a:lnTo>
                  <a:pt x="1035214" y="80209"/>
                </a:lnTo>
                <a:cubicBezTo>
                  <a:pt x="1026007" y="83850"/>
                  <a:pt x="1020063" y="86430"/>
                  <a:pt x="1017380" y="87948"/>
                </a:cubicBezTo>
                <a:cubicBezTo>
                  <a:pt x="1012563" y="90620"/>
                  <a:pt x="1009118" y="93412"/>
                  <a:pt x="1007045" y="96325"/>
                </a:cubicBezTo>
                <a:cubicBezTo>
                  <a:pt x="1004972" y="99239"/>
                  <a:pt x="1003935" y="102425"/>
                  <a:pt x="1003935" y="105886"/>
                </a:cubicBezTo>
                <a:cubicBezTo>
                  <a:pt x="1003935" y="110257"/>
                  <a:pt x="1005246" y="113883"/>
                  <a:pt x="1007868" y="116766"/>
                </a:cubicBezTo>
                <a:cubicBezTo>
                  <a:pt x="1010490" y="119649"/>
                  <a:pt x="1013508" y="121091"/>
                  <a:pt x="1016923" y="121091"/>
                </a:cubicBezTo>
                <a:cubicBezTo>
                  <a:pt x="1021556" y="121091"/>
                  <a:pt x="1027654" y="118055"/>
                  <a:pt x="1035214" y="111985"/>
                </a:cubicBezTo>
                <a:close/>
                <a:moveTo>
                  <a:pt x="1125055" y="43900"/>
                </a:moveTo>
                <a:lnTo>
                  <a:pt x="1125055" y="72252"/>
                </a:lnTo>
                <a:lnTo>
                  <a:pt x="1122037" y="72252"/>
                </a:lnTo>
                <a:cubicBezTo>
                  <a:pt x="1119720" y="63360"/>
                  <a:pt x="1116748" y="57311"/>
                  <a:pt x="1113120" y="54106"/>
                </a:cubicBezTo>
                <a:cubicBezTo>
                  <a:pt x="1109492" y="50899"/>
                  <a:pt x="1104873" y="49296"/>
                  <a:pt x="1099264" y="49296"/>
                </a:cubicBezTo>
                <a:cubicBezTo>
                  <a:pt x="1094996" y="49296"/>
                  <a:pt x="1091551" y="50423"/>
                  <a:pt x="1088929" y="52677"/>
                </a:cubicBezTo>
                <a:cubicBezTo>
                  <a:pt x="1086307" y="54929"/>
                  <a:pt x="1084996" y="57426"/>
                  <a:pt x="1084996" y="60168"/>
                </a:cubicBezTo>
                <a:cubicBezTo>
                  <a:pt x="1084996" y="63579"/>
                  <a:pt x="1085972" y="66502"/>
                  <a:pt x="1087923" y="68937"/>
                </a:cubicBezTo>
                <a:cubicBezTo>
                  <a:pt x="1089813" y="71435"/>
                  <a:pt x="1093654" y="74084"/>
                  <a:pt x="1099447" y="76885"/>
                </a:cubicBezTo>
                <a:lnTo>
                  <a:pt x="1112800" y="83373"/>
                </a:lnTo>
                <a:cubicBezTo>
                  <a:pt x="1125177" y="89401"/>
                  <a:pt x="1131366" y="97350"/>
                  <a:pt x="1131366" y="107218"/>
                </a:cubicBezTo>
                <a:cubicBezTo>
                  <a:pt x="1131366" y="114830"/>
                  <a:pt x="1128485" y="120966"/>
                  <a:pt x="1122723" y="125626"/>
                </a:cubicBezTo>
                <a:cubicBezTo>
                  <a:pt x="1116961" y="130285"/>
                  <a:pt x="1110513" y="132614"/>
                  <a:pt x="1103379" y="132614"/>
                </a:cubicBezTo>
                <a:cubicBezTo>
                  <a:pt x="1098258" y="132614"/>
                  <a:pt x="1092404" y="131700"/>
                  <a:pt x="1085819" y="129871"/>
                </a:cubicBezTo>
                <a:cubicBezTo>
                  <a:pt x="1083807" y="129261"/>
                  <a:pt x="1082161" y="128956"/>
                  <a:pt x="1080881" y="128956"/>
                </a:cubicBezTo>
                <a:cubicBezTo>
                  <a:pt x="1079478" y="128956"/>
                  <a:pt x="1078381" y="129749"/>
                  <a:pt x="1077588" y="131334"/>
                </a:cubicBezTo>
                <a:lnTo>
                  <a:pt x="1074570" y="131334"/>
                </a:lnTo>
                <a:lnTo>
                  <a:pt x="1074570" y="101336"/>
                </a:lnTo>
                <a:lnTo>
                  <a:pt x="1077588" y="101336"/>
                </a:lnTo>
                <a:cubicBezTo>
                  <a:pt x="1079295" y="109902"/>
                  <a:pt x="1082557" y="116358"/>
                  <a:pt x="1087374" y="120702"/>
                </a:cubicBezTo>
                <a:cubicBezTo>
                  <a:pt x="1092191" y="125046"/>
                  <a:pt x="1097587" y="127218"/>
                  <a:pt x="1103562" y="127218"/>
                </a:cubicBezTo>
                <a:cubicBezTo>
                  <a:pt x="1107769" y="127218"/>
                  <a:pt x="1111199" y="125985"/>
                  <a:pt x="1113851" y="123520"/>
                </a:cubicBezTo>
                <a:cubicBezTo>
                  <a:pt x="1116504" y="121052"/>
                  <a:pt x="1117830" y="118083"/>
                  <a:pt x="1117830" y="114611"/>
                </a:cubicBezTo>
                <a:cubicBezTo>
                  <a:pt x="1117830" y="110408"/>
                  <a:pt x="1116351" y="106876"/>
                  <a:pt x="1113394" y="104014"/>
                </a:cubicBezTo>
                <a:cubicBezTo>
                  <a:pt x="1110437" y="101152"/>
                  <a:pt x="1104538" y="97529"/>
                  <a:pt x="1095697" y="93144"/>
                </a:cubicBezTo>
                <a:cubicBezTo>
                  <a:pt x="1086856" y="88758"/>
                  <a:pt x="1081064" y="84799"/>
                  <a:pt x="1078320" y="81266"/>
                </a:cubicBezTo>
                <a:cubicBezTo>
                  <a:pt x="1075576" y="77795"/>
                  <a:pt x="1074204" y="73409"/>
                  <a:pt x="1074204" y="68111"/>
                </a:cubicBezTo>
                <a:cubicBezTo>
                  <a:pt x="1074204" y="61228"/>
                  <a:pt x="1076567" y="55473"/>
                  <a:pt x="1081292" y="50845"/>
                </a:cubicBezTo>
                <a:cubicBezTo>
                  <a:pt x="1086018" y="46215"/>
                  <a:pt x="1092130" y="43900"/>
                  <a:pt x="1099630" y="43900"/>
                </a:cubicBezTo>
                <a:cubicBezTo>
                  <a:pt x="1102922" y="43900"/>
                  <a:pt x="1106916" y="44601"/>
                  <a:pt x="1111611" y="46003"/>
                </a:cubicBezTo>
                <a:cubicBezTo>
                  <a:pt x="1114720" y="46918"/>
                  <a:pt x="1116793" y="47375"/>
                  <a:pt x="1117830" y="47375"/>
                </a:cubicBezTo>
                <a:cubicBezTo>
                  <a:pt x="1118805" y="47375"/>
                  <a:pt x="1119568" y="47162"/>
                  <a:pt x="1120116" y="46735"/>
                </a:cubicBezTo>
                <a:cubicBezTo>
                  <a:pt x="1120665" y="46308"/>
                  <a:pt x="1121305" y="45363"/>
                  <a:pt x="1122037" y="43900"/>
                </a:cubicBezTo>
                <a:lnTo>
                  <a:pt x="1125055" y="43900"/>
                </a:lnTo>
                <a:close/>
                <a:moveTo>
                  <a:pt x="1157858" y="77922"/>
                </a:moveTo>
                <a:cubicBezTo>
                  <a:pt x="1157797" y="90332"/>
                  <a:pt x="1160815" y="100066"/>
                  <a:pt x="1166913" y="107123"/>
                </a:cubicBezTo>
                <a:cubicBezTo>
                  <a:pt x="1173010" y="114179"/>
                  <a:pt x="1180174" y="117707"/>
                  <a:pt x="1188405" y="117707"/>
                </a:cubicBezTo>
                <a:cubicBezTo>
                  <a:pt x="1193893" y="117707"/>
                  <a:pt x="1198664" y="116198"/>
                  <a:pt x="1202719" y="113179"/>
                </a:cubicBezTo>
                <a:cubicBezTo>
                  <a:pt x="1206773" y="110161"/>
                  <a:pt x="1210172" y="104994"/>
                  <a:pt x="1212916" y="97677"/>
                </a:cubicBezTo>
                <a:lnTo>
                  <a:pt x="1215751" y="99506"/>
                </a:lnTo>
                <a:cubicBezTo>
                  <a:pt x="1214471" y="107860"/>
                  <a:pt x="1210752" y="115466"/>
                  <a:pt x="1204593" y="122325"/>
                </a:cubicBezTo>
                <a:cubicBezTo>
                  <a:pt x="1198435" y="129185"/>
                  <a:pt x="1190722" y="132614"/>
                  <a:pt x="1181455" y="132614"/>
                </a:cubicBezTo>
                <a:cubicBezTo>
                  <a:pt x="1171394" y="132614"/>
                  <a:pt x="1162782" y="128705"/>
                  <a:pt x="1155618" y="120888"/>
                </a:cubicBezTo>
                <a:cubicBezTo>
                  <a:pt x="1148453" y="113068"/>
                  <a:pt x="1144871" y="102556"/>
                  <a:pt x="1144871" y="89352"/>
                </a:cubicBezTo>
                <a:cubicBezTo>
                  <a:pt x="1144871" y="75054"/>
                  <a:pt x="1148545" y="63904"/>
                  <a:pt x="1155892" y="55904"/>
                </a:cubicBezTo>
                <a:cubicBezTo>
                  <a:pt x="1163239" y="47901"/>
                  <a:pt x="1172461" y="43900"/>
                  <a:pt x="1183558" y="43900"/>
                </a:cubicBezTo>
                <a:cubicBezTo>
                  <a:pt x="1192948" y="43900"/>
                  <a:pt x="1200661" y="46987"/>
                  <a:pt x="1206697" y="53160"/>
                </a:cubicBezTo>
                <a:cubicBezTo>
                  <a:pt x="1212733" y="59332"/>
                  <a:pt x="1215751" y="67586"/>
                  <a:pt x="1215751" y="77922"/>
                </a:cubicBezTo>
                <a:lnTo>
                  <a:pt x="1157858" y="77922"/>
                </a:lnTo>
                <a:moveTo>
                  <a:pt x="1157858" y="72618"/>
                </a:moveTo>
                <a:lnTo>
                  <a:pt x="1196637" y="72618"/>
                </a:lnTo>
                <a:cubicBezTo>
                  <a:pt x="1196332" y="67252"/>
                  <a:pt x="1195691" y="63472"/>
                  <a:pt x="1194716" y="61277"/>
                </a:cubicBezTo>
                <a:cubicBezTo>
                  <a:pt x="1193192" y="57863"/>
                  <a:pt x="1190920" y="55180"/>
                  <a:pt x="1187902" y="53229"/>
                </a:cubicBezTo>
                <a:cubicBezTo>
                  <a:pt x="1184884" y="51278"/>
                  <a:pt x="1181729" y="50302"/>
                  <a:pt x="1178436" y="50302"/>
                </a:cubicBezTo>
                <a:cubicBezTo>
                  <a:pt x="1173376" y="50302"/>
                  <a:pt x="1168849" y="52268"/>
                  <a:pt x="1164855" y="56201"/>
                </a:cubicBezTo>
                <a:cubicBezTo>
                  <a:pt x="1160861" y="60134"/>
                  <a:pt x="1158529" y="65606"/>
                  <a:pt x="1157858" y="72618"/>
                </a:cubicBezTo>
                <a:close/>
                <a:moveTo>
                  <a:pt x="1286111" y="120633"/>
                </a:moveTo>
                <a:cubicBezTo>
                  <a:pt x="1282026" y="124901"/>
                  <a:pt x="1278032" y="127965"/>
                  <a:pt x="1274130" y="129825"/>
                </a:cubicBezTo>
                <a:cubicBezTo>
                  <a:pt x="1270228" y="131684"/>
                  <a:pt x="1266021" y="132614"/>
                  <a:pt x="1261509" y="132614"/>
                </a:cubicBezTo>
                <a:cubicBezTo>
                  <a:pt x="1252363" y="132614"/>
                  <a:pt x="1244376" y="128797"/>
                  <a:pt x="1237547" y="121162"/>
                </a:cubicBezTo>
                <a:cubicBezTo>
                  <a:pt x="1230718" y="113525"/>
                  <a:pt x="1227303" y="103713"/>
                  <a:pt x="1227303" y="91724"/>
                </a:cubicBezTo>
                <a:cubicBezTo>
                  <a:pt x="1227303" y="79737"/>
                  <a:pt x="1231084" y="68770"/>
                  <a:pt x="1238644" y="58822"/>
                </a:cubicBezTo>
                <a:cubicBezTo>
                  <a:pt x="1246205" y="48874"/>
                  <a:pt x="1255930" y="43900"/>
                  <a:pt x="1267819" y="43900"/>
                </a:cubicBezTo>
                <a:cubicBezTo>
                  <a:pt x="1275197" y="43900"/>
                  <a:pt x="1281294" y="46247"/>
                  <a:pt x="1286111" y="50942"/>
                </a:cubicBezTo>
                <a:lnTo>
                  <a:pt x="1286111" y="35451"/>
                </a:lnTo>
                <a:cubicBezTo>
                  <a:pt x="1286111" y="25839"/>
                  <a:pt x="1285882" y="19930"/>
                  <a:pt x="1285425" y="17726"/>
                </a:cubicBezTo>
                <a:cubicBezTo>
                  <a:pt x="1284968" y="15521"/>
                  <a:pt x="1284251" y="14022"/>
                  <a:pt x="1283276" y="13227"/>
                </a:cubicBezTo>
                <a:cubicBezTo>
                  <a:pt x="1282300" y="12431"/>
                  <a:pt x="1281081" y="12032"/>
                  <a:pt x="1279617" y="12032"/>
                </a:cubicBezTo>
                <a:cubicBezTo>
                  <a:pt x="1278032" y="12032"/>
                  <a:pt x="1275929" y="12522"/>
                  <a:pt x="1273307" y="13502"/>
                </a:cubicBezTo>
                <a:lnTo>
                  <a:pt x="1272118" y="10286"/>
                </a:lnTo>
                <a:lnTo>
                  <a:pt x="1297086" y="0"/>
                </a:lnTo>
                <a:lnTo>
                  <a:pt x="1301202" y="0"/>
                </a:lnTo>
                <a:lnTo>
                  <a:pt x="1301202" y="96854"/>
                </a:lnTo>
                <a:cubicBezTo>
                  <a:pt x="1301202" y="106671"/>
                  <a:pt x="1301430" y="112661"/>
                  <a:pt x="1301888" y="114826"/>
                </a:cubicBezTo>
                <a:cubicBezTo>
                  <a:pt x="1302345" y="116990"/>
                  <a:pt x="1303076" y="118499"/>
                  <a:pt x="1304083" y="119353"/>
                </a:cubicBezTo>
                <a:cubicBezTo>
                  <a:pt x="1305089" y="120206"/>
                  <a:pt x="1306262" y="120633"/>
                  <a:pt x="1307604" y="120633"/>
                </a:cubicBezTo>
                <a:cubicBezTo>
                  <a:pt x="1309250" y="120633"/>
                  <a:pt x="1311445" y="120115"/>
                  <a:pt x="1314189" y="119078"/>
                </a:cubicBezTo>
                <a:lnTo>
                  <a:pt x="1315195" y="122280"/>
                </a:lnTo>
                <a:lnTo>
                  <a:pt x="1290318" y="132614"/>
                </a:lnTo>
                <a:lnTo>
                  <a:pt x="1286111" y="132614"/>
                </a:lnTo>
                <a:lnTo>
                  <a:pt x="1286111" y="120633"/>
                </a:lnTo>
                <a:moveTo>
                  <a:pt x="1286111" y="114251"/>
                </a:moveTo>
                <a:lnTo>
                  <a:pt x="1286111" y="71192"/>
                </a:lnTo>
                <a:cubicBezTo>
                  <a:pt x="1285745" y="67055"/>
                  <a:pt x="1284648" y="63284"/>
                  <a:pt x="1282819" y="59879"/>
                </a:cubicBezTo>
                <a:cubicBezTo>
                  <a:pt x="1280989" y="56473"/>
                  <a:pt x="1278566" y="53903"/>
                  <a:pt x="1275548" y="52171"/>
                </a:cubicBezTo>
                <a:cubicBezTo>
                  <a:pt x="1272529" y="50437"/>
                  <a:pt x="1269588" y="49570"/>
                  <a:pt x="1266722" y="49570"/>
                </a:cubicBezTo>
                <a:cubicBezTo>
                  <a:pt x="1261356" y="49570"/>
                  <a:pt x="1256570" y="51973"/>
                  <a:pt x="1252363" y="56778"/>
                </a:cubicBezTo>
                <a:cubicBezTo>
                  <a:pt x="1246814" y="63102"/>
                  <a:pt x="1244040" y="72346"/>
                  <a:pt x="1244040" y="84510"/>
                </a:cubicBezTo>
                <a:cubicBezTo>
                  <a:pt x="1244040" y="96796"/>
                  <a:pt x="1246723" y="106209"/>
                  <a:pt x="1252089" y="112748"/>
                </a:cubicBezTo>
                <a:cubicBezTo>
                  <a:pt x="1257454" y="119285"/>
                  <a:pt x="1263429" y="122554"/>
                  <a:pt x="1270014" y="122554"/>
                </a:cubicBezTo>
                <a:cubicBezTo>
                  <a:pt x="1275563" y="122554"/>
                  <a:pt x="1280928" y="119786"/>
                  <a:pt x="1286111" y="114251"/>
                </a:cubicBezTo>
                <a:close/>
                <a:moveTo>
                  <a:pt x="1408391" y="43900"/>
                </a:moveTo>
                <a:cubicBezTo>
                  <a:pt x="1421073" y="43900"/>
                  <a:pt x="1431255" y="48712"/>
                  <a:pt x="1438938" y="58336"/>
                </a:cubicBezTo>
                <a:cubicBezTo>
                  <a:pt x="1445462" y="66558"/>
                  <a:pt x="1448724" y="75999"/>
                  <a:pt x="1448724" y="86659"/>
                </a:cubicBezTo>
                <a:cubicBezTo>
                  <a:pt x="1448724" y="94151"/>
                  <a:pt x="1446925" y="101735"/>
                  <a:pt x="1443328" y="109410"/>
                </a:cubicBezTo>
                <a:cubicBezTo>
                  <a:pt x="1439731" y="117083"/>
                  <a:pt x="1434777" y="122868"/>
                  <a:pt x="1428466" y="126767"/>
                </a:cubicBezTo>
                <a:cubicBezTo>
                  <a:pt x="1422155" y="130665"/>
                  <a:pt x="1415128" y="132614"/>
                  <a:pt x="1407385" y="132614"/>
                </a:cubicBezTo>
                <a:cubicBezTo>
                  <a:pt x="1394764" y="132614"/>
                  <a:pt x="1384734" y="127589"/>
                  <a:pt x="1377295" y="117538"/>
                </a:cubicBezTo>
                <a:cubicBezTo>
                  <a:pt x="1371015" y="109072"/>
                  <a:pt x="1367875" y="99571"/>
                  <a:pt x="1367875" y="89035"/>
                </a:cubicBezTo>
                <a:cubicBezTo>
                  <a:pt x="1367875" y="81360"/>
                  <a:pt x="1369780" y="73731"/>
                  <a:pt x="1373591" y="66147"/>
                </a:cubicBezTo>
                <a:cubicBezTo>
                  <a:pt x="1377402" y="58564"/>
                  <a:pt x="1382417" y="52960"/>
                  <a:pt x="1388636" y="49336"/>
                </a:cubicBezTo>
                <a:cubicBezTo>
                  <a:pt x="1394855" y="45712"/>
                  <a:pt x="1401440" y="43900"/>
                  <a:pt x="1408391" y="43900"/>
                </a:cubicBezTo>
                <a:moveTo>
                  <a:pt x="1405556" y="49936"/>
                </a:moveTo>
                <a:cubicBezTo>
                  <a:pt x="1402324" y="49936"/>
                  <a:pt x="1399077" y="50896"/>
                  <a:pt x="1395815" y="52814"/>
                </a:cubicBezTo>
                <a:cubicBezTo>
                  <a:pt x="1392553" y="54733"/>
                  <a:pt x="1389916" y="58098"/>
                  <a:pt x="1387904" y="62909"/>
                </a:cubicBezTo>
                <a:cubicBezTo>
                  <a:pt x="1385892" y="67720"/>
                  <a:pt x="1384886" y="73901"/>
                  <a:pt x="1384886" y="81452"/>
                </a:cubicBezTo>
                <a:cubicBezTo>
                  <a:pt x="1384886" y="93631"/>
                  <a:pt x="1387310" y="104137"/>
                  <a:pt x="1392157" y="112968"/>
                </a:cubicBezTo>
                <a:cubicBezTo>
                  <a:pt x="1397004" y="121797"/>
                  <a:pt x="1403391" y="126212"/>
                  <a:pt x="1411318" y="126212"/>
                </a:cubicBezTo>
                <a:cubicBezTo>
                  <a:pt x="1417232" y="126212"/>
                  <a:pt x="1422110" y="123776"/>
                  <a:pt x="1425951" y="118904"/>
                </a:cubicBezTo>
                <a:cubicBezTo>
                  <a:pt x="1429792" y="114032"/>
                  <a:pt x="1431713" y="105659"/>
                  <a:pt x="1431713" y="93785"/>
                </a:cubicBezTo>
                <a:cubicBezTo>
                  <a:pt x="1431713" y="78925"/>
                  <a:pt x="1428512" y="67231"/>
                  <a:pt x="1422110" y="58705"/>
                </a:cubicBezTo>
                <a:cubicBezTo>
                  <a:pt x="1417781" y="52859"/>
                  <a:pt x="1412263" y="49936"/>
                  <a:pt x="1405556" y="49936"/>
                </a:cubicBezTo>
                <a:close/>
                <a:moveTo>
                  <a:pt x="1485490" y="61643"/>
                </a:moveTo>
                <a:cubicBezTo>
                  <a:pt x="1495307" y="49814"/>
                  <a:pt x="1504666" y="43900"/>
                  <a:pt x="1513568" y="43900"/>
                </a:cubicBezTo>
                <a:cubicBezTo>
                  <a:pt x="1518141" y="43900"/>
                  <a:pt x="1522073" y="45041"/>
                  <a:pt x="1525366" y="47324"/>
                </a:cubicBezTo>
                <a:cubicBezTo>
                  <a:pt x="1528658" y="49605"/>
                  <a:pt x="1531280" y="53361"/>
                  <a:pt x="1533231" y="58593"/>
                </a:cubicBezTo>
                <a:cubicBezTo>
                  <a:pt x="1534573" y="62242"/>
                  <a:pt x="1535243" y="67839"/>
                  <a:pt x="1535243" y="75384"/>
                </a:cubicBezTo>
                <a:lnTo>
                  <a:pt x="1535243" y="111064"/>
                </a:lnTo>
                <a:cubicBezTo>
                  <a:pt x="1535243" y="116358"/>
                  <a:pt x="1535670" y="119947"/>
                  <a:pt x="1536524" y="121834"/>
                </a:cubicBezTo>
                <a:cubicBezTo>
                  <a:pt x="1537195" y="123354"/>
                  <a:pt x="1538277" y="124540"/>
                  <a:pt x="1539771" y="125392"/>
                </a:cubicBezTo>
                <a:cubicBezTo>
                  <a:pt x="1541264" y="126244"/>
                  <a:pt x="1544023" y="126670"/>
                  <a:pt x="1548048" y="126670"/>
                </a:cubicBezTo>
                <a:lnTo>
                  <a:pt x="1548048" y="130053"/>
                </a:lnTo>
                <a:lnTo>
                  <a:pt x="1506617" y="130053"/>
                </a:lnTo>
                <a:lnTo>
                  <a:pt x="1506617" y="126670"/>
                </a:lnTo>
                <a:lnTo>
                  <a:pt x="1508355" y="126670"/>
                </a:lnTo>
                <a:cubicBezTo>
                  <a:pt x="1512257" y="126670"/>
                  <a:pt x="1514985" y="126078"/>
                  <a:pt x="1516540" y="124895"/>
                </a:cubicBezTo>
                <a:cubicBezTo>
                  <a:pt x="1518095" y="123711"/>
                  <a:pt x="1519177" y="121968"/>
                  <a:pt x="1519787" y="119664"/>
                </a:cubicBezTo>
                <a:cubicBezTo>
                  <a:pt x="1520031" y="118754"/>
                  <a:pt x="1520153" y="115902"/>
                  <a:pt x="1520153" y="111110"/>
                </a:cubicBezTo>
                <a:lnTo>
                  <a:pt x="1520153" y="76988"/>
                </a:lnTo>
                <a:cubicBezTo>
                  <a:pt x="1520153" y="69406"/>
                  <a:pt x="1519162" y="63902"/>
                  <a:pt x="1517180" y="60474"/>
                </a:cubicBezTo>
                <a:cubicBezTo>
                  <a:pt x="1515199" y="57046"/>
                  <a:pt x="1511861" y="55332"/>
                  <a:pt x="1507166" y="55332"/>
                </a:cubicBezTo>
                <a:cubicBezTo>
                  <a:pt x="1499910" y="55332"/>
                  <a:pt x="1492685" y="59275"/>
                  <a:pt x="1485490" y="67162"/>
                </a:cubicBezTo>
                <a:lnTo>
                  <a:pt x="1485490" y="111110"/>
                </a:lnTo>
                <a:cubicBezTo>
                  <a:pt x="1485490" y="116752"/>
                  <a:pt x="1485826" y="120240"/>
                  <a:pt x="1486496" y="121574"/>
                </a:cubicBezTo>
                <a:cubicBezTo>
                  <a:pt x="1487350" y="123332"/>
                  <a:pt x="1488524" y="124621"/>
                  <a:pt x="1490017" y="125441"/>
                </a:cubicBezTo>
                <a:cubicBezTo>
                  <a:pt x="1491511" y="126260"/>
                  <a:pt x="1494545" y="126670"/>
                  <a:pt x="1499117" y="126670"/>
                </a:cubicBezTo>
                <a:lnTo>
                  <a:pt x="1499117" y="130053"/>
                </a:lnTo>
                <a:lnTo>
                  <a:pt x="1457687" y="130053"/>
                </a:lnTo>
                <a:lnTo>
                  <a:pt x="1457687" y="126670"/>
                </a:lnTo>
                <a:lnTo>
                  <a:pt x="1459516" y="126670"/>
                </a:lnTo>
                <a:cubicBezTo>
                  <a:pt x="1463784" y="126670"/>
                  <a:pt x="1466665" y="125590"/>
                  <a:pt x="1468159" y="123431"/>
                </a:cubicBezTo>
                <a:cubicBezTo>
                  <a:pt x="1469653" y="121271"/>
                  <a:pt x="1470400" y="117148"/>
                  <a:pt x="1470400" y="111064"/>
                </a:cubicBezTo>
                <a:lnTo>
                  <a:pt x="1470400" y="80037"/>
                </a:lnTo>
                <a:cubicBezTo>
                  <a:pt x="1470400" y="70000"/>
                  <a:pt x="1470171" y="63886"/>
                  <a:pt x="1469714" y="61697"/>
                </a:cubicBezTo>
                <a:cubicBezTo>
                  <a:pt x="1469256" y="59506"/>
                  <a:pt x="1468555" y="58015"/>
                  <a:pt x="1467610" y="57224"/>
                </a:cubicBezTo>
                <a:cubicBezTo>
                  <a:pt x="1466665" y="56433"/>
                  <a:pt x="1465400" y="56038"/>
                  <a:pt x="1463815" y="56038"/>
                </a:cubicBezTo>
                <a:cubicBezTo>
                  <a:pt x="1462107" y="56038"/>
                  <a:pt x="1460065" y="56494"/>
                  <a:pt x="1457687" y="57407"/>
                </a:cubicBezTo>
                <a:lnTo>
                  <a:pt x="1456315" y="54120"/>
                </a:lnTo>
                <a:lnTo>
                  <a:pt x="1481557" y="43900"/>
                </a:lnTo>
                <a:lnTo>
                  <a:pt x="1485490" y="43900"/>
                </a:lnTo>
                <a:lnTo>
                  <a:pt x="1485490" y="61643"/>
                </a:lnTo>
                <a:close/>
                <a:moveTo>
                  <a:pt x="1610147" y="56704"/>
                </a:moveTo>
                <a:lnTo>
                  <a:pt x="1605209" y="29632"/>
                </a:lnTo>
                <a:cubicBezTo>
                  <a:pt x="1603806" y="22133"/>
                  <a:pt x="1603105" y="17072"/>
                  <a:pt x="1603105" y="14450"/>
                </a:cubicBezTo>
                <a:cubicBezTo>
                  <a:pt x="1603105" y="10548"/>
                  <a:pt x="1603898" y="7713"/>
                  <a:pt x="1605483" y="5945"/>
                </a:cubicBezTo>
                <a:cubicBezTo>
                  <a:pt x="1607068" y="4177"/>
                  <a:pt x="1609233" y="3292"/>
                  <a:pt x="1611977" y="3292"/>
                </a:cubicBezTo>
                <a:cubicBezTo>
                  <a:pt x="1614720" y="3292"/>
                  <a:pt x="1616992" y="4192"/>
                  <a:pt x="1618790" y="5991"/>
                </a:cubicBezTo>
                <a:cubicBezTo>
                  <a:pt x="1620589" y="7789"/>
                  <a:pt x="1621488" y="10152"/>
                  <a:pt x="1621488" y="13079"/>
                </a:cubicBezTo>
                <a:cubicBezTo>
                  <a:pt x="1621488" y="15334"/>
                  <a:pt x="1620696" y="20883"/>
                  <a:pt x="1619110" y="29724"/>
                </a:cubicBezTo>
                <a:lnTo>
                  <a:pt x="1614172" y="56704"/>
                </a:lnTo>
                <a:lnTo>
                  <a:pt x="1610147" y="56704"/>
                </a:lnTo>
                <a:close/>
                <a:moveTo>
                  <a:pt x="1657673" y="99526"/>
                </a:moveTo>
                <a:cubicBezTo>
                  <a:pt x="1652551" y="97030"/>
                  <a:pt x="1648618" y="93545"/>
                  <a:pt x="1645875" y="89069"/>
                </a:cubicBezTo>
                <a:cubicBezTo>
                  <a:pt x="1643131" y="84593"/>
                  <a:pt x="1641759" y="79645"/>
                  <a:pt x="1641759" y="74224"/>
                </a:cubicBezTo>
                <a:cubicBezTo>
                  <a:pt x="1641759" y="65943"/>
                  <a:pt x="1644884" y="58819"/>
                  <a:pt x="1651133" y="52851"/>
                </a:cubicBezTo>
                <a:cubicBezTo>
                  <a:pt x="1657383" y="46884"/>
                  <a:pt x="1665386" y="43900"/>
                  <a:pt x="1675141" y="43900"/>
                </a:cubicBezTo>
                <a:cubicBezTo>
                  <a:pt x="1683129" y="43900"/>
                  <a:pt x="1690049" y="45851"/>
                  <a:pt x="1695902" y="49753"/>
                </a:cubicBezTo>
                <a:lnTo>
                  <a:pt x="1713645" y="49753"/>
                </a:lnTo>
                <a:cubicBezTo>
                  <a:pt x="1716267" y="49753"/>
                  <a:pt x="1717791" y="49828"/>
                  <a:pt x="1718218" y="49979"/>
                </a:cubicBezTo>
                <a:cubicBezTo>
                  <a:pt x="1718645" y="50130"/>
                  <a:pt x="1718950" y="50386"/>
                  <a:pt x="1719133" y="50748"/>
                </a:cubicBezTo>
                <a:cubicBezTo>
                  <a:pt x="1719498" y="51291"/>
                  <a:pt x="1719681" y="52256"/>
                  <a:pt x="1719681" y="53643"/>
                </a:cubicBezTo>
                <a:cubicBezTo>
                  <a:pt x="1719681" y="55209"/>
                  <a:pt x="1719529" y="56294"/>
                  <a:pt x="1719224" y="56898"/>
                </a:cubicBezTo>
                <a:cubicBezTo>
                  <a:pt x="1719041" y="57199"/>
                  <a:pt x="1718721" y="57440"/>
                  <a:pt x="1718264" y="57621"/>
                </a:cubicBezTo>
                <a:cubicBezTo>
                  <a:pt x="1717806" y="57802"/>
                  <a:pt x="1716267" y="57893"/>
                  <a:pt x="1713645" y="57893"/>
                </a:cubicBezTo>
                <a:lnTo>
                  <a:pt x="1702762" y="57893"/>
                </a:lnTo>
                <a:cubicBezTo>
                  <a:pt x="1706176" y="62293"/>
                  <a:pt x="1707883" y="67913"/>
                  <a:pt x="1707883" y="74756"/>
                </a:cubicBezTo>
                <a:cubicBezTo>
                  <a:pt x="1707883" y="82575"/>
                  <a:pt x="1704896" y="89265"/>
                  <a:pt x="1698920" y="94825"/>
                </a:cubicBezTo>
                <a:cubicBezTo>
                  <a:pt x="1692945" y="100385"/>
                  <a:pt x="1684927" y="103165"/>
                  <a:pt x="1674867" y="103165"/>
                </a:cubicBezTo>
                <a:cubicBezTo>
                  <a:pt x="1670721" y="103165"/>
                  <a:pt x="1666483" y="102543"/>
                  <a:pt x="1662154" y="101298"/>
                </a:cubicBezTo>
                <a:cubicBezTo>
                  <a:pt x="1659471" y="103613"/>
                  <a:pt x="1657657" y="105640"/>
                  <a:pt x="1656712" y="107378"/>
                </a:cubicBezTo>
                <a:cubicBezTo>
                  <a:pt x="1655767" y="109113"/>
                  <a:pt x="1655295" y="110590"/>
                  <a:pt x="1655295" y="111808"/>
                </a:cubicBezTo>
                <a:cubicBezTo>
                  <a:pt x="1655295" y="112844"/>
                  <a:pt x="1655798" y="113850"/>
                  <a:pt x="1656804" y="114826"/>
                </a:cubicBezTo>
                <a:cubicBezTo>
                  <a:pt x="1657810" y="115799"/>
                  <a:pt x="1659776" y="116500"/>
                  <a:pt x="1662703" y="116926"/>
                </a:cubicBezTo>
                <a:cubicBezTo>
                  <a:pt x="1664410" y="117170"/>
                  <a:pt x="1668678" y="117384"/>
                  <a:pt x="1675507" y="117567"/>
                </a:cubicBezTo>
                <a:cubicBezTo>
                  <a:pt x="1688067" y="117870"/>
                  <a:pt x="1696207" y="118295"/>
                  <a:pt x="1699926" y="118844"/>
                </a:cubicBezTo>
                <a:cubicBezTo>
                  <a:pt x="1705597" y="119637"/>
                  <a:pt x="1710124" y="121739"/>
                  <a:pt x="1713508" y="125152"/>
                </a:cubicBezTo>
                <a:cubicBezTo>
                  <a:pt x="1716892" y="128563"/>
                  <a:pt x="1718584" y="132766"/>
                  <a:pt x="1718584" y="137762"/>
                </a:cubicBezTo>
                <a:cubicBezTo>
                  <a:pt x="1718584" y="144646"/>
                  <a:pt x="1715352" y="151104"/>
                  <a:pt x="1708889" y="157137"/>
                </a:cubicBezTo>
                <a:cubicBezTo>
                  <a:pt x="1699378" y="166031"/>
                  <a:pt x="1686970" y="170478"/>
                  <a:pt x="1671666" y="170478"/>
                </a:cubicBezTo>
                <a:cubicBezTo>
                  <a:pt x="1659898" y="170478"/>
                  <a:pt x="1649960" y="167829"/>
                  <a:pt x="1641850" y="162533"/>
                </a:cubicBezTo>
                <a:cubicBezTo>
                  <a:pt x="1637278" y="159488"/>
                  <a:pt x="1634991" y="156321"/>
                  <a:pt x="1634991" y="153032"/>
                </a:cubicBezTo>
                <a:cubicBezTo>
                  <a:pt x="1634991" y="151573"/>
                  <a:pt x="1635326" y="150112"/>
                  <a:pt x="1635997" y="148651"/>
                </a:cubicBezTo>
                <a:cubicBezTo>
                  <a:pt x="1637034" y="146397"/>
                  <a:pt x="1639168" y="143261"/>
                  <a:pt x="1642399" y="139242"/>
                </a:cubicBezTo>
                <a:cubicBezTo>
                  <a:pt x="1642826" y="138695"/>
                  <a:pt x="1645936" y="135408"/>
                  <a:pt x="1651728" y="129379"/>
                </a:cubicBezTo>
                <a:cubicBezTo>
                  <a:pt x="1648557" y="127487"/>
                  <a:pt x="1646317" y="125793"/>
                  <a:pt x="1645006" y="124297"/>
                </a:cubicBezTo>
                <a:cubicBezTo>
                  <a:pt x="1643695" y="122802"/>
                  <a:pt x="1643039" y="121108"/>
                  <a:pt x="1643039" y="119216"/>
                </a:cubicBezTo>
                <a:cubicBezTo>
                  <a:pt x="1643039" y="117078"/>
                  <a:pt x="1643908" y="114574"/>
                  <a:pt x="1645646" y="111705"/>
                </a:cubicBezTo>
                <a:cubicBezTo>
                  <a:pt x="1647384" y="108835"/>
                  <a:pt x="1651393" y="104776"/>
                  <a:pt x="1657673" y="99526"/>
                </a:cubicBezTo>
                <a:moveTo>
                  <a:pt x="1673586" y="48473"/>
                </a:moveTo>
                <a:cubicBezTo>
                  <a:pt x="1669075" y="48473"/>
                  <a:pt x="1665294" y="50262"/>
                  <a:pt x="1662246" y="53840"/>
                </a:cubicBezTo>
                <a:cubicBezTo>
                  <a:pt x="1659197" y="57417"/>
                  <a:pt x="1657673" y="62904"/>
                  <a:pt x="1657673" y="70303"/>
                </a:cubicBezTo>
                <a:cubicBezTo>
                  <a:pt x="1657673" y="79885"/>
                  <a:pt x="1659746" y="87313"/>
                  <a:pt x="1663892" y="92587"/>
                </a:cubicBezTo>
                <a:cubicBezTo>
                  <a:pt x="1667062" y="96590"/>
                  <a:pt x="1671087" y="98592"/>
                  <a:pt x="1675964" y="98592"/>
                </a:cubicBezTo>
                <a:cubicBezTo>
                  <a:pt x="1680598" y="98592"/>
                  <a:pt x="1684409" y="96864"/>
                  <a:pt x="1687397" y="93407"/>
                </a:cubicBezTo>
                <a:cubicBezTo>
                  <a:pt x="1690384" y="89951"/>
                  <a:pt x="1691878" y="84524"/>
                  <a:pt x="1691878" y="77125"/>
                </a:cubicBezTo>
                <a:cubicBezTo>
                  <a:pt x="1691878" y="67484"/>
                  <a:pt x="1689775" y="59934"/>
                  <a:pt x="1685567" y="54475"/>
                </a:cubicBezTo>
                <a:cubicBezTo>
                  <a:pt x="1682458" y="50473"/>
                  <a:pt x="1678464" y="48473"/>
                  <a:pt x="1673586" y="48473"/>
                </a:cubicBezTo>
                <a:moveTo>
                  <a:pt x="1656758" y="130108"/>
                </a:moveTo>
                <a:cubicBezTo>
                  <a:pt x="1653892" y="133212"/>
                  <a:pt x="1651728" y="136102"/>
                  <a:pt x="1650265" y="138779"/>
                </a:cubicBezTo>
                <a:cubicBezTo>
                  <a:pt x="1648801" y="141458"/>
                  <a:pt x="1648070" y="143924"/>
                  <a:pt x="1648070" y="146176"/>
                </a:cubicBezTo>
                <a:cubicBezTo>
                  <a:pt x="1648070" y="149097"/>
                  <a:pt x="1649838" y="151653"/>
                  <a:pt x="1653374" y="153844"/>
                </a:cubicBezTo>
                <a:cubicBezTo>
                  <a:pt x="1659471" y="157617"/>
                  <a:pt x="1668282" y="159503"/>
                  <a:pt x="1679806" y="159503"/>
                </a:cubicBezTo>
                <a:cubicBezTo>
                  <a:pt x="1690781" y="159503"/>
                  <a:pt x="1698875" y="157570"/>
                  <a:pt x="1704088" y="153704"/>
                </a:cubicBezTo>
                <a:cubicBezTo>
                  <a:pt x="1709301" y="149840"/>
                  <a:pt x="1711907" y="145718"/>
                  <a:pt x="1711907" y="141337"/>
                </a:cubicBezTo>
                <a:cubicBezTo>
                  <a:pt x="1711907" y="138172"/>
                  <a:pt x="1710353" y="135920"/>
                  <a:pt x="1707243" y="134581"/>
                </a:cubicBezTo>
                <a:cubicBezTo>
                  <a:pt x="1704072" y="133241"/>
                  <a:pt x="1697792" y="132450"/>
                  <a:pt x="1688403" y="132208"/>
                </a:cubicBezTo>
                <a:cubicBezTo>
                  <a:pt x="1674684" y="131843"/>
                  <a:pt x="1664136" y="131142"/>
                  <a:pt x="1656758" y="130108"/>
                </a:cubicBezTo>
                <a:close/>
                <a:moveTo>
                  <a:pt x="1802359" y="46278"/>
                </a:moveTo>
                <a:lnTo>
                  <a:pt x="1802359" y="97037"/>
                </a:lnTo>
                <a:cubicBezTo>
                  <a:pt x="1802359" y="106732"/>
                  <a:pt x="1802588" y="112661"/>
                  <a:pt x="1803045" y="114826"/>
                </a:cubicBezTo>
                <a:cubicBezTo>
                  <a:pt x="1803503" y="116990"/>
                  <a:pt x="1804234" y="118499"/>
                  <a:pt x="1805240" y="119353"/>
                </a:cubicBezTo>
                <a:cubicBezTo>
                  <a:pt x="1806246" y="120206"/>
                  <a:pt x="1807420" y="120633"/>
                  <a:pt x="1808762" y="120633"/>
                </a:cubicBezTo>
                <a:cubicBezTo>
                  <a:pt x="1810652" y="120633"/>
                  <a:pt x="1812786" y="120115"/>
                  <a:pt x="1815164" y="119078"/>
                </a:cubicBezTo>
                <a:lnTo>
                  <a:pt x="1816444" y="122280"/>
                </a:lnTo>
                <a:lnTo>
                  <a:pt x="1791385" y="132614"/>
                </a:lnTo>
                <a:lnTo>
                  <a:pt x="1787269" y="132614"/>
                </a:lnTo>
                <a:lnTo>
                  <a:pt x="1787269" y="114871"/>
                </a:lnTo>
                <a:cubicBezTo>
                  <a:pt x="1780074" y="122676"/>
                  <a:pt x="1774587" y="127584"/>
                  <a:pt x="1770806" y="129596"/>
                </a:cubicBezTo>
                <a:cubicBezTo>
                  <a:pt x="1767026" y="131608"/>
                  <a:pt x="1763032" y="132614"/>
                  <a:pt x="1758825" y="132614"/>
                </a:cubicBezTo>
                <a:cubicBezTo>
                  <a:pt x="1754131" y="132614"/>
                  <a:pt x="1750061" y="131258"/>
                  <a:pt x="1746616" y="128544"/>
                </a:cubicBezTo>
                <a:cubicBezTo>
                  <a:pt x="1743171" y="125831"/>
                  <a:pt x="1740778" y="122341"/>
                  <a:pt x="1739436" y="118072"/>
                </a:cubicBezTo>
                <a:cubicBezTo>
                  <a:pt x="1738095" y="113804"/>
                  <a:pt x="1737424" y="107768"/>
                  <a:pt x="1737424" y="99964"/>
                </a:cubicBezTo>
                <a:lnTo>
                  <a:pt x="1737424" y="62557"/>
                </a:lnTo>
                <a:cubicBezTo>
                  <a:pt x="1737424" y="58594"/>
                  <a:pt x="1736997" y="55850"/>
                  <a:pt x="1736144" y="54326"/>
                </a:cubicBezTo>
                <a:cubicBezTo>
                  <a:pt x="1735290" y="52802"/>
                  <a:pt x="1734025" y="51628"/>
                  <a:pt x="1732348" y="50805"/>
                </a:cubicBezTo>
                <a:cubicBezTo>
                  <a:pt x="1730672" y="49982"/>
                  <a:pt x="1727638" y="49601"/>
                  <a:pt x="1723248" y="49662"/>
                </a:cubicBezTo>
                <a:lnTo>
                  <a:pt x="1723248" y="46278"/>
                </a:lnTo>
                <a:lnTo>
                  <a:pt x="1752606" y="46278"/>
                </a:lnTo>
                <a:lnTo>
                  <a:pt x="1752606" y="102204"/>
                </a:lnTo>
                <a:cubicBezTo>
                  <a:pt x="1752606" y="109990"/>
                  <a:pt x="1753963" y="115099"/>
                  <a:pt x="1756676" y="117532"/>
                </a:cubicBezTo>
                <a:cubicBezTo>
                  <a:pt x="1759389" y="119965"/>
                  <a:pt x="1762667" y="121182"/>
                  <a:pt x="1766508" y="121182"/>
                </a:cubicBezTo>
                <a:cubicBezTo>
                  <a:pt x="1769130" y="121182"/>
                  <a:pt x="1772102" y="120361"/>
                  <a:pt x="1775425" y="118718"/>
                </a:cubicBezTo>
                <a:cubicBezTo>
                  <a:pt x="1778748" y="117076"/>
                  <a:pt x="1782696" y="113944"/>
                  <a:pt x="1787269" y="109324"/>
                </a:cubicBezTo>
                <a:lnTo>
                  <a:pt x="1787269" y="61977"/>
                </a:lnTo>
                <a:cubicBezTo>
                  <a:pt x="1787269" y="57233"/>
                  <a:pt x="1786400" y="54025"/>
                  <a:pt x="1784662" y="52354"/>
                </a:cubicBezTo>
                <a:cubicBezTo>
                  <a:pt x="1782925" y="50681"/>
                  <a:pt x="1779312" y="49784"/>
                  <a:pt x="1773825" y="49662"/>
                </a:cubicBezTo>
                <a:lnTo>
                  <a:pt x="1773825" y="46278"/>
                </a:lnTo>
                <a:lnTo>
                  <a:pt x="1802359" y="46278"/>
                </a:lnTo>
                <a:close/>
                <a:moveTo>
                  <a:pt x="1836656" y="77922"/>
                </a:moveTo>
                <a:cubicBezTo>
                  <a:pt x="1836595" y="90332"/>
                  <a:pt x="1839613" y="100066"/>
                  <a:pt x="1845711" y="107123"/>
                </a:cubicBezTo>
                <a:cubicBezTo>
                  <a:pt x="1851808" y="114179"/>
                  <a:pt x="1858972" y="117707"/>
                  <a:pt x="1867203" y="117707"/>
                </a:cubicBezTo>
                <a:cubicBezTo>
                  <a:pt x="1872691" y="117707"/>
                  <a:pt x="1877462" y="116198"/>
                  <a:pt x="1881517" y="113179"/>
                </a:cubicBezTo>
                <a:cubicBezTo>
                  <a:pt x="1885571" y="110161"/>
                  <a:pt x="1888970" y="104994"/>
                  <a:pt x="1891714" y="97677"/>
                </a:cubicBezTo>
                <a:lnTo>
                  <a:pt x="1894549" y="99506"/>
                </a:lnTo>
                <a:cubicBezTo>
                  <a:pt x="1893269" y="107860"/>
                  <a:pt x="1889550" y="115466"/>
                  <a:pt x="1883391" y="122325"/>
                </a:cubicBezTo>
                <a:cubicBezTo>
                  <a:pt x="1877233" y="129185"/>
                  <a:pt x="1869520" y="132614"/>
                  <a:pt x="1860252" y="132614"/>
                </a:cubicBezTo>
                <a:cubicBezTo>
                  <a:pt x="1850192" y="132614"/>
                  <a:pt x="1841580" y="128705"/>
                  <a:pt x="1834416" y="120888"/>
                </a:cubicBezTo>
                <a:cubicBezTo>
                  <a:pt x="1827251" y="113068"/>
                  <a:pt x="1823669" y="102556"/>
                  <a:pt x="1823669" y="89352"/>
                </a:cubicBezTo>
                <a:cubicBezTo>
                  <a:pt x="1823669" y="75054"/>
                  <a:pt x="1827343" y="63904"/>
                  <a:pt x="1834690" y="55904"/>
                </a:cubicBezTo>
                <a:cubicBezTo>
                  <a:pt x="1842037" y="47901"/>
                  <a:pt x="1851259" y="43900"/>
                  <a:pt x="1862356" y="43900"/>
                </a:cubicBezTo>
                <a:cubicBezTo>
                  <a:pt x="1871746" y="43900"/>
                  <a:pt x="1879459" y="46987"/>
                  <a:pt x="1885495" y="53160"/>
                </a:cubicBezTo>
                <a:cubicBezTo>
                  <a:pt x="1891531" y="59332"/>
                  <a:pt x="1894549" y="67586"/>
                  <a:pt x="1894549" y="77922"/>
                </a:cubicBezTo>
                <a:lnTo>
                  <a:pt x="1836656" y="77922"/>
                </a:lnTo>
                <a:moveTo>
                  <a:pt x="1836656" y="72618"/>
                </a:moveTo>
                <a:lnTo>
                  <a:pt x="1875435" y="72618"/>
                </a:lnTo>
                <a:cubicBezTo>
                  <a:pt x="1875130" y="67252"/>
                  <a:pt x="1874489" y="63472"/>
                  <a:pt x="1873514" y="61277"/>
                </a:cubicBezTo>
                <a:cubicBezTo>
                  <a:pt x="1871990" y="57863"/>
                  <a:pt x="1869718" y="55180"/>
                  <a:pt x="1866700" y="53229"/>
                </a:cubicBezTo>
                <a:cubicBezTo>
                  <a:pt x="1863682" y="51278"/>
                  <a:pt x="1860527" y="50302"/>
                  <a:pt x="1857234" y="50302"/>
                </a:cubicBezTo>
                <a:cubicBezTo>
                  <a:pt x="1852174" y="50302"/>
                  <a:pt x="1847647" y="52268"/>
                  <a:pt x="1843653" y="56201"/>
                </a:cubicBezTo>
                <a:cubicBezTo>
                  <a:pt x="1839659" y="60134"/>
                  <a:pt x="1837327" y="65606"/>
                  <a:pt x="1836656" y="72618"/>
                </a:cubicBezTo>
                <a:close/>
                <a:moveTo>
                  <a:pt x="1959879" y="43900"/>
                </a:moveTo>
                <a:lnTo>
                  <a:pt x="1959879" y="72252"/>
                </a:lnTo>
                <a:lnTo>
                  <a:pt x="1956861" y="72252"/>
                </a:lnTo>
                <a:cubicBezTo>
                  <a:pt x="1954544" y="63360"/>
                  <a:pt x="1951571" y="57311"/>
                  <a:pt x="1947943" y="54106"/>
                </a:cubicBezTo>
                <a:cubicBezTo>
                  <a:pt x="1944316" y="50899"/>
                  <a:pt x="1939697" y="49296"/>
                  <a:pt x="1934088" y="49296"/>
                </a:cubicBezTo>
                <a:cubicBezTo>
                  <a:pt x="1929820" y="49296"/>
                  <a:pt x="1926375" y="50423"/>
                  <a:pt x="1923753" y="52677"/>
                </a:cubicBezTo>
                <a:cubicBezTo>
                  <a:pt x="1921131" y="54929"/>
                  <a:pt x="1919820" y="57426"/>
                  <a:pt x="1919820" y="60168"/>
                </a:cubicBezTo>
                <a:cubicBezTo>
                  <a:pt x="1919820" y="63579"/>
                  <a:pt x="1920796" y="66502"/>
                  <a:pt x="1922747" y="68937"/>
                </a:cubicBezTo>
                <a:cubicBezTo>
                  <a:pt x="1924637" y="71435"/>
                  <a:pt x="1928478" y="74084"/>
                  <a:pt x="1934271" y="76885"/>
                </a:cubicBezTo>
                <a:lnTo>
                  <a:pt x="1947623" y="83373"/>
                </a:lnTo>
                <a:cubicBezTo>
                  <a:pt x="1960001" y="89401"/>
                  <a:pt x="1966189" y="97350"/>
                  <a:pt x="1966189" y="107218"/>
                </a:cubicBezTo>
                <a:cubicBezTo>
                  <a:pt x="1966189" y="114830"/>
                  <a:pt x="1963308" y="120966"/>
                  <a:pt x="1957547" y="125626"/>
                </a:cubicBezTo>
                <a:cubicBezTo>
                  <a:pt x="1951785" y="130285"/>
                  <a:pt x="1945337" y="132614"/>
                  <a:pt x="1938203" y="132614"/>
                </a:cubicBezTo>
                <a:cubicBezTo>
                  <a:pt x="1933082" y="132614"/>
                  <a:pt x="1927228" y="131700"/>
                  <a:pt x="1920643" y="129871"/>
                </a:cubicBezTo>
                <a:cubicBezTo>
                  <a:pt x="1918631" y="129261"/>
                  <a:pt x="1916985" y="128956"/>
                  <a:pt x="1915705" y="128956"/>
                </a:cubicBezTo>
                <a:cubicBezTo>
                  <a:pt x="1914302" y="128956"/>
                  <a:pt x="1913205" y="129749"/>
                  <a:pt x="1912412" y="131334"/>
                </a:cubicBezTo>
                <a:lnTo>
                  <a:pt x="1909394" y="131334"/>
                </a:lnTo>
                <a:lnTo>
                  <a:pt x="1909394" y="101336"/>
                </a:lnTo>
                <a:lnTo>
                  <a:pt x="1912412" y="101336"/>
                </a:lnTo>
                <a:cubicBezTo>
                  <a:pt x="1914119" y="109902"/>
                  <a:pt x="1917381" y="116358"/>
                  <a:pt x="1922198" y="120702"/>
                </a:cubicBezTo>
                <a:cubicBezTo>
                  <a:pt x="1927015" y="125046"/>
                  <a:pt x="1932411" y="127218"/>
                  <a:pt x="1938386" y="127218"/>
                </a:cubicBezTo>
                <a:cubicBezTo>
                  <a:pt x="1942593" y="127218"/>
                  <a:pt x="1946023" y="125985"/>
                  <a:pt x="1948675" y="123520"/>
                </a:cubicBezTo>
                <a:cubicBezTo>
                  <a:pt x="1951327" y="121052"/>
                  <a:pt x="1952654" y="118083"/>
                  <a:pt x="1952654" y="114611"/>
                </a:cubicBezTo>
                <a:cubicBezTo>
                  <a:pt x="1952654" y="110408"/>
                  <a:pt x="1951175" y="106876"/>
                  <a:pt x="1948218" y="104014"/>
                </a:cubicBezTo>
                <a:cubicBezTo>
                  <a:pt x="1945261" y="101152"/>
                  <a:pt x="1939362" y="97529"/>
                  <a:pt x="1930521" y="93144"/>
                </a:cubicBezTo>
                <a:cubicBezTo>
                  <a:pt x="1921680" y="88758"/>
                  <a:pt x="1915887" y="84799"/>
                  <a:pt x="1913144" y="81266"/>
                </a:cubicBezTo>
                <a:cubicBezTo>
                  <a:pt x="1910400" y="77795"/>
                  <a:pt x="1909028" y="73409"/>
                  <a:pt x="1909028" y="68111"/>
                </a:cubicBezTo>
                <a:cubicBezTo>
                  <a:pt x="1909028" y="61228"/>
                  <a:pt x="1911391" y="55473"/>
                  <a:pt x="1916116" y="50845"/>
                </a:cubicBezTo>
                <a:cubicBezTo>
                  <a:pt x="1920841" y="46215"/>
                  <a:pt x="1926954" y="43900"/>
                  <a:pt x="1934453" y="43900"/>
                </a:cubicBezTo>
                <a:cubicBezTo>
                  <a:pt x="1937746" y="43900"/>
                  <a:pt x="1941740" y="44601"/>
                  <a:pt x="1946434" y="46003"/>
                </a:cubicBezTo>
                <a:cubicBezTo>
                  <a:pt x="1949544" y="46918"/>
                  <a:pt x="1951617" y="47375"/>
                  <a:pt x="1952654" y="47375"/>
                </a:cubicBezTo>
                <a:cubicBezTo>
                  <a:pt x="1953629" y="47375"/>
                  <a:pt x="1954391" y="47162"/>
                  <a:pt x="1954940" y="46735"/>
                </a:cubicBezTo>
                <a:cubicBezTo>
                  <a:pt x="1955489" y="46308"/>
                  <a:pt x="1956129" y="45363"/>
                  <a:pt x="1956861" y="43900"/>
                </a:cubicBezTo>
                <a:lnTo>
                  <a:pt x="1959879" y="43900"/>
                </a:lnTo>
                <a:close/>
                <a:moveTo>
                  <a:pt x="2002926" y="18657"/>
                </a:moveTo>
                <a:lnTo>
                  <a:pt x="2002926" y="46278"/>
                </a:lnTo>
                <a:lnTo>
                  <a:pt x="2022498" y="46278"/>
                </a:lnTo>
                <a:lnTo>
                  <a:pt x="2022498" y="52680"/>
                </a:lnTo>
                <a:lnTo>
                  <a:pt x="2002926" y="52680"/>
                </a:lnTo>
                <a:lnTo>
                  <a:pt x="2002926" y="106932"/>
                </a:lnTo>
                <a:cubicBezTo>
                  <a:pt x="2002926" y="112353"/>
                  <a:pt x="2003703" y="116007"/>
                  <a:pt x="2005258" y="117895"/>
                </a:cubicBezTo>
                <a:cubicBezTo>
                  <a:pt x="2006813" y="119782"/>
                  <a:pt x="2008810" y="120725"/>
                  <a:pt x="2011249" y="120725"/>
                </a:cubicBezTo>
                <a:cubicBezTo>
                  <a:pt x="2013261" y="120725"/>
                  <a:pt x="2015212" y="120100"/>
                  <a:pt x="2017102" y="118850"/>
                </a:cubicBezTo>
                <a:cubicBezTo>
                  <a:pt x="2018992" y="117600"/>
                  <a:pt x="2020455" y="115756"/>
                  <a:pt x="2021492" y="113317"/>
                </a:cubicBezTo>
                <a:lnTo>
                  <a:pt x="2025059" y="113317"/>
                </a:lnTo>
                <a:cubicBezTo>
                  <a:pt x="2022925" y="119309"/>
                  <a:pt x="2019907" y="123841"/>
                  <a:pt x="2016004" y="126912"/>
                </a:cubicBezTo>
                <a:cubicBezTo>
                  <a:pt x="2012102" y="129982"/>
                  <a:pt x="2008078" y="131517"/>
                  <a:pt x="2003932" y="131517"/>
                </a:cubicBezTo>
                <a:cubicBezTo>
                  <a:pt x="2001127" y="131517"/>
                  <a:pt x="1998384" y="130738"/>
                  <a:pt x="1995701" y="129182"/>
                </a:cubicBezTo>
                <a:cubicBezTo>
                  <a:pt x="1993018" y="127625"/>
                  <a:pt x="1991036" y="125398"/>
                  <a:pt x="1989756" y="122500"/>
                </a:cubicBezTo>
                <a:cubicBezTo>
                  <a:pt x="1988476" y="119600"/>
                  <a:pt x="1987835" y="115128"/>
                  <a:pt x="1987835" y="109084"/>
                </a:cubicBezTo>
                <a:lnTo>
                  <a:pt x="1987835" y="52680"/>
                </a:lnTo>
                <a:lnTo>
                  <a:pt x="1974574" y="52680"/>
                </a:lnTo>
                <a:lnTo>
                  <a:pt x="1974574" y="49662"/>
                </a:lnTo>
                <a:cubicBezTo>
                  <a:pt x="1977927" y="48317"/>
                  <a:pt x="1981357" y="46039"/>
                  <a:pt x="1984863" y="42828"/>
                </a:cubicBezTo>
                <a:cubicBezTo>
                  <a:pt x="1988369" y="39618"/>
                  <a:pt x="1991494" y="35811"/>
                  <a:pt x="1994237" y="31407"/>
                </a:cubicBezTo>
                <a:cubicBezTo>
                  <a:pt x="1995640" y="29085"/>
                  <a:pt x="1997591" y="24835"/>
                  <a:pt x="2000091" y="18657"/>
                </a:cubicBezTo>
                <a:lnTo>
                  <a:pt x="2002926" y="18657"/>
                </a:lnTo>
                <a:close/>
                <a:moveTo>
                  <a:pt x="2039266" y="56704"/>
                </a:moveTo>
                <a:lnTo>
                  <a:pt x="2034327" y="29632"/>
                </a:lnTo>
                <a:cubicBezTo>
                  <a:pt x="2032925" y="22133"/>
                  <a:pt x="2032224" y="17072"/>
                  <a:pt x="2032224" y="14450"/>
                </a:cubicBezTo>
                <a:cubicBezTo>
                  <a:pt x="2032224" y="10548"/>
                  <a:pt x="2033016" y="7713"/>
                  <a:pt x="2034602" y="5945"/>
                </a:cubicBezTo>
                <a:cubicBezTo>
                  <a:pt x="2036187" y="4177"/>
                  <a:pt x="2038351" y="3292"/>
                  <a:pt x="2041095" y="3292"/>
                </a:cubicBezTo>
                <a:cubicBezTo>
                  <a:pt x="2043839" y="3292"/>
                  <a:pt x="2046110" y="4192"/>
                  <a:pt x="2047909" y="5991"/>
                </a:cubicBezTo>
                <a:cubicBezTo>
                  <a:pt x="2049707" y="7789"/>
                  <a:pt x="2050607" y="10152"/>
                  <a:pt x="2050607" y="13079"/>
                </a:cubicBezTo>
                <a:cubicBezTo>
                  <a:pt x="2050607" y="15334"/>
                  <a:pt x="2049814" y="20883"/>
                  <a:pt x="2048229" y="29724"/>
                </a:cubicBezTo>
                <a:lnTo>
                  <a:pt x="2043290" y="56704"/>
                </a:lnTo>
                <a:lnTo>
                  <a:pt x="2039266" y="56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4b9c0b00040bf"/>
          <a:stretch xmlns:a="http://schemas.openxmlformats.org/drawingml/2006/main"/>
        </p:blipFill>
        <p:spPr>
          <a:xfrm xmlns:a="http://schemas.openxmlformats.org/drawingml/2006/main">
            <a:off x="5366564" y="1752251"/>
            <a:ext cx="608745" cy="608745"/>
          </a:xfrm>
          <a:prstGeom xmlns:a="http://schemas.openxmlformats.org/drawingml/2006/main" prst="rect">
            <a:avLst/>
          </a:prstGeom>
        </p:spPr>
      </p:pic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25C4C-5235-4996-9022-73BBCB90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702" y="2185397"/>
            <a:ext cx="952218" cy="328254"/>
          </a:xfrm>
          <a:custGeom xmlns:a="http://schemas.openxmlformats.org/drawingml/2006/main">
            <a:pathLst>
              <a:path w="952218" h="328254" fill="none">
                <a:moveTo>
                  <a:pt x="952218" y="0"/>
                </a:moveTo>
                <a:lnTo>
                  <a:pt x="0" y="328254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F5116-A095-4FEF-8AAC-5DD6357D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44" y="2487662"/>
            <a:ext cx="69069" cy="42144"/>
          </a:xfrm>
          <a:custGeom xmlns:a="http://schemas.openxmlformats.org/drawingml/2006/main">
            <a:pathLst>
              <a:path w="69069" h="42144">
                <a:moveTo>
                  <a:pt x="0" y="42144"/>
                </a:moveTo>
                <a:lnTo>
                  <a:pt x="54787" y="0"/>
                </a:lnTo>
                <a:lnTo>
                  <a:pt x="46358" y="25989"/>
                </a:lnTo>
                <a:lnTo>
                  <a:pt x="69069" y="41442"/>
                </a:lnTo>
                <a:lnTo>
                  <a:pt x="0" y="421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ACDB8-45CB-4AAF-8BB5-B4AF540A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44" y="2487662"/>
            <a:ext cx="69069" cy="42144"/>
          </a:xfrm>
          <a:custGeom xmlns:a="http://schemas.openxmlformats.org/drawingml/2006/main">
            <a:pathLst>
              <a:path w="69069" h="42144" fill="none">
                <a:moveTo>
                  <a:pt x="0" y="42144"/>
                </a:moveTo>
                <a:lnTo>
                  <a:pt x="54787" y="0"/>
                </a:lnTo>
                <a:lnTo>
                  <a:pt x="46358" y="25989"/>
                </a:lnTo>
                <a:lnTo>
                  <a:pt x="69069" y="41442"/>
                </a:lnTo>
                <a:lnTo>
                  <a:pt x="0" y="421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29B68-21EA-4BFE-8B37-C5DB0536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920" y="2185397"/>
            <a:ext cx="10" cy="281194"/>
          </a:xfrm>
          <a:custGeom xmlns:a="http://schemas.openxmlformats.org/drawingml/2006/main">
            <a:pathLst>
              <a:path w="1" h="281194" fill="none">
                <a:moveTo>
                  <a:pt x="0" y="0"/>
                </a:moveTo>
                <a:lnTo>
                  <a:pt x="0" y="281194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A5CC6-AAC7-44A9-B9BA-095BAD28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146" y="2450201"/>
            <a:ext cx="43549" cy="65557"/>
          </a:xfrm>
          <a:custGeom xmlns:a="http://schemas.openxmlformats.org/drawingml/2006/main">
            <a:pathLst>
              <a:path w="43549" h="65557">
                <a:moveTo>
                  <a:pt x="21774" y="65557"/>
                </a:moveTo>
                <a:lnTo>
                  <a:pt x="0" y="0"/>
                </a:lnTo>
                <a:lnTo>
                  <a:pt x="21774" y="16389"/>
                </a:lnTo>
                <a:lnTo>
                  <a:pt x="43549" y="0"/>
                </a:lnTo>
                <a:lnTo>
                  <a:pt x="21774" y="655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1BF7A-9BF3-4C2A-BEAA-2E8A780A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146" y="2450201"/>
            <a:ext cx="43549" cy="65557"/>
          </a:xfrm>
          <a:custGeom xmlns:a="http://schemas.openxmlformats.org/drawingml/2006/main">
            <a:pathLst>
              <a:path w="43549" h="65557" fill="none">
                <a:moveTo>
                  <a:pt x="21774" y="65557"/>
                </a:moveTo>
                <a:lnTo>
                  <a:pt x="0" y="0"/>
                </a:lnTo>
                <a:lnTo>
                  <a:pt x="21774" y="16389"/>
                </a:lnTo>
                <a:lnTo>
                  <a:pt x="43549" y="0"/>
                </a:lnTo>
                <a:lnTo>
                  <a:pt x="21774" y="65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6CFBE-AE9C-4ACC-9A10-7EC48ADB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87" y="2840969"/>
            <a:ext cx="396855" cy="244201"/>
          </a:xfrm>
          <a:custGeom xmlns:a="http://schemas.openxmlformats.org/drawingml/2006/main">
            <a:pathLst>
              <a:path w="396855" h="244201" fill="none">
                <a:moveTo>
                  <a:pt x="396855" y="0"/>
                </a:moveTo>
                <a:lnTo>
                  <a:pt x="0" y="244201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D6FDF-8BD0-4F7B-A6AE-E7EC2A0E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678" y="3058010"/>
            <a:ext cx="67430" cy="52914"/>
          </a:xfrm>
          <a:custGeom xmlns:a="http://schemas.openxmlformats.org/drawingml/2006/main">
            <a:pathLst>
              <a:path w="67430" h="52914">
                <a:moveTo>
                  <a:pt x="0" y="52914"/>
                </a:moveTo>
                <a:lnTo>
                  <a:pt x="44485" y="0"/>
                </a:lnTo>
                <a:lnTo>
                  <a:pt x="41910" y="27159"/>
                </a:lnTo>
                <a:lnTo>
                  <a:pt x="67430" y="37227"/>
                </a:lnTo>
                <a:lnTo>
                  <a:pt x="0" y="529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58674-7618-4FCB-AAD7-961CE6C5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678" y="3058010"/>
            <a:ext cx="67430" cy="52914"/>
          </a:xfrm>
          <a:custGeom xmlns:a="http://schemas.openxmlformats.org/drawingml/2006/main">
            <a:pathLst>
              <a:path w="67430" h="52914" fill="none">
                <a:moveTo>
                  <a:pt x="0" y="52914"/>
                </a:moveTo>
                <a:lnTo>
                  <a:pt x="44485" y="0"/>
                </a:lnTo>
                <a:lnTo>
                  <a:pt x="41910" y="27159"/>
                </a:lnTo>
                <a:lnTo>
                  <a:pt x="67430" y="37227"/>
                </a:lnTo>
                <a:lnTo>
                  <a:pt x="0" y="529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2BC55-B26A-4C99-87D7-CB0B2E59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443" y="2840969"/>
            <a:ext cx="99506" cy="217275"/>
          </a:xfrm>
          <a:custGeom xmlns:a="http://schemas.openxmlformats.org/drawingml/2006/main">
            <a:pathLst>
              <a:path w="99506" h="217275" fill="none">
                <a:moveTo>
                  <a:pt x="0" y="0"/>
                </a:moveTo>
                <a:lnTo>
                  <a:pt x="99506" y="217275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8CBA5-1BE5-4643-AB1F-BD8F6757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258" y="3034128"/>
            <a:ext cx="47295" cy="68835"/>
          </a:xfrm>
          <a:custGeom xmlns:a="http://schemas.openxmlformats.org/drawingml/2006/main">
            <a:pathLst>
              <a:path w="47295" h="68835">
                <a:moveTo>
                  <a:pt x="47295" y="68835"/>
                </a:moveTo>
                <a:lnTo>
                  <a:pt x="0" y="18262"/>
                </a:lnTo>
                <a:lnTo>
                  <a:pt x="26691" y="24116"/>
                </a:lnTo>
                <a:lnTo>
                  <a:pt x="39803" y="0"/>
                </a:lnTo>
                <a:lnTo>
                  <a:pt x="47295" y="688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4286E-1A10-4A4E-B894-F5A7C21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258" y="3034128"/>
            <a:ext cx="47295" cy="68835"/>
          </a:xfrm>
          <a:custGeom xmlns:a="http://schemas.openxmlformats.org/drawingml/2006/main">
            <a:pathLst>
              <a:path w="47295" h="68835" fill="none">
                <a:moveTo>
                  <a:pt x="47295" y="68835"/>
                </a:moveTo>
                <a:lnTo>
                  <a:pt x="0" y="18262"/>
                </a:lnTo>
                <a:lnTo>
                  <a:pt x="26691" y="24116"/>
                </a:lnTo>
                <a:lnTo>
                  <a:pt x="39803" y="0"/>
                </a:lnTo>
                <a:lnTo>
                  <a:pt x="47295" y="688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57B56-F9E8-4309-9C5B-F133D15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1026439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9373D-492F-45C1-A634-54040935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1026439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04F94-11F4-41AA-B48D-DF5757D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1026439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D7DAE-06BD-46BD-9FBA-359A2A98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1026439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BBD85-7E5A-4CEE-AD8A-6C640FC0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1026439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84E8A-3E87-45FA-A319-91A11871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1026439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BA6E5-2D61-4923-910D-4D908857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1026439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7DE72-9ABD-4936-90C1-97AA0E65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1026439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1E9DD-B88F-432A-8AA8-A6617BA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1026439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63A51-0983-4CAF-B8DF-D885A322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1026439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25E26-F269-496E-AA1B-2A653755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1447878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BE7C9-7022-489C-8F35-54A3FA9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1447878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2FBAC-AC44-4FD4-A3E0-72E093AF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1447878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5B250-9230-43F1-86A8-86E9DEB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1447878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7C62B-1F61-4D1E-AAC1-428C6908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1447878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D8C8A-352A-4E58-90DE-76B12973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1447878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28B54-6134-4D67-9986-E683742D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1447878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574D8-306D-43DB-8AED-5B4A5D1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1447878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FD907-A027-40C0-A98D-E1B41D00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186931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37388-F993-40E9-944F-A39F1612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186931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295B8-49E0-4A00-9ADB-41DF23FE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186931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DF020-5AF3-4E3E-8880-AE6DCE5B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186931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DA164-A003-4265-A954-1940B15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186931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2B546-8413-4304-A2AA-9B39CB8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186931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621BA-9169-4DD8-826C-E6920661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229075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0E8FB-051C-49C3-B80F-F33DF348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229075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2BEC2-7329-42D8-AE25-40CD43C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229075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A3C1B-2431-4FAC-BB76-4FFE1BA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229075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F3EDF-F6B1-4C1D-BC62-B7E8A93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229075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69401-C8BC-40BC-8F43-59CA4416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229075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60D23-845E-477E-ADD2-C9CD365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2712196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414EC-D6C1-4101-9B76-B239434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2712196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22A42-2F4B-4A62-9453-27B50339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2712196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6D241-409E-45A4-9FC4-88EFF30E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2712196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AF04F-B622-4618-B6EB-425BB31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2712196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3DB47-092D-4232-97D5-A4F7F7E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2712196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FD772-2F4E-49D9-83DB-E32000A5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1447878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C1013-FF8D-411C-AE00-1F74FF3A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1447878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EBE41-505E-456C-9C1E-97E695F7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229075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3B7CB-97EA-4C26-B815-B29C4447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229075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58FBF-A83D-48B5-AD1D-D0598FE8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229075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98C0D-96C9-4C11-8FB6-B4D211F9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229075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685AF-23DE-4D24-9F4B-AE92D598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2712196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73CF2-5E1F-495C-AA98-F64CBED1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2712196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4DB53-2DA4-4677-9CD7-15260D1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2712196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E075A-F287-40DC-97A5-9FC6C9E7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2712196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4FAE4-8C7C-4EB1-9F4A-314454BF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186931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BB578-FD61-4686-8A1C-4FA0569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186931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E36D9-8783-4C88-ADB0-7B126537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186931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7322B-C37F-460C-84D6-22A991F2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186931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217" name="Text TreeAttentionMask">
            <a:extLst xmlns:a="http://schemas.openxmlformats.org/drawingml/2006/main">
              <a:ext uri="{FF2B5EF4-FFF2-40B4-BE49-F238E27FC236}">
                <a16:creationId xmlns:a16="http://schemas.microsoft.com/office/drawing/2014/main" id="{8CED3049-730D-4E59-8184-ADC99081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791" y="357034"/>
            <a:ext cx="1847668" cy="145487"/>
          </a:xfrm>
          <a:custGeom xmlns:a="http://schemas.openxmlformats.org/drawingml/2006/main">
            <a:pathLst>
              <a:path w="1847668" h="145487">
                <a:moveTo>
                  <a:pt x="125321" y="3087"/>
                </a:moveTo>
                <a:lnTo>
                  <a:pt x="125321" y="40950"/>
                </a:lnTo>
                <a:lnTo>
                  <a:pt x="121616" y="40950"/>
                </a:lnTo>
                <a:cubicBezTo>
                  <a:pt x="119421" y="32209"/>
                  <a:pt x="116986" y="25928"/>
                  <a:pt x="114311" y="22109"/>
                </a:cubicBezTo>
                <a:cubicBezTo>
                  <a:pt x="111636" y="18289"/>
                  <a:pt x="107966" y="15243"/>
                  <a:pt x="103302" y="12971"/>
                </a:cubicBezTo>
                <a:cubicBezTo>
                  <a:pt x="100695" y="11732"/>
                  <a:pt x="96134" y="11112"/>
                  <a:pt x="89618" y="11112"/>
                </a:cubicBezTo>
                <a:lnTo>
                  <a:pt x="79226" y="11112"/>
                </a:lnTo>
                <a:lnTo>
                  <a:pt x="79226" y="118736"/>
                </a:lnTo>
                <a:cubicBezTo>
                  <a:pt x="79226" y="125906"/>
                  <a:pt x="79620" y="130388"/>
                  <a:pt x="80409" y="132182"/>
                </a:cubicBezTo>
                <a:cubicBezTo>
                  <a:pt x="81198" y="133974"/>
                  <a:pt x="82741" y="135542"/>
                  <a:pt x="85039" y="136886"/>
                </a:cubicBezTo>
                <a:cubicBezTo>
                  <a:pt x="87337" y="138230"/>
                  <a:pt x="90475" y="138902"/>
                  <a:pt x="94453" y="138902"/>
                </a:cubicBezTo>
                <a:lnTo>
                  <a:pt x="99083" y="138902"/>
                </a:lnTo>
                <a:lnTo>
                  <a:pt x="99083" y="142606"/>
                </a:lnTo>
                <a:lnTo>
                  <a:pt x="26031" y="142606"/>
                </a:lnTo>
                <a:lnTo>
                  <a:pt x="26031" y="138902"/>
                </a:lnTo>
                <a:lnTo>
                  <a:pt x="30661" y="138902"/>
                </a:lnTo>
                <a:cubicBezTo>
                  <a:pt x="34708" y="138902"/>
                  <a:pt x="37967" y="138179"/>
                  <a:pt x="40436" y="136732"/>
                </a:cubicBezTo>
                <a:cubicBezTo>
                  <a:pt x="42219" y="135765"/>
                  <a:pt x="43626" y="134110"/>
                  <a:pt x="44654" y="131767"/>
                </a:cubicBezTo>
                <a:cubicBezTo>
                  <a:pt x="45409" y="130112"/>
                  <a:pt x="45786" y="125769"/>
                  <a:pt x="45786" y="118736"/>
                </a:cubicBezTo>
                <a:lnTo>
                  <a:pt x="45786" y="11112"/>
                </a:lnTo>
                <a:lnTo>
                  <a:pt x="35703" y="11112"/>
                </a:lnTo>
                <a:cubicBezTo>
                  <a:pt x="26306" y="11112"/>
                  <a:pt x="19481" y="13108"/>
                  <a:pt x="15228" y="17099"/>
                </a:cubicBezTo>
                <a:cubicBezTo>
                  <a:pt x="9260" y="22674"/>
                  <a:pt x="5487" y="30625"/>
                  <a:pt x="3910" y="40950"/>
                </a:cubicBezTo>
                <a:lnTo>
                  <a:pt x="0" y="40950"/>
                </a:lnTo>
                <a:lnTo>
                  <a:pt x="0" y="3087"/>
                </a:lnTo>
                <a:lnTo>
                  <a:pt x="125321" y="3087"/>
                </a:lnTo>
                <a:close/>
                <a:moveTo>
                  <a:pt x="164316" y="46301"/>
                </a:moveTo>
                <a:lnTo>
                  <a:pt x="164316" y="68113"/>
                </a:lnTo>
                <a:cubicBezTo>
                  <a:pt x="170695" y="58167"/>
                  <a:pt x="176286" y="51565"/>
                  <a:pt x="181087" y="48307"/>
                </a:cubicBezTo>
                <a:cubicBezTo>
                  <a:pt x="185889" y="45049"/>
                  <a:pt x="190519" y="43420"/>
                  <a:pt x="194977" y="43420"/>
                </a:cubicBezTo>
                <a:cubicBezTo>
                  <a:pt x="198819" y="43420"/>
                  <a:pt x="201888" y="44607"/>
                  <a:pt x="204186" y="46982"/>
                </a:cubicBezTo>
                <a:cubicBezTo>
                  <a:pt x="206484" y="49357"/>
                  <a:pt x="207633" y="52713"/>
                  <a:pt x="207633" y="57050"/>
                </a:cubicBezTo>
                <a:cubicBezTo>
                  <a:pt x="207633" y="61662"/>
                  <a:pt x="206518" y="65243"/>
                  <a:pt x="204289" y="67792"/>
                </a:cubicBezTo>
                <a:cubicBezTo>
                  <a:pt x="202060" y="70338"/>
                  <a:pt x="199367" y="71612"/>
                  <a:pt x="196212" y="71612"/>
                </a:cubicBezTo>
                <a:cubicBezTo>
                  <a:pt x="192577" y="71612"/>
                  <a:pt x="189421" y="70446"/>
                  <a:pt x="186746" y="68113"/>
                </a:cubicBezTo>
                <a:cubicBezTo>
                  <a:pt x="184071" y="65781"/>
                  <a:pt x="182493" y="64478"/>
                  <a:pt x="182013" y="64204"/>
                </a:cubicBezTo>
                <a:cubicBezTo>
                  <a:pt x="181327" y="63792"/>
                  <a:pt x="180538" y="63586"/>
                  <a:pt x="179647" y="63586"/>
                </a:cubicBezTo>
                <a:cubicBezTo>
                  <a:pt x="177658" y="63586"/>
                  <a:pt x="175771" y="64341"/>
                  <a:pt x="173988" y="65850"/>
                </a:cubicBezTo>
                <a:cubicBezTo>
                  <a:pt x="171175" y="68182"/>
                  <a:pt x="169049" y="71509"/>
                  <a:pt x="167609" y="75830"/>
                </a:cubicBezTo>
                <a:cubicBezTo>
                  <a:pt x="165414" y="82484"/>
                  <a:pt x="164316" y="89823"/>
                  <a:pt x="164316" y="97849"/>
                </a:cubicBezTo>
                <a:lnTo>
                  <a:pt x="164316" y="119970"/>
                </a:lnTo>
                <a:lnTo>
                  <a:pt x="164419" y="125732"/>
                </a:lnTo>
                <a:cubicBezTo>
                  <a:pt x="164419" y="129642"/>
                  <a:pt x="164659" y="132146"/>
                  <a:pt x="165139" y="133243"/>
                </a:cubicBezTo>
                <a:cubicBezTo>
                  <a:pt x="165962" y="135095"/>
                  <a:pt x="167180" y="136450"/>
                  <a:pt x="168792" y="137307"/>
                </a:cubicBezTo>
                <a:cubicBezTo>
                  <a:pt x="170404" y="138165"/>
                  <a:pt x="173130" y="138696"/>
                  <a:pt x="176972" y="138902"/>
                </a:cubicBezTo>
                <a:lnTo>
                  <a:pt x="176972" y="142606"/>
                </a:lnTo>
                <a:lnTo>
                  <a:pt x="125012" y="142606"/>
                </a:lnTo>
                <a:lnTo>
                  <a:pt x="125012" y="138902"/>
                </a:lnTo>
                <a:cubicBezTo>
                  <a:pt x="129196" y="138559"/>
                  <a:pt x="132026" y="137410"/>
                  <a:pt x="133500" y="135455"/>
                </a:cubicBezTo>
                <a:cubicBezTo>
                  <a:pt x="134975" y="133500"/>
                  <a:pt x="135713" y="128339"/>
                  <a:pt x="135713" y="119970"/>
                </a:cubicBezTo>
                <a:lnTo>
                  <a:pt x="135713" y="66673"/>
                </a:lnTo>
                <a:cubicBezTo>
                  <a:pt x="135713" y="61151"/>
                  <a:pt x="135438" y="57631"/>
                  <a:pt x="134889" y="56114"/>
                </a:cubicBezTo>
                <a:cubicBezTo>
                  <a:pt x="134203" y="54180"/>
                  <a:pt x="133209" y="52766"/>
                  <a:pt x="131906" y="51870"/>
                </a:cubicBezTo>
                <a:cubicBezTo>
                  <a:pt x="130602" y="50971"/>
                  <a:pt x="128304" y="50350"/>
                  <a:pt x="125012" y="50005"/>
                </a:cubicBezTo>
                <a:lnTo>
                  <a:pt x="125012" y="46301"/>
                </a:lnTo>
                <a:lnTo>
                  <a:pt x="164316" y="46301"/>
                </a:lnTo>
                <a:close/>
                <a:moveTo>
                  <a:pt x="295604" y="90955"/>
                </a:moveTo>
                <a:lnTo>
                  <a:pt x="242821" y="90955"/>
                </a:lnTo>
                <a:cubicBezTo>
                  <a:pt x="243438" y="103748"/>
                  <a:pt x="246834" y="113858"/>
                  <a:pt x="253007" y="121285"/>
                </a:cubicBezTo>
                <a:cubicBezTo>
                  <a:pt x="257740" y="126994"/>
                  <a:pt x="263433" y="129848"/>
                  <a:pt x="270087" y="129848"/>
                </a:cubicBezTo>
                <a:cubicBezTo>
                  <a:pt x="274202" y="129848"/>
                  <a:pt x="277941" y="128699"/>
                  <a:pt x="281302" y="126401"/>
                </a:cubicBezTo>
                <a:cubicBezTo>
                  <a:pt x="284663" y="124103"/>
                  <a:pt x="288264" y="119970"/>
                  <a:pt x="292105" y="114003"/>
                </a:cubicBezTo>
                <a:lnTo>
                  <a:pt x="295604" y="116266"/>
                </a:lnTo>
                <a:cubicBezTo>
                  <a:pt x="290390" y="126898"/>
                  <a:pt x="284629" y="134426"/>
                  <a:pt x="278318" y="138851"/>
                </a:cubicBezTo>
                <a:cubicBezTo>
                  <a:pt x="272007" y="143275"/>
                  <a:pt x="264702" y="145487"/>
                  <a:pt x="256402" y="145487"/>
                </a:cubicBezTo>
                <a:cubicBezTo>
                  <a:pt x="242135" y="145487"/>
                  <a:pt x="231331" y="139994"/>
                  <a:pt x="223992" y="129008"/>
                </a:cubicBezTo>
                <a:cubicBezTo>
                  <a:pt x="218093" y="120151"/>
                  <a:pt x="215143" y="109166"/>
                  <a:pt x="215143" y="96051"/>
                </a:cubicBezTo>
                <a:cubicBezTo>
                  <a:pt x="215143" y="79983"/>
                  <a:pt x="219482" y="67195"/>
                  <a:pt x="228159" y="57686"/>
                </a:cubicBezTo>
                <a:cubicBezTo>
                  <a:pt x="236836" y="48175"/>
                  <a:pt x="247005" y="43420"/>
                  <a:pt x="258666" y="43420"/>
                </a:cubicBezTo>
                <a:cubicBezTo>
                  <a:pt x="268406" y="43420"/>
                  <a:pt x="276860" y="47415"/>
                  <a:pt x="284028" y="55406"/>
                </a:cubicBezTo>
                <a:cubicBezTo>
                  <a:pt x="291196" y="63398"/>
                  <a:pt x="295055" y="75247"/>
                  <a:pt x="295604" y="90955"/>
                </a:cubicBezTo>
                <a:moveTo>
                  <a:pt x="270293" y="84164"/>
                </a:moveTo>
                <a:cubicBezTo>
                  <a:pt x="270293" y="73121"/>
                  <a:pt x="269692" y="65541"/>
                  <a:pt x="268492" y="61426"/>
                </a:cubicBezTo>
                <a:cubicBezTo>
                  <a:pt x="267292" y="57310"/>
                  <a:pt x="265422" y="54189"/>
                  <a:pt x="262884" y="52063"/>
                </a:cubicBezTo>
                <a:cubicBezTo>
                  <a:pt x="261444" y="50828"/>
                  <a:pt x="259523" y="50211"/>
                  <a:pt x="257123" y="50211"/>
                </a:cubicBezTo>
                <a:cubicBezTo>
                  <a:pt x="253556" y="50211"/>
                  <a:pt x="250640" y="51960"/>
                  <a:pt x="248377" y="55458"/>
                </a:cubicBezTo>
                <a:cubicBezTo>
                  <a:pt x="244330" y="61563"/>
                  <a:pt x="242306" y="69931"/>
                  <a:pt x="242306" y="80563"/>
                </a:cubicBezTo>
                <a:lnTo>
                  <a:pt x="242306" y="84164"/>
                </a:lnTo>
                <a:lnTo>
                  <a:pt x="270293" y="84164"/>
                </a:lnTo>
                <a:close/>
                <a:moveTo>
                  <a:pt x="389164" y="90955"/>
                </a:moveTo>
                <a:lnTo>
                  <a:pt x="336381" y="90955"/>
                </a:lnTo>
                <a:cubicBezTo>
                  <a:pt x="336998" y="103748"/>
                  <a:pt x="340394" y="113858"/>
                  <a:pt x="346567" y="121285"/>
                </a:cubicBezTo>
                <a:cubicBezTo>
                  <a:pt x="351300" y="126994"/>
                  <a:pt x="356993" y="129848"/>
                  <a:pt x="363647" y="129848"/>
                </a:cubicBezTo>
                <a:cubicBezTo>
                  <a:pt x="367763" y="129848"/>
                  <a:pt x="371501" y="128699"/>
                  <a:pt x="374862" y="126401"/>
                </a:cubicBezTo>
                <a:cubicBezTo>
                  <a:pt x="378223" y="124103"/>
                  <a:pt x="381824" y="119970"/>
                  <a:pt x="385666" y="114003"/>
                </a:cubicBezTo>
                <a:lnTo>
                  <a:pt x="389164" y="116266"/>
                </a:lnTo>
                <a:cubicBezTo>
                  <a:pt x="383951" y="126898"/>
                  <a:pt x="378189" y="134426"/>
                  <a:pt x="371878" y="138851"/>
                </a:cubicBezTo>
                <a:cubicBezTo>
                  <a:pt x="365568" y="143275"/>
                  <a:pt x="358262" y="145487"/>
                  <a:pt x="349963" y="145487"/>
                </a:cubicBezTo>
                <a:cubicBezTo>
                  <a:pt x="335695" y="145487"/>
                  <a:pt x="324892" y="139994"/>
                  <a:pt x="317552" y="129008"/>
                </a:cubicBezTo>
                <a:cubicBezTo>
                  <a:pt x="311653" y="120151"/>
                  <a:pt x="308704" y="109166"/>
                  <a:pt x="308704" y="96051"/>
                </a:cubicBezTo>
                <a:cubicBezTo>
                  <a:pt x="308704" y="79983"/>
                  <a:pt x="313042" y="67195"/>
                  <a:pt x="321719" y="57686"/>
                </a:cubicBezTo>
                <a:cubicBezTo>
                  <a:pt x="330396" y="48175"/>
                  <a:pt x="340565" y="43420"/>
                  <a:pt x="352226" y="43420"/>
                </a:cubicBezTo>
                <a:cubicBezTo>
                  <a:pt x="361966" y="43420"/>
                  <a:pt x="370421" y="47415"/>
                  <a:pt x="377589" y="55406"/>
                </a:cubicBezTo>
                <a:cubicBezTo>
                  <a:pt x="384757" y="63398"/>
                  <a:pt x="388615" y="75247"/>
                  <a:pt x="389164" y="90955"/>
                </a:cubicBezTo>
                <a:moveTo>
                  <a:pt x="363853" y="84164"/>
                </a:moveTo>
                <a:cubicBezTo>
                  <a:pt x="363853" y="73121"/>
                  <a:pt x="363253" y="65541"/>
                  <a:pt x="362052" y="61426"/>
                </a:cubicBezTo>
                <a:cubicBezTo>
                  <a:pt x="360852" y="57310"/>
                  <a:pt x="358983" y="54189"/>
                  <a:pt x="356445" y="52063"/>
                </a:cubicBezTo>
                <a:cubicBezTo>
                  <a:pt x="355004" y="50828"/>
                  <a:pt x="353084" y="50211"/>
                  <a:pt x="350683" y="50211"/>
                </a:cubicBezTo>
                <a:cubicBezTo>
                  <a:pt x="347116" y="50211"/>
                  <a:pt x="344201" y="51960"/>
                  <a:pt x="341937" y="55458"/>
                </a:cubicBezTo>
                <a:cubicBezTo>
                  <a:pt x="337890" y="61563"/>
                  <a:pt x="335867" y="69931"/>
                  <a:pt x="335867" y="80563"/>
                </a:cubicBezTo>
                <a:lnTo>
                  <a:pt x="335867" y="84164"/>
                </a:lnTo>
                <a:lnTo>
                  <a:pt x="363853" y="84164"/>
                </a:lnTo>
                <a:close/>
                <a:moveTo>
                  <a:pt x="522786" y="102685"/>
                </a:moveTo>
                <a:lnTo>
                  <a:pt x="473501" y="102685"/>
                </a:lnTo>
                <a:lnTo>
                  <a:pt x="467637" y="116334"/>
                </a:lnTo>
                <a:cubicBezTo>
                  <a:pt x="465716" y="120910"/>
                  <a:pt x="464756" y="124689"/>
                  <a:pt x="464756" y="127671"/>
                </a:cubicBezTo>
                <a:cubicBezTo>
                  <a:pt x="464756" y="131621"/>
                  <a:pt x="466333" y="134533"/>
                  <a:pt x="469489" y="136407"/>
                </a:cubicBezTo>
                <a:cubicBezTo>
                  <a:pt x="471341" y="137515"/>
                  <a:pt x="475902" y="138347"/>
                  <a:pt x="483173" y="138902"/>
                </a:cubicBezTo>
                <a:lnTo>
                  <a:pt x="483173" y="142606"/>
                </a:lnTo>
                <a:lnTo>
                  <a:pt x="436769" y="142606"/>
                </a:lnTo>
                <a:lnTo>
                  <a:pt x="436769" y="138902"/>
                </a:lnTo>
                <a:cubicBezTo>
                  <a:pt x="441777" y="138141"/>
                  <a:pt x="445892" y="136047"/>
                  <a:pt x="449116" y="132619"/>
                </a:cubicBezTo>
                <a:cubicBezTo>
                  <a:pt x="452340" y="129190"/>
                  <a:pt x="456319" y="122107"/>
                  <a:pt x="461052" y="111372"/>
                </a:cubicBezTo>
                <a:lnTo>
                  <a:pt x="510953" y="0"/>
                </a:lnTo>
                <a:lnTo>
                  <a:pt x="512908" y="0"/>
                </a:lnTo>
                <a:lnTo>
                  <a:pt x="563222" y="114475"/>
                </a:lnTo>
                <a:cubicBezTo>
                  <a:pt x="568023" y="125424"/>
                  <a:pt x="571967" y="132319"/>
                  <a:pt x="575054" y="135159"/>
                </a:cubicBezTo>
                <a:cubicBezTo>
                  <a:pt x="577386" y="137307"/>
                  <a:pt x="580679" y="138555"/>
                  <a:pt x="584932" y="138902"/>
                </a:cubicBezTo>
                <a:lnTo>
                  <a:pt x="584932" y="142606"/>
                </a:lnTo>
                <a:lnTo>
                  <a:pt x="517435" y="142606"/>
                </a:lnTo>
                <a:lnTo>
                  <a:pt x="517435" y="138902"/>
                </a:lnTo>
                <a:lnTo>
                  <a:pt x="520214" y="138902"/>
                </a:lnTo>
                <a:cubicBezTo>
                  <a:pt x="525632" y="138902"/>
                  <a:pt x="529439" y="138135"/>
                  <a:pt x="531634" y="136600"/>
                </a:cubicBezTo>
                <a:cubicBezTo>
                  <a:pt x="533143" y="135485"/>
                  <a:pt x="533898" y="133881"/>
                  <a:pt x="533898" y="131787"/>
                </a:cubicBezTo>
                <a:cubicBezTo>
                  <a:pt x="533898" y="130533"/>
                  <a:pt x="533692" y="129242"/>
                  <a:pt x="533281" y="127915"/>
                </a:cubicBezTo>
                <a:cubicBezTo>
                  <a:pt x="533143" y="127289"/>
                  <a:pt x="532115" y="124674"/>
                  <a:pt x="530194" y="120070"/>
                </a:cubicBezTo>
                <a:lnTo>
                  <a:pt x="522786" y="102685"/>
                </a:lnTo>
                <a:moveTo>
                  <a:pt x="519288" y="95071"/>
                </a:moveTo>
                <a:lnTo>
                  <a:pt x="498504" y="46963"/>
                </a:lnTo>
                <a:lnTo>
                  <a:pt x="477102" y="95071"/>
                </a:lnTo>
                <a:lnTo>
                  <a:pt x="519288" y="95071"/>
                </a:lnTo>
                <a:close/>
                <a:moveTo>
                  <a:pt x="632534" y="10906"/>
                </a:moveTo>
                <a:lnTo>
                  <a:pt x="632534" y="46301"/>
                </a:lnTo>
                <a:lnTo>
                  <a:pt x="655376" y="46301"/>
                </a:lnTo>
                <a:lnTo>
                  <a:pt x="655376" y="56384"/>
                </a:lnTo>
                <a:lnTo>
                  <a:pt x="632534" y="56384"/>
                </a:lnTo>
                <a:lnTo>
                  <a:pt x="632534" y="115912"/>
                </a:lnTo>
                <a:cubicBezTo>
                  <a:pt x="632534" y="121484"/>
                  <a:pt x="632791" y="125077"/>
                  <a:pt x="633306" y="126693"/>
                </a:cubicBezTo>
                <a:cubicBezTo>
                  <a:pt x="633820" y="128310"/>
                  <a:pt x="634729" y="129617"/>
                  <a:pt x="636033" y="130616"/>
                </a:cubicBezTo>
                <a:cubicBezTo>
                  <a:pt x="637336" y="131613"/>
                  <a:pt x="638536" y="132111"/>
                  <a:pt x="639634" y="132111"/>
                </a:cubicBezTo>
                <a:cubicBezTo>
                  <a:pt x="644092" y="132111"/>
                  <a:pt x="648311" y="128682"/>
                  <a:pt x="652289" y="121822"/>
                </a:cubicBezTo>
                <a:lnTo>
                  <a:pt x="655376" y="124108"/>
                </a:lnTo>
                <a:cubicBezTo>
                  <a:pt x="649820" y="137400"/>
                  <a:pt x="640800" y="144047"/>
                  <a:pt x="628316" y="144047"/>
                </a:cubicBezTo>
                <a:cubicBezTo>
                  <a:pt x="622211" y="144047"/>
                  <a:pt x="617049" y="142344"/>
                  <a:pt x="612831" y="138937"/>
                </a:cubicBezTo>
                <a:cubicBezTo>
                  <a:pt x="608612" y="135529"/>
                  <a:pt x="605920" y="131725"/>
                  <a:pt x="604754" y="127526"/>
                </a:cubicBezTo>
                <a:cubicBezTo>
                  <a:pt x="604068" y="125185"/>
                  <a:pt x="603725" y="118852"/>
                  <a:pt x="603725" y="108527"/>
                </a:cubicBezTo>
                <a:lnTo>
                  <a:pt x="603725" y="56384"/>
                </a:lnTo>
                <a:lnTo>
                  <a:pt x="591172" y="56384"/>
                </a:lnTo>
                <a:lnTo>
                  <a:pt x="591172" y="52773"/>
                </a:lnTo>
                <a:cubicBezTo>
                  <a:pt x="599815" y="46655"/>
                  <a:pt x="607172" y="40228"/>
                  <a:pt x="613242" y="33491"/>
                </a:cubicBezTo>
                <a:cubicBezTo>
                  <a:pt x="619313" y="26754"/>
                  <a:pt x="624612" y="19225"/>
                  <a:pt x="629139" y="10906"/>
                </a:cubicBezTo>
                <a:lnTo>
                  <a:pt x="632534" y="10906"/>
                </a:lnTo>
                <a:close/>
                <a:moveTo>
                  <a:pt x="702704" y="10906"/>
                </a:moveTo>
                <a:lnTo>
                  <a:pt x="702704" y="46301"/>
                </a:lnTo>
                <a:lnTo>
                  <a:pt x="725546" y="46301"/>
                </a:lnTo>
                <a:lnTo>
                  <a:pt x="725546" y="56384"/>
                </a:lnTo>
                <a:lnTo>
                  <a:pt x="702704" y="56384"/>
                </a:lnTo>
                <a:lnTo>
                  <a:pt x="702704" y="115912"/>
                </a:lnTo>
                <a:cubicBezTo>
                  <a:pt x="702704" y="121484"/>
                  <a:pt x="702961" y="125077"/>
                  <a:pt x="703476" y="126693"/>
                </a:cubicBezTo>
                <a:cubicBezTo>
                  <a:pt x="703990" y="128310"/>
                  <a:pt x="704899" y="129617"/>
                  <a:pt x="706202" y="130616"/>
                </a:cubicBezTo>
                <a:cubicBezTo>
                  <a:pt x="707506" y="131613"/>
                  <a:pt x="708706" y="132111"/>
                  <a:pt x="709804" y="132111"/>
                </a:cubicBezTo>
                <a:cubicBezTo>
                  <a:pt x="714262" y="132111"/>
                  <a:pt x="718481" y="128682"/>
                  <a:pt x="722459" y="121822"/>
                </a:cubicBezTo>
                <a:lnTo>
                  <a:pt x="725546" y="124108"/>
                </a:lnTo>
                <a:cubicBezTo>
                  <a:pt x="719990" y="137400"/>
                  <a:pt x="710970" y="144047"/>
                  <a:pt x="698486" y="144047"/>
                </a:cubicBezTo>
                <a:cubicBezTo>
                  <a:pt x="692381" y="144047"/>
                  <a:pt x="687219" y="142344"/>
                  <a:pt x="683001" y="138937"/>
                </a:cubicBezTo>
                <a:cubicBezTo>
                  <a:pt x="678782" y="135529"/>
                  <a:pt x="676090" y="131725"/>
                  <a:pt x="674924" y="127526"/>
                </a:cubicBezTo>
                <a:cubicBezTo>
                  <a:pt x="674238" y="125185"/>
                  <a:pt x="673895" y="118852"/>
                  <a:pt x="673895" y="108527"/>
                </a:cubicBezTo>
                <a:lnTo>
                  <a:pt x="673895" y="56384"/>
                </a:lnTo>
                <a:lnTo>
                  <a:pt x="661342" y="56384"/>
                </a:lnTo>
                <a:lnTo>
                  <a:pt x="661342" y="52773"/>
                </a:lnTo>
                <a:cubicBezTo>
                  <a:pt x="669985" y="46655"/>
                  <a:pt x="677342" y="40228"/>
                  <a:pt x="683412" y="33491"/>
                </a:cubicBezTo>
                <a:cubicBezTo>
                  <a:pt x="689483" y="26754"/>
                  <a:pt x="694782" y="19225"/>
                  <a:pt x="699309" y="10906"/>
                </a:cubicBezTo>
                <a:lnTo>
                  <a:pt x="702704" y="10906"/>
                </a:lnTo>
                <a:close/>
                <a:moveTo>
                  <a:pt x="816191" y="90955"/>
                </a:moveTo>
                <a:lnTo>
                  <a:pt x="763408" y="90955"/>
                </a:lnTo>
                <a:cubicBezTo>
                  <a:pt x="764025" y="103748"/>
                  <a:pt x="767421" y="113858"/>
                  <a:pt x="773594" y="121285"/>
                </a:cubicBezTo>
                <a:cubicBezTo>
                  <a:pt x="778327" y="126994"/>
                  <a:pt x="784020" y="129848"/>
                  <a:pt x="790674" y="129848"/>
                </a:cubicBezTo>
                <a:cubicBezTo>
                  <a:pt x="794789" y="129848"/>
                  <a:pt x="798528" y="128699"/>
                  <a:pt x="801889" y="126401"/>
                </a:cubicBezTo>
                <a:cubicBezTo>
                  <a:pt x="805250" y="124103"/>
                  <a:pt x="808851" y="119970"/>
                  <a:pt x="812692" y="114003"/>
                </a:cubicBezTo>
                <a:lnTo>
                  <a:pt x="816191" y="116266"/>
                </a:lnTo>
                <a:cubicBezTo>
                  <a:pt x="810978" y="126898"/>
                  <a:pt x="805216" y="134426"/>
                  <a:pt x="798905" y="138851"/>
                </a:cubicBezTo>
                <a:cubicBezTo>
                  <a:pt x="792594" y="143275"/>
                  <a:pt x="785289" y="145487"/>
                  <a:pt x="776989" y="145487"/>
                </a:cubicBezTo>
                <a:cubicBezTo>
                  <a:pt x="762722" y="145487"/>
                  <a:pt x="751918" y="139994"/>
                  <a:pt x="744579" y="129008"/>
                </a:cubicBezTo>
                <a:cubicBezTo>
                  <a:pt x="738680" y="120151"/>
                  <a:pt x="735730" y="109166"/>
                  <a:pt x="735730" y="96051"/>
                </a:cubicBezTo>
                <a:cubicBezTo>
                  <a:pt x="735730" y="79983"/>
                  <a:pt x="740069" y="67195"/>
                  <a:pt x="748746" y="57686"/>
                </a:cubicBezTo>
                <a:cubicBezTo>
                  <a:pt x="757423" y="48175"/>
                  <a:pt x="767592" y="43420"/>
                  <a:pt x="779253" y="43420"/>
                </a:cubicBezTo>
                <a:cubicBezTo>
                  <a:pt x="788993" y="43420"/>
                  <a:pt x="797447" y="47415"/>
                  <a:pt x="804615" y="55406"/>
                </a:cubicBezTo>
                <a:cubicBezTo>
                  <a:pt x="811784" y="63398"/>
                  <a:pt x="815642" y="75247"/>
                  <a:pt x="816191" y="90955"/>
                </a:cubicBezTo>
                <a:moveTo>
                  <a:pt x="790880" y="84164"/>
                </a:moveTo>
                <a:cubicBezTo>
                  <a:pt x="790880" y="73121"/>
                  <a:pt x="790279" y="65541"/>
                  <a:pt x="789079" y="61426"/>
                </a:cubicBezTo>
                <a:cubicBezTo>
                  <a:pt x="787879" y="57310"/>
                  <a:pt x="786009" y="54189"/>
                  <a:pt x="783471" y="52063"/>
                </a:cubicBezTo>
                <a:cubicBezTo>
                  <a:pt x="782031" y="50828"/>
                  <a:pt x="780110" y="50211"/>
                  <a:pt x="777710" y="50211"/>
                </a:cubicBezTo>
                <a:cubicBezTo>
                  <a:pt x="774143" y="50211"/>
                  <a:pt x="771228" y="51960"/>
                  <a:pt x="768964" y="55458"/>
                </a:cubicBezTo>
                <a:cubicBezTo>
                  <a:pt x="764917" y="61563"/>
                  <a:pt x="762893" y="69931"/>
                  <a:pt x="762893" y="80563"/>
                </a:cubicBezTo>
                <a:lnTo>
                  <a:pt x="762893" y="84164"/>
                </a:lnTo>
                <a:lnTo>
                  <a:pt x="790880" y="84164"/>
                </a:lnTo>
                <a:close/>
                <a:moveTo>
                  <a:pt x="867566" y="46301"/>
                </a:moveTo>
                <a:lnTo>
                  <a:pt x="867566" y="58853"/>
                </a:lnTo>
                <a:cubicBezTo>
                  <a:pt x="872505" y="53467"/>
                  <a:pt x="877238" y="49548"/>
                  <a:pt x="881765" y="47098"/>
                </a:cubicBezTo>
                <a:cubicBezTo>
                  <a:pt x="886292" y="44646"/>
                  <a:pt x="891162" y="43420"/>
                  <a:pt x="896375" y="43420"/>
                </a:cubicBezTo>
                <a:cubicBezTo>
                  <a:pt x="902617" y="43420"/>
                  <a:pt x="907796" y="45154"/>
                  <a:pt x="911912" y="48622"/>
                </a:cubicBezTo>
                <a:cubicBezTo>
                  <a:pt x="916027" y="52090"/>
                  <a:pt x="918771" y="56400"/>
                  <a:pt x="920143" y="61551"/>
                </a:cubicBezTo>
                <a:cubicBezTo>
                  <a:pt x="921240" y="65467"/>
                  <a:pt x="921789" y="72989"/>
                  <a:pt x="921789" y="84116"/>
                </a:cubicBezTo>
                <a:lnTo>
                  <a:pt x="921789" y="121616"/>
                </a:lnTo>
                <a:cubicBezTo>
                  <a:pt x="921789" y="129025"/>
                  <a:pt x="922458" y="133637"/>
                  <a:pt x="923795" y="135455"/>
                </a:cubicBezTo>
                <a:cubicBezTo>
                  <a:pt x="925133" y="137273"/>
                  <a:pt x="927928" y="138422"/>
                  <a:pt x="932181" y="138902"/>
                </a:cubicBezTo>
                <a:lnTo>
                  <a:pt x="932181" y="142606"/>
                </a:lnTo>
                <a:lnTo>
                  <a:pt x="883514" y="142606"/>
                </a:lnTo>
                <a:lnTo>
                  <a:pt x="883514" y="138902"/>
                </a:lnTo>
                <a:cubicBezTo>
                  <a:pt x="887149" y="138422"/>
                  <a:pt x="889756" y="136913"/>
                  <a:pt x="891334" y="134375"/>
                </a:cubicBezTo>
                <a:cubicBezTo>
                  <a:pt x="892431" y="132660"/>
                  <a:pt x="892980" y="128407"/>
                  <a:pt x="892980" y="121616"/>
                </a:cubicBezTo>
                <a:lnTo>
                  <a:pt x="892980" y="78814"/>
                </a:lnTo>
                <a:cubicBezTo>
                  <a:pt x="892980" y="70926"/>
                  <a:pt x="892671" y="65953"/>
                  <a:pt x="892054" y="63895"/>
                </a:cubicBezTo>
                <a:cubicBezTo>
                  <a:pt x="891436" y="61837"/>
                  <a:pt x="890390" y="60242"/>
                  <a:pt x="888916" y="59111"/>
                </a:cubicBezTo>
                <a:cubicBezTo>
                  <a:pt x="887441" y="57979"/>
                  <a:pt x="885812" y="57413"/>
                  <a:pt x="884028" y="57413"/>
                </a:cubicBezTo>
                <a:cubicBezTo>
                  <a:pt x="878129" y="57413"/>
                  <a:pt x="872642" y="61666"/>
                  <a:pt x="867566" y="70171"/>
                </a:cubicBezTo>
                <a:lnTo>
                  <a:pt x="867566" y="121616"/>
                </a:lnTo>
                <a:cubicBezTo>
                  <a:pt x="867566" y="128819"/>
                  <a:pt x="868235" y="133380"/>
                  <a:pt x="869572" y="135301"/>
                </a:cubicBezTo>
                <a:cubicBezTo>
                  <a:pt x="870910" y="137222"/>
                  <a:pt x="873396" y="138422"/>
                  <a:pt x="877032" y="138902"/>
                </a:cubicBezTo>
                <a:lnTo>
                  <a:pt x="877032" y="142606"/>
                </a:lnTo>
                <a:lnTo>
                  <a:pt x="828365" y="142606"/>
                </a:lnTo>
                <a:lnTo>
                  <a:pt x="828365" y="138902"/>
                </a:lnTo>
                <a:cubicBezTo>
                  <a:pt x="832412" y="138490"/>
                  <a:pt x="835293" y="137187"/>
                  <a:pt x="837007" y="134992"/>
                </a:cubicBezTo>
                <a:cubicBezTo>
                  <a:pt x="838173" y="133483"/>
                  <a:pt x="838757" y="129025"/>
                  <a:pt x="838757" y="121616"/>
                </a:cubicBezTo>
                <a:lnTo>
                  <a:pt x="838757" y="67290"/>
                </a:lnTo>
                <a:cubicBezTo>
                  <a:pt x="838757" y="59932"/>
                  <a:pt x="838088" y="55350"/>
                  <a:pt x="836750" y="53545"/>
                </a:cubicBezTo>
                <a:cubicBezTo>
                  <a:pt x="835413" y="51740"/>
                  <a:pt x="832617" y="50560"/>
                  <a:pt x="828365" y="50005"/>
                </a:cubicBezTo>
                <a:lnTo>
                  <a:pt x="828365" y="46301"/>
                </a:lnTo>
                <a:lnTo>
                  <a:pt x="867566" y="46301"/>
                </a:lnTo>
                <a:close/>
                <a:moveTo>
                  <a:pt x="983593" y="10906"/>
                </a:moveTo>
                <a:lnTo>
                  <a:pt x="983593" y="46301"/>
                </a:lnTo>
                <a:lnTo>
                  <a:pt x="1006435" y="46301"/>
                </a:lnTo>
                <a:lnTo>
                  <a:pt x="1006435" y="56384"/>
                </a:lnTo>
                <a:lnTo>
                  <a:pt x="983593" y="56384"/>
                </a:lnTo>
                <a:lnTo>
                  <a:pt x="983593" y="115912"/>
                </a:lnTo>
                <a:cubicBezTo>
                  <a:pt x="983593" y="121484"/>
                  <a:pt x="983850" y="125077"/>
                  <a:pt x="984365" y="126693"/>
                </a:cubicBezTo>
                <a:cubicBezTo>
                  <a:pt x="984879" y="128310"/>
                  <a:pt x="985788" y="129617"/>
                  <a:pt x="987092" y="130616"/>
                </a:cubicBezTo>
                <a:cubicBezTo>
                  <a:pt x="988395" y="131613"/>
                  <a:pt x="989595" y="132111"/>
                  <a:pt x="990693" y="132111"/>
                </a:cubicBezTo>
                <a:cubicBezTo>
                  <a:pt x="995151" y="132111"/>
                  <a:pt x="999370" y="128682"/>
                  <a:pt x="1003348" y="121822"/>
                </a:cubicBezTo>
                <a:lnTo>
                  <a:pt x="1006435" y="124108"/>
                </a:lnTo>
                <a:cubicBezTo>
                  <a:pt x="1000879" y="137400"/>
                  <a:pt x="991859" y="144047"/>
                  <a:pt x="979375" y="144047"/>
                </a:cubicBezTo>
                <a:cubicBezTo>
                  <a:pt x="973270" y="144047"/>
                  <a:pt x="968108" y="142344"/>
                  <a:pt x="963890" y="138937"/>
                </a:cubicBezTo>
                <a:cubicBezTo>
                  <a:pt x="959671" y="135529"/>
                  <a:pt x="956979" y="131725"/>
                  <a:pt x="955813" y="127526"/>
                </a:cubicBezTo>
                <a:cubicBezTo>
                  <a:pt x="955127" y="125185"/>
                  <a:pt x="954784" y="118852"/>
                  <a:pt x="954784" y="108527"/>
                </a:cubicBezTo>
                <a:lnTo>
                  <a:pt x="954784" y="56384"/>
                </a:lnTo>
                <a:lnTo>
                  <a:pt x="942231" y="56384"/>
                </a:lnTo>
                <a:lnTo>
                  <a:pt x="942231" y="52773"/>
                </a:lnTo>
                <a:cubicBezTo>
                  <a:pt x="950874" y="46655"/>
                  <a:pt x="958231" y="40228"/>
                  <a:pt x="964301" y="33491"/>
                </a:cubicBezTo>
                <a:cubicBezTo>
                  <a:pt x="970372" y="26754"/>
                  <a:pt x="975671" y="19225"/>
                  <a:pt x="980198" y="10906"/>
                </a:cubicBezTo>
                <a:lnTo>
                  <a:pt x="983593" y="10906"/>
                </a:lnTo>
                <a:close/>
                <a:moveTo>
                  <a:pt x="1038742" y="0"/>
                </a:moveTo>
                <a:cubicBezTo>
                  <a:pt x="1043200" y="0"/>
                  <a:pt x="1046973" y="1566"/>
                  <a:pt x="1050060" y="4698"/>
                </a:cubicBezTo>
                <a:cubicBezTo>
                  <a:pt x="1053146" y="7827"/>
                  <a:pt x="1054690" y="11594"/>
                  <a:pt x="1054690" y="15999"/>
                </a:cubicBezTo>
                <a:cubicBezTo>
                  <a:pt x="1054690" y="20404"/>
                  <a:pt x="1053129" y="24156"/>
                  <a:pt x="1050008" y="27253"/>
                </a:cubicBezTo>
                <a:cubicBezTo>
                  <a:pt x="1046887" y="30348"/>
                  <a:pt x="1043132" y="31896"/>
                  <a:pt x="1038742" y="31896"/>
                </a:cubicBezTo>
                <a:cubicBezTo>
                  <a:pt x="1034352" y="31896"/>
                  <a:pt x="1030613" y="30348"/>
                  <a:pt x="1027527" y="27253"/>
                </a:cubicBezTo>
                <a:cubicBezTo>
                  <a:pt x="1024440" y="24156"/>
                  <a:pt x="1022897" y="20404"/>
                  <a:pt x="1022897" y="15999"/>
                </a:cubicBezTo>
                <a:cubicBezTo>
                  <a:pt x="1022897" y="11594"/>
                  <a:pt x="1024440" y="7827"/>
                  <a:pt x="1027527" y="4698"/>
                </a:cubicBezTo>
                <a:cubicBezTo>
                  <a:pt x="1030613" y="1566"/>
                  <a:pt x="1034352" y="0"/>
                  <a:pt x="1038742" y="0"/>
                </a:cubicBezTo>
                <a:moveTo>
                  <a:pt x="1053146" y="46301"/>
                </a:moveTo>
                <a:lnTo>
                  <a:pt x="1053146" y="122645"/>
                </a:lnTo>
                <a:cubicBezTo>
                  <a:pt x="1053146" y="129436"/>
                  <a:pt x="1053935" y="133775"/>
                  <a:pt x="1055513" y="135661"/>
                </a:cubicBezTo>
                <a:cubicBezTo>
                  <a:pt x="1057091" y="137547"/>
                  <a:pt x="1060177" y="138628"/>
                  <a:pt x="1064773" y="138902"/>
                </a:cubicBezTo>
                <a:lnTo>
                  <a:pt x="1064773" y="142606"/>
                </a:lnTo>
                <a:lnTo>
                  <a:pt x="1012813" y="142606"/>
                </a:lnTo>
                <a:lnTo>
                  <a:pt x="1012813" y="138902"/>
                </a:lnTo>
                <a:cubicBezTo>
                  <a:pt x="1017066" y="138765"/>
                  <a:pt x="1020221" y="137530"/>
                  <a:pt x="1022279" y="135198"/>
                </a:cubicBezTo>
                <a:cubicBezTo>
                  <a:pt x="1023651" y="133620"/>
                  <a:pt x="1024337" y="129436"/>
                  <a:pt x="1024337" y="122645"/>
                </a:cubicBezTo>
                <a:lnTo>
                  <a:pt x="1024337" y="66467"/>
                </a:lnTo>
                <a:cubicBezTo>
                  <a:pt x="1024337" y="59591"/>
                  <a:pt x="1023548" y="55197"/>
                  <a:pt x="1021971" y="53288"/>
                </a:cubicBezTo>
                <a:cubicBezTo>
                  <a:pt x="1020393" y="51378"/>
                  <a:pt x="1017341" y="50283"/>
                  <a:pt x="1012813" y="50005"/>
                </a:cubicBezTo>
                <a:lnTo>
                  <a:pt x="1012813" y="46301"/>
                </a:lnTo>
                <a:lnTo>
                  <a:pt x="1053146" y="46301"/>
                </a:lnTo>
                <a:close/>
                <a:moveTo>
                  <a:pt x="1119546" y="43420"/>
                </a:moveTo>
                <a:cubicBezTo>
                  <a:pt x="1127915" y="43420"/>
                  <a:pt x="1135700" y="45583"/>
                  <a:pt x="1142902" y="49908"/>
                </a:cubicBezTo>
                <a:cubicBezTo>
                  <a:pt x="1150105" y="54234"/>
                  <a:pt x="1155575" y="60380"/>
                  <a:pt x="1159313" y="68345"/>
                </a:cubicBezTo>
                <a:cubicBezTo>
                  <a:pt x="1163052" y="76310"/>
                  <a:pt x="1164921" y="85030"/>
                  <a:pt x="1164921" y="94505"/>
                </a:cubicBezTo>
                <a:cubicBezTo>
                  <a:pt x="1164921" y="108168"/>
                  <a:pt x="1161457" y="119600"/>
                  <a:pt x="1154529" y="128803"/>
                </a:cubicBezTo>
                <a:cubicBezTo>
                  <a:pt x="1146161" y="139926"/>
                  <a:pt x="1134603" y="145487"/>
                  <a:pt x="1119855" y="145487"/>
                </a:cubicBezTo>
                <a:cubicBezTo>
                  <a:pt x="1105382" y="145487"/>
                  <a:pt x="1094235" y="140406"/>
                  <a:pt x="1086416" y="130243"/>
                </a:cubicBezTo>
                <a:cubicBezTo>
                  <a:pt x="1078596" y="120081"/>
                  <a:pt x="1074686" y="108305"/>
                  <a:pt x="1074686" y="94916"/>
                </a:cubicBezTo>
                <a:cubicBezTo>
                  <a:pt x="1074686" y="81116"/>
                  <a:pt x="1078682" y="69083"/>
                  <a:pt x="1086673" y="58818"/>
                </a:cubicBezTo>
                <a:cubicBezTo>
                  <a:pt x="1094664" y="48552"/>
                  <a:pt x="1105622" y="43420"/>
                  <a:pt x="1119546" y="43420"/>
                </a:cubicBezTo>
                <a:moveTo>
                  <a:pt x="1119958" y="50622"/>
                </a:moveTo>
                <a:cubicBezTo>
                  <a:pt x="1116460" y="50622"/>
                  <a:pt x="1113459" y="51945"/>
                  <a:pt x="1110955" y="54590"/>
                </a:cubicBezTo>
                <a:cubicBezTo>
                  <a:pt x="1108451" y="57233"/>
                  <a:pt x="1106805" y="62451"/>
                  <a:pt x="1106016" y="70245"/>
                </a:cubicBezTo>
                <a:cubicBezTo>
                  <a:pt x="1105227" y="78039"/>
                  <a:pt x="1104833" y="88873"/>
                  <a:pt x="1104833" y="102746"/>
                </a:cubicBezTo>
                <a:cubicBezTo>
                  <a:pt x="1104833" y="110094"/>
                  <a:pt x="1105313" y="116962"/>
                  <a:pt x="1106273" y="123350"/>
                </a:cubicBezTo>
                <a:cubicBezTo>
                  <a:pt x="1107028" y="128224"/>
                  <a:pt x="1108640" y="131932"/>
                  <a:pt x="1111109" y="134475"/>
                </a:cubicBezTo>
                <a:cubicBezTo>
                  <a:pt x="1113579" y="137015"/>
                  <a:pt x="1116391" y="138285"/>
                  <a:pt x="1119546" y="138285"/>
                </a:cubicBezTo>
                <a:cubicBezTo>
                  <a:pt x="1122633" y="138285"/>
                  <a:pt x="1125205" y="137426"/>
                  <a:pt x="1127263" y="135709"/>
                </a:cubicBezTo>
                <a:cubicBezTo>
                  <a:pt x="1129938" y="133375"/>
                  <a:pt x="1131722" y="130112"/>
                  <a:pt x="1132613" y="125922"/>
                </a:cubicBezTo>
                <a:cubicBezTo>
                  <a:pt x="1133985" y="119399"/>
                  <a:pt x="1134671" y="106214"/>
                  <a:pt x="1134671" y="86367"/>
                </a:cubicBezTo>
                <a:cubicBezTo>
                  <a:pt x="1134671" y="74693"/>
                  <a:pt x="1134020" y="66676"/>
                  <a:pt x="1132716" y="62316"/>
                </a:cubicBezTo>
                <a:cubicBezTo>
                  <a:pt x="1131413" y="57954"/>
                  <a:pt x="1129492" y="54777"/>
                  <a:pt x="1126954" y="52786"/>
                </a:cubicBezTo>
                <a:cubicBezTo>
                  <a:pt x="1125171" y="51343"/>
                  <a:pt x="1122839" y="50622"/>
                  <a:pt x="1119958" y="50622"/>
                </a:cubicBezTo>
                <a:close/>
                <a:moveTo>
                  <a:pt x="1218835" y="46301"/>
                </a:moveTo>
                <a:lnTo>
                  <a:pt x="1218835" y="58853"/>
                </a:lnTo>
                <a:cubicBezTo>
                  <a:pt x="1223774" y="53467"/>
                  <a:pt x="1228507" y="49548"/>
                  <a:pt x="1233034" y="47098"/>
                </a:cubicBezTo>
                <a:cubicBezTo>
                  <a:pt x="1237562" y="44646"/>
                  <a:pt x="1242432" y="43420"/>
                  <a:pt x="1247645" y="43420"/>
                </a:cubicBezTo>
                <a:cubicBezTo>
                  <a:pt x="1253887" y="43420"/>
                  <a:pt x="1259066" y="45154"/>
                  <a:pt x="1263181" y="48622"/>
                </a:cubicBezTo>
                <a:cubicBezTo>
                  <a:pt x="1267297" y="52090"/>
                  <a:pt x="1270041" y="56400"/>
                  <a:pt x="1271412" y="61551"/>
                </a:cubicBezTo>
                <a:cubicBezTo>
                  <a:pt x="1272510" y="65467"/>
                  <a:pt x="1273059" y="72989"/>
                  <a:pt x="1273059" y="84116"/>
                </a:cubicBezTo>
                <a:lnTo>
                  <a:pt x="1273059" y="121616"/>
                </a:lnTo>
                <a:cubicBezTo>
                  <a:pt x="1273059" y="129025"/>
                  <a:pt x="1273727" y="133637"/>
                  <a:pt x="1275065" y="135455"/>
                </a:cubicBezTo>
                <a:cubicBezTo>
                  <a:pt x="1276403" y="137273"/>
                  <a:pt x="1279198" y="138422"/>
                  <a:pt x="1283451" y="138902"/>
                </a:cubicBezTo>
                <a:lnTo>
                  <a:pt x="1283451" y="142606"/>
                </a:lnTo>
                <a:lnTo>
                  <a:pt x="1234783" y="142606"/>
                </a:lnTo>
                <a:lnTo>
                  <a:pt x="1234783" y="138902"/>
                </a:lnTo>
                <a:cubicBezTo>
                  <a:pt x="1238419" y="138422"/>
                  <a:pt x="1241025" y="136913"/>
                  <a:pt x="1242603" y="134375"/>
                </a:cubicBezTo>
                <a:cubicBezTo>
                  <a:pt x="1243701" y="132660"/>
                  <a:pt x="1244249" y="128407"/>
                  <a:pt x="1244249" y="121616"/>
                </a:cubicBezTo>
                <a:lnTo>
                  <a:pt x="1244249" y="78814"/>
                </a:lnTo>
                <a:cubicBezTo>
                  <a:pt x="1244249" y="70926"/>
                  <a:pt x="1243941" y="65953"/>
                  <a:pt x="1243323" y="63895"/>
                </a:cubicBezTo>
                <a:cubicBezTo>
                  <a:pt x="1242706" y="61837"/>
                  <a:pt x="1241660" y="60242"/>
                  <a:pt x="1240185" y="59111"/>
                </a:cubicBezTo>
                <a:cubicBezTo>
                  <a:pt x="1238710" y="57979"/>
                  <a:pt x="1237081" y="57413"/>
                  <a:pt x="1235298" y="57413"/>
                </a:cubicBezTo>
                <a:cubicBezTo>
                  <a:pt x="1229399" y="57413"/>
                  <a:pt x="1223911" y="61666"/>
                  <a:pt x="1218835" y="70171"/>
                </a:cubicBezTo>
                <a:lnTo>
                  <a:pt x="1218835" y="121616"/>
                </a:lnTo>
                <a:cubicBezTo>
                  <a:pt x="1218835" y="128819"/>
                  <a:pt x="1219504" y="133380"/>
                  <a:pt x="1220842" y="135301"/>
                </a:cubicBezTo>
                <a:cubicBezTo>
                  <a:pt x="1222179" y="137222"/>
                  <a:pt x="1224666" y="138422"/>
                  <a:pt x="1228301" y="138902"/>
                </a:cubicBezTo>
                <a:lnTo>
                  <a:pt x="1228301" y="142606"/>
                </a:lnTo>
                <a:lnTo>
                  <a:pt x="1179634" y="142606"/>
                </a:lnTo>
                <a:lnTo>
                  <a:pt x="1179634" y="138902"/>
                </a:lnTo>
                <a:cubicBezTo>
                  <a:pt x="1183681" y="138490"/>
                  <a:pt x="1186562" y="137187"/>
                  <a:pt x="1188277" y="134992"/>
                </a:cubicBezTo>
                <a:cubicBezTo>
                  <a:pt x="1189443" y="133483"/>
                  <a:pt x="1190026" y="129025"/>
                  <a:pt x="1190026" y="121616"/>
                </a:cubicBezTo>
                <a:lnTo>
                  <a:pt x="1190026" y="67290"/>
                </a:lnTo>
                <a:cubicBezTo>
                  <a:pt x="1190026" y="59932"/>
                  <a:pt x="1189357" y="55350"/>
                  <a:pt x="1188020" y="53545"/>
                </a:cubicBezTo>
                <a:cubicBezTo>
                  <a:pt x="1186682" y="51740"/>
                  <a:pt x="1183887" y="50560"/>
                  <a:pt x="1179634" y="50005"/>
                </a:cubicBezTo>
                <a:lnTo>
                  <a:pt x="1179634" y="46301"/>
                </a:lnTo>
                <a:lnTo>
                  <a:pt x="1218835" y="46301"/>
                </a:lnTo>
                <a:close/>
                <a:moveTo>
                  <a:pt x="1442692" y="94949"/>
                </a:moveTo>
                <a:lnTo>
                  <a:pt x="1480556" y="3087"/>
                </a:lnTo>
                <a:lnTo>
                  <a:pt x="1537351" y="3087"/>
                </a:lnTo>
                <a:lnTo>
                  <a:pt x="1537351" y="6791"/>
                </a:lnTo>
                <a:lnTo>
                  <a:pt x="1532824" y="6791"/>
                </a:lnTo>
                <a:cubicBezTo>
                  <a:pt x="1528709" y="6791"/>
                  <a:pt x="1525416" y="7522"/>
                  <a:pt x="1522947" y="8984"/>
                </a:cubicBezTo>
                <a:cubicBezTo>
                  <a:pt x="1521232" y="9959"/>
                  <a:pt x="1519860" y="11597"/>
                  <a:pt x="1518831" y="13897"/>
                </a:cubicBezTo>
                <a:cubicBezTo>
                  <a:pt x="1518077" y="15569"/>
                  <a:pt x="1517699" y="19922"/>
                  <a:pt x="1517699" y="26957"/>
                </a:cubicBezTo>
                <a:lnTo>
                  <a:pt x="1517699" y="118736"/>
                </a:lnTo>
                <a:cubicBezTo>
                  <a:pt x="1517699" y="125906"/>
                  <a:pt x="1518077" y="130388"/>
                  <a:pt x="1518831" y="132182"/>
                </a:cubicBezTo>
                <a:cubicBezTo>
                  <a:pt x="1519586" y="133974"/>
                  <a:pt x="1521129" y="135542"/>
                  <a:pt x="1523461" y="136886"/>
                </a:cubicBezTo>
                <a:cubicBezTo>
                  <a:pt x="1525793" y="138230"/>
                  <a:pt x="1528914" y="138902"/>
                  <a:pt x="1532824" y="138902"/>
                </a:cubicBezTo>
                <a:lnTo>
                  <a:pt x="1537351" y="138902"/>
                </a:lnTo>
                <a:lnTo>
                  <a:pt x="1537351" y="142606"/>
                </a:lnTo>
                <a:lnTo>
                  <a:pt x="1464505" y="142606"/>
                </a:lnTo>
                <a:lnTo>
                  <a:pt x="1464505" y="138902"/>
                </a:lnTo>
                <a:lnTo>
                  <a:pt x="1469032" y="138902"/>
                </a:lnTo>
                <a:cubicBezTo>
                  <a:pt x="1473148" y="138902"/>
                  <a:pt x="1476440" y="138179"/>
                  <a:pt x="1478910" y="136732"/>
                </a:cubicBezTo>
                <a:cubicBezTo>
                  <a:pt x="1480624" y="135765"/>
                  <a:pt x="1481996" y="134110"/>
                  <a:pt x="1483025" y="131767"/>
                </a:cubicBezTo>
                <a:cubicBezTo>
                  <a:pt x="1483780" y="130112"/>
                  <a:pt x="1484157" y="125769"/>
                  <a:pt x="1484157" y="118736"/>
                </a:cubicBezTo>
                <a:lnTo>
                  <a:pt x="1484157" y="15331"/>
                </a:lnTo>
                <a:lnTo>
                  <a:pt x="1430654" y="142606"/>
                </a:lnTo>
                <a:lnTo>
                  <a:pt x="1428185" y="142606"/>
                </a:lnTo>
                <a:lnTo>
                  <a:pt x="1373858" y="16154"/>
                </a:lnTo>
                <a:lnTo>
                  <a:pt x="1373858" y="114414"/>
                </a:lnTo>
                <a:cubicBezTo>
                  <a:pt x="1373858" y="121331"/>
                  <a:pt x="1374030" y="125585"/>
                  <a:pt x="1374373" y="127176"/>
                </a:cubicBezTo>
                <a:cubicBezTo>
                  <a:pt x="1375265" y="130635"/>
                  <a:pt x="1377202" y="133455"/>
                  <a:pt x="1380186" y="135635"/>
                </a:cubicBezTo>
                <a:cubicBezTo>
                  <a:pt x="1383170" y="137813"/>
                  <a:pt x="1387852" y="138902"/>
                  <a:pt x="1394231" y="138902"/>
                </a:cubicBezTo>
                <a:lnTo>
                  <a:pt x="1394231" y="142606"/>
                </a:lnTo>
                <a:lnTo>
                  <a:pt x="1346490" y="142606"/>
                </a:lnTo>
                <a:lnTo>
                  <a:pt x="1346490" y="138902"/>
                </a:lnTo>
                <a:lnTo>
                  <a:pt x="1347930" y="138902"/>
                </a:lnTo>
                <a:cubicBezTo>
                  <a:pt x="1351017" y="138971"/>
                  <a:pt x="1353898" y="138467"/>
                  <a:pt x="1356573" y="137391"/>
                </a:cubicBezTo>
                <a:cubicBezTo>
                  <a:pt x="1359248" y="136315"/>
                  <a:pt x="1361272" y="134873"/>
                  <a:pt x="1362643" y="133066"/>
                </a:cubicBezTo>
                <a:cubicBezTo>
                  <a:pt x="1364015" y="131259"/>
                  <a:pt x="1365078" y="128722"/>
                  <a:pt x="1365833" y="125456"/>
                </a:cubicBezTo>
                <a:cubicBezTo>
                  <a:pt x="1365970" y="124692"/>
                  <a:pt x="1366039" y="121149"/>
                  <a:pt x="1366039" y="114826"/>
                </a:cubicBezTo>
                <a:lnTo>
                  <a:pt x="1366039" y="26957"/>
                </a:lnTo>
                <a:cubicBezTo>
                  <a:pt x="1366039" y="19783"/>
                  <a:pt x="1365662" y="15307"/>
                  <a:pt x="1364907" y="13530"/>
                </a:cubicBezTo>
                <a:cubicBezTo>
                  <a:pt x="1364152" y="11753"/>
                  <a:pt x="1362609" y="10186"/>
                  <a:pt x="1360277" y="8829"/>
                </a:cubicBezTo>
                <a:cubicBezTo>
                  <a:pt x="1357945" y="7470"/>
                  <a:pt x="1354824" y="6791"/>
                  <a:pt x="1350914" y="6791"/>
                </a:cubicBezTo>
                <a:lnTo>
                  <a:pt x="1346490" y="6791"/>
                </a:lnTo>
                <a:lnTo>
                  <a:pt x="1346490" y="3087"/>
                </a:lnTo>
                <a:lnTo>
                  <a:pt x="1403491" y="3087"/>
                </a:lnTo>
                <a:lnTo>
                  <a:pt x="1442692" y="94949"/>
                </a:lnTo>
                <a:close/>
                <a:moveTo>
                  <a:pt x="1601381" y="128407"/>
                </a:moveTo>
                <a:cubicBezTo>
                  <a:pt x="1589652" y="138833"/>
                  <a:pt x="1579123" y="144047"/>
                  <a:pt x="1569794" y="144047"/>
                </a:cubicBezTo>
                <a:cubicBezTo>
                  <a:pt x="1564306" y="144047"/>
                  <a:pt x="1559745" y="142241"/>
                  <a:pt x="1556109" y="138629"/>
                </a:cubicBezTo>
                <a:cubicBezTo>
                  <a:pt x="1552474" y="135015"/>
                  <a:pt x="1550656" y="130490"/>
                  <a:pt x="1550656" y="125054"/>
                </a:cubicBezTo>
                <a:cubicBezTo>
                  <a:pt x="1550656" y="117688"/>
                  <a:pt x="1553811" y="111064"/>
                  <a:pt x="1560122" y="105180"/>
                </a:cubicBezTo>
                <a:cubicBezTo>
                  <a:pt x="1566433" y="99296"/>
                  <a:pt x="1580186" y="91467"/>
                  <a:pt x="1601381" y="81695"/>
                </a:cubicBezTo>
                <a:lnTo>
                  <a:pt x="1601381" y="72023"/>
                </a:lnTo>
                <a:cubicBezTo>
                  <a:pt x="1601381" y="64752"/>
                  <a:pt x="1600987" y="60174"/>
                  <a:pt x="1600198" y="58287"/>
                </a:cubicBezTo>
                <a:cubicBezTo>
                  <a:pt x="1599409" y="56401"/>
                  <a:pt x="1597917" y="54755"/>
                  <a:pt x="1595722" y="53349"/>
                </a:cubicBezTo>
                <a:cubicBezTo>
                  <a:pt x="1593527" y="51942"/>
                  <a:pt x="1591058" y="51239"/>
                  <a:pt x="1588314" y="51239"/>
                </a:cubicBezTo>
                <a:cubicBezTo>
                  <a:pt x="1583855" y="51239"/>
                  <a:pt x="1580186" y="52234"/>
                  <a:pt x="1577305" y="54223"/>
                </a:cubicBezTo>
                <a:cubicBezTo>
                  <a:pt x="1575521" y="55458"/>
                  <a:pt x="1574630" y="56898"/>
                  <a:pt x="1574630" y="58545"/>
                </a:cubicBezTo>
                <a:cubicBezTo>
                  <a:pt x="1574630" y="59985"/>
                  <a:pt x="1575590" y="61769"/>
                  <a:pt x="1577511" y="63895"/>
                </a:cubicBezTo>
                <a:cubicBezTo>
                  <a:pt x="1580117" y="66844"/>
                  <a:pt x="1581420" y="69691"/>
                  <a:pt x="1581420" y="72435"/>
                </a:cubicBezTo>
                <a:cubicBezTo>
                  <a:pt x="1581420" y="75796"/>
                  <a:pt x="1580169" y="78660"/>
                  <a:pt x="1577665" y="81026"/>
                </a:cubicBezTo>
                <a:cubicBezTo>
                  <a:pt x="1575161" y="83393"/>
                  <a:pt x="1571886" y="84576"/>
                  <a:pt x="1567839" y="84576"/>
                </a:cubicBezTo>
                <a:cubicBezTo>
                  <a:pt x="1563517" y="84576"/>
                  <a:pt x="1559899" y="83273"/>
                  <a:pt x="1556984" y="80666"/>
                </a:cubicBezTo>
                <a:cubicBezTo>
                  <a:pt x="1554069" y="78060"/>
                  <a:pt x="1552611" y="75007"/>
                  <a:pt x="1552611" y="71509"/>
                </a:cubicBezTo>
                <a:cubicBezTo>
                  <a:pt x="1552611" y="66570"/>
                  <a:pt x="1554566" y="61854"/>
                  <a:pt x="1558476" y="57361"/>
                </a:cubicBezTo>
                <a:cubicBezTo>
                  <a:pt x="1562386" y="52869"/>
                  <a:pt x="1567839" y="49422"/>
                  <a:pt x="1574835" y="47021"/>
                </a:cubicBezTo>
                <a:cubicBezTo>
                  <a:pt x="1581832" y="44620"/>
                  <a:pt x="1589103" y="43420"/>
                  <a:pt x="1596648" y="43420"/>
                </a:cubicBezTo>
                <a:cubicBezTo>
                  <a:pt x="1605771" y="43420"/>
                  <a:pt x="1612991" y="45363"/>
                  <a:pt x="1618307" y="49249"/>
                </a:cubicBezTo>
                <a:cubicBezTo>
                  <a:pt x="1623623" y="53133"/>
                  <a:pt x="1627069" y="57344"/>
                  <a:pt x="1628647" y="61882"/>
                </a:cubicBezTo>
                <a:cubicBezTo>
                  <a:pt x="1629607" y="64770"/>
                  <a:pt x="1630088" y="71404"/>
                  <a:pt x="1630088" y="81785"/>
                </a:cubicBezTo>
                <a:lnTo>
                  <a:pt x="1630088" y="119221"/>
                </a:lnTo>
                <a:cubicBezTo>
                  <a:pt x="1630088" y="123622"/>
                  <a:pt x="1630259" y="126390"/>
                  <a:pt x="1630602" y="127526"/>
                </a:cubicBezTo>
                <a:cubicBezTo>
                  <a:pt x="1630945" y="128660"/>
                  <a:pt x="1631459" y="129503"/>
                  <a:pt x="1632145" y="130053"/>
                </a:cubicBezTo>
                <a:cubicBezTo>
                  <a:pt x="1632831" y="130602"/>
                  <a:pt x="1633620" y="130877"/>
                  <a:pt x="1634512" y="130877"/>
                </a:cubicBezTo>
                <a:cubicBezTo>
                  <a:pt x="1636295" y="130877"/>
                  <a:pt x="1638113" y="129608"/>
                  <a:pt x="1639965" y="127070"/>
                </a:cubicBezTo>
                <a:lnTo>
                  <a:pt x="1643052" y="129539"/>
                </a:lnTo>
                <a:cubicBezTo>
                  <a:pt x="1639622" y="134615"/>
                  <a:pt x="1636072" y="138302"/>
                  <a:pt x="1632403" y="140600"/>
                </a:cubicBezTo>
                <a:cubicBezTo>
                  <a:pt x="1628733" y="142898"/>
                  <a:pt x="1624566" y="144047"/>
                  <a:pt x="1619901" y="144047"/>
                </a:cubicBezTo>
                <a:cubicBezTo>
                  <a:pt x="1614414" y="144047"/>
                  <a:pt x="1610127" y="142752"/>
                  <a:pt x="1607040" y="140162"/>
                </a:cubicBezTo>
                <a:cubicBezTo>
                  <a:pt x="1603953" y="137573"/>
                  <a:pt x="1602067" y="133655"/>
                  <a:pt x="1601381" y="128407"/>
                </a:cubicBezTo>
                <a:moveTo>
                  <a:pt x="1601381" y="120793"/>
                </a:moveTo>
                <a:lnTo>
                  <a:pt x="1601381" y="88608"/>
                </a:lnTo>
                <a:cubicBezTo>
                  <a:pt x="1593081" y="93502"/>
                  <a:pt x="1586908" y="98740"/>
                  <a:pt x="1582861" y="104324"/>
                </a:cubicBezTo>
                <a:cubicBezTo>
                  <a:pt x="1580186" y="108046"/>
                  <a:pt x="1578848" y="111802"/>
                  <a:pt x="1578848" y="115594"/>
                </a:cubicBezTo>
                <a:cubicBezTo>
                  <a:pt x="1578848" y="118764"/>
                  <a:pt x="1579980" y="121556"/>
                  <a:pt x="1582244" y="123970"/>
                </a:cubicBezTo>
                <a:cubicBezTo>
                  <a:pt x="1583958" y="125831"/>
                  <a:pt x="1586359" y="126761"/>
                  <a:pt x="1589446" y="126761"/>
                </a:cubicBezTo>
                <a:cubicBezTo>
                  <a:pt x="1592876" y="126761"/>
                  <a:pt x="1596854" y="124772"/>
                  <a:pt x="1601381" y="120793"/>
                </a:cubicBezTo>
                <a:close/>
                <a:moveTo>
                  <a:pt x="1714458" y="43831"/>
                </a:moveTo>
                <a:lnTo>
                  <a:pt x="1716001" y="76756"/>
                </a:lnTo>
                <a:lnTo>
                  <a:pt x="1712503" y="76756"/>
                </a:lnTo>
                <a:cubicBezTo>
                  <a:pt x="1708319" y="66937"/>
                  <a:pt x="1703980" y="60229"/>
                  <a:pt x="1699487" y="56635"/>
                </a:cubicBezTo>
                <a:cubicBezTo>
                  <a:pt x="1694995" y="53038"/>
                  <a:pt x="1690519" y="51239"/>
                  <a:pt x="1686060" y="51239"/>
                </a:cubicBezTo>
                <a:cubicBezTo>
                  <a:pt x="1683248" y="51239"/>
                  <a:pt x="1680847" y="52183"/>
                  <a:pt x="1678858" y="54069"/>
                </a:cubicBezTo>
                <a:cubicBezTo>
                  <a:pt x="1676869" y="55955"/>
                  <a:pt x="1675874" y="58133"/>
                  <a:pt x="1675874" y="60602"/>
                </a:cubicBezTo>
                <a:cubicBezTo>
                  <a:pt x="1675874" y="62454"/>
                  <a:pt x="1676560" y="64238"/>
                  <a:pt x="1677932" y="65953"/>
                </a:cubicBezTo>
                <a:cubicBezTo>
                  <a:pt x="1680127" y="68765"/>
                  <a:pt x="1686266" y="73584"/>
                  <a:pt x="1696349" y="80409"/>
                </a:cubicBezTo>
                <a:cubicBezTo>
                  <a:pt x="1706433" y="87234"/>
                  <a:pt x="1713069" y="93030"/>
                  <a:pt x="1716259" y="97797"/>
                </a:cubicBezTo>
                <a:cubicBezTo>
                  <a:pt x="1719448" y="102565"/>
                  <a:pt x="1721043" y="107898"/>
                  <a:pt x="1721043" y="113797"/>
                </a:cubicBezTo>
                <a:cubicBezTo>
                  <a:pt x="1721043" y="119147"/>
                  <a:pt x="1719705" y="124394"/>
                  <a:pt x="1717030" y="129539"/>
                </a:cubicBezTo>
                <a:cubicBezTo>
                  <a:pt x="1714355" y="134684"/>
                  <a:pt x="1710582" y="138628"/>
                  <a:pt x="1705712" y="141371"/>
                </a:cubicBezTo>
                <a:cubicBezTo>
                  <a:pt x="1700842" y="144115"/>
                  <a:pt x="1695458" y="145487"/>
                  <a:pt x="1689558" y="145487"/>
                </a:cubicBezTo>
                <a:cubicBezTo>
                  <a:pt x="1684963" y="145487"/>
                  <a:pt x="1678824" y="144020"/>
                  <a:pt x="1671141" y="141085"/>
                </a:cubicBezTo>
                <a:cubicBezTo>
                  <a:pt x="1669083" y="140316"/>
                  <a:pt x="1667677" y="139931"/>
                  <a:pt x="1666923" y="139931"/>
                </a:cubicBezTo>
                <a:cubicBezTo>
                  <a:pt x="1664659" y="139931"/>
                  <a:pt x="1662773" y="141646"/>
                  <a:pt x="1661264" y="145075"/>
                </a:cubicBezTo>
                <a:lnTo>
                  <a:pt x="1657868" y="145075"/>
                </a:lnTo>
                <a:lnTo>
                  <a:pt x="1656222" y="110504"/>
                </a:lnTo>
                <a:lnTo>
                  <a:pt x="1659720" y="110504"/>
                </a:lnTo>
                <a:cubicBezTo>
                  <a:pt x="1662807" y="119559"/>
                  <a:pt x="1667043" y="126349"/>
                  <a:pt x="1672427" y="130877"/>
                </a:cubicBezTo>
                <a:cubicBezTo>
                  <a:pt x="1677812" y="135404"/>
                  <a:pt x="1682905" y="137667"/>
                  <a:pt x="1687706" y="137667"/>
                </a:cubicBezTo>
                <a:cubicBezTo>
                  <a:pt x="1690999" y="137667"/>
                  <a:pt x="1693691" y="136656"/>
                  <a:pt x="1695783" y="134632"/>
                </a:cubicBezTo>
                <a:cubicBezTo>
                  <a:pt x="1697875" y="132609"/>
                  <a:pt x="1698922" y="130156"/>
                  <a:pt x="1698922" y="127275"/>
                </a:cubicBezTo>
                <a:cubicBezTo>
                  <a:pt x="1698922" y="123983"/>
                  <a:pt x="1697893" y="121136"/>
                  <a:pt x="1695835" y="118736"/>
                </a:cubicBezTo>
                <a:cubicBezTo>
                  <a:pt x="1693777" y="116335"/>
                  <a:pt x="1689181" y="112699"/>
                  <a:pt x="1682047" y="107829"/>
                </a:cubicBezTo>
                <a:cubicBezTo>
                  <a:pt x="1671553" y="100558"/>
                  <a:pt x="1664762" y="95002"/>
                  <a:pt x="1661675" y="91161"/>
                </a:cubicBezTo>
                <a:cubicBezTo>
                  <a:pt x="1657148" y="85536"/>
                  <a:pt x="1654884" y="79328"/>
                  <a:pt x="1654884" y="72538"/>
                </a:cubicBezTo>
                <a:cubicBezTo>
                  <a:pt x="1654884" y="65130"/>
                  <a:pt x="1657440" y="58425"/>
                  <a:pt x="1662550" y="52423"/>
                </a:cubicBezTo>
                <a:cubicBezTo>
                  <a:pt x="1667660" y="46421"/>
                  <a:pt x="1675051" y="43420"/>
                  <a:pt x="1684723" y="43420"/>
                </a:cubicBezTo>
                <a:cubicBezTo>
                  <a:pt x="1689936" y="43420"/>
                  <a:pt x="1694977" y="44738"/>
                  <a:pt x="1699848" y="47375"/>
                </a:cubicBezTo>
                <a:cubicBezTo>
                  <a:pt x="1701700" y="48442"/>
                  <a:pt x="1703209" y="48976"/>
                  <a:pt x="1704375" y="48976"/>
                </a:cubicBezTo>
                <a:cubicBezTo>
                  <a:pt x="1705609" y="48976"/>
                  <a:pt x="1706604" y="48719"/>
                  <a:pt x="1707359" y="48204"/>
                </a:cubicBezTo>
                <a:cubicBezTo>
                  <a:pt x="1708113" y="47690"/>
                  <a:pt x="1709313" y="46232"/>
                  <a:pt x="1710960" y="43831"/>
                </a:cubicBezTo>
                <a:lnTo>
                  <a:pt x="1714458" y="43831"/>
                </a:lnTo>
                <a:close/>
                <a:moveTo>
                  <a:pt x="1774718" y="3087"/>
                </a:moveTo>
                <a:lnTo>
                  <a:pt x="1774718" y="94942"/>
                </a:lnTo>
                <a:lnTo>
                  <a:pt x="1797046" y="72991"/>
                </a:lnTo>
                <a:cubicBezTo>
                  <a:pt x="1801641" y="68520"/>
                  <a:pt x="1804505" y="65275"/>
                  <a:pt x="1805637" y="63258"/>
                </a:cubicBezTo>
                <a:cubicBezTo>
                  <a:pt x="1806769" y="61241"/>
                  <a:pt x="1807335" y="59293"/>
                  <a:pt x="1807335" y="57413"/>
                </a:cubicBezTo>
                <a:cubicBezTo>
                  <a:pt x="1807335" y="55535"/>
                  <a:pt x="1806580" y="53970"/>
                  <a:pt x="1805071" y="52718"/>
                </a:cubicBezTo>
                <a:cubicBezTo>
                  <a:pt x="1803562" y="51467"/>
                  <a:pt x="1800612" y="50562"/>
                  <a:pt x="1796222" y="50005"/>
                </a:cubicBezTo>
                <a:lnTo>
                  <a:pt x="1796222" y="46301"/>
                </a:lnTo>
                <a:lnTo>
                  <a:pt x="1839333" y="46301"/>
                </a:lnTo>
                <a:lnTo>
                  <a:pt x="1839333" y="50005"/>
                </a:lnTo>
                <a:cubicBezTo>
                  <a:pt x="1835218" y="50213"/>
                  <a:pt x="1831617" y="51201"/>
                  <a:pt x="1828530" y="52969"/>
                </a:cubicBezTo>
                <a:cubicBezTo>
                  <a:pt x="1825443" y="54738"/>
                  <a:pt x="1819407" y="60060"/>
                  <a:pt x="1810421" y="68937"/>
                </a:cubicBezTo>
                <a:lnTo>
                  <a:pt x="1799926" y="79312"/>
                </a:lnTo>
                <a:lnTo>
                  <a:pt x="1822562" y="112366"/>
                </a:lnTo>
                <a:cubicBezTo>
                  <a:pt x="1831685" y="125806"/>
                  <a:pt x="1837104" y="133348"/>
                  <a:pt x="1838819" y="134992"/>
                </a:cubicBezTo>
                <a:cubicBezTo>
                  <a:pt x="1841151" y="137324"/>
                  <a:pt x="1844101" y="138628"/>
                  <a:pt x="1847668" y="138902"/>
                </a:cubicBezTo>
                <a:lnTo>
                  <a:pt x="1847668" y="142606"/>
                </a:lnTo>
                <a:lnTo>
                  <a:pt x="1797972" y="142606"/>
                </a:lnTo>
                <a:lnTo>
                  <a:pt x="1797972" y="138902"/>
                </a:lnTo>
                <a:cubicBezTo>
                  <a:pt x="1800167" y="138902"/>
                  <a:pt x="1801761" y="138490"/>
                  <a:pt x="1802756" y="137667"/>
                </a:cubicBezTo>
                <a:cubicBezTo>
                  <a:pt x="1803751" y="136842"/>
                  <a:pt x="1804248" y="135949"/>
                  <a:pt x="1804248" y="134989"/>
                </a:cubicBezTo>
                <a:cubicBezTo>
                  <a:pt x="1804248" y="133409"/>
                  <a:pt x="1802807" y="130491"/>
                  <a:pt x="1799926" y="126234"/>
                </a:cubicBezTo>
                <a:lnTo>
                  <a:pt x="1780892" y="98321"/>
                </a:lnTo>
                <a:lnTo>
                  <a:pt x="1774718" y="104434"/>
                </a:lnTo>
                <a:lnTo>
                  <a:pt x="1774718" y="121616"/>
                </a:lnTo>
                <a:cubicBezTo>
                  <a:pt x="1774718" y="129001"/>
                  <a:pt x="1775404" y="133607"/>
                  <a:pt x="1776776" y="135436"/>
                </a:cubicBezTo>
                <a:cubicBezTo>
                  <a:pt x="1778148" y="137264"/>
                  <a:pt x="1780960" y="138420"/>
                  <a:pt x="1785213" y="138902"/>
                </a:cubicBezTo>
                <a:lnTo>
                  <a:pt x="1785213" y="142606"/>
                </a:lnTo>
                <a:lnTo>
                  <a:pt x="1735517" y="142606"/>
                </a:lnTo>
                <a:lnTo>
                  <a:pt x="1735517" y="138902"/>
                </a:lnTo>
                <a:cubicBezTo>
                  <a:pt x="1739564" y="138488"/>
                  <a:pt x="1742445" y="137178"/>
                  <a:pt x="1744160" y="134970"/>
                </a:cubicBezTo>
                <a:cubicBezTo>
                  <a:pt x="1745326" y="133452"/>
                  <a:pt x="1745909" y="129001"/>
                  <a:pt x="1745909" y="121616"/>
                </a:cubicBezTo>
                <a:lnTo>
                  <a:pt x="1745909" y="24076"/>
                </a:lnTo>
                <a:cubicBezTo>
                  <a:pt x="1745909" y="16718"/>
                  <a:pt x="1745240" y="12136"/>
                  <a:pt x="1743903" y="10331"/>
                </a:cubicBezTo>
                <a:cubicBezTo>
                  <a:pt x="1742565" y="8526"/>
                  <a:pt x="1739770" y="7346"/>
                  <a:pt x="1735517" y="6791"/>
                </a:cubicBezTo>
                <a:lnTo>
                  <a:pt x="1735517" y="3087"/>
                </a:lnTo>
                <a:lnTo>
                  <a:pt x="1774718" y="3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33FB7-4110-4D21-994B-9DFF599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699" y="45384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D78A3-3922-463F-8DFE-D13EE6D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699" y="45384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9673A6"/>
            </a:solidFill>
            <a:miter/>
          </a:ln>
        </p:spPr>
      </p:sp>
      <p:sp>
        <p:nvSpPr>
          <p:cNvPr id="220" name="Text Pref">
            <a:extLst xmlns:a="http://schemas.openxmlformats.org/drawingml/2006/main">
              <a:ext uri="{FF2B5EF4-FFF2-40B4-BE49-F238E27FC236}">
                <a16:creationId xmlns:a16="http://schemas.microsoft.com/office/drawing/2014/main" id="{F4D7D076-F528-43E6-ACEC-B1E0AAB3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107" y="4634097"/>
            <a:ext cx="348850" cy="129322"/>
          </a:xfrm>
          <a:custGeom xmlns:a="http://schemas.openxmlformats.org/drawingml/2006/main">
            <a:pathLst>
              <a:path w="348850" h="129322">
                <a:moveTo>
                  <a:pt x="45821" y="70606"/>
                </a:moveTo>
                <a:lnTo>
                  <a:pt x="45821" y="104994"/>
                </a:lnTo>
                <a:cubicBezTo>
                  <a:pt x="45821" y="111735"/>
                  <a:pt x="46232" y="115979"/>
                  <a:pt x="47055" y="117727"/>
                </a:cubicBezTo>
                <a:cubicBezTo>
                  <a:pt x="47878" y="119472"/>
                  <a:pt x="49342" y="120866"/>
                  <a:pt x="51445" y="121908"/>
                </a:cubicBezTo>
                <a:cubicBezTo>
                  <a:pt x="53549" y="122948"/>
                  <a:pt x="57405" y="123468"/>
                  <a:pt x="63015" y="123468"/>
                </a:cubicBezTo>
                <a:lnTo>
                  <a:pt x="63015" y="126761"/>
                </a:lnTo>
                <a:lnTo>
                  <a:pt x="0" y="126761"/>
                </a:lnTo>
                <a:lnTo>
                  <a:pt x="0" y="123468"/>
                </a:lnTo>
                <a:cubicBezTo>
                  <a:pt x="5731" y="123468"/>
                  <a:pt x="9618" y="122932"/>
                  <a:pt x="11661" y="121859"/>
                </a:cubicBezTo>
                <a:cubicBezTo>
                  <a:pt x="13703" y="120787"/>
                  <a:pt x="15136" y="119393"/>
                  <a:pt x="15959" y="117678"/>
                </a:cubicBezTo>
                <a:cubicBezTo>
                  <a:pt x="16783" y="115963"/>
                  <a:pt x="17194" y="111735"/>
                  <a:pt x="17194" y="104994"/>
                </a:cubicBezTo>
                <a:lnTo>
                  <a:pt x="17194" y="24511"/>
                </a:lnTo>
                <a:cubicBezTo>
                  <a:pt x="17194" y="17770"/>
                  <a:pt x="16783" y="13526"/>
                  <a:pt x="15959" y="11781"/>
                </a:cubicBezTo>
                <a:cubicBezTo>
                  <a:pt x="15136" y="10034"/>
                  <a:pt x="13688" y="8640"/>
                  <a:pt x="11615" y="7600"/>
                </a:cubicBezTo>
                <a:cubicBezTo>
                  <a:pt x="9542" y="6557"/>
                  <a:pt x="5670" y="6036"/>
                  <a:pt x="0" y="6036"/>
                </a:cubicBezTo>
                <a:lnTo>
                  <a:pt x="0" y="2744"/>
                </a:lnTo>
                <a:lnTo>
                  <a:pt x="54052" y="2744"/>
                </a:lnTo>
                <a:cubicBezTo>
                  <a:pt x="71856" y="2744"/>
                  <a:pt x="84629" y="5914"/>
                  <a:pt x="92373" y="12255"/>
                </a:cubicBezTo>
                <a:cubicBezTo>
                  <a:pt x="100116" y="18596"/>
                  <a:pt x="103988" y="26523"/>
                  <a:pt x="103988" y="36035"/>
                </a:cubicBezTo>
                <a:cubicBezTo>
                  <a:pt x="103988" y="44083"/>
                  <a:pt x="101488" y="50973"/>
                  <a:pt x="96488" y="56704"/>
                </a:cubicBezTo>
                <a:cubicBezTo>
                  <a:pt x="91489" y="62435"/>
                  <a:pt x="84599" y="66338"/>
                  <a:pt x="75819" y="68411"/>
                </a:cubicBezTo>
                <a:cubicBezTo>
                  <a:pt x="69905" y="69874"/>
                  <a:pt x="59905" y="70606"/>
                  <a:pt x="45821" y="70606"/>
                </a:cubicBezTo>
                <a:moveTo>
                  <a:pt x="45821" y="9877"/>
                </a:moveTo>
                <a:lnTo>
                  <a:pt x="45821" y="63472"/>
                </a:lnTo>
                <a:cubicBezTo>
                  <a:pt x="47833" y="63594"/>
                  <a:pt x="49357" y="63655"/>
                  <a:pt x="50393" y="63655"/>
                </a:cubicBezTo>
                <a:cubicBezTo>
                  <a:pt x="57832" y="63655"/>
                  <a:pt x="63563" y="61445"/>
                  <a:pt x="67588" y="57024"/>
                </a:cubicBezTo>
                <a:cubicBezTo>
                  <a:pt x="71612" y="52604"/>
                  <a:pt x="73624" y="45760"/>
                  <a:pt x="73624" y="36492"/>
                </a:cubicBezTo>
                <a:cubicBezTo>
                  <a:pt x="73624" y="27285"/>
                  <a:pt x="71612" y="20548"/>
                  <a:pt x="67588" y="16280"/>
                </a:cubicBezTo>
                <a:cubicBezTo>
                  <a:pt x="63563" y="12012"/>
                  <a:pt x="57558" y="9877"/>
                  <a:pt x="49570" y="9877"/>
                </a:cubicBezTo>
                <a:lnTo>
                  <a:pt x="45821" y="9877"/>
                </a:lnTo>
                <a:close/>
                <a:moveTo>
                  <a:pt x="151484" y="41156"/>
                </a:moveTo>
                <a:lnTo>
                  <a:pt x="151484" y="60545"/>
                </a:lnTo>
                <a:cubicBezTo>
                  <a:pt x="157155" y="51704"/>
                  <a:pt x="162124" y="45836"/>
                  <a:pt x="166392" y="42940"/>
                </a:cubicBezTo>
                <a:cubicBezTo>
                  <a:pt x="170660" y="40043"/>
                  <a:pt x="174776" y="38595"/>
                  <a:pt x="178739" y="38595"/>
                </a:cubicBezTo>
                <a:cubicBezTo>
                  <a:pt x="182153" y="38595"/>
                  <a:pt x="184882" y="39651"/>
                  <a:pt x="186924" y="41762"/>
                </a:cubicBezTo>
                <a:cubicBezTo>
                  <a:pt x="188967" y="43873"/>
                  <a:pt x="189988" y="46856"/>
                  <a:pt x="189988" y="50711"/>
                </a:cubicBezTo>
                <a:cubicBezTo>
                  <a:pt x="189988" y="54811"/>
                  <a:pt x="188997" y="57994"/>
                  <a:pt x="187016" y="60259"/>
                </a:cubicBezTo>
                <a:cubicBezTo>
                  <a:pt x="185034" y="62523"/>
                  <a:pt x="182641" y="63655"/>
                  <a:pt x="179836" y="63655"/>
                </a:cubicBezTo>
                <a:cubicBezTo>
                  <a:pt x="176605" y="63655"/>
                  <a:pt x="173800" y="62618"/>
                  <a:pt x="171422" y="60545"/>
                </a:cubicBezTo>
                <a:cubicBezTo>
                  <a:pt x="169044" y="58472"/>
                  <a:pt x="167642" y="57314"/>
                  <a:pt x="167215" y="57070"/>
                </a:cubicBezTo>
                <a:cubicBezTo>
                  <a:pt x="166605" y="56704"/>
                  <a:pt x="165904" y="56521"/>
                  <a:pt x="165112" y="56521"/>
                </a:cubicBezTo>
                <a:cubicBezTo>
                  <a:pt x="163343" y="56521"/>
                  <a:pt x="161667" y="57192"/>
                  <a:pt x="160081" y="58533"/>
                </a:cubicBezTo>
                <a:cubicBezTo>
                  <a:pt x="157581" y="60606"/>
                  <a:pt x="155691" y="63563"/>
                  <a:pt x="154411" y="67405"/>
                </a:cubicBezTo>
                <a:cubicBezTo>
                  <a:pt x="152460" y="73319"/>
                  <a:pt x="151484" y="79843"/>
                  <a:pt x="151484" y="86977"/>
                </a:cubicBezTo>
                <a:lnTo>
                  <a:pt x="151484" y="106640"/>
                </a:lnTo>
                <a:lnTo>
                  <a:pt x="151576" y="111762"/>
                </a:lnTo>
                <a:cubicBezTo>
                  <a:pt x="151576" y="115237"/>
                  <a:pt x="151789" y="117463"/>
                  <a:pt x="152216" y="118438"/>
                </a:cubicBezTo>
                <a:cubicBezTo>
                  <a:pt x="152948" y="120085"/>
                  <a:pt x="154030" y="121289"/>
                  <a:pt x="155463" y="122051"/>
                </a:cubicBezTo>
                <a:cubicBezTo>
                  <a:pt x="156896" y="122813"/>
                  <a:pt x="159319" y="123286"/>
                  <a:pt x="162734" y="123468"/>
                </a:cubicBezTo>
                <a:lnTo>
                  <a:pt x="162734" y="126761"/>
                </a:lnTo>
                <a:lnTo>
                  <a:pt x="116547" y="126761"/>
                </a:lnTo>
                <a:lnTo>
                  <a:pt x="116547" y="123468"/>
                </a:lnTo>
                <a:cubicBezTo>
                  <a:pt x="120267" y="123164"/>
                  <a:pt x="122782" y="122142"/>
                  <a:pt x="124093" y="120405"/>
                </a:cubicBezTo>
                <a:cubicBezTo>
                  <a:pt x="125403" y="118667"/>
                  <a:pt x="126059" y="114079"/>
                  <a:pt x="126059" y="106640"/>
                </a:cubicBezTo>
                <a:lnTo>
                  <a:pt x="126059" y="59265"/>
                </a:lnTo>
                <a:cubicBezTo>
                  <a:pt x="126059" y="54357"/>
                  <a:pt x="125815" y="51228"/>
                  <a:pt x="125327" y="49879"/>
                </a:cubicBezTo>
                <a:cubicBezTo>
                  <a:pt x="124718" y="48160"/>
                  <a:pt x="123833" y="46903"/>
                  <a:pt x="122675" y="46106"/>
                </a:cubicBezTo>
                <a:cubicBezTo>
                  <a:pt x="121516" y="45308"/>
                  <a:pt x="119474" y="44755"/>
                  <a:pt x="116547" y="44449"/>
                </a:cubicBezTo>
                <a:lnTo>
                  <a:pt x="116547" y="41156"/>
                </a:lnTo>
                <a:lnTo>
                  <a:pt x="151484" y="41156"/>
                </a:lnTo>
                <a:close/>
                <a:moveTo>
                  <a:pt x="268155" y="80849"/>
                </a:moveTo>
                <a:lnTo>
                  <a:pt x="221237" y="80849"/>
                </a:lnTo>
                <a:cubicBezTo>
                  <a:pt x="221786" y="92220"/>
                  <a:pt x="224804" y="101207"/>
                  <a:pt x="230291" y="107809"/>
                </a:cubicBezTo>
                <a:cubicBezTo>
                  <a:pt x="234498" y="112883"/>
                  <a:pt x="239559" y="115420"/>
                  <a:pt x="245473" y="115420"/>
                </a:cubicBezTo>
                <a:cubicBezTo>
                  <a:pt x="249132" y="115420"/>
                  <a:pt x="252455" y="114399"/>
                  <a:pt x="255442" y="112356"/>
                </a:cubicBezTo>
                <a:cubicBezTo>
                  <a:pt x="258430" y="110314"/>
                  <a:pt x="261631" y="106640"/>
                  <a:pt x="265045" y="101336"/>
                </a:cubicBezTo>
                <a:lnTo>
                  <a:pt x="268155" y="103348"/>
                </a:lnTo>
                <a:cubicBezTo>
                  <a:pt x="263521" y="112798"/>
                  <a:pt x="258400" y="119490"/>
                  <a:pt x="252790" y="123423"/>
                </a:cubicBezTo>
                <a:cubicBezTo>
                  <a:pt x="247181" y="127355"/>
                  <a:pt x="240687" y="129322"/>
                  <a:pt x="233309" y="129322"/>
                </a:cubicBezTo>
                <a:cubicBezTo>
                  <a:pt x="220627" y="129322"/>
                  <a:pt x="211024" y="124439"/>
                  <a:pt x="204500" y="114674"/>
                </a:cubicBezTo>
                <a:cubicBezTo>
                  <a:pt x="199257" y="106801"/>
                  <a:pt x="196635" y="97036"/>
                  <a:pt x="196635" y="85379"/>
                </a:cubicBezTo>
                <a:cubicBezTo>
                  <a:pt x="196635" y="71096"/>
                  <a:pt x="200491" y="59729"/>
                  <a:pt x="208204" y="51277"/>
                </a:cubicBezTo>
                <a:cubicBezTo>
                  <a:pt x="215917" y="42822"/>
                  <a:pt x="224956" y="38595"/>
                  <a:pt x="235322" y="38595"/>
                </a:cubicBezTo>
                <a:cubicBezTo>
                  <a:pt x="243980" y="38595"/>
                  <a:pt x="251494" y="42147"/>
                  <a:pt x="257866" y="49250"/>
                </a:cubicBezTo>
                <a:cubicBezTo>
                  <a:pt x="264238" y="56353"/>
                  <a:pt x="267667" y="66886"/>
                  <a:pt x="268155" y="80849"/>
                </a:cubicBezTo>
                <a:moveTo>
                  <a:pt x="245656" y="74813"/>
                </a:moveTo>
                <a:cubicBezTo>
                  <a:pt x="245656" y="64996"/>
                  <a:pt x="245123" y="58259"/>
                  <a:pt x="244056" y="54601"/>
                </a:cubicBezTo>
                <a:cubicBezTo>
                  <a:pt x="242989" y="50942"/>
                  <a:pt x="241327" y="48168"/>
                  <a:pt x="239071" y="46278"/>
                </a:cubicBezTo>
                <a:cubicBezTo>
                  <a:pt x="237791" y="45180"/>
                  <a:pt x="236084" y="44632"/>
                  <a:pt x="233950" y="44632"/>
                </a:cubicBezTo>
                <a:cubicBezTo>
                  <a:pt x="230779" y="44632"/>
                  <a:pt x="228188" y="46186"/>
                  <a:pt x="226176" y="49296"/>
                </a:cubicBezTo>
                <a:cubicBezTo>
                  <a:pt x="222578" y="54722"/>
                  <a:pt x="220780" y="62161"/>
                  <a:pt x="220780" y="71612"/>
                </a:cubicBezTo>
                <a:lnTo>
                  <a:pt x="220780" y="74813"/>
                </a:lnTo>
                <a:lnTo>
                  <a:pt x="245656" y="74813"/>
                </a:lnTo>
                <a:close/>
                <a:moveTo>
                  <a:pt x="316382" y="50119"/>
                </a:moveTo>
                <a:lnTo>
                  <a:pt x="316382" y="109567"/>
                </a:lnTo>
                <a:cubicBezTo>
                  <a:pt x="316382" y="115298"/>
                  <a:pt x="316992" y="118896"/>
                  <a:pt x="318212" y="120359"/>
                </a:cubicBezTo>
                <a:cubicBezTo>
                  <a:pt x="320163" y="122615"/>
                  <a:pt x="323760" y="123651"/>
                  <a:pt x="329004" y="123468"/>
                </a:cubicBezTo>
                <a:lnTo>
                  <a:pt x="329004" y="126761"/>
                </a:lnTo>
                <a:lnTo>
                  <a:pt x="278610" y="126761"/>
                </a:lnTo>
                <a:lnTo>
                  <a:pt x="278610" y="123468"/>
                </a:lnTo>
                <a:cubicBezTo>
                  <a:pt x="282451" y="123408"/>
                  <a:pt x="285180" y="122965"/>
                  <a:pt x="286796" y="122142"/>
                </a:cubicBezTo>
                <a:cubicBezTo>
                  <a:pt x="288411" y="121319"/>
                  <a:pt x="289524" y="120176"/>
                  <a:pt x="290134" y="118713"/>
                </a:cubicBezTo>
                <a:cubicBezTo>
                  <a:pt x="290744" y="117249"/>
                  <a:pt x="291049" y="114201"/>
                  <a:pt x="291049" y="109567"/>
                </a:cubicBezTo>
                <a:lnTo>
                  <a:pt x="291049" y="50119"/>
                </a:lnTo>
                <a:lnTo>
                  <a:pt x="278610" y="50119"/>
                </a:lnTo>
                <a:lnTo>
                  <a:pt x="278610" y="41156"/>
                </a:lnTo>
                <a:lnTo>
                  <a:pt x="291049" y="41156"/>
                </a:lnTo>
                <a:lnTo>
                  <a:pt x="291049" y="34874"/>
                </a:lnTo>
                <a:lnTo>
                  <a:pt x="290957" y="30593"/>
                </a:lnTo>
                <a:cubicBezTo>
                  <a:pt x="290957" y="21853"/>
                  <a:pt x="294173" y="14569"/>
                  <a:pt x="300606" y="8743"/>
                </a:cubicBezTo>
                <a:cubicBezTo>
                  <a:pt x="307038" y="2914"/>
                  <a:pt x="315742" y="0"/>
                  <a:pt x="326717" y="0"/>
                </a:cubicBezTo>
                <a:cubicBezTo>
                  <a:pt x="334217" y="0"/>
                  <a:pt x="339780" y="1408"/>
                  <a:pt x="343408" y="4224"/>
                </a:cubicBezTo>
                <a:cubicBezTo>
                  <a:pt x="347036" y="7038"/>
                  <a:pt x="348850" y="10159"/>
                  <a:pt x="348850" y="13587"/>
                </a:cubicBezTo>
                <a:cubicBezTo>
                  <a:pt x="348850" y="16342"/>
                  <a:pt x="347722" y="18730"/>
                  <a:pt x="345466" y="20750"/>
                </a:cubicBezTo>
                <a:cubicBezTo>
                  <a:pt x="343210" y="22769"/>
                  <a:pt x="340223" y="23779"/>
                  <a:pt x="336503" y="23779"/>
                </a:cubicBezTo>
                <a:cubicBezTo>
                  <a:pt x="333333" y="23779"/>
                  <a:pt x="330818" y="22956"/>
                  <a:pt x="328958" y="21310"/>
                </a:cubicBezTo>
                <a:cubicBezTo>
                  <a:pt x="327098" y="19663"/>
                  <a:pt x="326168" y="17834"/>
                  <a:pt x="326168" y="15822"/>
                </a:cubicBezTo>
                <a:cubicBezTo>
                  <a:pt x="326168" y="15274"/>
                  <a:pt x="326351" y="14146"/>
                  <a:pt x="326717" y="12438"/>
                </a:cubicBezTo>
                <a:cubicBezTo>
                  <a:pt x="326961" y="11402"/>
                  <a:pt x="327083" y="10426"/>
                  <a:pt x="327083" y="9512"/>
                </a:cubicBezTo>
                <a:cubicBezTo>
                  <a:pt x="327083" y="8231"/>
                  <a:pt x="326717" y="7286"/>
                  <a:pt x="325986" y="6676"/>
                </a:cubicBezTo>
                <a:cubicBezTo>
                  <a:pt x="325010" y="5762"/>
                  <a:pt x="323821" y="5305"/>
                  <a:pt x="322419" y="5305"/>
                </a:cubicBezTo>
                <a:cubicBezTo>
                  <a:pt x="320650" y="5305"/>
                  <a:pt x="319172" y="6031"/>
                  <a:pt x="317983" y="7482"/>
                </a:cubicBezTo>
                <a:cubicBezTo>
                  <a:pt x="316794" y="8934"/>
                  <a:pt x="316200" y="11264"/>
                  <a:pt x="316200" y="14470"/>
                </a:cubicBezTo>
                <a:lnTo>
                  <a:pt x="316382" y="30356"/>
                </a:lnTo>
                <a:lnTo>
                  <a:pt x="316382" y="41156"/>
                </a:lnTo>
                <a:lnTo>
                  <a:pt x="329004" y="41156"/>
                </a:lnTo>
                <a:lnTo>
                  <a:pt x="329004" y="50119"/>
                </a:lnTo>
                <a:lnTo>
                  <a:pt x="316382" y="5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ix">
            <a:extLst xmlns:a="http://schemas.openxmlformats.org/drawingml/2006/main">
              <a:ext uri="{FF2B5EF4-FFF2-40B4-BE49-F238E27FC236}">
                <a16:creationId xmlns:a16="http://schemas.microsoft.com/office/drawing/2014/main" id="{BC704244-7707-4536-AF10-7EFD7ADC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896" y="4634097"/>
            <a:ext cx="138865" cy="126761"/>
          </a:xfrm>
          <a:custGeom xmlns:a="http://schemas.openxmlformats.org/drawingml/2006/main">
            <a:pathLst>
              <a:path w="138865" h="126761">
                <a:moveTo>
                  <a:pt x="23047" y="0"/>
                </a:moveTo>
                <a:cubicBezTo>
                  <a:pt x="27011" y="0"/>
                  <a:pt x="30364" y="1392"/>
                  <a:pt x="33108" y="4176"/>
                </a:cubicBezTo>
                <a:cubicBezTo>
                  <a:pt x="35852" y="6957"/>
                  <a:pt x="37223" y="10306"/>
                  <a:pt x="37223" y="14222"/>
                </a:cubicBezTo>
                <a:cubicBezTo>
                  <a:pt x="37223" y="18137"/>
                  <a:pt x="35836" y="21472"/>
                  <a:pt x="33062" y="24225"/>
                </a:cubicBezTo>
                <a:cubicBezTo>
                  <a:pt x="30288" y="26976"/>
                  <a:pt x="26950" y="28352"/>
                  <a:pt x="23047" y="28352"/>
                </a:cubicBezTo>
                <a:cubicBezTo>
                  <a:pt x="19145" y="28352"/>
                  <a:pt x="15822" y="26976"/>
                  <a:pt x="13079" y="24225"/>
                </a:cubicBezTo>
                <a:cubicBezTo>
                  <a:pt x="10335" y="21472"/>
                  <a:pt x="8963" y="18137"/>
                  <a:pt x="8963" y="14222"/>
                </a:cubicBezTo>
                <a:cubicBezTo>
                  <a:pt x="8963" y="10306"/>
                  <a:pt x="10335" y="6957"/>
                  <a:pt x="13079" y="4176"/>
                </a:cubicBezTo>
                <a:cubicBezTo>
                  <a:pt x="15822" y="1392"/>
                  <a:pt x="19145" y="0"/>
                  <a:pt x="23047" y="0"/>
                </a:cubicBezTo>
                <a:moveTo>
                  <a:pt x="35852" y="41156"/>
                </a:moveTo>
                <a:lnTo>
                  <a:pt x="35852" y="109018"/>
                </a:lnTo>
                <a:cubicBezTo>
                  <a:pt x="35852" y="115054"/>
                  <a:pt x="36553" y="118911"/>
                  <a:pt x="37955" y="120588"/>
                </a:cubicBezTo>
                <a:cubicBezTo>
                  <a:pt x="39357" y="122264"/>
                  <a:pt x="42101" y="123225"/>
                  <a:pt x="46186" y="123468"/>
                </a:cubicBezTo>
                <a:lnTo>
                  <a:pt x="46186" y="126761"/>
                </a:lnTo>
                <a:lnTo>
                  <a:pt x="0" y="126761"/>
                </a:lnTo>
                <a:lnTo>
                  <a:pt x="0" y="123468"/>
                </a:lnTo>
                <a:cubicBezTo>
                  <a:pt x="3780" y="123347"/>
                  <a:pt x="6585" y="122249"/>
                  <a:pt x="8414" y="120176"/>
                </a:cubicBezTo>
                <a:cubicBezTo>
                  <a:pt x="9634" y="118774"/>
                  <a:pt x="10243" y="115054"/>
                  <a:pt x="10243" y="109018"/>
                </a:cubicBezTo>
                <a:lnTo>
                  <a:pt x="10243" y="59082"/>
                </a:lnTo>
                <a:cubicBezTo>
                  <a:pt x="10243" y="52970"/>
                  <a:pt x="9542" y="49064"/>
                  <a:pt x="8140" y="47367"/>
                </a:cubicBezTo>
                <a:cubicBezTo>
                  <a:pt x="6737" y="45669"/>
                  <a:pt x="4024" y="44696"/>
                  <a:pt x="0" y="44449"/>
                </a:cubicBezTo>
                <a:lnTo>
                  <a:pt x="0" y="41156"/>
                </a:lnTo>
                <a:lnTo>
                  <a:pt x="35852" y="41156"/>
                </a:lnTo>
                <a:close/>
                <a:moveTo>
                  <a:pt x="104731" y="74304"/>
                </a:moveTo>
                <a:lnTo>
                  <a:pt x="119933" y="102530"/>
                </a:lnTo>
                <a:cubicBezTo>
                  <a:pt x="125054" y="112345"/>
                  <a:pt x="129109" y="118562"/>
                  <a:pt x="132097" y="121182"/>
                </a:cubicBezTo>
                <a:cubicBezTo>
                  <a:pt x="133743" y="122584"/>
                  <a:pt x="135999" y="123347"/>
                  <a:pt x="138865" y="123468"/>
                </a:cubicBezTo>
                <a:lnTo>
                  <a:pt x="138865" y="126761"/>
                </a:lnTo>
                <a:lnTo>
                  <a:pt x="91215" y="126761"/>
                </a:lnTo>
                <a:lnTo>
                  <a:pt x="91215" y="123468"/>
                </a:lnTo>
                <a:cubicBezTo>
                  <a:pt x="94934" y="123164"/>
                  <a:pt x="97236" y="122676"/>
                  <a:pt x="98120" y="122005"/>
                </a:cubicBezTo>
                <a:cubicBezTo>
                  <a:pt x="99004" y="121333"/>
                  <a:pt x="99446" y="120416"/>
                  <a:pt x="99446" y="119256"/>
                </a:cubicBezTo>
                <a:cubicBezTo>
                  <a:pt x="99446" y="117547"/>
                  <a:pt x="98471" y="114860"/>
                  <a:pt x="96519" y="111196"/>
                </a:cubicBezTo>
                <a:lnTo>
                  <a:pt x="89054" y="97334"/>
                </a:lnTo>
                <a:lnTo>
                  <a:pt x="82801" y="106526"/>
                </a:lnTo>
                <a:cubicBezTo>
                  <a:pt x="79935" y="110739"/>
                  <a:pt x="78319" y="113242"/>
                  <a:pt x="77953" y="114037"/>
                </a:cubicBezTo>
                <a:cubicBezTo>
                  <a:pt x="77466" y="115195"/>
                  <a:pt x="77222" y="116233"/>
                  <a:pt x="77222" y="117149"/>
                </a:cubicBezTo>
                <a:cubicBezTo>
                  <a:pt x="77222" y="118554"/>
                  <a:pt x="77511" y="119729"/>
                  <a:pt x="78091" y="120676"/>
                </a:cubicBezTo>
                <a:cubicBezTo>
                  <a:pt x="78670" y="121621"/>
                  <a:pt x="79463" y="122323"/>
                  <a:pt x="80469" y="122783"/>
                </a:cubicBezTo>
                <a:cubicBezTo>
                  <a:pt x="81475" y="123240"/>
                  <a:pt x="83319" y="123468"/>
                  <a:pt x="86002" y="123468"/>
                </a:cubicBezTo>
                <a:lnTo>
                  <a:pt x="86002" y="126761"/>
                </a:lnTo>
                <a:lnTo>
                  <a:pt x="52528" y="126761"/>
                </a:lnTo>
                <a:lnTo>
                  <a:pt x="52528" y="123468"/>
                </a:lnTo>
                <a:cubicBezTo>
                  <a:pt x="56674" y="123468"/>
                  <a:pt x="60470" y="122324"/>
                  <a:pt x="63915" y="120036"/>
                </a:cubicBezTo>
                <a:cubicBezTo>
                  <a:pt x="67360" y="117746"/>
                  <a:pt x="72375" y="111749"/>
                  <a:pt x="78959" y="102044"/>
                </a:cubicBezTo>
                <a:lnTo>
                  <a:pt x="86016" y="91690"/>
                </a:lnTo>
                <a:lnTo>
                  <a:pt x="71277" y="64321"/>
                </a:lnTo>
                <a:cubicBezTo>
                  <a:pt x="66460" y="55366"/>
                  <a:pt x="62863" y="49876"/>
                  <a:pt x="60485" y="47853"/>
                </a:cubicBezTo>
                <a:cubicBezTo>
                  <a:pt x="58107" y="45829"/>
                  <a:pt x="55455" y="44694"/>
                  <a:pt x="52528" y="44449"/>
                </a:cubicBezTo>
                <a:lnTo>
                  <a:pt x="52528" y="41156"/>
                </a:lnTo>
                <a:lnTo>
                  <a:pt x="99903" y="41156"/>
                </a:lnTo>
                <a:lnTo>
                  <a:pt x="99903" y="44449"/>
                </a:lnTo>
                <a:lnTo>
                  <a:pt x="97434" y="44540"/>
                </a:lnTo>
                <a:lnTo>
                  <a:pt x="92678" y="46204"/>
                </a:lnTo>
                <a:cubicBezTo>
                  <a:pt x="92190" y="46634"/>
                  <a:pt x="91947" y="47342"/>
                  <a:pt x="91947" y="48327"/>
                </a:cubicBezTo>
                <a:cubicBezTo>
                  <a:pt x="91947" y="49249"/>
                  <a:pt x="92099" y="50203"/>
                  <a:pt x="92404" y="51188"/>
                </a:cubicBezTo>
                <a:cubicBezTo>
                  <a:pt x="92587" y="51619"/>
                  <a:pt x="93440" y="53280"/>
                  <a:pt x="94965" y="56172"/>
                </a:cubicBezTo>
                <a:lnTo>
                  <a:pt x="101698" y="68674"/>
                </a:lnTo>
                <a:lnTo>
                  <a:pt x="105117" y="63655"/>
                </a:lnTo>
                <a:cubicBezTo>
                  <a:pt x="109994" y="56916"/>
                  <a:pt x="112433" y="52198"/>
                  <a:pt x="112433" y="49502"/>
                </a:cubicBezTo>
                <a:cubicBezTo>
                  <a:pt x="112433" y="48216"/>
                  <a:pt x="111900" y="47129"/>
                  <a:pt x="110833" y="46241"/>
                </a:cubicBezTo>
                <a:cubicBezTo>
                  <a:pt x="109766" y="45353"/>
                  <a:pt x="107860" y="44755"/>
                  <a:pt x="105117" y="44449"/>
                </a:cubicBezTo>
                <a:lnTo>
                  <a:pt x="105117" y="41156"/>
                </a:lnTo>
                <a:lnTo>
                  <a:pt x="135389" y="41156"/>
                </a:lnTo>
                <a:lnTo>
                  <a:pt x="135389" y="44449"/>
                </a:lnTo>
                <a:cubicBezTo>
                  <a:pt x="131670" y="44571"/>
                  <a:pt x="128194" y="45721"/>
                  <a:pt x="124963" y="47901"/>
                </a:cubicBezTo>
                <a:cubicBezTo>
                  <a:pt x="121731" y="50081"/>
                  <a:pt x="118104" y="54302"/>
                  <a:pt x="114079" y="60565"/>
                </a:cubicBezTo>
                <a:lnTo>
                  <a:pt x="104731" y="743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9EE00-6F66-48E4-82E6-2EF05755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91" y="45384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66745-B27E-468F-AAC4-D8AFFA7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91" y="45384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224" name="Text guest">
            <a:extLst xmlns:a="http://schemas.openxmlformats.org/drawingml/2006/main">
              <a:ext uri="{FF2B5EF4-FFF2-40B4-BE49-F238E27FC236}">
                <a16:creationId xmlns:a16="http://schemas.microsoft.com/office/drawing/2014/main" id="{652AC2F9-E7CB-4577-9EA8-965C5E7D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326" y="4649462"/>
            <a:ext cx="390068" cy="151821"/>
          </a:xfrm>
          <a:custGeom xmlns:a="http://schemas.openxmlformats.org/drawingml/2006/main">
            <a:pathLst>
              <a:path w="390068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2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1" y="101976"/>
                  <a:pt x="177795" y="101458"/>
                  <a:pt x="180173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6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70" y="112600"/>
                  <a:pt x="111625" y="109887"/>
                </a:cubicBezTo>
                <a:cubicBezTo>
                  <a:pt x="108180" y="107174"/>
                  <a:pt x="105787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3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6" y="102525"/>
                  <a:pt x="131517" y="102525"/>
                </a:cubicBezTo>
                <a:cubicBezTo>
                  <a:pt x="134139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4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8" y="25242"/>
                </a:moveTo>
                <a:lnTo>
                  <a:pt x="324888" y="53594"/>
                </a:lnTo>
                <a:lnTo>
                  <a:pt x="321870" y="53594"/>
                </a:lnTo>
                <a:cubicBezTo>
                  <a:pt x="319553" y="44702"/>
                  <a:pt x="316580" y="38653"/>
                  <a:pt x="312952" y="35449"/>
                </a:cubicBezTo>
                <a:cubicBezTo>
                  <a:pt x="309325" y="32242"/>
                  <a:pt x="304706" y="30638"/>
                  <a:pt x="299096" y="30638"/>
                </a:cubicBezTo>
                <a:cubicBezTo>
                  <a:pt x="294828" y="30638"/>
                  <a:pt x="291384" y="31766"/>
                  <a:pt x="288762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5" y="47844"/>
                  <a:pt x="287756" y="50279"/>
                </a:cubicBezTo>
                <a:cubicBezTo>
                  <a:pt x="289646" y="52777"/>
                  <a:pt x="293487" y="55426"/>
                  <a:pt x="299279" y="58227"/>
                </a:cubicBezTo>
                <a:lnTo>
                  <a:pt x="312632" y="64715"/>
                </a:lnTo>
                <a:cubicBezTo>
                  <a:pt x="325010" y="70744"/>
                  <a:pt x="331198" y="78692"/>
                  <a:pt x="331198" y="88560"/>
                </a:cubicBezTo>
                <a:cubicBezTo>
                  <a:pt x="331198" y="96172"/>
                  <a:pt x="328317" y="102308"/>
                  <a:pt x="322556" y="106969"/>
                </a:cubicBezTo>
                <a:cubicBezTo>
                  <a:pt x="316794" y="111628"/>
                  <a:pt x="310346" y="113957"/>
                  <a:pt x="303212" y="113957"/>
                </a:cubicBezTo>
                <a:cubicBezTo>
                  <a:pt x="298090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3" y="110299"/>
                </a:cubicBezTo>
                <a:cubicBezTo>
                  <a:pt x="279311" y="110299"/>
                  <a:pt x="278214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4" y="106389"/>
                  <a:pt x="297420" y="108561"/>
                  <a:pt x="303395" y="108561"/>
                </a:cubicBezTo>
                <a:cubicBezTo>
                  <a:pt x="307602" y="108561"/>
                  <a:pt x="311032" y="107328"/>
                  <a:pt x="313684" y="104862"/>
                </a:cubicBezTo>
                <a:cubicBezTo>
                  <a:pt x="316336" y="102395"/>
                  <a:pt x="317662" y="99425"/>
                  <a:pt x="317662" y="95954"/>
                </a:cubicBezTo>
                <a:cubicBezTo>
                  <a:pt x="317662" y="91751"/>
                  <a:pt x="316184" y="88218"/>
                  <a:pt x="313227" y="85356"/>
                </a:cubicBezTo>
                <a:cubicBezTo>
                  <a:pt x="310270" y="82494"/>
                  <a:pt x="304371" y="78871"/>
                  <a:pt x="295530" y="74487"/>
                </a:cubicBezTo>
                <a:cubicBezTo>
                  <a:pt x="286689" y="70101"/>
                  <a:pt x="280896" y="66141"/>
                  <a:pt x="278153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400" y="36816"/>
                  <a:pt x="281125" y="32188"/>
                </a:cubicBezTo>
                <a:cubicBezTo>
                  <a:pt x="285850" y="27557"/>
                  <a:pt x="291963" y="25242"/>
                  <a:pt x="299462" y="25242"/>
                </a:cubicBezTo>
                <a:cubicBezTo>
                  <a:pt x="302755" y="25242"/>
                  <a:pt x="306748" y="25944"/>
                  <a:pt x="311443" y="27346"/>
                </a:cubicBezTo>
                <a:cubicBezTo>
                  <a:pt x="314553" y="28261"/>
                  <a:pt x="316626" y="28718"/>
                  <a:pt x="317662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8" y="27651"/>
                  <a:pt x="321138" y="26706"/>
                  <a:pt x="321870" y="25242"/>
                </a:cubicBezTo>
                <a:lnTo>
                  <a:pt x="324888" y="25242"/>
                </a:lnTo>
                <a:close/>
                <a:moveTo>
                  <a:pt x="367935" y="0"/>
                </a:moveTo>
                <a:lnTo>
                  <a:pt x="367935" y="27620"/>
                </a:lnTo>
                <a:lnTo>
                  <a:pt x="387507" y="27620"/>
                </a:lnTo>
                <a:lnTo>
                  <a:pt x="387507" y="34022"/>
                </a:lnTo>
                <a:lnTo>
                  <a:pt x="367935" y="34022"/>
                </a:lnTo>
                <a:lnTo>
                  <a:pt x="367935" y="88274"/>
                </a:lnTo>
                <a:cubicBezTo>
                  <a:pt x="367935" y="93695"/>
                  <a:pt x="368712" y="97350"/>
                  <a:pt x="370267" y="99238"/>
                </a:cubicBezTo>
                <a:cubicBezTo>
                  <a:pt x="371822" y="101124"/>
                  <a:pt x="373819" y="102067"/>
                  <a:pt x="376258" y="102067"/>
                </a:cubicBezTo>
                <a:cubicBezTo>
                  <a:pt x="378270" y="102067"/>
                  <a:pt x="380221" y="101442"/>
                  <a:pt x="382111" y="100192"/>
                </a:cubicBezTo>
                <a:cubicBezTo>
                  <a:pt x="384001" y="98942"/>
                  <a:pt x="385464" y="97098"/>
                  <a:pt x="386501" y="94659"/>
                </a:cubicBezTo>
                <a:lnTo>
                  <a:pt x="390068" y="94659"/>
                </a:lnTo>
                <a:cubicBezTo>
                  <a:pt x="387934" y="100652"/>
                  <a:pt x="384916" y="105184"/>
                  <a:pt x="381013" y="108255"/>
                </a:cubicBezTo>
                <a:cubicBezTo>
                  <a:pt x="377111" y="111325"/>
                  <a:pt x="373087" y="112859"/>
                  <a:pt x="368941" y="112859"/>
                </a:cubicBezTo>
                <a:cubicBezTo>
                  <a:pt x="366136" y="112859"/>
                  <a:pt x="363392" y="112081"/>
                  <a:pt x="360710" y="110524"/>
                </a:cubicBezTo>
                <a:cubicBezTo>
                  <a:pt x="358027" y="108968"/>
                  <a:pt x="356045" y="106740"/>
                  <a:pt x="354765" y="103842"/>
                </a:cubicBezTo>
                <a:cubicBezTo>
                  <a:pt x="353484" y="100942"/>
                  <a:pt x="352844" y="96470"/>
                  <a:pt x="352844" y="90426"/>
                </a:cubicBezTo>
                <a:lnTo>
                  <a:pt x="352844" y="34022"/>
                </a:lnTo>
                <a:lnTo>
                  <a:pt x="339583" y="34022"/>
                </a:lnTo>
                <a:lnTo>
                  <a:pt x="339583" y="31004"/>
                </a:lnTo>
                <a:cubicBezTo>
                  <a:pt x="342936" y="29659"/>
                  <a:pt x="346366" y="27381"/>
                  <a:pt x="349872" y="24171"/>
                </a:cubicBezTo>
                <a:cubicBezTo>
                  <a:pt x="353378" y="20960"/>
                  <a:pt x="356503" y="17153"/>
                  <a:pt x="359246" y="12750"/>
                </a:cubicBezTo>
                <a:cubicBezTo>
                  <a:pt x="360649" y="10427"/>
                  <a:pt x="362600" y="6177"/>
                  <a:pt x="365100" y="0"/>
                </a:cubicBezTo>
                <a:lnTo>
                  <a:pt x="3679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51394-03DB-40AE-9EBC-55976411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789" y="45384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5E197-826F-46CB-9434-9F7E208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789" y="45384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27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40C597D8-2054-4A6C-B591-5DBFDBB0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760" y="4630804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4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0" y="43900"/>
                  <a:pt x="119597" y="43900"/>
                </a:cubicBezTo>
                <a:cubicBezTo>
                  <a:pt x="128011" y="43900"/>
                  <a:pt x="135023" y="47189"/>
                  <a:pt x="140632" y="53766"/>
                </a:cubicBezTo>
                <a:cubicBezTo>
                  <a:pt x="147522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8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0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2" y="166728"/>
                </a:lnTo>
                <a:cubicBezTo>
                  <a:pt x="68716" y="166789"/>
                  <a:pt x="71582" y="166148"/>
                  <a:pt x="73959" y="164805"/>
                </a:cubicBezTo>
                <a:cubicBezTo>
                  <a:pt x="75118" y="164134"/>
                  <a:pt x="76017" y="163051"/>
                  <a:pt x="76657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8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6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3" y="127127"/>
                </a:cubicBezTo>
                <a:cubicBezTo>
                  <a:pt x="118561" y="127127"/>
                  <a:pt x="123499" y="124752"/>
                  <a:pt x="127280" y="120002"/>
                </a:cubicBezTo>
                <a:cubicBezTo>
                  <a:pt x="132218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1" y="59536"/>
                  <a:pt x="117737" y="57161"/>
                  <a:pt x="112372" y="57161"/>
                </a:cubicBezTo>
                <a:cubicBezTo>
                  <a:pt x="109445" y="57161"/>
                  <a:pt x="106549" y="57892"/>
                  <a:pt x="103683" y="59353"/>
                </a:cubicBezTo>
                <a:cubicBezTo>
                  <a:pt x="101488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79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699" y="55393"/>
                  <a:pt x="390736" y="58991"/>
                </a:cubicBezTo>
                <a:lnTo>
                  <a:pt x="369244" y="78837"/>
                </a:lnTo>
                <a:lnTo>
                  <a:pt x="390736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5" y="123047"/>
                  <a:pt x="408296" y="124904"/>
                  <a:pt x="410491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2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4" y="124754"/>
                  <a:pt x="358726" y="125483"/>
                </a:cubicBezTo>
                <a:cubicBezTo>
                  <a:pt x="360128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4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3" y="104994"/>
                  <a:pt x="492346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4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0" y="50180"/>
                  <a:pt x="545085" y="43900"/>
                  <a:pt x="552463" y="43900"/>
                </a:cubicBezTo>
                <a:cubicBezTo>
                  <a:pt x="555816" y="43900"/>
                  <a:pt x="558590" y="44921"/>
                  <a:pt x="560785" y="46964"/>
                </a:cubicBezTo>
                <a:cubicBezTo>
                  <a:pt x="562980" y="49006"/>
                  <a:pt x="564078" y="51369"/>
                  <a:pt x="564078" y="54052"/>
                </a:cubicBezTo>
                <a:cubicBezTo>
                  <a:pt x="564078" y="56430"/>
                  <a:pt x="563285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2" y="61506"/>
                  <a:pt x="548850" y="59402"/>
                </a:cubicBezTo>
                <a:cubicBezTo>
                  <a:pt x="546198" y="57299"/>
                  <a:pt x="544231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0" y="60564"/>
                  <a:pt x="533805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6" y="120922"/>
                </a:cubicBezTo>
                <a:cubicBezTo>
                  <a:pt x="533409" y="122564"/>
                  <a:pt x="534811" y="123933"/>
                  <a:pt x="536823" y="125029"/>
                </a:cubicBezTo>
                <a:cubicBezTo>
                  <a:pt x="538835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3" y="61377"/>
                </a:cubicBezTo>
                <a:cubicBezTo>
                  <a:pt x="514797" y="59521"/>
                  <a:pt x="514066" y="58167"/>
                  <a:pt x="512998" y="57316"/>
                </a:cubicBezTo>
                <a:cubicBezTo>
                  <a:pt x="511931" y="56464"/>
                  <a:pt x="510605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3" y="54120"/>
                </a:lnTo>
                <a:lnTo>
                  <a:pt x="527037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9DD45-C342-4C7B-8574-C4352D1C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188" y="45384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327AC-4FB0-440F-9772-68216AD9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188" y="45384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30" name="Text speak">
            <a:extLst xmlns:a="http://schemas.openxmlformats.org/drawingml/2006/main">
              <a:ext uri="{FF2B5EF4-FFF2-40B4-BE49-F238E27FC236}">
                <a16:creationId xmlns:a16="http://schemas.microsoft.com/office/drawing/2014/main" id="{CFD9ABC6-1B36-460B-8EF1-954F5F6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959" y="4630804"/>
            <a:ext cx="418448" cy="170112"/>
          </a:xfrm>
          <a:custGeom xmlns:a="http://schemas.openxmlformats.org/drawingml/2006/main">
            <a:pathLst>
              <a:path w="41844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3" y="54518"/>
                </a:moveTo>
                <a:lnTo>
                  <a:pt x="89324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3" y="51140"/>
                  <a:pt x="105833" y="48244"/>
                </a:cubicBezTo>
                <a:cubicBezTo>
                  <a:pt x="110192" y="45348"/>
                  <a:pt x="114780" y="43900"/>
                  <a:pt x="119597" y="43900"/>
                </a:cubicBezTo>
                <a:cubicBezTo>
                  <a:pt x="128011" y="43900"/>
                  <a:pt x="135023" y="47189"/>
                  <a:pt x="140632" y="53766"/>
                </a:cubicBezTo>
                <a:cubicBezTo>
                  <a:pt x="147522" y="61807"/>
                  <a:pt x="150967" y="72283"/>
                  <a:pt x="150967" y="85196"/>
                </a:cubicBezTo>
                <a:cubicBezTo>
                  <a:pt x="150967" y="99631"/>
                  <a:pt x="146821" y="111569"/>
                  <a:pt x="138529" y="121011"/>
                </a:cubicBezTo>
                <a:cubicBezTo>
                  <a:pt x="131700" y="128746"/>
                  <a:pt x="123103" y="132614"/>
                  <a:pt x="112738" y="132614"/>
                </a:cubicBezTo>
                <a:cubicBezTo>
                  <a:pt x="108226" y="132614"/>
                  <a:pt x="104324" y="131974"/>
                  <a:pt x="101031" y="130694"/>
                </a:cubicBezTo>
                <a:cubicBezTo>
                  <a:pt x="98592" y="129779"/>
                  <a:pt x="95848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0" y="160097"/>
                  <a:pt x="93852" y="161652"/>
                </a:cubicBezTo>
                <a:cubicBezTo>
                  <a:pt x="94553" y="163207"/>
                  <a:pt x="95772" y="164442"/>
                  <a:pt x="97510" y="165356"/>
                </a:cubicBezTo>
                <a:cubicBezTo>
                  <a:pt x="99248" y="166271"/>
                  <a:pt x="102403" y="166728"/>
                  <a:pt x="106976" y="166728"/>
                </a:cubicBezTo>
                <a:lnTo>
                  <a:pt x="106976" y="170112"/>
                </a:lnTo>
                <a:lnTo>
                  <a:pt x="63076" y="170112"/>
                </a:lnTo>
                <a:lnTo>
                  <a:pt x="63076" y="166728"/>
                </a:lnTo>
                <a:lnTo>
                  <a:pt x="65362" y="166728"/>
                </a:lnTo>
                <a:cubicBezTo>
                  <a:pt x="68716" y="166789"/>
                  <a:pt x="71582" y="166148"/>
                  <a:pt x="73959" y="164805"/>
                </a:cubicBezTo>
                <a:cubicBezTo>
                  <a:pt x="75118" y="164134"/>
                  <a:pt x="76017" y="163051"/>
                  <a:pt x="76657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6" y="60560"/>
                </a:cubicBezTo>
                <a:cubicBezTo>
                  <a:pt x="76398" y="59094"/>
                  <a:pt x="75621" y="57996"/>
                  <a:pt x="74554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6" y="56164"/>
                  <a:pt x="66887" y="56591"/>
                  <a:pt x="64631" y="57444"/>
                </a:cubicBezTo>
                <a:lnTo>
                  <a:pt x="63533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4" y="111661"/>
                  <a:pt x="93623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3" y="127127"/>
                </a:cubicBezTo>
                <a:cubicBezTo>
                  <a:pt x="118561" y="127127"/>
                  <a:pt x="123499" y="124752"/>
                  <a:pt x="127280" y="120002"/>
                </a:cubicBezTo>
                <a:cubicBezTo>
                  <a:pt x="132218" y="113792"/>
                  <a:pt x="134688" y="105054"/>
                  <a:pt x="134688" y="93787"/>
                </a:cubicBezTo>
                <a:cubicBezTo>
                  <a:pt x="134688" y="81000"/>
                  <a:pt x="131883" y="71167"/>
                  <a:pt x="126274" y="64286"/>
                </a:cubicBezTo>
                <a:cubicBezTo>
                  <a:pt x="122371" y="59536"/>
                  <a:pt x="117737" y="57161"/>
                  <a:pt x="112372" y="57161"/>
                </a:cubicBezTo>
                <a:cubicBezTo>
                  <a:pt x="109445" y="57161"/>
                  <a:pt x="106549" y="57892"/>
                  <a:pt x="103683" y="59353"/>
                </a:cubicBezTo>
                <a:cubicBezTo>
                  <a:pt x="101488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4" y="117981"/>
                </a:moveTo>
                <a:cubicBezTo>
                  <a:pt x="285257" y="124627"/>
                  <a:pt x="279861" y="128468"/>
                  <a:pt x="277666" y="129505"/>
                </a:cubicBezTo>
                <a:cubicBezTo>
                  <a:pt x="274373" y="131090"/>
                  <a:pt x="270867" y="131883"/>
                  <a:pt x="267148" y="131883"/>
                </a:cubicBezTo>
                <a:cubicBezTo>
                  <a:pt x="261356" y="131883"/>
                  <a:pt x="256585" y="129901"/>
                  <a:pt x="252835" y="125938"/>
                </a:cubicBezTo>
                <a:cubicBezTo>
                  <a:pt x="249085" y="121975"/>
                  <a:pt x="247210" y="116762"/>
                  <a:pt x="247210" y="110299"/>
                </a:cubicBezTo>
                <a:cubicBezTo>
                  <a:pt x="247210" y="106213"/>
                  <a:pt x="248125" y="102677"/>
                  <a:pt x="249954" y="99689"/>
                </a:cubicBezTo>
                <a:cubicBezTo>
                  <a:pt x="252454" y="95543"/>
                  <a:pt x="256798" y="91641"/>
                  <a:pt x="262987" y="87983"/>
                </a:cubicBezTo>
                <a:cubicBezTo>
                  <a:pt x="269175" y="84324"/>
                  <a:pt x="279464" y="79873"/>
                  <a:pt x="293854" y="74630"/>
                </a:cubicBezTo>
                <a:lnTo>
                  <a:pt x="293854" y="71337"/>
                </a:lnTo>
                <a:cubicBezTo>
                  <a:pt x="293854" y="62984"/>
                  <a:pt x="292528" y="57253"/>
                  <a:pt x="289875" y="54143"/>
                </a:cubicBezTo>
                <a:cubicBezTo>
                  <a:pt x="287223" y="51034"/>
                  <a:pt x="283367" y="49479"/>
                  <a:pt x="278306" y="49479"/>
                </a:cubicBezTo>
                <a:cubicBezTo>
                  <a:pt x="274465" y="49479"/>
                  <a:pt x="271416" y="50512"/>
                  <a:pt x="269160" y="52577"/>
                </a:cubicBezTo>
                <a:cubicBezTo>
                  <a:pt x="266843" y="54642"/>
                  <a:pt x="265685" y="57012"/>
                  <a:pt x="265685" y="59685"/>
                </a:cubicBezTo>
                <a:lnTo>
                  <a:pt x="265868" y="64970"/>
                </a:lnTo>
                <a:cubicBezTo>
                  <a:pt x="265868" y="67763"/>
                  <a:pt x="265151" y="69919"/>
                  <a:pt x="263718" y="71437"/>
                </a:cubicBezTo>
                <a:cubicBezTo>
                  <a:pt x="262285" y="72956"/>
                  <a:pt x="260411" y="73715"/>
                  <a:pt x="258094" y="73715"/>
                </a:cubicBezTo>
                <a:cubicBezTo>
                  <a:pt x="255838" y="73715"/>
                  <a:pt x="253993" y="72925"/>
                  <a:pt x="252560" y="71346"/>
                </a:cubicBezTo>
                <a:cubicBezTo>
                  <a:pt x="251128" y="69764"/>
                  <a:pt x="250411" y="67606"/>
                  <a:pt x="250411" y="64870"/>
                </a:cubicBezTo>
                <a:cubicBezTo>
                  <a:pt x="250411" y="59643"/>
                  <a:pt x="253094" y="54842"/>
                  <a:pt x="258459" y="50465"/>
                </a:cubicBezTo>
                <a:cubicBezTo>
                  <a:pt x="263825" y="46088"/>
                  <a:pt x="271355" y="43900"/>
                  <a:pt x="281050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9" y="49532"/>
                  <a:pt x="305591" y="52486"/>
                  <a:pt x="307298" y="56507"/>
                </a:cubicBezTo>
                <a:cubicBezTo>
                  <a:pt x="308396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7" y="113858"/>
                  <a:pt x="309402" y="115655"/>
                </a:cubicBezTo>
                <a:cubicBezTo>
                  <a:pt x="309707" y="117451"/>
                  <a:pt x="310210" y="118655"/>
                  <a:pt x="310911" y="119264"/>
                </a:cubicBezTo>
                <a:cubicBezTo>
                  <a:pt x="311612" y="119872"/>
                  <a:pt x="312420" y="120176"/>
                  <a:pt x="313334" y="120176"/>
                </a:cubicBezTo>
                <a:cubicBezTo>
                  <a:pt x="314310" y="120176"/>
                  <a:pt x="315164" y="119963"/>
                  <a:pt x="315895" y="119536"/>
                </a:cubicBezTo>
                <a:cubicBezTo>
                  <a:pt x="317176" y="118743"/>
                  <a:pt x="319645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4" y="131700"/>
                  <a:pt x="298366" y="130663"/>
                  <a:pt x="296598" y="128590"/>
                </a:cubicBezTo>
                <a:cubicBezTo>
                  <a:pt x="294829" y="126517"/>
                  <a:pt x="293915" y="122981"/>
                  <a:pt x="293854" y="117981"/>
                </a:cubicBezTo>
                <a:moveTo>
                  <a:pt x="293854" y="111985"/>
                </a:moveTo>
                <a:lnTo>
                  <a:pt x="293854" y="80209"/>
                </a:lnTo>
                <a:cubicBezTo>
                  <a:pt x="284647" y="83850"/>
                  <a:pt x="278702" y="86430"/>
                  <a:pt x="276019" y="87948"/>
                </a:cubicBezTo>
                <a:cubicBezTo>
                  <a:pt x="271203" y="90620"/>
                  <a:pt x="267758" y="93412"/>
                  <a:pt x="265685" y="96325"/>
                </a:cubicBezTo>
                <a:cubicBezTo>
                  <a:pt x="263612" y="99239"/>
                  <a:pt x="262575" y="102425"/>
                  <a:pt x="262575" y="105886"/>
                </a:cubicBezTo>
                <a:cubicBezTo>
                  <a:pt x="262575" y="110257"/>
                  <a:pt x="263886" y="113883"/>
                  <a:pt x="266508" y="116766"/>
                </a:cubicBezTo>
                <a:cubicBezTo>
                  <a:pt x="269130" y="119649"/>
                  <a:pt x="272148" y="121091"/>
                  <a:pt x="275562" y="121091"/>
                </a:cubicBezTo>
                <a:cubicBezTo>
                  <a:pt x="280196" y="121091"/>
                  <a:pt x="286293" y="118055"/>
                  <a:pt x="293854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79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49" y="49204"/>
                </a:cubicBezTo>
                <a:lnTo>
                  <a:pt x="377749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699" y="55393"/>
                  <a:pt x="390736" y="58991"/>
                </a:cubicBezTo>
                <a:lnTo>
                  <a:pt x="369244" y="78837"/>
                </a:lnTo>
                <a:lnTo>
                  <a:pt x="390736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5" y="123047"/>
                  <a:pt x="408296" y="124904"/>
                  <a:pt x="410491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49" y="130053"/>
                </a:lnTo>
                <a:lnTo>
                  <a:pt x="377749" y="126670"/>
                </a:lnTo>
                <a:cubicBezTo>
                  <a:pt x="380066" y="126609"/>
                  <a:pt x="381636" y="126259"/>
                  <a:pt x="382459" y="125621"/>
                </a:cubicBezTo>
                <a:cubicBezTo>
                  <a:pt x="383282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1" y="123537"/>
                  <a:pt x="357324" y="124754"/>
                  <a:pt x="358726" y="125483"/>
                </a:cubicBezTo>
                <a:cubicBezTo>
                  <a:pt x="360128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2" y="130053"/>
                </a:lnTo>
                <a:lnTo>
                  <a:pt x="325252" y="126670"/>
                </a:lnTo>
                <a:cubicBezTo>
                  <a:pt x="329520" y="126670"/>
                  <a:pt x="332721" y="126151"/>
                  <a:pt x="334855" y="125115"/>
                </a:cubicBezTo>
                <a:cubicBezTo>
                  <a:pt x="336136" y="124446"/>
                  <a:pt x="337111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4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2" y="10235"/>
                </a:lnTo>
                <a:lnTo>
                  <a:pt x="350129" y="0"/>
                </a:lnTo>
                <a:lnTo>
                  <a:pt x="3543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6B68E-1D63-4592-A33D-FC2BBAD2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586" y="45384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6F41E-FF9C-4093-B674-3FF8CFF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586" y="45384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33" name="Text at">
            <a:extLst xmlns:a="http://schemas.openxmlformats.org/drawingml/2006/main">
              <a:ext uri="{FF2B5EF4-FFF2-40B4-BE49-F238E27FC236}">
                <a16:creationId xmlns:a16="http://schemas.microsoft.com/office/drawing/2014/main" id="{DCC74F5C-2EEE-4695-A932-2D0AB01E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90" y="4649462"/>
            <a:ext cx="128801" cy="113225"/>
          </a:xfrm>
          <a:custGeom xmlns:a="http://schemas.openxmlformats.org/drawingml/2006/main">
            <a:pathLst>
              <a:path w="128801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6" y="97350"/>
                  <a:pt x="109001" y="99238"/>
                </a:cubicBezTo>
                <a:cubicBezTo>
                  <a:pt x="110556" y="101124"/>
                  <a:pt x="112552" y="102067"/>
                  <a:pt x="114991" y="102067"/>
                </a:cubicBezTo>
                <a:cubicBezTo>
                  <a:pt x="117003" y="102067"/>
                  <a:pt x="118954" y="101442"/>
                  <a:pt x="120845" y="100192"/>
                </a:cubicBezTo>
                <a:cubicBezTo>
                  <a:pt x="122735" y="98942"/>
                  <a:pt x="124198" y="97098"/>
                  <a:pt x="125235" y="94659"/>
                </a:cubicBezTo>
                <a:lnTo>
                  <a:pt x="128801" y="94659"/>
                </a:lnTo>
                <a:cubicBezTo>
                  <a:pt x="126667" y="100652"/>
                  <a:pt x="123649" y="105184"/>
                  <a:pt x="119747" y="108255"/>
                </a:cubicBezTo>
                <a:cubicBezTo>
                  <a:pt x="115845" y="111325"/>
                  <a:pt x="111821" y="112859"/>
                  <a:pt x="107675" y="112859"/>
                </a:cubicBezTo>
                <a:cubicBezTo>
                  <a:pt x="104870" y="112859"/>
                  <a:pt x="102126" y="112081"/>
                  <a:pt x="99443" y="110524"/>
                </a:cubicBezTo>
                <a:cubicBezTo>
                  <a:pt x="96761" y="108968"/>
                  <a:pt x="94779" y="106740"/>
                  <a:pt x="93499" y="103842"/>
                </a:cubicBezTo>
                <a:cubicBezTo>
                  <a:pt x="92218" y="100942"/>
                  <a:pt x="91578" y="96470"/>
                  <a:pt x="91578" y="90426"/>
                </a:cubicBezTo>
                <a:lnTo>
                  <a:pt x="91578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0" y="29659"/>
                  <a:pt x="85100" y="27381"/>
                  <a:pt x="88606" y="24171"/>
                </a:cubicBezTo>
                <a:cubicBezTo>
                  <a:pt x="92111" y="20960"/>
                  <a:pt x="95236" y="17153"/>
                  <a:pt x="97980" y="12750"/>
                </a:cubicBezTo>
                <a:cubicBezTo>
                  <a:pt x="99382" y="10427"/>
                  <a:pt x="101334" y="6177"/>
                  <a:pt x="103833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B86FC-60AE-4D5E-B71F-0864CB3D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85" y="45384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FF116-341D-47C0-AEAB-3BA48357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85" y="45384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36" name="Text f">
            <a:extLst xmlns:a="http://schemas.openxmlformats.org/drawingml/2006/main">
              <a:ext uri="{FF2B5EF4-FFF2-40B4-BE49-F238E27FC236}">
                <a16:creationId xmlns:a16="http://schemas.microsoft.com/office/drawing/2014/main" id="{B147D2C3-0CC2-43B7-B83C-5C6FEB40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098" y="4630804"/>
            <a:ext cx="74173" cy="130053"/>
          </a:xfrm>
          <a:custGeom xmlns:a="http://schemas.openxmlformats.org/drawingml/2006/main">
            <a:pathLst>
              <a:path w="74173" h="130053">
                <a:moveTo>
                  <a:pt x="31370" y="52680"/>
                </a:moveTo>
                <a:lnTo>
                  <a:pt x="31370" y="107806"/>
                </a:lnTo>
                <a:cubicBezTo>
                  <a:pt x="31370" y="115620"/>
                  <a:pt x="32224" y="120565"/>
                  <a:pt x="33931" y="122640"/>
                </a:cubicBezTo>
                <a:cubicBezTo>
                  <a:pt x="36187" y="125326"/>
                  <a:pt x="39205" y="126670"/>
                  <a:pt x="42985" y="126670"/>
                </a:cubicBezTo>
                <a:lnTo>
                  <a:pt x="50576" y="126670"/>
                </a:lnTo>
                <a:lnTo>
                  <a:pt x="50576" y="130053"/>
                </a:lnTo>
                <a:lnTo>
                  <a:pt x="549" y="130053"/>
                </a:lnTo>
                <a:lnTo>
                  <a:pt x="549" y="126670"/>
                </a:lnTo>
                <a:lnTo>
                  <a:pt x="4299" y="126670"/>
                </a:lnTo>
                <a:cubicBezTo>
                  <a:pt x="6737" y="126670"/>
                  <a:pt x="8963" y="126059"/>
                  <a:pt x="10975" y="124838"/>
                </a:cubicBezTo>
                <a:cubicBezTo>
                  <a:pt x="12987" y="123616"/>
                  <a:pt x="14374" y="121968"/>
                  <a:pt x="15136" y="119893"/>
                </a:cubicBezTo>
                <a:cubicBezTo>
                  <a:pt x="15898" y="117818"/>
                  <a:pt x="16280" y="113789"/>
                  <a:pt x="16280" y="107806"/>
                </a:cubicBezTo>
                <a:lnTo>
                  <a:pt x="16280" y="52680"/>
                </a:lnTo>
                <a:lnTo>
                  <a:pt x="0" y="52680"/>
                </a:lnTo>
                <a:lnTo>
                  <a:pt x="0" y="46278"/>
                </a:lnTo>
                <a:lnTo>
                  <a:pt x="16280" y="46278"/>
                </a:lnTo>
                <a:lnTo>
                  <a:pt x="16280" y="40767"/>
                </a:lnTo>
                <a:cubicBezTo>
                  <a:pt x="16280" y="32382"/>
                  <a:pt x="17621" y="25282"/>
                  <a:pt x="20304" y="19466"/>
                </a:cubicBezTo>
                <a:cubicBezTo>
                  <a:pt x="22986" y="13651"/>
                  <a:pt x="27087" y="8953"/>
                  <a:pt x="32605" y="5373"/>
                </a:cubicBezTo>
                <a:cubicBezTo>
                  <a:pt x="38123" y="1791"/>
                  <a:pt x="44327" y="0"/>
                  <a:pt x="51217" y="0"/>
                </a:cubicBezTo>
                <a:cubicBezTo>
                  <a:pt x="57619" y="0"/>
                  <a:pt x="63502" y="2073"/>
                  <a:pt x="68868" y="6219"/>
                </a:cubicBezTo>
                <a:cubicBezTo>
                  <a:pt x="72404" y="8963"/>
                  <a:pt x="74173" y="12042"/>
                  <a:pt x="74173" y="15456"/>
                </a:cubicBezTo>
                <a:cubicBezTo>
                  <a:pt x="74173" y="17286"/>
                  <a:pt x="73380" y="19008"/>
                  <a:pt x="71795" y="20624"/>
                </a:cubicBezTo>
                <a:cubicBezTo>
                  <a:pt x="70209" y="22240"/>
                  <a:pt x="68502" y="23047"/>
                  <a:pt x="66673" y="23047"/>
                </a:cubicBezTo>
                <a:cubicBezTo>
                  <a:pt x="65271" y="23047"/>
                  <a:pt x="63792" y="22539"/>
                  <a:pt x="62237" y="21521"/>
                </a:cubicBezTo>
                <a:cubicBezTo>
                  <a:pt x="60682" y="20504"/>
                  <a:pt x="58777" y="18315"/>
                  <a:pt x="56521" y="14956"/>
                </a:cubicBezTo>
                <a:cubicBezTo>
                  <a:pt x="54265" y="11597"/>
                  <a:pt x="52192" y="9332"/>
                  <a:pt x="50302" y="8160"/>
                </a:cubicBezTo>
                <a:cubicBezTo>
                  <a:pt x="48412" y="6988"/>
                  <a:pt x="46308" y="6402"/>
                  <a:pt x="43991" y="6402"/>
                </a:cubicBezTo>
                <a:cubicBezTo>
                  <a:pt x="41187" y="6402"/>
                  <a:pt x="38809" y="7157"/>
                  <a:pt x="36858" y="8666"/>
                </a:cubicBezTo>
                <a:cubicBezTo>
                  <a:pt x="34907" y="10173"/>
                  <a:pt x="33504" y="12511"/>
                  <a:pt x="32651" y="15679"/>
                </a:cubicBezTo>
                <a:cubicBezTo>
                  <a:pt x="31797" y="18848"/>
                  <a:pt x="31370" y="27016"/>
                  <a:pt x="31370" y="40184"/>
                </a:cubicBezTo>
                <a:lnTo>
                  <a:pt x="31370" y="46278"/>
                </a:lnTo>
                <a:lnTo>
                  <a:pt x="52954" y="46278"/>
                </a:lnTo>
                <a:lnTo>
                  <a:pt x="52954" y="52680"/>
                </a:lnTo>
                <a:lnTo>
                  <a:pt x="31370" y="5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or">
            <a:extLst xmlns:a="http://schemas.openxmlformats.org/drawingml/2006/main">
              <a:ext uri="{FF2B5EF4-FFF2-40B4-BE49-F238E27FC236}">
                <a16:creationId xmlns:a16="http://schemas.microsoft.com/office/drawing/2014/main" id="{4E221BAB-ED00-4B86-B369-41BE575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556" y="4674704"/>
            <a:ext cx="150906" cy="88714"/>
          </a:xfrm>
          <a:custGeom xmlns:a="http://schemas.openxmlformats.org/drawingml/2006/main">
            <a:pathLst>
              <a:path w="150906" h="88714">
                <a:moveTo>
                  <a:pt x="40516" y="0"/>
                </a:moveTo>
                <a:cubicBezTo>
                  <a:pt x="53198" y="0"/>
                  <a:pt x="63380" y="4812"/>
                  <a:pt x="71063" y="14436"/>
                </a:cubicBezTo>
                <a:cubicBezTo>
                  <a:pt x="77587" y="22658"/>
                  <a:pt x="80849" y="32099"/>
                  <a:pt x="80849" y="42760"/>
                </a:cubicBezTo>
                <a:cubicBezTo>
                  <a:pt x="80849" y="50251"/>
                  <a:pt x="79050" y="57835"/>
                  <a:pt x="75453" y="65510"/>
                </a:cubicBezTo>
                <a:cubicBezTo>
                  <a:pt x="71856" y="73183"/>
                  <a:pt x="66902" y="78968"/>
                  <a:pt x="60591" y="82867"/>
                </a:cubicBezTo>
                <a:cubicBezTo>
                  <a:pt x="54280" y="86765"/>
                  <a:pt x="47253" y="88714"/>
                  <a:pt x="39510" y="88714"/>
                </a:cubicBezTo>
                <a:cubicBezTo>
                  <a:pt x="26889" y="88714"/>
                  <a:pt x="16859" y="83689"/>
                  <a:pt x="9420" y="73638"/>
                </a:cubicBezTo>
                <a:cubicBezTo>
                  <a:pt x="3140" y="65172"/>
                  <a:pt x="0" y="55671"/>
                  <a:pt x="0" y="45135"/>
                </a:cubicBezTo>
                <a:cubicBezTo>
                  <a:pt x="0" y="37460"/>
                  <a:pt x="1905" y="29831"/>
                  <a:pt x="5716" y="22247"/>
                </a:cubicBezTo>
                <a:cubicBezTo>
                  <a:pt x="9527" y="14664"/>
                  <a:pt x="14542" y="9060"/>
                  <a:pt x="20761" y="5436"/>
                </a:cubicBezTo>
                <a:cubicBezTo>
                  <a:pt x="26980" y="1812"/>
                  <a:pt x="33565" y="0"/>
                  <a:pt x="40516" y="0"/>
                </a:cubicBezTo>
                <a:moveTo>
                  <a:pt x="37681" y="6036"/>
                </a:moveTo>
                <a:cubicBezTo>
                  <a:pt x="34449" y="6036"/>
                  <a:pt x="31202" y="6996"/>
                  <a:pt x="27940" y="8914"/>
                </a:cubicBezTo>
                <a:cubicBezTo>
                  <a:pt x="24678" y="10833"/>
                  <a:pt x="22041" y="14198"/>
                  <a:pt x="20029" y="19009"/>
                </a:cubicBezTo>
                <a:cubicBezTo>
                  <a:pt x="18017" y="23820"/>
                  <a:pt x="17011" y="30001"/>
                  <a:pt x="17011" y="37552"/>
                </a:cubicBezTo>
                <a:cubicBezTo>
                  <a:pt x="17011" y="49731"/>
                  <a:pt x="19435" y="60237"/>
                  <a:pt x="24282" y="69068"/>
                </a:cubicBezTo>
                <a:cubicBezTo>
                  <a:pt x="29129" y="77898"/>
                  <a:pt x="35516" y="82312"/>
                  <a:pt x="43443" y="82312"/>
                </a:cubicBezTo>
                <a:cubicBezTo>
                  <a:pt x="49357" y="82312"/>
                  <a:pt x="54235" y="79876"/>
                  <a:pt x="58076" y="75004"/>
                </a:cubicBezTo>
                <a:cubicBezTo>
                  <a:pt x="61917" y="70132"/>
                  <a:pt x="63838" y="61759"/>
                  <a:pt x="63838" y="49885"/>
                </a:cubicBezTo>
                <a:cubicBezTo>
                  <a:pt x="63838" y="35025"/>
                  <a:pt x="60637" y="23331"/>
                  <a:pt x="54235" y="14805"/>
                </a:cubicBezTo>
                <a:cubicBezTo>
                  <a:pt x="49906" y="8959"/>
                  <a:pt x="44388" y="6036"/>
                  <a:pt x="37681" y="6036"/>
                </a:cubicBezTo>
                <a:close/>
                <a:moveTo>
                  <a:pt x="117706" y="0"/>
                </a:moveTo>
                <a:lnTo>
                  <a:pt x="117706" y="18840"/>
                </a:lnTo>
                <a:cubicBezTo>
                  <a:pt x="124718" y="6280"/>
                  <a:pt x="131913" y="0"/>
                  <a:pt x="139290" y="0"/>
                </a:cubicBezTo>
                <a:cubicBezTo>
                  <a:pt x="142644" y="0"/>
                  <a:pt x="145418" y="1021"/>
                  <a:pt x="147613" y="3064"/>
                </a:cubicBezTo>
                <a:cubicBezTo>
                  <a:pt x="149808" y="5106"/>
                  <a:pt x="150906" y="7469"/>
                  <a:pt x="150906" y="10152"/>
                </a:cubicBezTo>
                <a:cubicBezTo>
                  <a:pt x="150906" y="12530"/>
                  <a:pt x="150113" y="14542"/>
                  <a:pt x="148528" y="16188"/>
                </a:cubicBezTo>
                <a:cubicBezTo>
                  <a:pt x="146942" y="17834"/>
                  <a:pt x="145052" y="18657"/>
                  <a:pt x="142857" y="18657"/>
                </a:cubicBezTo>
                <a:cubicBezTo>
                  <a:pt x="140723" y="18657"/>
                  <a:pt x="138330" y="17606"/>
                  <a:pt x="135678" y="15502"/>
                </a:cubicBezTo>
                <a:cubicBezTo>
                  <a:pt x="133026" y="13399"/>
                  <a:pt x="131059" y="12347"/>
                  <a:pt x="129779" y="12347"/>
                </a:cubicBezTo>
                <a:cubicBezTo>
                  <a:pt x="128681" y="12347"/>
                  <a:pt x="127492" y="12955"/>
                  <a:pt x="126212" y="14170"/>
                </a:cubicBezTo>
                <a:cubicBezTo>
                  <a:pt x="123468" y="16664"/>
                  <a:pt x="120633" y="20770"/>
                  <a:pt x="117706" y="26486"/>
                </a:cubicBezTo>
                <a:lnTo>
                  <a:pt x="117706" y="66533"/>
                </a:lnTo>
                <a:cubicBezTo>
                  <a:pt x="117706" y="71153"/>
                  <a:pt x="118286" y="74650"/>
                  <a:pt x="119444" y="77022"/>
                </a:cubicBezTo>
                <a:cubicBezTo>
                  <a:pt x="120237" y="78664"/>
                  <a:pt x="121639" y="80033"/>
                  <a:pt x="123651" y="81129"/>
                </a:cubicBezTo>
                <a:cubicBezTo>
                  <a:pt x="125663" y="82223"/>
                  <a:pt x="128559" y="82770"/>
                  <a:pt x="132340" y="82770"/>
                </a:cubicBezTo>
                <a:lnTo>
                  <a:pt x="132340" y="86154"/>
                </a:lnTo>
                <a:lnTo>
                  <a:pt x="89446" y="86154"/>
                </a:lnTo>
                <a:lnTo>
                  <a:pt x="89446" y="82770"/>
                </a:lnTo>
                <a:cubicBezTo>
                  <a:pt x="93714" y="82770"/>
                  <a:pt x="96884" y="82101"/>
                  <a:pt x="98957" y="80763"/>
                </a:cubicBezTo>
                <a:cubicBezTo>
                  <a:pt x="100482" y="79790"/>
                  <a:pt x="101549" y="78238"/>
                  <a:pt x="102158" y="76107"/>
                </a:cubicBezTo>
                <a:cubicBezTo>
                  <a:pt x="102463" y="75073"/>
                  <a:pt x="102616" y="72122"/>
                  <a:pt x="102616" y="67256"/>
                </a:cubicBezTo>
                <a:lnTo>
                  <a:pt x="102616" y="34860"/>
                </a:lnTo>
                <a:cubicBezTo>
                  <a:pt x="102616" y="25125"/>
                  <a:pt x="102418" y="19331"/>
                  <a:pt x="102021" y="17477"/>
                </a:cubicBezTo>
                <a:cubicBezTo>
                  <a:pt x="101625" y="15621"/>
                  <a:pt x="100893" y="14267"/>
                  <a:pt x="99826" y="13416"/>
                </a:cubicBezTo>
                <a:cubicBezTo>
                  <a:pt x="98759" y="12564"/>
                  <a:pt x="97433" y="12138"/>
                  <a:pt x="95848" y="12138"/>
                </a:cubicBezTo>
                <a:cubicBezTo>
                  <a:pt x="93958" y="12138"/>
                  <a:pt x="91824" y="12595"/>
                  <a:pt x="89446" y="13507"/>
                </a:cubicBezTo>
                <a:lnTo>
                  <a:pt x="88531" y="10220"/>
                </a:lnTo>
                <a:lnTo>
                  <a:pt x="113865" y="0"/>
                </a:lnTo>
                <a:lnTo>
                  <a:pt x="1177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MergedSequence">
            <a:extLst xmlns:a="http://schemas.openxmlformats.org/drawingml/2006/main">
              <a:ext uri="{FF2B5EF4-FFF2-40B4-BE49-F238E27FC236}">
                <a16:creationId xmlns:a16="http://schemas.microsoft.com/office/drawing/2014/main" id="{458DA80B-69F1-4596-BC89-16E91673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713" y="4267052"/>
            <a:ext cx="1588486" cy="188084"/>
          </a:xfrm>
          <a:custGeom xmlns:a="http://schemas.openxmlformats.org/drawingml/2006/main">
            <a:pathLst>
              <a:path w="1588486" h="188084">
                <a:moveTo>
                  <a:pt x="96203" y="94949"/>
                </a:moveTo>
                <a:lnTo>
                  <a:pt x="134066" y="3087"/>
                </a:lnTo>
                <a:lnTo>
                  <a:pt x="190862" y="3087"/>
                </a:lnTo>
                <a:lnTo>
                  <a:pt x="190862" y="6791"/>
                </a:lnTo>
                <a:lnTo>
                  <a:pt x="186335" y="6791"/>
                </a:lnTo>
                <a:cubicBezTo>
                  <a:pt x="182219" y="6791"/>
                  <a:pt x="178926" y="7522"/>
                  <a:pt x="176457" y="8984"/>
                </a:cubicBezTo>
                <a:cubicBezTo>
                  <a:pt x="174742" y="9959"/>
                  <a:pt x="173370" y="11597"/>
                  <a:pt x="172341" y="13897"/>
                </a:cubicBezTo>
                <a:cubicBezTo>
                  <a:pt x="171587" y="15569"/>
                  <a:pt x="171210" y="19922"/>
                  <a:pt x="171210" y="26957"/>
                </a:cubicBezTo>
                <a:lnTo>
                  <a:pt x="171210" y="118736"/>
                </a:lnTo>
                <a:cubicBezTo>
                  <a:pt x="171210" y="125906"/>
                  <a:pt x="171587" y="130388"/>
                  <a:pt x="172341" y="132182"/>
                </a:cubicBezTo>
                <a:cubicBezTo>
                  <a:pt x="173096" y="133974"/>
                  <a:pt x="174639" y="135542"/>
                  <a:pt x="176972" y="136886"/>
                </a:cubicBezTo>
                <a:cubicBezTo>
                  <a:pt x="179304" y="138230"/>
                  <a:pt x="182425" y="138902"/>
                  <a:pt x="186335" y="138902"/>
                </a:cubicBezTo>
                <a:lnTo>
                  <a:pt x="190862" y="138902"/>
                </a:lnTo>
                <a:lnTo>
                  <a:pt x="190862" y="142606"/>
                </a:lnTo>
                <a:lnTo>
                  <a:pt x="118015" y="142606"/>
                </a:lnTo>
                <a:lnTo>
                  <a:pt x="118015" y="138902"/>
                </a:lnTo>
                <a:lnTo>
                  <a:pt x="122542" y="138902"/>
                </a:lnTo>
                <a:cubicBezTo>
                  <a:pt x="126658" y="138902"/>
                  <a:pt x="129951" y="138179"/>
                  <a:pt x="132420" y="136732"/>
                </a:cubicBezTo>
                <a:cubicBezTo>
                  <a:pt x="134135" y="135765"/>
                  <a:pt x="135507" y="134110"/>
                  <a:pt x="136536" y="131767"/>
                </a:cubicBezTo>
                <a:cubicBezTo>
                  <a:pt x="137290" y="130112"/>
                  <a:pt x="137667" y="125769"/>
                  <a:pt x="137667" y="118736"/>
                </a:cubicBezTo>
                <a:lnTo>
                  <a:pt x="137667" y="15331"/>
                </a:lnTo>
                <a:lnTo>
                  <a:pt x="84164" y="142606"/>
                </a:lnTo>
                <a:lnTo>
                  <a:pt x="81695" y="142606"/>
                </a:lnTo>
                <a:lnTo>
                  <a:pt x="27369" y="16154"/>
                </a:lnTo>
                <a:lnTo>
                  <a:pt x="27369" y="114414"/>
                </a:lnTo>
                <a:cubicBezTo>
                  <a:pt x="27369" y="121331"/>
                  <a:pt x="27540" y="125585"/>
                  <a:pt x="27883" y="127176"/>
                </a:cubicBezTo>
                <a:cubicBezTo>
                  <a:pt x="28775" y="130635"/>
                  <a:pt x="30713" y="133455"/>
                  <a:pt x="33697" y="135635"/>
                </a:cubicBezTo>
                <a:cubicBezTo>
                  <a:pt x="36680" y="137813"/>
                  <a:pt x="41362" y="138902"/>
                  <a:pt x="47741" y="138902"/>
                </a:cubicBezTo>
                <a:lnTo>
                  <a:pt x="47741" y="142606"/>
                </a:lnTo>
                <a:lnTo>
                  <a:pt x="0" y="142606"/>
                </a:lnTo>
                <a:lnTo>
                  <a:pt x="0" y="138902"/>
                </a:lnTo>
                <a:lnTo>
                  <a:pt x="1440" y="138902"/>
                </a:lnTo>
                <a:cubicBezTo>
                  <a:pt x="4527" y="138971"/>
                  <a:pt x="7408" y="138467"/>
                  <a:pt x="10083" y="137391"/>
                </a:cubicBezTo>
                <a:cubicBezTo>
                  <a:pt x="12758" y="136315"/>
                  <a:pt x="14782" y="134873"/>
                  <a:pt x="16154" y="133066"/>
                </a:cubicBezTo>
                <a:cubicBezTo>
                  <a:pt x="17526" y="131259"/>
                  <a:pt x="18589" y="128722"/>
                  <a:pt x="19343" y="125456"/>
                </a:cubicBezTo>
                <a:cubicBezTo>
                  <a:pt x="19481" y="124692"/>
                  <a:pt x="19549" y="121149"/>
                  <a:pt x="19549" y="114826"/>
                </a:cubicBezTo>
                <a:lnTo>
                  <a:pt x="19549" y="26957"/>
                </a:lnTo>
                <a:cubicBezTo>
                  <a:pt x="19549" y="19783"/>
                  <a:pt x="19172" y="15307"/>
                  <a:pt x="18417" y="13530"/>
                </a:cubicBezTo>
                <a:cubicBezTo>
                  <a:pt x="17663" y="11753"/>
                  <a:pt x="16119" y="10186"/>
                  <a:pt x="13787" y="8829"/>
                </a:cubicBezTo>
                <a:cubicBezTo>
                  <a:pt x="11455" y="7470"/>
                  <a:pt x="8334" y="6791"/>
                  <a:pt x="4424" y="6791"/>
                </a:cubicBezTo>
                <a:lnTo>
                  <a:pt x="0" y="6791"/>
                </a:lnTo>
                <a:lnTo>
                  <a:pt x="0" y="3087"/>
                </a:lnTo>
                <a:lnTo>
                  <a:pt x="57001" y="3087"/>
                </a:lnTo>
                <a:lnTo>
                  <a:pt x="96203" y="94949"/>
                </a:lnTo>
                <a:close/>
                <a:moveTo>
                  <a:pt x="283290" y="90955"/>
                </a:moveTo>
                <a:lnTo>
                  <a:pt x="230507" y="90955"/>
                </a:lnTo>
                <a:cubicBezTo>
                  <a:pt x="231124" y="103748"/>
                  <a:pt x="234520" y="113858"/>
                  <a:pt x="240693" y="121285"/>
                </a:cubicBezTo>
                <a:cubicBezTo>
                  <a:pt x="245426" y="126994"/>
                  <a:pt x="251119" y="129848"/>
                  <a:pt x="257773" y="129848"/>
                </a:cubicBezTo>
                <a:cubicBezTo>
                  <a:pt x="261889" y="129848"/>
                  <a:pt x="265627" y="128699"/>
                  <a:pt x="268988" y="126401"/>
                </a:cubicBezTo>
                <a:cubicBezTo>
                  <a:pt x="272349" y="124103"/>
                  <a:pt x="275950" y="119970"/>
                  <a:pt x="279792" y="114003"/>
                </a:cubicBezTo>
                <a:lnTo>
                  <a:pt x="283290" y="116266"/>
                </a:lnTo>
                <a:cubicBezTo>
                  <a:pt x="278077" y="126898"/>
                  <a:pt x="272315" y="134426"/>
                  <a:pt x="266004" y="138851"/>
                </a:cubicBezTo>
                <a:cubicBezTo>
                  <a:pt x="259694" y="143275"/>
                  <a:pt x="252388" y="145487"/>
                  <a:pt x="244089" y="145487"/>
                </a:cubicBezTo>
                <a:cubicBezTo>
                  <a:pt x="229821" y="145487"/>
                  <a:pt x="219018" y="139994"/>
                  <a:pt x="211678" y="129008"/>
                </a:cubicBezTo>
                <a:cubicBezTo>
                  <a:pt x="205779" y="120151"/>
                  <a:pt x="202830" y="109166"/>
                  <a:pt x="202830" y="96051"/>
                </a:cubicBezTo>
                <a:cubicBezTo>
                  <a:pt x="202830" y="79983"/>
                  <a:pt x="207168" y="67195"/>
                  <a:pt x="215845" y="57686"/>
                </a:cubicBezTo>
                <a:cubicBezTo>
                  <a:pt x="224522" y="48175"/>
                  <a:pt x="234691" y="43420"/>
                  <a:pt x="246352" y="43420"/>
                </a:cubicBezTo>
                <a:cubicBezTo>
                  <a:pt x="256092" y="43420"/>
                  <a:pt x="264547" y="47415"/>
                  <a:pt x="271715" y="55406"/>
                </a:cubicBezTo>
                <a:cubicBezTo>
                  <a:pt x="278883" y="63398"/>
                  <a:pt x="282741" y="75247"/>
                  <a:pt x="283290" y="90955"/>
                </a:cubicBezTo>
                <a:moveTo>
                  <a:pt x="257979" y="84164"/>
                </a:moveTo>
                <a:cubicBezTo>
                  <a:pt x="257979" y="73121"/>
                  <a:pt x="257379" y="65541"/>
                  <a:pt x="256178" y="61426"/>
                </a:cubicBezTo>
                <a:cubicBezTo>
                  <a:pt x="254978" y="57310"/>
                  <a:pt x="253109" y="54189"/>
                  <a:pt x="250571" y="52063"/>
                </a:cubicBezTo>
                <a:cubicBezTo>
                  <a:pt x="249130" y="50828"/>
                  <a:pt x="247210" y="50211"/>
                  <a:pt x="244809" y="50211"/>
                </a:cubicBezTo>
                <a:cubicBezTo>
                  <a:pt x="241242" y="50211"/>
                  <a:pt x="238327" y="51960"/>
                  <a:pt x="236063" y="55458"/>
                </a:cubicBezTo>
                <a:cubicBezTo>
                  <a:pt x="232016" y="61563"/>
                  <a:pt x="229993" y="69931"/>
                  <a:pt x="229993" y="80563"/>
                </a:cubicBezTo>
                <a:lnTo>
                  <a:pt x="229993" y="84164"/>
                </a:lnTo>
                <a:lnTo>
                  <a:pt x="257979" y="84164"/>
                </a:lnTo>
                <a:close/>
                <a:moveTo>
                  <a:pt x="335282" y="46301"/>
                </a:moveTo>
                <a:lnTo>
                  <a:pt x="335282" y="68113"/>
                </a:lnTo>
                <a:cubicBezTo>
                  <a:pt x="341661" y="58167"/>
                  <a:pt x="347251" y="51565"/>
                  <a:pt x="352053" y="48307"/>
                </a:cubicBezTo>
                <a:cubicBezTo>
                  <a:pt x="356854" y="45049"/>
                  <a:pt x="361484" y="43420"/>
                  <a:pt x="365943" y="43420"/>
                </a:cubicBezTo>
                <a:cubicBezTo>
                  <a:pt x="369784" y="43420"/>
                  <a:pt x="372854" y="44607"/>
                  <a:pt x="375152" y="46982"/>
                </a:cubicBezTo>
                <a:cubicBezTo>
                  <a:pt x="377449" y="49357"/>
                  <a:pt x="378598" y="52713"/>
                  <a:pt x="378598" y="57050"/>
                </a:cubicBezTo>
                <a:cubicBezTo>
                  <a:pt x="378598" y="61662"/>
                  <a:pt x="377484" y="65243"/>
                  <a:pt x="375254" y="67792"/>
                </a:cubicBezTo>
                <a:cubicBezTo>
                  <a:pt x="373025" y="70338"/>
                  <a:pt x="370333" y="71612"/>
                  <a:pt x="367178" y="71612"/>
                </a:cubicBezTo>
                <a:cubicBezTo>
                  <a:pt x="363542" y="71612"/>
                  <a:pt x="360387" y="70446"/>
                  <a:pt x="357712" y="68113"/>
                </a:cubicBezTo>
                <a:cubicBezTo>
                  <a:pt x="355036" y="65781"/>
                  <a:pt x="353459" y="64478"/>
                  <a:pt x="352979" y="64204"/>
                </a:cubicBezTo>
                <a:cubicBezTo>
                  <a:pt x="352293" y="63792"/>
                  <a:pt x="351504" y="63586"/>
                  <a:pt x="350612" y="63586"/>
                </a:cubicBezTo>
                <a:cubicBezTo>
                  <a:pt x="348623" y="63586"/>
                  <a:pt x="346737" y="64341"/>
                  <a:pt x="344953" y="65850"/>
                </a:cubicBezTo>
                <a:cubicBezTo>
                  <a:pt x="342141" y="68182"/>
                  <a:pt x="340014" y="71509"/>
                  <a:pt x="338574" y="75830"/>
                </a:cubicBezTo>
                <a:cubicBezTo>
                  <a:pt x="336379" y="82484"/>
                  <a:pt x="335282" y="89823"/>
                  <a:pt x="335282" y="97849"/>
                </a:cubicBezTo>
                <a:lnTo>
                  <a:pt x="335282" y="119970"/>
                </a:lnTo>
                <a:lnTo>
                  <a:pt x="335384" y="125732"/>
                </a:lnTo>
                <a:cubicBezTo>
                  <a:pt x="335384" y="129642"/>
                  <a:pt x="335625" y="132146"/>
                  <a:pt x="336105" y="133243"/>
                </a:cubicBezTo>
                <a:cubicBezTo>
                  <a:pt x="336928" y="135095"/>
                  <a:pt x="338145" y="136450"/>
                  <a:pt x="339757" y="137307"/>
                </a:cubicBezTo>
                <a:cubicBezTo>
                  <a:pt x="341369" y="138165"/>
                  <a:pt x="344096" y="138696"/>
                  <a:pt x="347937" y="138902"/>
                </a:cubicBezTo>
                <a:lnTo>
                  <a:pt x="347937" y="142606"/>
                </a:lnTo>
                <a:lnTo>
                  <a:pt x="295977" y="142606"/>
                </a:lnTo>
                <a:lnTo>
                  <a:pt x="295977" y="138902"/>
                </a:lnTo>
                <a:cubicBezTo>
                  <a:pt x="300162" y="138559"/>
                  <a:pt x="302991" y="137410"/>
                  <a:pt x="304466" y="135455"/>
                </a:cubicBezTo>
                <a:cubicBezTo>
                  <a:pt x="305941" y="133500"/>
                  <a:pt x="306678" y="128339"/>
                  <a:pt x="306678" y="119970"/>
                </a:cubicBezTo>
                <a:lnTo>
                  <a:pt x="306678" y="66673"/>
                </a:lnTo>
                <a:cubicBezTo>
                  <a:pt x="306678" y="61151"/>
                  <a:pt x="306404" y="57631"/>
                  <a:pt x="305855" y="56114"/>
                </a:cubicBezTo>
                <a:cubicBezTo>
                  <a:pt x="305169" y="54180"/>
                  <a:pt x="304174" y="52766"/>
                  <a:pt x="302871" y="51870"/>
                </a:cubicBezTo>
                <a:cubicBezTo>
                  <a:pt x="301568" y="50971"/>
                  <a:pt x="299270" y="50350"/>
                  <a:pt x="295977" y="50005"/>
                </a:cubicBezTo>
                <a:lnTo>
                  <a:pt x="295977" y="46301"/>
                </a:lnTo>
                <a:lnTo>
                  <a:pt x="335282" y="46301"/>
                </a:lnTo>
                <a:close/>
                <a:moveTo>
                  <a:pt x="450654" y="47535"/>
                </a:moveTo>
                <a:lnTo>
                  <a:pt x="483064" y="47535"/>
                </a:lnTo>
                <a:lnTo>
                  <a:pt x="483064" y="58853"/>
                </a:lnTo>
                <a:lnTo>
                  <a:pt x="464647" y="58853"/>
                </a:lnTo>
                <a:cubicBezTo>
                  <a:pt x="468008" y="62214"/>
                  <a:pt x="470340" y="65267"/>
                  <a:pt x="471643" y="68011"/>
                </a:cubicBezTo>
                <a:cubicBezTo>
                  <a:pt x="473290" y="71715"/>
                  <a:pt x="474113" y="75590"/>
                  <a:pt x="474113" y="79637"/>
                </a:cubicBezTo>
                <a:cubicBezTo>
                  <a:pt x="474113" y="86497"/>
                  <a:pt x="472209" y="92447"/>
                  <a:pt x="468402" y="97489"/>
                </a:cubicBezTo>
                <a:cubicBezTo>
                  <a:pt x="464595" y="102530"/>
                  <a:pt x="459417" y="106474"/>
                  <a:pt x="452866" y="109321"/>
                </a:cubicBezTo>
                <a:cubicBezTo>
                  <a:pt x="446315" y="112168"/>
                  <a:pt x="440502" y="113591"/>
                  <a:pt x="435426" y="113591"/>
                </a:cubicBezTo>
                <a:cubicBezTo>
                  <a:pt x="435014" y="113591"/>
                  <a:pt x="430899" y="113420"/>
                  <a:pt x="423079" y="113077"/>
                </a:cubicBezTo>
                <a:cubicBezTo>
                  <a:pt x="419992" y="113077"/>
                  <a:pt x="417403" y="114083"/>
                  <a:pt x="415311" y="116096"/>
                </a:cubicBezTo>
                <a:cubicBezTo>
                  <a:pt x="413219" y="118109"/>
                  <a:pt x="412173" y="120513"/>
                  <a:pt x="412173" y="123308"/>
                </a:cubicBezTo>
                <a:cubicBezTo>
                  <a:pt x="412173" y="125764"/>
                  <a:pt x="413116" y="127777"/>
                  <a:pt x="415002" y="129346"/>
                </a:cubicBezTo>
                <a:cubicBezTo>
                  <a:pt x="416889" y="130915"/>
                  <a:pt x="419958" y="131700"/>
                  <a:pt x="424211" y="131700"/>
                </a:cubicBezTo>
                <a:lnTo>
                  <a:pt x="442011" y="131494"/>
                </a:lnTo>
                <a:cubicBezTo>
                  <a:pt x="456416" y="131494"/>
                  <a:pt x="466327" y="133075"/>
                  <a:pt x="471746" y="136237"/>
                </a:cubicBezTo>
                <a:cubicBezTo>
                  <a:pt x="479497" y="140633"/>
                  <a:pt x="483373" y="147401"/>
                  <a:pt x="483373" y="156541"/>
                </a:cubicBezTo>
                <a:cubicBezTo>
                  <a:pt x="483373" y="162382"/>
                  <a:pt x="481589" y="167691"/>
                  <a:pt x="478023" y="172467"/>
                </a:cubicBezTo>
                <a:cubicBezTo>
                  <a:pt x="474456" y="177243"/>
                  <a:pt x="469757" y="180765"/>
                  <a:pt x="463927" y="183032"/>
                </a:cubicBezTo>
                <a:cubicBezTo>
                  <a:pt x="455078" y="186400"/>
                  <a:pt x="444892" y="188084"/>
                  <a:pt x="433368" y="188084"/>
                </a:cubicBezTo>
                <a:cubicBezTo>
                  <a:pt x="424725" y="188084"/>
                  <a:pt x="416837" y="187243"/>
                  <a:pt x="409703" y="185563"/>
                </a:cubicBezTo>
                <a:cubicBezTo>
                  <a:pt x="402570" y="183882"/>
                  <a:pt x="397459" y="181549"/>
                  <a:pt x="394373" y="178563"/>
                </a:cubicBezTo>
                <a:cubicBezTo>
                  <a:pt x="391286" y="175579"/>
                  <a:pt x="389743" y="172440"/>
                  <a:pt x="389743" y="169145"/>
                </a:cubicBezTo>
                <a:cubicBezTo>
                  <a:pt x="389743" y="165990"/>
                  <a:pt x="390926" y="163160"/>
                  <a:pt x="393292" y="160654"/>
                </a:cubicBezTo>
                <a:cubicBezTo>
                  <a:pt x="395659" y="158150"/>
                  <a:pt x="400066" y="156041"/>
                  <a:pt x="406514" y="154326"/>
                </a:cubicBezTo>
                <a:cubicBezTo>
                  <a:pt x="397597" y="149936"/>
                  <a:pt x="393138" y="143832"/>
                  <a:pt x="393138" y="136015"/>
                </a:cubicBezTo>
                <a:cubicBezTo>
                  <a:pt x="393138" y="131282"/>
                  <a:pt x="394956" y="126687"/>
                  <a:pt x="398591" y="122231"/>
                </a:cubicBezTo>
                <a:cubicBezTo>
                  <a:pt x="402227" y="117772"/>
                  <a:pt x="407988" y="113896"/>
                  <a:pt x="415877" y="110604"/>
                </a:cubicBezTo>
                <a:cubicBezTo>
                  <a:pt x="406685" y="107239"/>
                  <a:pt x="400032" y="102808"/>
                  <a:pt x="395916" y="97312"/>
                </a:cubicBezTo>
                <a:cubicBezTo>
                  <a:pt x="391800" y="91816"/>
                  <a:pt x="389743" y="85461"/>
                  <a:pt x="389743" y="78248"/>
                </a:cubicBezTo>
                <a:cubicBezTo>
                  <a:pt x="389743" y="68838"/>
                  <a:pt x="393584" y="60681"/>
                  <a:pt x="401266" y="53776"/>
                </a:cubicBezTo>
                <a:cubicBezTo>
                  <a:pt x="408949" y="46872"/>
                  <a:pt x="418826" y="43420"/>
                  <a:pt x="430899" y="43420"/>
                </a:cubicBezTo>
                <a:cubicBezTo>
                  <a:pt x="437278" y="43420"/>
                  <a:pt x="443863" y="44792"/>
                  <a:pt x="450654" y="47535"/>
                </a:cubicBezTo>
                <a:moveTo>
                  <a:pt x="432854" y="50005"/>
                </a:moveTo>
                <a:cubicBezTo>
                  <a:pt x="428875" y="50005"/>
                  <a:pt x="425514" y="52008"/>
                  <a:pt x="422770" y="56014"/>
                </a:cubicBezTo>
                <a:cubicBezTo>
                  <a:pt x="420027" y="60018"/>
                  <a:pt x="418655" y="68320"/>
                  <a:pt x="418655" y="80920"/>
                </a:cubicBezTo>
                <a:cubicBezTo>
                  <a:pt x="418655" y="91121"/>
                  <a:pt x="420010" y="98122"/>
                  <a:pt x="422719" y="101923"/>
                </a:cubicBezTo>
                <a:cubicBezTo>
                  <a:pt x="425428" y="105723"/>
                  <a:pt x="428635" y="107623"/>
                  <a:pt x="432339" y="107623"/>
                </a:cubicBezTo>
                <a:cubicBezTo>
                  <a:pt x="436455" y="107623"/>
                  <a:pt x="439885" y="105740"/>
                  <a:pt x="442628" y="101974"/>
                </a:cubicBezTo>
                <a:cubicBezTo>
                  <a:pt x="445372" y="98208"/>
                  <a:pt x="446744" y="90881"/>
                  <a:pt x="446744" y="79994"/>
                </a:cubicBezTo>
                <a:cubicBezTo>
                  <a:pt x="446744" y="67739"/>
                  <a:pt x="445201" y="59386"/>
                  <a:pt x="442114" y="54934"/>
                </a:cubicBezTo>
                <a:cubicBezTo>
                  <a:pt x="439919" y="51648"/>
                  <a:pt x="436832" y="50005"/>
                  <a:pt x="432854" y="50005"/>
                </a:cubicBezTo>
                <a:moveTo>
                  <a:pt x="426783" y="156805"/>
                </a:moveTo>
                <a:cubicBezTo>
                  <a:pt x="419787" y="156805"/>
                  <a:pt x="415157" y="157386"/>
                  <a:pt x="412893" y="158548"/>
                </a:cubicBezTo>
                <a:cubicBezTo>
                  <a:pt x="408983" y="160663"/>
                  <a:pt x="407028" y="163531"/>
                  <a:pt x="407028" y="167152"/>
                </a:cubicBezTo>
                <a:cubicBezTo>
                  <a:pt x="407028" y="170635"/>
                  <a:pt x="409052" y="173794"/>
                  <a:pt x="413099" y="176627"/>
                </a:cubicBezTo>
                <a:cubicBezTo>
                  <a:pt x="417146" y="179463"/>
                  <a:pt x="424760" y="180881"/>
                  <a:pt x="435940" y="180881"/>
                </a:cubicBezTo>
                <a:cubicBezTo>
                  <a:pt x="445475" y="180881"/>
                  <a:pt x="452969" y="179618"/>
                  <a:pt x="458422" y="177090"/>
                </a:cubicBezTo>
                <a:cubicBezTo>
                  <a:pt x="463875" y="174563"/>
                  <a:pt x="466602" y="171011"/>
                  <a:pt x="466602" y="166435"/>
                </a:cubicBezTo>
                <a:cubicBezTo>
                  <a:pt x="466602" y="164729"/>
                  <a:pt x="466087" y="163295"/>
                  <a:pt x="465058" y="162133"/>
                </a:cubicBezTo>
                <a:cubicBezTo>
                  <a:pt x="463206" y="160084"/>
                  <a:pt x="460411" y="158683"/>
                  <a:pt x="456673" y="157930"/>
                </a:cubicBezTo>
                <a:cubicBezTo>
                  <a:pt x="452934" y="157180"/>
                  <a:pt x="442971" y="156805"/>
                  <a:pt x="426783" y="156805"/>
                </a:cubicBezTo>
                <a:close/>
                <a:moveTo>
                  <a:pt x="575769" y="90955"/>
                </a:moveTo>
                <a:lnTo>
                  <a:pt x="522986" y="90955"/>
                </a:lnTo>
                <a:cubicBezTo>
                  <a:pt x="523603" y="103748"/>
                  <a:pt x="526999" y="113858"/>
                  <a:pt x="533172" y="121285"/>
                </a:cubicBezTo>
                <a:cubicBezTo>
                  <a:pt x="537905" y="126994"/>
                  <a:pt x="543598" y="129848"/>
                  <a:pt x="550252" y="129848"/>
                </a:cubicBezTo>
                <a:cubicBezTo>
                  <a:pt x="554367" y="129848"/>
                  <a:pt x="558106" y="128699"/>
                  <a:pt x="561467" y="126401"/>
                </a:cubicBezTo>
                <a:cubicBezTo>
                  <a:pt x="564828" y="124103"/>
                  <a:pt x="568429" y="119970"/>
                  <a:pt x="572270" y="114003"/>
                </a:cubicBezTo>
                <a:lnTo>
                  <a:pt x="575769" y="116266"/>
                </a:lnTo>
                <a:cubicBezTo>
                  <a:pt x="570556" y="126898"/>
                  <a:pt x="564794" y="134426"/>
                  <a:pt x="558483" y="138851"/>
                </a:cubicBezTo>
                <a:cubicBezTo>
                  <a:pt x="552172" y="143275"/>
                  <a:pt x="544867" y="145487"/>
                  <a:pt x="536567" y="145487"/>
                </a:cubicBezTo>
                <a:cubicBezTo>
                  <a:pt x="522300" y="145487"/>
                  <a:pt x="511496" y="139994"/>
                  <a:pt x="504157" y="129008"/>
                </a:cubicBezTo>
                <a:cubicBezTo>
                  <a:pt x="498258" y="120151"/>
                  <a:pt x="495308" y="109166"/>
                  <a:pt x="495308" y="96051"/>
                </a:cubicBezTo>
                <a:cubicBezTo>
                  <a:pt x="495308" y="79983"/>
                  <a:pt x="499647" y="67195"/>
                  <a:pt x="508324" y="57686"/>
                </a:cubicBezTo>
                <a:cubicBezTo>
                  <a:pt x="517001" y="48175"/>
                  <a:pt x="527170" y="43420"/>
                  <a:pt x="538831" y="43420"/>
                </a:cubicBezTo>
                <a:cubicBezTo>
                  <a:pt x="548571" y="43420"/>
                  <a:pt x="557025" y="47415"/>
                  <a:pt x="564194" y="55406"/>
                </a:cubicBezTo>
                <a:cubicBezTo>
                  <a:pt x="571362" y="63398"/>
                  <a:pt x="575220" y="75247"/>
                  <a:pt x="575769" y="90955"/>
                </a:cubicBezTo>
                <a:moveTo>
                  <a:pt x="550458" y="84164"/>
                </a:moveTo>
                <a:cubicBezTo>
                  <a:pt x="550458" y="73121"/>
                  <a:pt x="549857" y="65541"/>
                  <a:pt x="548657" y="61426"/>
                </a:cubicBezTo>
                <a:cubicBezTo>
                  <a:pt x="547457" y="57310"/>
                  <a:pt x="545588" y="54189"/>
                  <a:pt x="543050" y="52063"/>
                </a:cubicBezTo>
                <a:cubicBezTo>
                  <a:pt x="541609" y="50828"/>
                  <a:pt x="539688" y="50211"/>
                  <a:pt x="537288" y="50211"/>
                </a:cubicBezTo>
                <a:cubicBezTo>
                  <a:pt x="533721" y="50211"/>
                  <a:pt x="530806" y="51960"/>
                  <a:pt x="528542" y="55458"/>
                </a:cubicBezTo>
                <a:cubicBezTo>
                  <a:pt x="524495" y="61563"/>
                  <a:pt x="522471" y="69931"/>
                  <a:pt x="522471" y="80563"/>
                </a:cubicBezTo>
                <a:lnTo>
                  <a:pt x="522471" y="84164"/>
                </a:lnTo>
                <a:lnTo>
                  <a:pt x="550458" y="84164"/>
                </a:lnTo>
                <a:close/>
                <a:moveTo>
                  <a:pt x="681366" y="3087"/>
                </a:moveTo>
                <a:lnTo>
                  <a:pt x="681366" y="113797"/>
                </a:lnTo>
                <a:cubicBezTo>
                  <a:pt x="681366" y="121198"/>
                  <a:pt x="681572" y="125578"/>
                  <a:pt x="681984" y="126935"/>
                </a:cubicBezTo>
                <a:cubicBezTo>
                  <a:pt x="682532" y="129177"/>
                  <a:pt x="683578" y="130841"/>
                  <a:pt x="685122" y="131928"/>
                </a:cubicBezTo>
                <a:cubicBezTo>
                  <a:pt x="686665" y="133013"/>
                  <a:pt x="689357" y="133691"/>
                  <a:pt x="693199" y="133963"/>
                </a:cubicBezTo>
                <a:lnTo>
                  <a:pt x="693199" y="137667"/>
                </a:lnTo>
                <a:lnTo>
                  <a:pt x="652557" y="145487"/>
                </a:lnTo>
                <a:lnTo>
                  <a:pt x="652557" y="130259"/>
                </a:lnTo>
                <a:cubicBezTo>
                  <a:pt x="647687" y="136158"/>
                  <a:pt x="643348" y="140171"/>
                  <a:pt x="639541" y="142297"/>
                </a:cubicBezTo>
                <a:cubicBezTo>
                  <a:pt x="635734" y="144424"/>
                  <a:pt x="631430" y="145487"/>
                  <a:pt x="626629" y="145487"/>
                </a:cubicBezTo>
                <a:cubicBezTo>
                  <a:pt x="614350" y="145487"/>
                  <a:pt x="604644" y="139994"/>
                  <a:pt x="597511" y="129008"/>
                </a:cubicBezTo>
                <a:cubicBezTo>
                  <a:pt x="591749" y="120083"/>
                  <a:pt x="588868" y="109131"/>
                  <a:pt x="588868" y="96154"/>
                </a:cubicBezTo>
                <a:cubicBezTo>
                  <a:pt x="588868" y="85786"/>
                  <a:pt x="590651" y="76499"/>
                  <a:pt x="594218" y="68294"/>
                </a:cubicBezTo>
                <a:cubicBezTo>
                  <a:pt x="597785" y="60088"/>
                  <a:pt x="602672" y="53891"/>
                  <a:pt x="608880" y="49702"/>
                </a:cubicBezTo>
                <a:cubicBezTo>
                  <a:pt x="615088" y="45514"/>
                  <a:pt x="621758" y="43420"/>
                  <a:pt x="628892" y="43420"/>
                </a:cubicBezTo>
                <a:cubicBezTo>
                  <a:pt x="633488" y="43420"/>
                  <a:pt x="637569" y="44319"/>
                  <a:pt x="641136" y="46117"/>
                </a:cubicBezTo>
                <a:cubicBezTo>
                  <a:pt x="644703" y="47916"/>
                  <a:pt x="648510" y="51064"/>
                  <a:pt x="652557" y="55561"/>
                </a:cubicBezTo>
                <a:lnTo>
                  <a:pt x="652557" y="26546"/>
                </a:lnTo>
                <a:cubicBezTo>
                  <a:pt x="652557" y="19206"/>
                  <a:pt x="652248" y="14782"/>
                  <a:pt x="651631" y="13273"/>
                </a:cubicBezTo>
                <a:cubicBezTo>
                  <a:pt x="650808" y="11284"/>
                  <a:pt x="649573" y="9809"/>
                  <a:pt x="647927" y="8849"/>
                </a:cubicBezTo>
                <a:cubicBezTo>
                  <a:pt x="646281" y="7888"/>
                  <a:pt x="643194" y="7408"/>
                  <a:pt x="638667" y="7408"/>
                </a:cubicBezTo>
                <a:lnTo>
                  <a:pt x="638667" y="3087"/>
                </a:lnTo>
                <a:lnTo>
                  <a:pt x="681366" y="3087"/>
                </a:lnTo>
                <a:moveTo>
                  <a:pt x="652557" y="68113"/>
                </a:moveTo>
                <a:cubicBezTo>
                  <a:pt x="647481" y="58510"/>
                  <a:pt x="641273" y="53709"/>
                  <a:pt x="633934" y="53709"/>
                </a:cubicBezTo>
                <a:cubicBezTo>
                  <a:pt x="631396" y="53709"/>
                  <a:pt x="629304" y="54395"/>
                  <a:pt x="627657" y="55767"/>
                </a:cubicBezTo>
                <a:cubicBezTo>
                  <a:pt x="625120" y="57893"/>
                  <a:pt x="623045" y="61631"/>
                  <a:pt x="621433" y="66982"/>
                </a:cubicBezTo>
                <a:cubicBezTo>
                  <a:pt x="619821" y="72332"/>
                  <a:pt x="619015" y="80529"/>
                  <a:pt x="619015" y="91572"/>
                </a:cubicBezTo>
                <a:cubicBezTo>
                  <a:pt x="619015" y="103714"/>
                  <a:pt x="619906" y="112699"/>
                  <a:pt x="621690" y="118530"/>
                </a:cubicBezTo>
                <a:cubicBezTo>
                  <a:pt x="623473" y="124360"/>
                  <a:pt x="625908" y="128579"/>
                  <a:pt x="628995" y="131185"/>
                </a:cubicBezTo>
                <a:cubicBezTo>
                  <a:pt x="630573" y="132489"/>
                  <a:pt x="632733" y="133140"/>
                  <a:pt x="635477" y="133140"/>
                </a:cubicBezTo>
                <a:cubicBezTo>
                  <a:pt x="641513" y="133140"/>
                  <a:pt x="647207" y="128392"/>
                  <a:pt x="652557" y="118896"/>
                </a:cubicBezTo>
                <a:lnTo>
                  <a:pt x="652557" y="68113"/>
                </a:lnTo>
                <a:close/>
                <a:moveTo>
                  <a:pt x="849559" y="0"/>
                </a:moveTo>
                <a:lnTo>
                  <a:pt x="850691" y="46506"/>
                </a:lnTo>
                <a:lnTo>
                  <a:pt x="846473" y="46506"/>
                </a:lnTo>
                <a:cubicBezTo>
                  <a:pt x="844483" y="34876"/>
                  <a:pt x="839596" y="25520"/>
                  <a:pt x="831811" y="18440"/>
                </a:cubicBezTo>
                <a:cubicBezTo>
                  <a:pt x="824025" y="11360"/>
                  <a:pt x="815605" y="7820"/>
                  <a:pt x="806551" y="7820"/>
                </a:cubicBezTo>
                <a:cubicBezTo>
                  <a:pt x="799555" y="7820"/>
                  <a:pt x="794016" y="9683"/>
                  <a:pt x="789934" y="13411"/>
                </a:cubicBezTo>
                <a:cubicBezTo>
                  <a:pt x="785853" y="17137"/>
                  <a:pt x="783812" y="21427"/>
                  <a:pt x="783812" y="26282"/>
                </a:cubicBezTo>
                <a:cubicBezTo>
                  <a:pt x="783812" y="29358"/>
                  <a:pt x="784533" y="32093"/>
                  <a:pt x="785973" y="34488"/>
                </a:cubicBezTo>
                <a:cubicBezTo>
                  <a:pt x="787962" y="37701"/>
                  <a:pt x="791152" y="40880"/>
                  <a:pt x="795542" y="44024"/>
                </a:cubicBezTo>
                <a:cubicBezTo>
                  <a:pt x="798766" y="46281"/>
                  <a:pt x="806208" y="50282"/>
                  <a:pt x="817869" y="56027"/>
                </a:cubicBezTo>
                <a:cubicBezTo>
                  <a:pt x="834194" y="64027"/>
                  <a:pt x="845204" y="71584"/>
                  <a:pt x="850897" y="78698"/>
                </a:cubicBezTo>
                <a:cubicBezTo>
                  <a:pt x="856522" y="85811"/>
                  <a:pt x="859334" y="93950"/>
                  <a:pt x="859334" y="103115"/>
                </a:cubicBezTo>
                <a:cubicBezTo>
                  <a:pt x="859334" y="114742"/>
                  <a:pt x="854790" y="124745"/>
                  <a:pt x="845701" y="133124"/>
                </a:cubicBezTo>
                <a:cubicBezTo>
                  <a:pt x="836612" y="141503"/>
                  <a:pt x="825071" y="145693"/>
                  <a:pt x="811078" y="145693"/>
                </a:cubicBezTo>
                <a:cubicBezTo>
                  <a:pt x="806688" y="145693"/>
                  <a:pt x="802538" y="145247"/>
                  <a:pt x="798629" y="144355"/>
                </a:cubicBezTo>
                <a:cubicBezTo>
                  <a:pt x="794719" y="143464"/>
                  <a:pt x="789814" y="141783"/>
                  <a:pt x="783915" y="139314"/>
                </a:cubicBezTo>
                <a:cubicBezTo>
                  <a:pt x="780623" y="137942"/>
                  <a:pt x="777913" y="137256"/>
                  <a:pt x="775787" y="137256"/>
                </a:cubicBezTo>
                <a:cubicBezTo>
                  <a:pt x="774003" y="137256"/>
                  <a:pt x="772117" y="137950"/>
                  <a:pt x="770128" y="139339"/>
                </a:cubicBezTo>
                <a:cubicBezTo>
                  <a:pt x="768139" y="140728"/>
                  <a:pt x="766527" y="142846"/>
                  <a:pt x="765292" y="145693"/>
                </a:cubicBezTo>
                <a:lnTo>
                  <a:pt x="761485" y="145693"/>
                </a:lnTo>
                <a:lnTo>
                  <a:pt x="761485" y="93013"/>
                </a:lnTo>
                <a:lnTo>
                  <a:pt x="765292" y="93013"/>
                </a:lnTo>
                <a:cubicBezTo>
                  <a:pt x="768310" y="107795"/>
                  <a:pt x="774123" y="119070"/>
                  <a:pt x="782732" y="126838"/>
                </a:cubicBezTo>
                <a:cubicBezTo>
                  <a:pt x="791340" y="134606"/>
                  <a:pt x="800618" y="138490"/>
                  <a:pt x="810564" y="138490"/>
                </a:cubicBezTo>
                <a:cubicBezTo>
                  <a:pt x="818246" y="138490"/>
                  <a:pt x="824368" y="136405"/>
                  <a:pt x="828930" y="132233"/>
                </a:cubicBezTo>
                <a:cubicBezTo>
                  <a:pt x="833491" y="128062"/>
                  <a:pt x="835772" y="123207"/>
                  <a:pt x="835772" y="117668"/>
                </a:cubicBezTo>
                <a:cubicBezTo>
                  <a:pt x="835772" y="114386"/>
                  <a:pt x="834897" y="111207"/>
                  <a:pt x="833148" y="108131"/>
                </a:cubicBezTo>
                <a:cubicBezTo>
                  <a:pt x="831399" y="105053"/>
                  <a:pt x="828741" y="102129"/>
                  <a:pt x="825174" y="99360"/>
                </a:cubicBezTo>
                <a:cubicBezTo>
                  <a:pt x="821607" y="96591"/>
                  <a:pt x="815297" y="92984"/>
                  <a:pt x="806242" y="88540"/>
                </a:cubicBezTo>
                <a:cubicBezTo>
                  <a:pt x="793553" y="82318"/>
                  <a:pt x="784430" y="77015"/>
                  <a:pt x="778874" y="72631"/>
                </a:cubicBezTo>
                <a:cubicBezTo>
                  <a:pt x="773317" y="68247"/>
                  <a:pt x="769048" y="63350"/>
                  <a:pt x="766064" y="57940"/>
                </a:cubicBezTo>
                <a:cubicBezTo>
                  <a:pt x="763080" y="52530"/>
                  <a:pt x="761588" y="46572"/>
                  <a:pt x="761588" y="40066"/>
                </a:cubicBezTo>
                <a:cubicBezTo>
                  <a:pt x="761588" y="28971"/>
                  <a:pt x="765669" y="19520"/>
                  <a:pt x="773832" y="11713"/>
                </a:cubicBezTo>
                <a:cubicBezTo>
                  <a:pt x="781995" y="3904"/>
                  <a:pt x="792284" y="0"/>
                  <a:pt x="804699" y="0"/>
                </a:cubicBezTo>
                <a:cubicBezTo>
                  <a:pt x="809226" y="0"/>
                  <a:pt x="813616" y="555"/>
                  <a:pt x="817869" y="1666"/>
                </a:cubicBezTo>
                <a:cubicBezTo>
                  <a:pt x="821093" y="2497"/>
                  <a:pt x="825020" y="4040"/>
                  <a:pt x="829650" y="6292"/>
                </a:cubicBezTo>
                <a:cubicBezTo>
                  <a:pt x="834280" y="8545"/>
                  <a:pt x="837521" y="9672"/>
                  <a:pt x="839373" y="9672"/>
                </a:cubicBezTo>
                <a:cubicBezTo>
                  <a:pt x="841157" y="9672"/>
                  <a:pt x="842563" y="9118"/>
                  <a:pt x="843592" y="8009"/>
                </a:cubicBezTo>
                <a:cubicBezTo>
                  <a:pt x="844621" y="6899"/>
                  <a:pt x="845581" y="4229"/>
                  <a:pt x="846473" y="0"/>
                </a:cubicBezTo>
                <a:lnTo>
                  <a:pt x="849559" y="0"/>
                </a:lnTo>
                <a:close/>
                <a:moveTo>
                  <a:pt x="956328" y="90955"/>
                </a:moveTo>
                <a:lnTo>
                  <a:pt x="903545" y="90955"/>
                </a:lnTo>
                <a:cubicBezTo>
                  <a:pt x="904162" y="103748"/>
                  <a:pt x="907558" y="113858"/>
                  <a:pt x="913731" y="121285"/>
                </a:cubicBezTo>
                <a:cubicBezTo>
                  <a:pt x="918464" y="126994"/>
                  <a:pt x="924157" y="129848"/>
                  <a:pt x="930811" y="129848"/>
                </a:cubicBezTo>
                <a:cubicBezTo>
                  <a:pt x="934926" y="129848"/>
                  <a:pt x="938665" y="128699"/>
                  <a:pt x="942026" y="126401"/>
                </a:cubicBezTo>
                <a:cubicBezTo>
                  <a:pt x="945387" y="124103"/>
                  <a:pt x="948988" y="119970"/>
                  <a:pt x="952829" y="114003"/>
                </a:cubicBezTo>
                <a:lnTo>
                  <a:pt x="956328" y="116266"/>
                </a:lnTo>
                <a:cubicBezTo>
                  <a:pt x="951115" y="126898"/>
                  <a:pt x="945353" y="134426"/>
                  <a:pt x="939042" y="138851"/>
                </a:cubicBezTo>
                <a:cubicBezTo>
                  <a:pt x="932731" y="143275"/>
                  <a:pt x="925426" y="145487"/>
                  <a:pt x="917126" y="145487"/>
                </a:cubicBezTo>
                <a:cubicBezTo>
                  <a:pt x="902859" y="145487"/>
                  <a:pt x="892055" y="139994"/>
                  <a:pt x="884716" y="129008"/>
                </a:cubicBezTo>
                <a:cubicBezTo>
                  <a:pt x="878817" y="120151"/>
                  <a:pt x="875867" y="109166"/>
                  <a:pt x="875867" y="96051"/>
                </a:cubicBezTo>
                <a:cubicBezTo>
                  <a:pt x="875867" y="79983"/>
                  <a:pt x="880206" y="67195"/>
                  <a:pt x="888883" y="57686"/>
                </a:cubicBezTo>
                <a:cubicBezTo>
                  <a:pt x="897560" y="48175"/>
                  <a:pt x="907729" y="43420"/>
                  <a:pt x="919390" y="43420"/>
                </a:cubicBezTo>
                <a:cubicBezTo>
                  <a:pt x="929130" y="43420"/>
                  <a:pt x="937584" y="47415"/>
                  <a:pt x="944753" y="55406"/>
                </a:cubicBezTo>
                <a:cubicBezTo>
                  <a:pt x="951921" y="63398"/>
                  <a:pt x="955779" y="75247"/>
                  <a:pt x="956328" y="90955"/>
                </a:cubicBezTo>
                <a:moveTo>
                  <a:pt x="931017" y="84164"/>
                </a:moveTo>
                <a:cubicBezTo>
                  <a:pt x="931017" y="73121"/>
                  <a:pt x="930416" y="65541"/>
                  <a:pt x="929216" y="61426"/>
                </a:cubicBezTo>
                <a:cubicBezTo>
                  <a:pt x="928016" y="57310"/>
                  <a:pt x="926147" y="54189"/>
                  <a:pt x="923609" y="52063"/>
                </a:cubicBezTo>
                <a:cubicBezTo>
                  <a:pt x="922168" y="50828"/>
                  <a:pt x="920247" y="50211"/>
                  <a:pt x="917847" y="50211"/>
                </a:cubicBezTo>
                <a:cubicBezTo>
                  <a:pt x="914280" y="50211"/>
                  <a:pt x="911365" y="51960"/>
                  <a:pt x="909101" y="55458"/>
                </a:cubicBezTo>
                <a:cubicBezTo>
                  <a:pt x="905054" y="61563"/>
                  <a:pt x="903030" y="69931"/>
                  <a:pt x="903030" y="80563"/>
                </a:cubicBezTo>
                <a:lnTo>
                  <a:pt x="903030" y="84164"/>
                </a:lnTo>
                <a:lnTo>
                  <a:pt x="931017" y="84164"/>
                </a:lnTo>
                <a:close/>
                <a:moveTo>
                  <a:pt x="1033013" y="132523"/>
                </a:moveTo>
                <a:cubicBezTo>
                  <a:pt x="1028829" y="136913"/>
                  <a:pt x="1024919" y="140000"/>
                  <a:pt x="1021284" y="141783"/>
                </a:cubicBezTo>
                <a:cubicBezTo>
                  <a:pt x="1016482" y="144252"/>
                  <a:pt x="1011475" y="145487"/>
                  <a:pt x="1006262" y="145487"/>
                </a:cubicBezTo>
                <a:cubicBezTo>
                  <a:pt x="994189" y="145487"/>
                  <a:pt x="984655" y="140097"/>
                  <a:pt x="977658" y="129317"/>
                </a:cubicBezTo>
                <a:cubicBezTo>
                  <a:pt x="972102" y="120734"/>
                  <a:pt x="969324" y="110469"/>
                  <a:pt x="969324" y="98521"/>
                </a:cubicBezTo>
                <a:cubicBezTo>
                  <a:pt x="969324" y="88566"/>
                  <a:pt x="971433" y="79212"/>
                  <a:pt x="975652" y="70457"/>
                </a:cubicBezTo>
                <a:cubicBezTo>
                  <a:pt x="979870" y="61701"/>
                  <a:pt x="985667" y="55006"/>
                  <a:pt x="993040" y="50371"/>
                </a:cubicBezTo>
                <a:cubicBezTo>
                  <a:pt x="1000414" y="45737"/>
                  <a:pt x="1008217" y="43420"/>
                  <a:pt x="1016448" y="43420"/>
                </a:cubicBezTo>
                <a:cubicBezTo>
                  <a:pt x="1021935" y="43420"/>
                  <a:pt x="1026823" y="44354"/>
                  <a:pt x="1031110" y="46224"/>
                </a:cubicBezTo>
                <a:cubicBezTo>
                  <a:pt x="1035397" y="48093"/>
                  <a:pt x="1039084" y="50931"/>
                  <a:pt x="1042171" y="54738"/>
                </a:cubicBezTo>
                <a:lnTo>
                  <a:pt x="1058324" y="43420"/>
                </a:lnTo>
                <a:lnTo>
                  <a:pt x="1061823" y="43420"/>
                </a:lnTo>
                <a:lnTo>
                  <a:pt x="1061823" y="168123"/>
                </a:lnTo>
                <a:cubicBezTo>
                  <a:pt x="1061823" y="174474"/>
                  <a:pt x="1062371" y="178444"/>
                  <a:pt x="1063469" y="180032"/>
                </a:cubicBezTo>
                <a:cubicBezTo>
                  <a:pt x="1065252" y="182588"/>
                  <a:pt x="1068854" y="183899"/>
                  <a:pt x="1074272" y="183968"/>
                </a:cubicBezTo>
                <a:lnTo>
                  <a:pt x="1074272" y="187672"/>
                </a:lnTo>
                <a:lnTo>
                  <a:pt x="1018712" y="187672"/>
                </a:lnTo>
                <a:lnTo>
                  <a:pt x="1018712" y="183968"/>
                </a:lnTo>
                <a:cubicBezTo>
                  <a:pt x="1022964" y="183968"/>
                  <a:pt x="1026051" y="183485"/>
                  <a:pt x="1027972" y="182518"/>
                </a:cubicBezTo>
                <a:cubicBezTo>
                  <a:pt x="1029892" y="181551"/>
                  <a:pt x="1031213" y="180274"/>
                  <a:pt x="1031933" y="178685"/>
                </a:cubicBezTo>
                <a:cubicBezTo>
                  <a:pt x="1032653" y="177097"/>
                  <a:pt x="1033013" y="173850"/>
                  <a:pt x="1033013" y="168946"/>
                </a:cubicBezTo>
                <a:lnTo>
                  <a:pt x="1033013" y="132523"/>
                </a:lnTo>
                <a:moveTo>
                  <a:pt x="1033013" y="123096"/>
                </a:moveTo>
                <a:lnTo>
                  <a:pt x="1033013" y="83631"/>
                </a:lnTo>
                <a:cubicBezTo>
                  <a:pt x="1033013" y="72628"/>
                  <a:pt x="1032413" y="65349"/>
                  <a:pt x="1031213" y="61795"/>
                </a:cubicBezTo>
                <a:cubicBezTo>
                  <a:pt x="1030012" y="58241"/>
                  <a:pt x="1027800" y="55166"/>
                  <a:pt x="1024576" y="52571"/>
                </a:cubicBezTo>
                <a:cubicBezTo>
                  <a:pt x="1022930" y="51272"/>
                  <a:pt x="1020838" y="50622"/>
                  <a:pt x="1018300" y="50622"/>
                </a:cubicBezTo>
                <a:cubicBezTo>
                  <a:pt x="1013087" y="50622"/>
                  <a:pt x="1009040" y="52911"/>
                  <a:pt x="1006159" y="57490"/>
                </a:cubicBezTo>
                <a:cubicBezTo>
                  <a:pt x="1001632" y="64529"/>
                  <a:pt x="999368" y="77617"/>
                  <a:pt x="999368" y="96752"/>
                </a:cubicBezTo>
                <a:cubicBezTo>
                  <a:pt x="999368" y="111444"/>
                  <a:pt x="1001323" y="121763"/>
                  <a:pt x="1005233" y="127709"/>
                </a:cubicBezTo>
                <a:cubicBezTo>
                  <a:pt x="1007908" y="131742"/>
                  <a:pt x="1011372" y="133758"/>
                  <a:pt x="1015625" y="133758"/>
                </a:cubicBezTo>
                <a:cubicBezTo>
                  <a:pt x="1018094" y="133758"/>
                  <a:pt x="1020889" y="132903"/>
                  <a:pt x="1024010" y="131195"/>
                </a:cubicBezTo>
                <a:cubicBezTo>
                  <a:pt x="1027131" y="129487"/>
                  <a:pt x="1030132" y="126787"/>
                  <a:pt x="1033013" y="123096"/>
                </a:cubicBezTo>
                <a:close/>
                <a:moveTo>
                  <a:pt x="1178468" y="46301"/>
                </a:moveTo>
                <a:lnTo>
                  <a:pt x="1178468" y="121616"/>
                </a:lnTo>
                <a:cubicBezTo>
                  <a:pt x="1178468" y="129001"/>
                  <a:pt x="1179154" y="133607"/>
                  <a:pt x="1180526" y="135436"/>
                </a:cubicBezTo>
                <a:cubicBezTo>
                  <a:pt x="1181898" y="137264"/>
                  <a:pt x="1184676" y="138420"/>
                  <a:pt x="1188860" y="138902"/>
                </a:cubicBezTo>
                <a:lnTo>
                  <a:pt x="1188860" y="142606"/>
                </a:lnTo>
                <a:lnTo>
                  <a:pt x="1149659" y="142606"/>
                </a:lnTo>
                <a:lnTo>
                  <a:pt x="1149659" y="129745"/>
                </a:lnTo>
                <a:cubicBezTo>
                  <a:pt x="1145063" y="135232"/>
                  <a:pt x="1140467" y="139228"/>
                  <a:pt x="1135872" y="141732"/>
                </a:cubicBezTo>
                <a:cubicBezTo>
                  <a:pt x="1131276" y="144235"/>
                  <a:pt x="1126131" y="145487"/>
                  <a:pt x="1120438" y="145487"/>
                </a:cubicBezTo>
                <a:cubicBezTo>
                  <a:pt x="1115019" y="145487"/>
                  <a:pt x="1110201" y="143824"/>
                  <a:pt x="1105982" y="140497"/>
                </a:cubicBezTo>
                <a:cubicBezTo>
                  <a:pt x="1101763" y="137170"/>
                  <a:pt x="1098934" y="133277"/>
                  <a:pt x="1097494" y="128819"/>
                </a:cubicBezTo>
                <a:cubicBezTo>
                  <a:pt x="1096053" y="124360"/>
                  <a:pt x="1095333" y="116575"/>
                  <a:pt x="1095333" y="105463"/>
                </a:cubicBezTo>
                <a:lnTo>
                  <a:pt x="1095333" y="67290"/>
                </a:lnTo>
                <a:cubicBezTo>
                  <a:pt x="1095333" y="59932"/>
                  <a:pt x="1094664" y="55350"/>
                  <a:pt x="1093326" y="53545"/>
                </a:cubicBezTo>
                <a:cubicBezTo>
                  <a:pt x="1091989" y="51740"/>
                  <a:pt x="1089194" y="50560"/>
                  <a:pt x="1084941" y="50005"/>
                </a:cubicBezTo>
                <a:lnTo>
                  <a:pt x="1084941" y="46301"/>
                </a:lnTo>
                <a:lnTo>
                  <a:pt x="1124142" y="46301"/>
                </a:lnTo>
                <a:lnTo>
                  <a:pt x="1124142" y="112128"/>
                </a:lnTo>
                <a:cubicBezTo>
                  <a:pt x="1124142" y="118996"/>
                  <a:pt x="1124468" y="123426"/>
                  <a:pt x="1125120" y="125417"/>
                </a:cubicBezTo>
                <a:cubicBezTo>
                  <a:pt x="1125771" y="127408"/>
                  <a:pt x="1126800" y="128920"/>
                  <a:pt x="1128206" y="129951"/>
                </a:cubicBezTo>
                <a:cubicBezTo>
                  <a:pt x="1129612" y="130979"/>
                  <a:pt x="1131242" y="131494"/>
                  <a:pt x="1133094" y="131494"/>
                </a:cubicBezTo>
                <a:cubicBezTo>
                  <a:pt x="1135563" y="131494"/>
                  <a:pt x="1137792" y="130842"/>
                  <a:pt x="1139781" y="129539"/>
                </a:cubicBezTo>
                <a:cubicBezTo>
                  <a:pt x="1142525" y="127756"/>
                  <a:pt x="1145818" y="124154"/>
                  <a:pt x="1149659" y="118736"/>
                </a:cubicBezTo>
                <a:lnTo>
                  <a:pt x="1149659" y="67290"/>
                </a:lnTo>
                <a:cubicBezTo>
                  <a:pt x="1149659" y="59932"/>
                  <a:pt x="1148990" y="55350"/>
                  <a:pt x="1147653" y="53545"/>
                </a:cubicBezTo>
                <a:cubicBezTo>
                  <a:pt x="1146315" y="51740"/>
                  <a:pt x="1143520" y="50560"/>
                  <a:pt x="1139267" y="50005"/>
                </a:cubicBezTo>
                <a:lnTo>
                  <a:pt x="1139267" y="46301"/>
                </a:lnTo>
                <a:lnTo>
                  <a:pt x="1178468" y="46301"/>
                </a:lnTo>
                <a:close/>
                <a:moveTo>
                  <a:pt x="1284207" y="90955"/>
                </a:moveTo>
                <a:lnTo>
                  <a:pt x="1231424" y="90955"/>
                </a:lnTo>
                <a:cubicBezTo>
                  <a:pt x="1232042" y="103748"/>
                  <a:pt x="1235437" y="113858"/>
                  <a:pt x="1241610" y="121285"/>
                </a:cubicBezTo>
                <a:cubicBezTo>
                  <a:pt x="1246343" y="126994"/>
                  <a:pt x="1252037" y="129848"/>
                  <a:pt x="1258690" y="129848"/>
                </a:cubicBezTo>
                <a:cubicBezTo>
                  <a:pt x="1262806" y="129848"/>
                  <a:pt x="1266544" y="128699"/>
                  <a:pt x="1269905" y="126401"/>
                </a:cubicBezTo>
                <a:cubicBezTo>
                  <a:pt x="1273266" y="124103"/>
                  <a:pt x="1276867" y="119970"/>
                  <a:pt x="1280709" y="114003"/>
                </a:cubicBezTo>
                <a:lnTo>
                  <a:pt x="1284207" y="116266"/>
                </a:lnTo>
                <a:cubicBezTo>
                  <a:pt x="1278994" y="126898"/>
                  <a:pt x="1273232" y="134426"/>
                  <a:pt x="1266921" y="138851"/>
                </a:cubicBezTo>
                <a:cubicBezTo>
                  <a:pt x="1260611" y="143275"/>
                  <a:pt x="1253306" y="145487"/>
                  <a:pt x="1245006" y="145487"/>
                </a:cubicBezTo>
                <a:cubicBezTo>
                  <a:pt x="1230738" y="145487"/>
                  <a:pt x="1219935" y="139994"/>
                  <a:pt x="1212595" y="129008"/>
                </a:cubicBezTo>
                <a:cubicBezTo>
                  <a:pt x="1206696" y="120151"/>
                  <a:pt x="1203747" y="109166"/>
                  <a:pt x="1203747" y="96051"/>
                </a:cubicBezTo>
                <a:cubicBezTo>
                  <a:pt x="1203747" y="79983"/>
                  <a:pt x="1208085" y="67195"/>
                  <a:pt x="1216762" y="57686"/>
                </a:cubicBezTo>
                <a:cubicBezTo>
                  <a:pt x="1225439" y="48175"/>
                  <a:pt x="1235608" y="43420"/>
                  <a:pt x="1247269" y="43420"/>
                </a:cubicBezTo>
                <a:cubicBezTo>
                  <a:pt x="1257010" y="43420"/>
                  <a:pt x="1265464" y="47415"/>
                  <a:pt x="1272632" y="55406"/>
                </a:cubicBezTo>
                <a:cubicBezTo>
                  <a:pt x="1279800" y="63398"/>
                  <a:pt x="1283658" y="75247"/>
                  <a:pt x="1284207" y="90955"/>
                </a:cubicBezTo>
                <a:moveTo>
                  <a:pt x="1258896" y="84164"/>
                </a:moveTo>
                <a:cubicBezTo>
                  <a:pt x="1258896" y="73121"/>
                  <a:pt x="1258296" y="65541"/>
                  <a:pt x="1257095" y="61426"/>
                </a:cubicBezTo>
                <a:cubicBezTo>
                  <a:pt x="1255895" y="57310"/>
                  <a:pt x="1254026" y="54189"/>
                  <a:pt x="1251488" y="52063"/>
                </a:cubicBezTo>
                <a:cubicBezTo>
                  <a:pt x="1250047" y="50828"/>
                  <a:pt x="1248127" y="50211"/>
                  <a:pt x="1245726" y="50211"/>
                </a:cubicBezTo>
                <a:cubicBezTo>
                  <a:pt x="1242159" y="50211"/>
                  <a:pt x="1239244" y="51960"/>
                  <a:pt x="1236980" y="55458"/>
                </a:cubicBezTo>
                <a:cubicBezTo>
                  <a:pt x="1232933" y="61563"/>
                  <a:pt x="1230910" y="69931"/>
                  <a:pt x="1230910" y="80563"/>
                </a:cubicBezTo>
                <a:lnTo>
                  <a:pt x="1230910" y="84164"/>
                </a:lnTo>
                <a:lnTo>
                  <a:pt x="1258896" y="84164"/>
                </a:lnTo>
                <a:close/>
                <a:moveTo>
                  <a:pt x="1335582" y="46301"/>
                </a:moveTo>
                <a:lnTo>
                  <a:pt x="1335582" y="58853"/>
                </a:lnTo>
                <a:cubicBezTo>
                  <a:pt x="1340521" y="53467"/>
                  <a:pt x="1345254" y="49548"/>
                  <a:pt x="1349781" y="47098"/>
                </a:cubicBezTo>
                <a:cubicBezTo>
                  <a:pt x="1354308" y="44646"/>
                  <a:pt x="1359178" y="43420"/>
                  <a:pt x="1364391" y="43420"/>
                </a:cubicBezTo>
                <a:cubicBezTo>
                  <a:pt x="1370633" y="43420"/>
                  <a:pt x="1375812" y="45154"/>
                  <a:pt x="1379928" y="48622"/>
                </a:cubicBezTo>
                <a:cubicBezTo>
                  <a:pt x="1384044" y="52090"/>
                  <a:pt x="1386787" y="56400"/>
                  <a:pt x="1388159" y="61551"/>
                </a:cubicBezTo>
                <a:cubicBezTo>
                  <a:pt x="1389257" y="65467"/>
                  <a:pt x="1389805" y="72989"/>
                  <a:pt x="1389805" y="84116"/>
                </a:cubicBezTo>
                <a:lnTo>
                  <a:pt x="1389805" y="121616"/>
                </a:lnTo>
                <a:cubicBezTo>
                  <a:pt x="1389805" y="129025"/>
                  <a:pt x="1390474" y="133637"/>
                  <a:pt x="1391812" y="135455"/>
                </a:cubicBezTo>
                <a:cubicBezTo>
                  <a:pt x="1393149" y="137273"/>
                  <a:pt x="1395945" y="138422"/>
                  <a:pt x="1400197" y="138902"/>
                </a:cubicBezTo>
                <a:lnTo>
                  <a:pt x="1400197" y="142606"/>
                </a:lnTo>
                <a:lnTo>
                  <a:pt x="1351530" y="142606"/>
                </a:lnTo>
                <a:lnTo>
                  <a:pt x="1351530" y="138902"/>
                </a:lnTo>
                <a:cubicBezTo>
                  <a:pt x="1355166" y="138422"/>
                  <a:pt x="1357772" y="136913"/>
                  <a:pt x="1359350" y="134375"/>
                </a:cubicBezTo>
                <a:cubicBezTo>
                  <a:pt x="1360447" y="132660"/>
                  <a:pt x="1360996" y="128407"/>
                  <a:pt x="1360996" y="121616"/>
                </a:cubicBezTo>
                <a:lnTo>
                  <a:pt x="1360996" y="78814"/>
                </a:lnTo>
                <a:cubicBezTo>
                  <a:pt x="1360996" y="70926"/>
                  <a:pt x="1360687" y="65953"/>
                  <a:pt x="1360070" y="63895"/>
                </a:cubicBezTo>
                <a:cubicBezTo>
                  <a:pt x="1359453" y="61837"/>
                  <a:pt x="1358407" y="60242"/>
                  <a:pt x="1356932" y="59111"/>
                </a:cubicBezTo>
                <a:cubicBezTo>
                  <a:pt x="1355457" y="57979"/>
                  <a:pt x="1353828" y="57413"/>
                  <a:pt x="1352045" y="57413"/>
                </a:cubicBezTo>
                <a:cubicBezTo>
                  <a:pt x="1346146" y="57413"/>
                  <a:pt x="1340658" y="61666"/>
                  <a:pt x="1335582" y="70171"/>
                </a:cubicBezTo>
                <a:lnTo>
                  <a:pt x="1335582" y="121616"/>
                </a:lnTo>
                <a:cubicBezTo>
                  <a:pt x="1335582" y="128819"/>
                  <a:pt x="1336251" y="133380"/>
                  <a:pt x="1337589" y="135301"/>
                </a:cubicBezTo>
                <a:cubicBezTo>
                  <a:pt x="1338926" y="137222"/>
                  <a:pt x="1341413" y="138422"/>
                  <a:pt x="1345048" y="138902"/>
                </a:cubicBezTo>
                <a:lnTo>
                  <a:pt x="1345048" y="142606"/>
                </a:lnTo>
                <a:lnTo>
                  <a:pt x="1296381" y="142606"/>
                </a:lnTo>
                <a:lnTo>
                  <a:pt x="1296381" y="138902"/>
                </a:lnTo>
                <a:cubicBezTo>
                  <a:pt x="1300428" y="138490"/>
                  <a:pt x="1303309" y="137187"/>
                  <a:pt x="1305024" y="134992"/>
                </a:cubicBezTo>
                <a:cubicBezTo>
                  <a:pt x="1306190" y="133483"/>
                  <a:pt x="1306773" y="129025"/>
                  <a:pt x="1306773" y="121616"/>
                </a:cubicBezTo>
                <a:lnTo>
                  <a:pt x="1306773" y="67290"/>
                </a:lnTo>
                <a:cubicBezTo>
                  <a:pt x="1306773" y="59932"/>
                  <a:pt x="1306104" y="55350"/>
                  <a:pt x="1304766" y="53545"/>
                </a:cubicBezTo>
                <a:cubicBezTo>
                  <a:pt x="1303429" y="51740"/>
                  <a:pt x="1300634" y="50560"/>
                  <a:pt x="1296381" y="50005"/>
                </a:cubicBezTo>
                <a:lnTo>
                  <a:pt x="1296381" y="46301"/>
                </a:lnTo>
                <a:lnTo>
                  <a:pt x="1335582" y="46301"/>
                </a:lnTo>
                <a:close/>
                <a:moveTo>
                  <a:pt x="1491943" y="117729"/>
                </a:moveTo>
                <a:lnTo>
                  <a:pt x="1495132" y="120195"/>
                </a:lnTo>
                <a:cubicBezTo>
                  <a:pt x="1490605" y="128729"/>
                  <a:pt x="1484963" y="135078"/>
                  <a:pt x="1478207" y="139243"/>
                </a:cubicBezTo>
                <a:cubicBezTo>
                  <a:pt x="1471450" y="143406"/>
                  <a:pt x="1464265" y="145487"/>
                  <a:pt x="1456651" y="145487"/>
                </a:cubicBezTo>
                <a:cubicBezTo>
                  <a:pt x="1443824" y="145487"/>
                  <a:pt x="1433569" y="140647"/>
                  <a:pt x="1425887" y="130967"/>
                </a:cubicBezTo>
                <a:cubicBezTo>
                  <a:pt x="1418204" y="121284"/>
                  <a:pt x="1414363" y="109646"/>
                  <a:pt x="1414363" y="96051"/>
                </a:cubicBezTo>
                <a:cubicBezTo>
                  <a:pt x="1414363" y="82935"/>
                  <a:pt x="1417862" y="71400"/>
                  <a:pt x="1424858" y="61445"/>
                </a:cubicBezTo>
                <a:cubicBezTo>
                  <a:pt x="1433295" y="49428"/>
                  <a:pt x="1444922" y="43420"/>
                  <a:pt x="1459738" y="43420"/>
                </a:cubicBezTo>
                <a:cubicBezTo>
                  <a:pt x="1469684" y="43420"/>
                  <a:pt x="1477589" y="45931"/>
                  <a:pt x="1483454" y="50953"/>
                </a:cubicBezTo>
                <a:cubicBezTo>
                  <a:pt x="1489319" y="55973"/>
                  <a:pt x="1492251" y="61579"/>
                  <a:pt x="1492251" y="67769"/>
                </a:cubicBezTo>
                <a:cubicBezTo>
                  <a:pt x="1492251" y="71690"/>
                  <a:pt x="1491068" y="74820"/>
                  <a:pt x="1488702" y="77158"/>
                </a:cubicBezTo>
                <a:cubicBezTo>
                  <a:pt x="1486335" y="79497"/>
                  <a:pt x="1483231" y="80666"/>
                  <a:pt x="1479390" y="80666"/>
                </a:cubicBezTo>
                <a:cubicBezTo>
                  <a:pt x="1475343" y="80666"/>
                  <a:pt x="1471999" y="79324"/>
                  <a:pt x="1469358" y="76640"/>
                </a:cubicBezTo>
                <a:cubicBezTo>
                  <a:pt x="1466717" y="73955"/>
                  <a:pt x="1465088" y="69170"/>
                  <a:pt x="1464471" y="62287"/>
                </a:cubicBezTo>
                <a:cubicBezTo>
                  <a:pt x="1464059" y="57951"/>
                  <a:pt x="1463065" y="54922"/>
                  <a:pt x="1461487" y="53201"/>
                </a:cubicBezTo>
                <a:cubicBezTo>
                  <a:pt x="1459909" y="51482"/>
                  <a:pt x="1458057" y="50622"/>
                  <a:pt x="1455931" y="50622"/>
                </a:cubicBezTo>
                <a:cubicBezTo>
                  <a:pt x="1452638" y="50622"/>
                  <a:pt x="1449826" y="52371"/>
                  <a:pt x="1447494" y="55869"/>
                </a:cubicBezTo>
                <a:cubicBezTo>
                  <a:pt x="1443927" y="61151"/>
                  <a:pt x="1442144" y="69245"/>
                  <a:pt x="1442144" y="80152"/>
                </a:cubicBezTo>
                <a:cubicBezTo>
                  <a:pt x="1442144" y="89206"/>
                  <a:pt x="1443584" y="97866"/>
                  <a:pt x="1446465" y="106131"/>
                </a:cubicBezTo>
                <a:cubicBezTo>
                  <a:pt x="1449346" y="114397"/>
                  <a:pt x="1453290" y="120553"/>
                  <a:pt x="1458297" y="124600"/>
                </a:cubicBezTo>
                <a:cubicBezTo>
                  <a:pt x="1462070" y="127550"/>
                  <a:pt x="1466529" y="129025"/>
                  <a:pt x="1471673" y="129025"/>
                </a:cubicBezTo>
                <a:cubicBezTo>
                  <a:pt x="1475034" y="129025"/>
                  <a:pt x="1478224" y="128238"/>
                  <a:pt x="1481242" y="126665"/>
                </a:cubicBezTo>
                <a:cubicBezTo>
                  <a:pt x="1484260" y="125089"/>
                  <a:pt x="1487827" y="122111"/>
                  <a:pt x="1491943" y="117729"/>
                </a:cubicBezTo>
                <a:close/>
                <a:moveTo>
                  <a:pt x="1588486" y="90955"/>
                </a:moveTo>
                <a:lnTo>
                  <a:pt x="1535703" y="90955"/>
                </a:lnTo>
                <a:cubicBezTo>
                  <a:pt x="1536321" y="103748"/>
                  <a:pt x="1539716" y="113858"/>
                  <a:pt x="1545889" y="121285"/>
                </a:cubicBezTo>
                <a:cubicBezTo>
                  <a:pt x="1550622" y="126994"/>
                  <a:pt x="1556316" y="129848"/>
                  <a:pt x="1562969" y="129848"/>
                </a:cubicBezTo>
                <a:cubicBezTo>
                  <a:pt x="1567085" y="129848"/>
                  <a:pt x="1570823" y="128699"/>
                  <a:pt x="1574184" y="126401"/>
                </a:cubicBezTo>
                <a:cubicBezTo>
                  <a:pt x="1577545" y="124103"/>
                  <a:pt x="1581147" y="119970"/>
                  <a:pt x="1584988" y="114003"/>
                </a:cubicBezTo>
                <a:lnTo>
                  <a:pt x="1588486" y="116266"/>
                </a:lnTo>
                <a:cubicBezTo>
                  <a:pt x="1583273" y="126898"/>
                  <a:pt x="1577511" y="134426"/>
                  <a:pt x="1571201" y="138851"/>
                </a:cubicBezTo>
                <a:cubicBezTo>
                  <a:pt x="1564890" y="143275"/>
                  <a:pt x="1557585" y="145487"/>
                  <a:pt x="1549285" y="145487"/>
                </a:cubicBezTo>
                <a:cubicBezTo>
                  <a:pt x="1535017" y="145487"/>
                  <a:pt x="1524214" y="139994"/>
                  <a:pt x="1516874" y="129008"/>
                </a:cubicBezTo>
                <a:cubicBezTo>
                  <a:pt x="1510975" y="120151"/>
                  <a:pt x="1508026" y="109166"/>
                  <a:pt x="1508026" y="96051"/>
                </a:cubicBezTo>
                <a:cubicBezTo>
                  <a:pt x="1508026" y="79983"/>
                  <a:pt x="1512364" y="67195"/>
                  <a:pt x="1521041" y="57686"/>
                </a:cubicBezTo>
                <a:cubicBezTo>
                  <a:pt x="1529719" y="48175"/>
                  <a:pt x="1539888" y="43420"/>
                  <a:pt x="1551548" y="43420"/>
                </a:cubicBezTo>
                <a:cubicBezTo>
                  <a:pt x="1561289" y="43420"/>
                  <a:pt x="1569743" y="47415"/>
                  <a:pt x="1576911" y="55406"/>
                </a:cubicBezTo>
                <a:cubicBezTo>
                  <a:pt x="1584079" y="63398"/>
                  <a:pt x="1587937" y="75247"/>
                  <a:pt x="1588486" y="90955"/>
                </a:cubicBezTo>
                <a:moveTo>
                  <a:pt x="1563175" y="84164"/>
                </a:moveTo>
                <a:cubicBezTo>
                  <a:pt x="1563175" y="73121"/>
                  <a:pt x="1562575" y="65541"/>
                  <a:pt x="1561375" y="61426"/>
                </a:cubicBezTo>
                <a:cubicBezTo>
                  <a:pt x="1560174" y="57310"/>
                  <a:pt x="1558305" y="54189"/>
                  <a:pt x="1555767" y="52063"/>
                </a:cubicBezTo>
                <a:cubicBezTo>
                  <a:pt x="1554327" y="50828"/>
                  <a:pt x="1552406" y="50211"/>
                  <a:pt x="1550005" y="50211"/>
                </a:cubicBezTo>
                <a:cubicBezTo>
                  <a:pt x="1546438" y="50211"/>
                  <a:pt x="1543523" y="51960"/>
                  <a:pt x="1541259" y="55458"/>
                </a:cubicBezTo>
                <a:cubicBezTo>
                  <a:pt x="1537212" y="61563"/>
                  <a:pt x="1535189" y="69931"/>
                  <a:pt x="1535189" y="80563"/>
                </a:cubicBezTo>
                <a:lnTo>
                  <a:pt x="1535189" y="84164"/>
                </a:lnTo>
                <a:lnTo>
                  <a:pt x="1563175" y="84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3EA03-F9E8-40B8-8B4A-64EC903E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436" y="392968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32DCF-4E02-428F-B3AB-AA4C62A7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436" y="392968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9673A6"/>
            </a:solidFill>
            <a:miter/>
          </a:ln>
        </p:spPr>
      </p:sp>
      <p:sp>
        <p:nvSpPr>
          <p:cNvPr id="241" name="Text Pref">
            <a:extLst xmlns:a="http://schemas.openxmlformats.org/drawingml/2006/main">
              <a:ext uri="{FF2B5EF4-FFF2-40B4-BE49-F238E27FC236}">
                <a16:creationId xmlns:a16="http://schemas.microsoft.com/office/drawing/2014/main" id="{F625B528-EA0A-4878-8346-C8EEF27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625" y="4025351"/>
            <a:ext cx="348850" cy="129322"/>
          </a:xfrm>
          <a:custGeom xmlns:a="http://schemas.openxmlformats.org/drawingml/2006/main">
            <a:pathLst>
              <a:path w="348850" h="129322">
                <a:moveTo>
                  <a:pt x="45821" y="70606"/>
                </a:moveTo>
                <a:lnTo>
                  <a:pt x="45821" y="104994"/>
                </a:lnTo>
                <a:cubicBezTo>
                  <a:pt x="45821" y="111735"/>
                  <a:pt x="46232" y="115979"/>
                  <a:pt x="47055" y="117727"/>
                </a:cubicBezTo>
                <a:cubicBezTo>
                  <a:pt x="47878" y="119472"/>
                  <a:pt x="49342" y="120866"/>
                  <a:pt x="51445" y="121908"/>
                </a:cubicBezTo>
                <a:cubicBezTo>
                  <a:pt x="53549" y="122948"/>
                  <a:pt x="57405" y="123468"/>
                  <a:pt x="63015" y="123468"/>
                </a:cubicBezTo>
                <a:lnTo>
                  <a:pt x="63015" y="126761"/>
                </a:lnTo>
                <a:lnTo>
                  <a:pt x="0" y="126761"/>
                </a:lnTo>
                <a:lnTo>
                  <a:pt x="0" y="123468"/>
                </a:lnTo>
                <a:cubicBezTo>
                  <a:pt x="5731" y="123468"/>
                  <a:pt x="9618" y="122932"/>
                  <a:pt x="11661" y="121859"/>
                </a:cubicBezTo>
                <a:cubicBezTo>
                  <a:pt x="13703" y="120787"/>
                  <a:pt x="15136" y="119393"/>
                  <a:pt x="15959" y="117678"/>
                </a:cubicBezTo>
                <a:cubicBezTo>
                  <a:pt x="16783" y="115963"/>
                  <a:pt x="17194" y="111735"/>
                  <a:pt x="17194" y="104994"/>
                </a:cubicBezTo>
                <a:lnTo>
                  <a:pt x="17194" y="24511"/>
                </a:lnTo>
                <a:cubicBezTo>
                  <a:pt x="17194" y="17770"/>
                  <a:pt x="16783" y="13526"/>
                  <a:pt x="15959" y="11781"/>
                </a:cubicBezTo>
                <a:cubicBezTo>
                  <a:pt x="15136" y="10034"/>
                  <a:pt x="13688" y="8640"/>
                  <a:pt x="11615" y="7600"/>
                </a:cubicBezTo>
                <a:cubicBezTo>
                  <a:pt x="9542" y="6557"/>
                  <a:pt x="5670" y="6036"/>
                  <a:pt x="0" y="6036"/>
                </a:cubicBezTo>
                <a:lnTo>
                  <a:pt x="0" y="2744"/>
                </a:lnTo>
                <a:lnTo>
                  <a:pt x="54052" y="2744"/>
                </a:lnTo>
                <a:cubicBezTo>
                  <a:pt x="71856" y="2744"/>
                  <a:pt x="84629" y="5914"/>
                  <a:pt x="92373" y="12255"/>
                </a:cubicBezTo>
                <a:cubicBezTo>
                  <a:pt x="100116" y="18596"/>
                  <a:pt x="103988" y="26523"/>
                  <a:pt x="103988" y="36035"/>
                </a:cubicBezTo>
                <a:cubicBezTo>
                  <a:pt x="103988" y="44083"/>
                  <a:pt x="101488" y="50973"/>
                  <a:pt x="96488" y="56704"/>
                </a:cubicBezTo>
                <a:cubicBezTo>
                  <a:pt x="91489" y="62435"/>
                  <a:pt x="84599" y="66338"/>
                  <a:pt x="75819" y="68411"/>
                </a:cubicBezTo>
                <a:cubicBezTo>
                  <a:pt x="69905" y="69874"/>
                  <a:pt x="59905" y="70606"/>
                  <a:pt x="45821" y="70606"/>
                </a:cubicBezTo>
                <a:moveTo>
                  <a:pt x="45821" y="9877"/>
                </a:moveTo>
                <a:lnTo>
                  <a:pt x="45821" y="63472"/>
                </a:lnTo>
                <a:cubicBezTo>
                  <a:pt x="47833" y="63594"/>
                  <a:pt x="49357" y="63655"/>
                  <a:pt x="50393" y="63655"/>
                </a:cubicBezTo>
                <a:cubicBezTo>
                  <a:pt x="57832" y="63655"/>
                  <a:pt x="63563" y="61445"/>
                  <a:pt x="67588" y="57024"/>
                </a:cubicBezTo>
                <a:cubicBezTo>
                  <a:pt x="71612" y="52604"/>
                  <a:pt x="73624" y="45760"/>
                  <a:pt x="73624" y="36492"/>
                </a:cubicBezTo>
                <a:cubicBezTo>
                  <a:pt x="73624" y="27285"/>
                  <a:pt x="71612" y="20548"/>
                  <a:pt x="67588" y="16280"/>
                </a:cubicBezTo>
                <a:cubicBezTo>
                  <a:pt x="63563" y="12012"/>
                  <a:pt x="57558" y="9877"/>
                  <a:pt x="49570" y="9877"/>
                </a:cubicBezTo>
                <a:lnTo>
                  <a:pt x="45821" y="9877"/>
                </a:lnTo>
                <a:close/>
                <a:moveTo>
                  <a:pt x="151485" y="41156"/>
                </a:moveTo>
                <a:lnTo>
                  <a:pt x="151485" y="60545"/>
                </a:lnTo>
                <a:cubicBezTo>
                  <a:pt x="157155" y="51704"/>
                  <a:pt x="162124" y="45836"/>
                  <a:pt x="166392" y="42940"/>
                </a:cubicBezTo>
                <a:cubicBezTo>
                  <a:pt x="170660" y="40043"/>
                  <a:pt x="174776" y="38595"/>
                  <a:pt x="178739" y="38595"/>
                </a:cubicBezTo>
                <a:cubicBezTo>
                  <a:pt x="182154" y="38595"/>
                  <a:pt x="184882" y="39651"/>
                  <a:pt x="186925" y="41762"/>
                </a:cubicBezTo>
                <a:cubicBezTo>
                  <a:pt x="188967" y="43873"/>
                  <a:pt x="189988" y="46856"/>
                  <a:pt x="189988" y="50711"/>
                </a:cubicBezTo>
                <a:cubicBezTo>
                  <a:pt x="189988" y="54811"/>
                  <a:pt x="188998" y="57994"/>
                  <a:pt x="187016" y="60259"/>
                </a:cubicBezTo>
                <a:cubicBezTo>
                  <a:pt x="185034" y="62523"/>
                  <a:pt x="182641" y="63655"/>
                  <a:pt x="179837" y="63655"/>
                </a:cubicBezTo>
                <a:cubicBezTo>
                  <a:pt x="176605" y="63655"/>
                  <a:pt x="173800" y="62618"/>
                  <a:pt x="171422" y="60545"/>
                </a:cubicBezTo>
                <a:cubicBezTo>
                  <a:pt x="169045" y="58472"/>
                  <a:pt x="167642" y="57314"/>
                  <a:pt x="167215" y="57070"/>
                </a:cubicBezTo>
                <a:cubicBezTo>
                  <a:pt x="166606" y="56704"/>
                  <a:pt x="165904" y="56521"/>
                  <a:pt x="165112" y="56521"/>
                </a:cubicBezTo>
                <a:cubicBezTo>
                  <a:pt x="163344" y="56521"/>
                  <a:pt x="161667" y="57192"/>
                  <a:pt x="160082" y="58533"/>
                </a:cubicBezTo>
                <a:cubicBezTo>
                  <a:pt x="157582" y="60606"/>
                  <a:pt x="155692" y="63563"/>
                  <a:pt x="154411" y="67405"/>
                </a:cubicBezTo>
                <a:cubicBezTo>
                  <a:pt x="152460" y="73319"/>
                  <a:pt x="151485" y="79843"/>
                  <a:pt x="151485" y="86977"/>
                </a:cubicBezTo>
                <a:lnTo>
                  <a:pt x="151485" y="106640"/>
                </a:lnTo>
                <a:lnTo>
                  <a:pt x="151576" y="111762"/>
                </a:lnTo>
                <a:cubicBezTo>
                  <a:pt x="151576" y="115237"/>
                  <a:pt x="151789" y="117463"/>
                  <a:pt x="152216" y="118438"/>
                </a:cubicBezTo>
                <a:cubicBezTo>
                  <a:pt x="152948" y="120085"/>
                  <a:pt x="154030" y="121289"/>
                  <a:pt x="155463" y="122051"/>
                </a:cubicBezTo>
                <a:cubicBezTo>
                  <a:pt x="156896" y="122813"/>
                  <a:pt x="159319" y="123286"/>
                  <a:pt x="162734" y="123468"/>
                </a:cubicBezTo>
                <a:lnTo>
                  <a:pt x="162734" y="126761"/>
                </a:lnTo>
                <a:lnTo>
                  <a:pt x="116548" y="126761"/>
                </a:lnTo>
                <a:lnTo>
                  <a:pt x="116548" y="123468"/>
                </a:lnTo>
                <a:cubicBezTo>
                  <a:pt x="120267" y="123164"/>
                  <a:pt x="122782" y="122142"/>
                  <a:pt x="124093" y="120405"/>
                </a:cubicBezTo>
                <a:cubicBezTo>
                  <a:pt x="125404" y="118667"/>
                  <a:pt x="126059" y="114079"/>
                  <a:pt x="126059" y="106640"/>
                </a:cubicBezTo>
                <a:lnTo>
                  <a:pt x="126059" y="59265"/>
                </a:lnTo>
                <a:cubicBezTo>
                  <a:pt x="126059" y="54357"/>
                  <a:pt x="125815" y="51228"/>
                  <a:pt x="125328" y="49879"/>
                </a:cubicBezTo>
                <a:cubicBezTo>
                  <a:pt x="124718" y="48160"/>
                  <a:pt x="123834" y="46903"/>
                  <a:pt x="122675" y="46106"/>
                </a:cubicBezTo>
                <a:cubicBezTo>
                  <a:pt x="121517" y="45308"/>
                  <a:pt x="119474" y="44755"/>
                  <a:pt x="116548" y="44449"/>
                </a:cubicBezTo>
                <a:lnTo>
                  <a:pt x="116548" y="41156"/>
                </a:lnTo>
                <a:lnTo>
                  <a:pt x="151485" y="41156"/>
                </a:lnTo>
                <a:close/>
                <a:moveTo>
                  <a:pt x="268155" y="80849"/>
                </a:moveTo>
                <a:lnTo>
                  <a:pt x="221237" y="80849"/>
                </a:lnTo>
                <a:cubicBezTo>
                  <a:pt x="221786" y="92220"/>
                  <a:pt x="224804" y="101207"/>
                  <a:pt x="230291" y="107809"/>
                </a:cubicBezTo>
                <a:cubicBezTo>
                  <a:pt x="234498" y="112883"/>
                  <a:pt x="239559" y="115420"/>
                  <a:pt x="245473" y="115420"/>
                </a:cubicBezTo>
                <a:cubicBezTo>
                  <a:pt x="249132" y="115420"/>
                  <a:pt x="252455" y="114399"/>
                  <a:pt x="255442" y="112356"/>
                </a:cubicBezTo>
                <a:cubicBezTo>
                  <a:pt x="258430" y="110314"/>
                  <a:pt x="261631" y="106640"/>
                  <a:pt x="265045" y="101336"/>
                </a:cubicBezTo>
                <a:lnTo>
                  <a:pt x="268155" y="103348"/>
                </a:lnTo>
                <a:cubicBezTo>
                  <a:pt x="263521" y="112798"/>
                  <a:pt x="258400" y="119490"/>
                  <a:pt x="252790" y="123423"/>
                </a:cubicBezTo>
                <a:cubicBezTo>
                  <a:pt x="247181" y="127355"/>
                  <a:pt x="240687" y="129322"/>
                  <a:pt x="233309" y="129322"/>
                </a:cubicBezTo>
                <a:cubicBezTo>
                  <a:pt x="220627" y="129322"/>
                  <a:pt x="211024" y="124439"/>
                  <a:pt x="204500" y="114674"/>
                </a:cubicBezTo>
                <a:cubicBezTo>
                  <a:pt x="199257" y="106801"/>
                  <a:pt x="196635" y="97036"/>
                  <a:pt x="196635" y="85379"/>
                </a:cubicBezTo>
                <a:cubicBezTo>
                  <a:pt x="196635" y="71096"/>
                  <a:pt x="200491" y="59729"/>
                  <a:pt x="208204" y="51277"/>
                </a:cubicBezTo>
                <a:cubicBezTo>
                  <a:pt x="215917" y="42822"/>
                  <a:pt x="224956" y="38595"/>
                  <a:pt x="235322" y="38595"/>
                </a:cubicBezTo>
                <a:cubicBezTo>
                  <a:pt x="243980" y="38595"/>
                  <a:pt x="251494" y="42147"/>
                  <a:pt x="257866" y="49250"/>
                </a:cubicBezTo>
                <a:cubicBezTo>
                  <a:pt x="264238" y="56353"/>
                  <a:pt x="267667" y="66886"/>
                  <a:pt x="268155" y="80849"/>
                </a:cubicBezTo>
                <a:moveTo>
                  <a:pt x="245656" y="74813"/>
                </a:moveTo>
                <a:cubicBezTo>
                  <a:pt x="245656" y="64996"/>
                  <a:pt x="245123" y="58259"/>
                  <a:pt x="244056" y="54601"/>
                </a:cubicBezTo>
                <a:cubicBezTo>
                  <a:pt x="242989" y="50942"/>
                  <a:pt x="241327" y="48168"/>
                  <a:pt x="239071" y="46278"/>
                </a:cubicBezTo>
                <a:cubicBezTo>
                  <a:pt x="237791" y="45180"/>
                  <a:pt x="236084" y="44632"/>
                  <a:pt x="233950" y="44632"/>
                </a:cubicBezTo>
                <a:cubicBezTo>
                  <a:pt x="230779" y="44632"/>
                  <a:pt x="228188" y="46186"/>
                  <a:pt x="226176" y="49296"/>
                </a:cubicBezTo>
                <a:cubicBezTo>
                  <a:pt x="222578" y="54722"/>
                  <a:pt x="220780" y="62161"/>
                  <a:pt x="220780" y="71612"/>
                </a:cubicBezTo>
                <a:lnTo>
                  <a:pt x="220780" y="74813"/>
                </a:lnTo>
                <a:lnTo>
                  <a:pt x="245656" y="74813"/>
                </a:lnTo>
                <a:close/>
                <a:moveTo>
                  <a:pt x="316382" y="50119"/>
                </a:moveTo>
                <a:lnTo>
                  <a:pt x="316382" y="109567"/>
                </a:lnTo>
                <a:cubicBezTo>
                  <a:pt x="316382" y="115298"/>
                  <a:pt x="316992" y="118896"/>
                  <a:pt x="318211" y="120359"/>
                </a:cubicBezTo>
                <a:cubicBezTo>
                  <a:pt x="320162" y="122615"/>
                  <a:pt x="323760" y="123651"/>
                  <a:pt x="329003" y="123468"/>
                </a:cubicBezTo>
                <a:lnTo>
                  <a:pt x="329003" y="126761"/>
                </a:lnTo>
                <a:lnTo>
                  <a:pt x="278610" y="126761"/>
                </a:lnTo>
                <a:lnTo>
                  <a:pt x="278610" y="123468"/>
                </a:lnTo>
                <a:cubicBezTo>
                  <a:pt x="282451" y="123408"/>
                  <a:pt x="285180" y="122965"/>
                  <a:pt x="286795" y="122142"/>
                </a:cubicBezTo>
                <a:cubicBezTo>
                  <a:pt x="288411" y="121319"/>
                  <a:pt x="289524" y="120176"/>
                  <a:pt x="290134" y="118713"/>
                </a:cubicBezTo>
                <a:cubicBezTo>
                  <a:pt x="290743" y="117249"/>
                  <a:pt x="291048" y="114201"/>
                  <a:pt x="291048" y="109567"/>
                </a:cubicBezTo>
                <a:lnTo>
                  <a:pt x="291048" y="50119"/>
                </a:lnTo>
                <a:lnTo>
                  <a:pt x="278610" y="50119"/>
                </a:lnTo>
                <a:lnTo>
                  <a:pt x="278610" y="41156"/>
                </a:lnTo>
                <a:lnTo>
                  <a:pt x="291048" y="41156"/>
                </a:lnTo>
                <a:lnTo>
                  <a:pt x="291048" y="34874"/>
                </a:lnTo>
                <a:lnTo>
                  <a:pt x="290957" y="30593"/>
                </a:lnTo>
                <a:cubicBezTo>
                  <a:pt x="290957" y="21853"/>
                  <a:pt x="294173" y="14569"/>
                  <a:pt x="300606" y="8743"/>
                </a:cubicBezTo>
                <a:cubicBezTo>
                  <a:pt x="307038" y="2914"/>
                  <a:pt x="315742" y="0"/>
                  <a:pt x="326717" y="0"/>
                </a:cubicBezTo>
                <a:cubicBezTo>
                  <a:pt x="334216" y="0"/>
                  <a:pt x="339780" y="1408"/>
                  <a:pt x="343408" y="4224"/>
                </a:cubicBezTo>
                <a:cubicBezTo>
                  <a:pt x="347036" y="7038"/>
                  <a:pt x="348850" y="10159"/>
                  <a:pt x="348850" y="13587"/>
                </a:cubicBezTo>
                <a:cubicBezTo>
                  <a:pt x="348850" y="16342"/>
                  <a:pt x="347722" y="18730"/>
                  <a:pt x="345466" y="20750"/>
                </a:cubicBezTo>
                <a:cubicBezTo>
                  <a:pt x="343210" y="22769"/>
                  <a:pt x="340222" y="23779"/>
                  <a:pt x="336503" y="23779"/>
                </a:cubicBezTo>
                <a:cubicBezTo>
                  <a:pt x="333332" y="23779"/>
                  <a:pt x="330817" y="22956"/>
                  <a:pt x="328958" y="21310"/>
                </a:cubicBezTo>
                <a:cubicBezTo>
                  <a:pt x="327098" y="19663"/>
                  <a:pt x="326168" y="17834"/>
                  <a:pt x="326168" y="15822"/>
                </a:cubicBezTo>
                <a:cubicBezTo>
                  <a:pt x="326168" y="15274"/>
                  <a:pt x="326351" y="14146"/>
                  <a:pt x="326717" y="12438"/>
                </a:cubicBezTo>
                <a:cubicBezTo>
                  <a:pt x="326961" y="11402"/>
                  <a:pt x="327083" y="10426"/>
                  <a:pt x="327083" y="9512"/>
                </a:cubicBezTo>
                <a:cubicBezTo>
                  <a:pt x="327083" y="8231"/>
                  <a:pt x="326717" y="7286"/>
                  <a:pt x="325985" y="6676"/>
                </a:cubicBezTo>
                <a:cubicBezTo>
                  <a:pt x="325010" y="5762"/>
                  <a:pt x="323821" y="5305"/>
                  <a:pt x="322418" y="5305"/>
                </a:cubicBezTo>
                <a:cubicBezTo>
                  <a:pt x="320650" y="5305"/>
                  <a:pt x="319172" y="6031"/>
                  <a:pt x="317983" y="7482"/>
                </a:cubicBezTo>
                <a:cubicBezTo>
                  <a:pt x="316794" y="8934"/>
                  <a:pt x="316199" y="11264"/>
                  <a:pt x="316199" y="14470"/>
                </a:cubicBezTo>
                <a:lnTo>
                  <a:pt x="316382" y="30356"/>
                </a:lnTo>
                <a:lnTo>
                  <a:pt x="316382" y="41156"/>
                </a:lnTo>
                <a:lnTo>
                  <a:pt x="329003" y="41156"/>
                </a:lnTo>
                <a:lnTo>
                  <a:pt x="329003" y="50119"/>
                </a:lnTo>
                <a:lnTo>
                  <a:pt x="316382" y="5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ix">
            <a:extLst xmlns:a="http://schemas.openxmlformats.org/drawingml/2006/main">
              <a:ext uri="{FF2B5EF4-FFF2-40B4-BE49-F238E27FC236}">
                <a16:creationId xmlns:a16="http://schemas.microsoft.com/office/drawing/2014/main" id="{FE2A4F6A-4061-4BF9-BE23-EEC7FD9D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412" y="4025351"/>
            <a:ext cx="138865" cy="126761"/>
          </a:xfrm>
          <a:custGeom xmlns:a="http://schemas.openxmlformats.org/drawingml/2006/main">
            <a:pathLst>
              <a:path w="138865" h="126761">
                <a:moveTo>
                  <a:pt x="23047" y="0"/>
                </a:moveTo>
                <a:cubicBezTo>
                  <a:pt x="27011" y="0"/>
                  <a:pt x="30364" y="1392"/>
                  <a:pt x="33108" y="4176"/>
                </a:cubicBezTo>
                <a:cubicBezTo>
                  <a:pt x="35852" y="6957"/>
                  <a:pt x="37223" y="10306"/>
                  <a:pt x="37223" y="14222"/>
                </a:cubicBezTo>
                <a:cubicBezTo>
                  <a:pt x="37223" y="18137"/>
                  <a:pt x="35836" y="21472"/>
                  <a:pt x="33062" y="24225"/>
                </a:cubicBezTo>
                <a:cubicBezTo>
                  <a:pt x="30288" y="26976"/>
                  <a:pt x="26950" y="28352"/>
                  <a:pt x="23047" y="28352"/>
                </a:cubicBezTo>
                <a:cubicBezTo>
                  <a:pt x="19145" y="28352"/>
                  <a:pt x="15822" y="26976"/>
                  <a:pt x="13079" y="24225"/>
                </a:cubicBezTo>
                <a:cubicBezTo>
                  <a:pt x="10335" y="21472"/>
                  <a:pt x="8963" y="18137"/>
                  <a:pt x="8963" y="14222"/>
                </a:cubicBezTo>
                <a:cubicBezTo>
                  <a:pt x="8963" y="10306"/>
                  <a:pt x="10335" y="6957"/>
                  <a:pt x="13079" y="4176"/>
                </a:cubicBezTo>
                <a:cubicBezTo>
                  <a:pt x="15822" y="1392"/>
                  <a:pt x="19145" y="0"/>
                  <a:pt x="23047" y="0"/>
                </a:cubicBezTo>
                <a:moveTo>
                  <a:pt x="35852" y="41156"/>
                </a:moveTo>
                <a:lnTo>
                  <a:pt x="35852" y="109018"/>
                </a:lnTo>
                <a:cubicBezTo>
                  <a:pt x="35852" y="115054"/>
                  <a:pt x="36553" y="118911"/>
                  <a:pt x="37955" y="120588"/>
                </a:cubicBezTo>
                <a:cubicBezTo>
                  <a:pt x="39357" y="122264"/>
                  <a:pt x="42101" y="123225"/>
                  <a:pt x="46186" y="123468"/>
                </a:cubicBezTo>
                <a:lnTo>
                  <a:pt x="46186" y="126761"/>
                </a:lnTo>
                <a:lnTo>
                  <a:pt x="0" y="126761"/>
                </a:lnTo>
                <a:lnTo>
                  <a:pt x="0" y="123468"/>
                </a:lnTo>
                <a:cubicBezTo>
                  <a:pt x="3780" y="123347"/>
                  <a:pt x="6585" y="122249"/>
                  <a:pt x="8414" y="120176"/>
                </a:cubicBezTo>
                <a:cubicBezTo>
                  <a:pt x="9634" y="118774"/>
                  <a:pt x="10243" y="115054"/>
                  <a:pt x="10243" y="109018"/>
                </a:cubicBezTo>
                <a:lnTo>
                  <a:pt x="10243" y="59082"/>
                </a:lnTo>
                <a:cubicBezTo>
                  <a:pt x="10243" y="52970"/>
                  <a:pt x="9542" y="49064"/>
                  <a:pt x="8140" y="47367"/>
                </a:cubicBezTo>
                <a:cubicBezTo>
                  <a:pt x="6737" y="45669"/>
                  <a:pt x="4024" y="44696"/>
                  <a:pt x="0" y="44449"/>
                </a:cubicBezTo>
                <a:lnTo>
                  <a:pt x="0" y="41156"/>
                </a:lnTo>
                <a:lnTo>
                  <a:pt x="35852" y="41156"/>
                </a:lnTo>
                <a:close/>
                <a:moveTo>
                  <a:pt x="104731" y="74304"/>
                </a:moveTo>
                <a:lnTo>
                  <a:pt x="119933" y="102530"/>
                </a:lnTo>
                <a:cubicBezTo>
                  <a:pt x="125054" y="112345"/>
                  <a:pt x="129109" y="118562"/>
                  <a:pt x="132097" y="121182"/>
                </a:cubicBezTo>
                <a:cubicBezTo>
                  <a:pt x="133743" y="122584"/>
                  <a:pt x="135999" y="123347"/>
                  <a:pt x="138865" y="123468"/>
                </a:cubicBezTo>
                <a:lnTo>
                  <a:pt x="138865" y="126761"/>
                </a:lnTo>
                <a:lnTo>
                  <a:pt x="91215" y="126761"/>
                </a:lnTo>
                <a:lnTo>
                  <a:pt x="91215" y="123468"/>
                </a:lnTo>
                <a:cubicBezTo>
                  <a:pt x="94934" y="123164"/>
                  <a:pt x="97236" y="122676"/>
                  <a:pt x="98120" y="122005"/>
                </a:cubicBezTo>
                <a:cubicBezTo>
                  <a:pt x="99004" y="121333"/>
                  <a:pt x="99446" y="120416"/>
                  <a:pt x="99446" y="119256"/>
                </a:cubicBezTo>
                <a:cubicBezTo>
                  <a:pt x="99446" y="117547"/>
                  <a:pt x="98471" y="114860"/>
                  <a:pt x="96519" y="111196"/>
                </a:cubicBezTo>
                <a:lnTo>
                  <a:pt x="89054" y="97334"/>
                </a:lnTo>
                <a:lnTo>
                  <a:pt x="82801" y="106526"/>
                </a:lnTo>
                <a:cubicBezTo>
                  <a:pt x="79935" y="110739"/>
                  <a:pt x="78319" y="113242"/>
                  <a:pt x="77953" y="114037"/>
                </a:cubicBezTo>
                <a:cubicBezTo>
                  <a:pt x="77466" y="115195"/>
                  <a:pt x="77222" y="116233"/>
                  <a:pt x="77222" y="117149"/>
                </a:cubicBezTo>
                <a:cubicBezTo>
                  <a:pt x="77222" y="118554"/>
                  <a:pt x="77511" y="119729"/>
                  <a:pt x="78091" y="120676"/>
                </a:cubicBezTo>
                <a:cubicBezTo>
                  <a:pt x="78670" y="121621"/>
                  <a:pt x="79463" y="122323"/>
                  <a:pt x="80469" y="122783"/>
                </a:cubicBezTo>
                <a:cubicBezTo>
                  <a:pt x="81475" y="123240"/>
                  <a:pt x="83319" y="123468"/>
                  <a:pt x="86002" y="123468"/>
                </a:cubicBezTo>
                <a:lnTo>
                  <a:pt x="86002" y="126761"/>
                </a:lnTo>
                <a:lnTo>
                  <a:pt x="52528" y="126761"/>
                </a:lnTo>
                <a:lnTo>
                  <a:pt x="52528" y="123468"/>
                </a:lnTo>
                <a:cubicBezTo>
                  <a:pt x="56674" y="123468"/>
                  <a:pt x="60470" y="122324"/>
                  <a:pt x="63915" y="120036"/>
                </a:cubicBezTo>
                <a:cubicBezTo>
                  <a:pt x="67360" y="117746"/>
                  <a:pt x="72375" y="111749"/>
                  <a:pt x="78959" y="102044"/>
                </a:cubicBezTo>
                <a:lnTo>
                  <a:pt x="86016" y="91690"/>
                </a:lnTo>
                <a:lnTo>
                  <a:pt x="71277" y="64321"/>
                </a:lnTo>
                <a:cubicBezTo>
                  <a:pt x="66460" y="55366"/>
                  <a:pt x="62863" y="49876"/>
                  <a:pt x="60485" y="47853"/>
                </a:cubicBezTo>
                <a:cubicBezTo>
                  <a:pt x="58107" y="45829"/>
                  <a:pt x="55455" y="44694"/>
                  <a:pt x="52528" y="44449"/>
                </a:cubicBezTo>
                <a:lnTo>
                  <a:pt x="52528" y="41156"/>
                </a:lnTo>
                <a:lnTo>
                  <a:pt x="99903" y="41156"/>
                </a:lnTo>
                <a:lnTo>
                  <a:pt x="99903" y="44449"/>
                </a:lnTo>
                <a:lnTo>
                  <a:pt x="97434" y="44540"/>
                </a:lnTo>
                <a:lnTo>
                  <a:pt x="92678" y="46204"/>
                </a:lnTo>
                <a:cubicBezTo>
                  <a:pt x="92190" y="46634"/>
                  <a:pt x="91947" y="47342"/>
                  <a:pt x="91947" y="48327"/>
                </a:cubicBezTo>
                <a:cubicBezTo>
                  <a:pt x="91947" y="49249"/>
                  <a:pt x="92099" y="50203"/>
                  <a:pt x="92404" y="51188"/>
                </a:cubicBezTo>
                <a:cubicBezTo>
                  <a:pt x="92587" y="51619"/>
                  <a:pt x="93440" y="53280"/>
                  <a:pt x="94965" y="56172"/>
                </a:cubicBezTo>
                <a:lnTo>
                  <a:pt x="101698" y="68674"/>
                </a:lnTo>
                <a:lnTo>
                  <a:pt x="105117" y="63655"/>
                </a:lnTo>
                <a:cubicBezTo>
                  <a:pt x="109994" y="56916"/>
                  <a:pt x="112433" y="52198"/>
                  <a:pt x="112433" y="49502"/>
                </a:cubicBezTo>
                <a:cubicBezTo>
                  <a:pt x="112433" y="48216"/>
                  <a:pt x="111900" y="47129"/>
                  <a:pt x="110833" y="46241"/>
                </a:cubicBezTo>
                <a:cubicBezTo>
                  <a:pt x="109766" y="45353"/>
                  <a:pt x="107860" y="44755"/>
                  <a:pt x="105117" y="44449"/>
                </a:cubicBezTo>
                <a:lnTo>
                  <a:pt x="105117" y="41156"/>
                </a:lnTo>
                <a:lnTo>
                  <a:pt x="135389" y="41156"/>
                </a:lnTo>
                <a:lnTo>
                  <a:pt x="135389" y="44449"/>
                </a:lnTo>
                <a:cubicBezTo>
                  <a:pt x="131670" y="44571"/>
                  <a:pt x="128194" y="45721"/>
                  <a:pt x="124963" y="47901"/>
                </a:cubicBezTo>
                <a:cubicBezTo>
                  <a:pt x="121731" y="50081"/>
                  <a:pt x="118104" y="54302"/>
                  <a:pt x="114079" y="60565"/>
                </a:cubicBezTo>
                <a:lnTo>
                  <a:pt x="104731" y="743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6A8A0-859F-430C-A9E8-3C10C678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834" y="392968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7B779-86B4-4C97-9AFC-9FD13BD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834" y="392968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9673A6"/>
            </a:solidFill>
            <a:miter/>
          </a:ln>
        </p:spPr>
      </p:sp>
      <p:sp>
        <p:nvSpPr>
          <p:cNvPr id="245" name="Text _guest">
            <a:extLst xmlns:a="http://schemas.openxmlformats.org/drawingml/2006/main">
              <a:ext uri="{FF2B5EF4-FFF2-40B4-BE49-F238E27FC236}">
                <a16:creationId xmlns:a16="http://schemas.microsoft.com/office/drawing/2014/main" id="{1ED485AF-4554-437C-BCCF-565B7494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83" y="4040716"/>
            <a:ext cx="490855" cy="151821"/>
          </a:xfrm>
          <a:custGeom xmlns:a="http://schemas.openxmlformats.org/drawingml/2006/main">
            <a:pathLst>
              <a:path w="490855" h="151821">
                <a:moveTo>
                  <a:pt x="96854" y="151821"/>
                </a:moveTo>
                <a:lnTo>
                  <a:pt x="0" y="151821"/>
                </a:lnTo>
                <a:lnTo>
                  <a:pt x="0" y="144229"/>
                </a:lnTo>
                <a:lnTo>
                  <a:pt x="96854" y="144229"/>
                </a:lnTo>
                <a:lnTo>
                  <a:pt x="96854" y="151821"/>
                </a:lnTo>
                <a:close/>
                <a:moveTo>
                  <a:pt x="123469" y="80869"/>
                </a:moveTo>
                <a:cubicBezTo>
                  <a:pt x="118347" y="78373"/>
                  <a:pt x="114415" y="74887"/>
                  <a:pt x="111671" y="70411"/>
                </a:cubicBezTo>
                <a:cubicBezTo>
                  <a:pt x="108927" y="65936"/>
                  <a:pt x="107555" y="60987"/>
                  <a:pt x="107555" y="55567"/>
                </a:cubicBezTo>
                <a:cubicBezTo>
                  <a:pt x="107555" y="47286"/>
                  <a:pt x="110680" y="40162"/>
                  <a:pt x="116930" y="34194"/>
                </a:cubicBezTo>
                <a:cubicBezTo>
                  <a:pt x="123179" y="28226"/>
                  <a:pt x="131182" y="25242"/>
                  <a:pt x="140938" y="25242"/>
                </a:cubicBezTo>
                <a:cubicBezTo>
                  <a:pt x="148925" y="25242"/>
                  <a:pt x="155845" y="27194"/>
                  <a:pt x="161699" y="31096"/>
                </a:cubicBezTo>
                <a:lnTo>
                  <a:pt x="179441" y="31096"/>
                </a:lnTo>
                <a:cubicBezTo>
                  <a:pt x="182063" y="31096"/>
                  <a:pt x="183588" y="31171"/>
                  <a:pt x="184014" y="31322"/>
                </a:cubicBezTo>
                <a:cubicBezTo>
                  <a:pt x="184441" y="31472"/>
                  <a:pt x="184746" y="31728"/>
                  <a:pt x="184929" y="32090"/>
                </a:cubicBezTo>
                <a:cubicBezTo>
                  <a:pt x="185295" y="32633"/>
                  <a:pt x="185478" y="33598"/>
                  <a:pt x="185478" y="34986"/>
                </a:cubicBezTo>
                <a:cubicBezTo>
                  <a:pt x="185478" y="36552"/>
                  <a:pt x="185325" y="37637"/>
                  <a:pt x="185020" y="38241"/>
                </a:cubicBezTo>
                <a:cubicBezTo>
                  <a:pt x="184837" y="38542"/>
                  <a:pt x="184517" y="38783"/>
                  <a:pt x="184060" y="38964"/>
                </a:cubicBezTo>
                <a:cubicBezTo>
                  <a:pt x="183603" y="39145"/>
                  <a:pt x="182063" y="39236"/>
                  <a:pt x="179441" y="39236"/>
                </a:cubicBezTo>
                <a:lnTo>
                  <a:pt x="168558" y="39236"/>
                </a:lnTo>
                <a:cubicBezTo>
                  <a:pt x="171972" y="43635"/>
                  <a:pt x="173680" y="49256"/>
                  <a:pt x="173680" y="56098"/>
                </a:cubicBezTo>
                <a:cubicBezTo>
                  <a:pt x="173680" y="63918"/>
                  <a:pt x="170692" y="70608"/>
                  <a:pt x="164717" y="76167"/>
                </a:cubicBezTo>
                <a:cubicBezTo>
                  <a:pt x="158741" y="81727"/>
                  <a:pt x="150724" y="84507"/>
                  <a:pt x="140663" y="84507"/>
                </a:cubicBezTo>
                <a:cubicBezTo>
                  <a:pt x="136517" y="84507"/>
                  <a:pt x="132280" y="83885"/>
                  <a:pt x="127951" y="82641"/>
                </a:cubicBezTo>
                <a:cubicBezTo>
                  <a:pt x="125268" y="84956"/>
                  <a:pt x="123454" y="86982"/>
                  <a:pt x="122509" y="88720"/>
                </a:cubicBezTo>
                <a:cubicBezTo>
                  <a:pt x="121564" y="90456"/>
                  <a:pt x="121091" y="91933"/>
                  <a:pt x="121091" y="93150"/>
                </a:cubicBezTo>
                <a:cubicBezTo>
                  <a:pt x="121091" y="94187"/>
                  <a:pt x="121594" y="95193"/>
                  <a:pt x="122600" y="96168"/>
                </a:cubicBezTo>
                <a:cubicBezTo>
                  <a:pt x="123606" y="97142"/>
                  <a:pt x="125573" y="97842"/>
                  <a:pt x="128499" y="98269"/>
                </a:cubicBezTo>
                <a:cubicBezTo>
                  <a:pt x="130206" y="98513"/>
                  <a:pt x="134475" y="98726"/>
                  <a:pt x="141303" y="98909"/>
                </a:cubicBezTo>
                <a:cubicBezTo>
                  <a:pt x="153864" y="99212"/>
                  <a:pt x="162003" y="99638"/>
                  <a:pt x="165723" y="100187"/>
                </a:cubicBezTo>
                <a:cubicBezTo>
                  <a:pt x="171393" y="100979"/>
                  <a:pt x="175920" y="103082"/>
                  <a:pt x="179304" y="106494"/>
                </a:cubicBezTo>
                <a:cubicBezTo>
                  <a:pt x="182688" y="109905"/>
                  <a:pt x="184380" y="114108"/>
                  <a:pt x="184380" y="119104"/>
                </a:cubicBezTo>
                <a:cubicBezTo>
                  <a:pt x="184380" y="125988"/>
                  <a:pt x="181149" y="132447"/>
                  <a:pt x="174686" y="138479"/>
                </a:cubicBezTo>
                <a:cubicBezTo>
                  <a:pt x="165174" y="147373"/>
                  <a:pt x="152766" y="151821"/>
                  <a:pt x="137462" y="151821"/>
                </a:cubicBezTo>
                <a:cubicBezTo>
                  <a:pt x="125695" y="151821"/>
                  <a:pt x="115756" y="149172"/>
                  <a:pt x="107647" y="143875"/>
                </a:cubicBezTo>
                <a:cubicBezTo>
                  <a:pt x="103074" y="140830"/>
                  <a:pt x="100787" y="137664"/>
                  <a:pt x="100787" y="134375"/>
                </a:cubicBezTo>
                <a:cubicBezTo>
                  <a:pt x="100787" y="132915"/>
                  <a:pt x="101123" y="131455"/>
                  <a:pt x="101793" y="129993"/>
                </a:cubicBezTo>
                <a:cubicBezTo>
                  <a:pt x="102830" y="127739"/>
                  <a:pt x="104964" y="124603"/>
                  <a:pt x="108196" y="120585"/>
                </a:cubicBezTo>
                <a:cubicBezTo>
                  <a:pt x="108622" y="120038"/>
                  <a:pt x="111732" y="116750"/>
                  <a:pt x="117524" y="110722"/>
                </a:cubicBezTo>
                <a:cubicBezTo>
                  <a:pt x="114354" y="108829"/>
                  <a:pt x="112113" y="107136"/>
                  <a:pt x="110802" y="105640"/>
                </a:cubicBezTo>
                <a:cubicBezTo>
                  <a:pt x="109491" y="104144"/>
                  <a:pt x="108836" y="102450"/>
                  <a:pt x="108836" y="100558"/>
                </a:cubicBezTo>
                <a:cubicBezTo>
                  <a:pt x="108836" y="98420"/>
                  <a:pt x="109705" y="95917"/>
                  <a:pt x="111442" y="93047"/>
                </a:cubicBezTo>
                <a:cubicBezTo>
                  <a:pt x="113180" y="90178"/>
                  <a:pt x="117189" y="86118"/>
                  <a:pt x="123469" y="80869"/>
                </a:cubicBezTo>
                <a:moveTo>
                  <a:pt x="139383" y="29815"/>
                </a:moveTo>
                <a:cubicBezTo>
                  <a:pt x="134871" y="29815"/>
                  <a:pt x="131091" y="31605"/>
                  <a:pt x="128042" y="35183"/>
                </a:cubicBezTo>
                <a:cubicBezTo>
                  <a:pt x="124993" y="38759"/>
                  <a:pt x="123469" y="44247"/>
                  <a:pt x="123469" y="51645"/>
                </a:cubicBezTo>
                <a:cubicBezTo>
                  <a:pt x="123469" y="61227"/>
                  <a:pt x="125542" y="68656"/>
                  <a:pt x="129688" y="73930"/>
                </a:cubicBezTo>
                <a:cubicBezTo>
                  <a:pt x="132859" y="77933"/>
                  <a:pt x="136883" y="79934"/>
                  <a:pt x="141761" y="79934"/>
                </a:cubicBezTo>
                <a:cubicBezTo>
                  <a:pt x="146395" y="79934"/>
                  <a:pt x="150205" y="78206"/>
                  <a:pt x="153193" y="74750"/>
                </a:cubicBezTo>
                <a:cubicBezTo>
                  <a:pt x="156181" y="71294"/>
                  <a:pt x="157674" y="65866"/>
                  <a:pt x="157674" y="58467"/>
                </a:cubicBezTo>
                <a:cubicBezTo>
                  <a:pt x="157674" y="48826"/>
                  <a:pt x="155571" y="41276"/>
                  <a:pt x="151364" y="35817"/>
                </a:cubicBezTo>
                <a:cubicBezTo>
                  <a:pt x="148254" y="31816"/>
                  <a:pt x="144261" y="29815"/>
                  <a:pt x="139383" y="29815"/>
                </a:cubicBezTo>
                <a:moveTo>
                  <a:pt x="122554" y="111450"/>
                </a:moveTo>
                <a:cubicBezTo>
                  <a:pt x="119689" y="114554"/>
                  <a:pt x="117524" y="117445"/>
                  <a:pt x="116061" y="120122"/>
                </a:cubicBezTo>
                <a:cubicBezTo>
                  <a:pt x="114598" y="122801"/>
                  <a:pt x="113866" y="125266"/>
                  <a:pt x="113866" y="127518"/>
                </a:cubicBezTo>
                <a:cubicBezTo>
                  <a:pt x="113866" y="130439"/>
                  <a:pt x="115634" y="132995"/>
                  <a:pt x="119171" y="135187"/>
                </a:cubicBezTo>
                <a:cubicBezTo>
                  <a:pt x="125268" y="138959"/>
                  <a:pt x="134078" y="140846"/>
                  <a:pt x="145602" y="140846"/>
                </a:cubicBezTo>
                <a:cubicBezTo>
                  <a:pt x="156577" y="140846"/>
                  <a:pt x="164671" y="138913"/>
                  <a:pt x="169884" y="135047"/>
                </a:cubicBezTo>
                <a:cubicBezTo>
                  <a:pt x="175097" y="131182"/>
                  <a:pt x="177704" y="127060"/>
                  <a:pt x="177704" y="122680"/>
                </a:cubicBezTo>
                <a:cubicBezTo>
                  <a:pt x="177704" y="119515"/>
                  <a:pt x="176149" y="117263"/>
                  <a:pt x="173039" y="115923"/>
                </a:cubicBezTo>
                <a:cubicBezTo>
                  <a:pt x="169869" y="114584"/>
                  <a:pt x="163589" y="113793"/>
                  <a:pt x="154199" y="113551"/>
                </a:cubicBezTo>
                <a:cubicBezTo>
                  <a:pt x="140480" y="113185"/>
                  <a:pt x="129932" y="112485"/>
                  <a:pt x="122554" y="111450"/>
                </a:cubicBezTo>
                <a:close/>
                <a:moveTo>
                  <a:pt x="268155" y="27620"/>
                </a:moveTo>
                <a:lnTo>
                  <a:pt x="268155" y="78380"/>
                </a:lnTo>
                <a:cubicBezTo>
                  <a:pt x="268155" y="88074"/>
                  <a:pt x="268384" y="94004"/>
                  <a:pt x="268841" y="96168"/>
                </a:cubicBezTo>
                <a:cubicBezTo>
                  <a:pt x="269298" y="98333"/>
                  <a:pt x="270030" y="99842"/>
                  <a:pt x="271036" y="100695"/>
                </a:cubicBezTo>
                <a:cubicBezTo>
                  <a:pt x="272042" y="101549"/>
                  <a:pt x="273216" y="101976"/>
                  <a:pt x="274557" y="101976"/>
                </a:cubicBezTo>
                <a:cubicBezTo>
                  <a:pt x="276447" y="101976"/>
                  <a:pt x="278581" y="101458"/>
                  <a:pt x="280959" y="100421"/>
                </a:cubicBezTo>
                <a:lnTo>
                  <a:pt x="282240" y="103622"/>
                </a:lnTo>
                <a:lnTo>
                  <a:pt x="257180" y="113957"/>
                </a:lnTo>
                <a:lnTo>
                  <a:pt x="253065" y="113957"/>
                </a:lnTo>
                <a:lnTo>
                  <a:pt x="253065" y="96214"/>
                </a:lnTo>
                <a:cubicBezTo>
                  <a:pt x="245870" y="104018"/>
                  <a:pt x="240382" y="108927"/>
                  <a:pt x="236602" y="110939"/>
                </a:cubicBezTo>
                <a:cubicBezTo>
                  <a:pt x="232822" y="112951"/>
                  <a:pt x="228828" y="113957"/>
                  <a:pt x="224621" y="113957"/>
                </a:cubicBezTo>
                <a:cubicBezTo>
                  <a:pt x="219926" y="113957"/>
                  <a:pt x="215856" y="112600"/>
                  <a:pt x="212412" y="109887"/>
                </a:cubicBezTo>
                <a:cubicBezTo>
                  <a:pt x="208967" y="107174"/>
                  <a:pt x="206573" y="103683"/>
                  <a:pt x="205232" y="99415"/>
                </a:cubicBezTo>
                <a:cubicBezTo>
                  <a:pt x="203891" y="95147"/>
                  <a:pt x="203220" y="89111"/>
                  <a:pt x="203220" y="81306"/>
                </a:cubicBezTo>
                <a:lnTo>
                  <a:pt x="203220" y="43900"/>
                </a:lnTo>
                <a:cubicBezTo>
                  <a:pt x="203220" y="39937"/>
                  <a:pt x="202793" y="37193"/>
                  <a:pt x="201940" y="35669"/>
                </a:cubicBezTo>
                <a:cubicBezTo>
                  <a:pt x="201086" y="34144"/>
                  <a:pt x="199821" y="32971"/>
                  <a:pt x="198144" y="32148"/>
                </a:cubicBezTo>
                <a:cubicBezTo>
                  <a:pt x="196467" y="31324"/>
                  <a:pt x="193434" y="30943"/>
                  <a:pt x="189044" y="31004"/>
                </a:cubicBezTo>
                <a:lnTo>
                  <a:pt x="189044" y="27620"/>
                </a:lnTo>
                <a:lnTo>
                  <a:pt x="218402" y="27620"/>
                </a:lnTo>
                <a:lnTo>
                  <a:pt x="218402" y="83547"/>
                </a:lnTo>
                <a:cubicBezTo>
                  <a:pt x="218402" y="91332"/>
                  <a:pt x="219759" y="96442"/>
                  <a:pt x="222472" y="98875"/>
                </a:cubicBezTo>
                <a:cubicBezTo>
                  <a:pt x="225185" y="101308"/>
                  <a:pt x="228462" y="102525"/>
                  <a:pt x="232304" y="102525"/>
                </a:cubicBezTo>
                <a:cubicBezTo>
                  <a:pt x="234925" y="102525"/>
                  <a:pt x="237898" y="101703"/>
                  <a:pt x="241221" y="100061"/>
                </a:cubicBezTo>
                <a:cubicBezTo>
                  <a:pt x="244544" y="98418"/>
                  <a:pt x="248492" y="95287"/>
                  <a:pt x="253065" y="90666"/>
                </a:cubicBezTo>
                <a:lnTo>
                  <a:pt x="253065" y="43320"/>
                </a:lnTo>
                <a:cubicBezTo>
                  <a:pt x="253065" y="38575"/>
                  <a:pt x="252196" y="35368"/>
                  <a:pt x="250458" y="33697"/>
                </a:cubicBezTo>
                <a:cubicBezTo>
                  <a:pt x="248720" y="32024"/>
                  <a:pt x="245108" y="31126"/>
                  <a:pt x="239620" y="31004"/>
                </a:cubicBezTo>
                <a:lnTo>
                  <a:pt x="239620" y="27620"/>
                </a:lnTo>
                <a:lnTo>
                  <a:pt x="268155" y="27620"/>
                </a:lnTo>
                <a:close/>
                <a:moveTo>
                  <a:pt x="302453" y="59265"/>
                </a:moveTo>
                <a:cubicBezTo>
                  <a:pt x="302392" y="71675"/>
                  <a:pt x="305410" y="81408"/>
                  <a:pt x="311507" y="88466"/>
                </a:cubicBezTo>
                <a:cubicBezTo>
                  <a:pt x="317604" y="95521"/>
                  <a:pt x="324768" y="99049"/>
                  <a:pt x="333000" y="99049"/>
                </a:cubicBezTo>
                <a:cubicBezTo>
                  <a:pt x="338487" y="99049"/>
                  <a:pt x="343258" y="97540"/>
                  <a:pt x="347313" y="94522"/>
                </a:cubicBezTo>
                <a:cubicBezTo>
                  <a:pt x="351367" y="91504"/>
                  <a:pt x="354767" y="86336"/>
                  <a:pt x="357510" y="79020"/>
                </a:cubicBezTo>
                <a:lnTo>
                  <a:pt x="360346" y="80849"/>
                </a:lnTo>
                <a:cubicBezTo>
                  <a:pt x="359065" y="89202"/>
                  <a:pt x="355346" y="96808"/>
                  <a:pt x="349188" y="103668"/>
                </a:cubicBezTo>
                <a:cubicBezTo>
                  <a:pt x="343030" y="110527"/>
                  <a:pt x="335317" y="113957"/>
                  <a:pt x="326049" y="113957"/>
                </a:cubicBezTo>
                <a:cubicBezTo>
                  <a:pt x="315988" y="113957"/>
                  <a:pt x="307376" y="110048"/>
                  <a:pt x="300212" y="102230"/>
                </a:cubicBezTo>
                <a:cubicBezTo>
                  <a:pt x="293048" y="94411"/>
                  <a:pt x="289466" y="83899"/>
                  <a:pt x="289466" y="70694"/>
                </a:cubicBezTo>
                <a:cubicBezTo>
                  <a:pt x="289466" y="56396"/>
                  <a:pt x="293139" y="45247"/>
                  <a:pt x="300486" y="37246"/>
                </a:cubicBezTo>
                <a:cubicBezTo>
                  <a:pt x="307833" y="29244"/>
                  <a:pt x="317055" y="25242"/>
                  <a:pt x="328152" y="25242"/>
                </a:cubicBezTo>
                <a:cubicBezTo>
                  <a:pt x="337542" y="25242"/>
                  <a:pt x="345255" y="28329"/>
                  <a:pt x="351291" y="34503"/>
                </a:cubicBezTo>
                <a:cubicBezTo>
                  <a:pt x="357328" y="40674"/>
                  <a:pt x="360346" y="48928"/>
                  <a:pt x="360346" y="59265"/>
                </a:cubicBezTo>
                <a:lnTo>
                  <a:pt x="302453" y="59265"/>
                </a:lnTo>
                <a:moveTo>
                  <a:pt x="302453" y="53960"/>
                </a:moveTo>
                <a:lnTo>
                  <a:pt x="341231" y="53960"/>
                </a:lnTo>
                <a:cubicBezTo>
                  <a:pt x="340926" y="48595"/>
                  <a:pt x="340286" y="44814"/>
                  <a:pt x="339310" y="42619"/>
                </a:cubicBezTo>
                <a:cubicBezTo>
                  <a:pt x="337786" y="39205"/>
                  <a:pt x="335515" y="36522"/>
                  <a:pt x="332497" y="34571"/>
                </a:cubicBezTo>
                <a:cubicBezTo>
                  <a:pt x="329479" y="32620"/>
                  <a:pt x="326323" y="31645"/>
                  <a:pt x="323031" y="31645"/>
                </a:cubicBezTo>
                <a:cubicBezTo>
                  <a:pt x="317970" y="31645"/>
                  <a:pt x="313443" y="33611"/>
                  <a:pt x="309449" y="37544"/>
                </a:cubicBezTo>
                <a:cubicBezTo>
                  <a:pt x="305456" y="41476"/>
                  <a:pt x="303123" y="46949"/>
                  <a:pt x="302453" y="53960"/>
                </a:cubicBezTo>
                <a:close/>
                <a:moveTo>
                  <a:pt x="425675" y="25242"/>
                </a:moveTo>
                <a:lnTo>
                  <a:pt x="425675" y="53594"/>
                </a:lnTo>
                <a:lnTo>
                  <a:pt x="422657" y="53594"/>
                </a:lnTo>
                <a:cubicBezTo>
                  <a:pt x="420340" y="44702"/>
                  <a:pt x="417368" y="38653"/>
                  <a:pt x="413740" y="35449"/>
                </a:cubicBezTo>
                <a:cubicBezTo>
                  <a:pt x="410112" y="32242"/>
                  <a:pt x="405493" y="30638"/>
                  <a:pt x="399884" y="30638"/>
                </a:cubicBezTo>
                <a:cubicBezTo>
                  <a:pt x="395616" y="30638"/>
                  <a:pt x="392171" y="31766"/>
                  <a:pt x="389549" y="34020"/>
                </a:cubicBezTo>
                <a:cubicBezTo>
                  <a:pt x="386927" y="36272"/>
                  <a:pt x="385616" y="38769"/>
                  <a:pt x="385616" y="41511"/>
                </a:cubicBezTo>
                <a:cubicBezTo>
                  <a:pt x="385616" y="44921"/>
                  <a:pt x="386592" y="47844"/>
                  <a:pt x="388543" y="50279"/>
                </a:cubicBezTo>
                <a:cubicBezTo>
                  <a:pt x="390433" y="52777"/>
                  <a:pt x="394274" y="55426"/>
                  <a:pt x="400067" y="58227"/>
                </a:cubicBezTo>
                <a:lnTo>
                  <a:pt x="413420" y="64715"/>
                </a:lnTo>
                <a:cubicBezTo>
                  <a:pt x="425797" y="70744"/>
                  <a:pt x="431986" y="78692"/>
                  <a:pt x="431986" y="88560"/>
                </a:cubicBezTo>
                <a:cubicBezTo>
                  <a:pt x="431986" y="96172"/>
                  <a:pt x="429105" y="102308"/>
                  <a:pt x="423343" y="106969"/>
                </a:cubicBezTo>
                <a:cubicBezTo>
                  <a:pt x="417581" y="111628"/>
                  <a:pt x="411133" y="113957"/>
                  <a:pt x="404000" y="113957"/>
                </a:cubicBezTo>
                <a:cubicBezTo>
                  <a:pt x="398878" y="113957"/>
                  <a:pt x="393025" y="113042"/>
                  <a:pt x="386440" y="111213"/>
                </a:cubicBezTo>
                <a:cubicBezTo>
                  <a:pt x="384428" y="110603"/>
                  <a:pt x="382781" y="110299"/>
                  <a:pt x="381501" y="110299"/>
                </a:cubicBezTo>
                <a:cubicBezTo>
                  <a:pt x="380098" y="110299"/>
                  <a:pt x="379001" y="111091"/>
                  <a:pt x="378208" y="112676"/>
                </a:cubicBezTo>
                <a:lnTo>
                  <a:pt x="375190" y="112676"/>
                </a:lnTo>
                <a:lnTo>
                  <a:pt x="375190" y="82678"/>
                </a:lnTo>
                <a:lnTo>
                  <a:pt x="378208" y="82678"/>
                </a:lnTo>
                <a:cubicBezTo>
                  <a:pt x="379916" y="91245"/>
                  <a:pt x="383178" y="97700"/>
                  <a:pt x="387994" y="102044"/>
                </a:cubicBezTo>
                <a:cubicBezTo>
                  <a:pt x="392811" y="106389"/>
                  <a:pt x="398207" y="108561"/>
                  <a:pt x="404182" y="108561"/>
                </a:cubicBezTo>
                <a:cubicBezTo>
                  <a:pt x="408390" y="108561"/>
                  <a:pt x="411819" y="107328"/>
                  <a:pt x="414472" y="104862"/>
                </a:cubicBezTo>
                <a:cubicBezTo>
                  <a:pt x="417124" y="102395"/>
                  <a:pt x="418450" y="99425"/>
                  <a:pt x="418450" y="95954"/>
                </a:cubicBezTo>
                <a:cubicBezTo>
                  <a:pt x="418450" y="91751"/>
                  <a:pt x="416971" y="88218"/>
                  <a:pt x="414014" y="85356"/>
                </a:cubicBezTo>
                <a:cubicBezTo>
                  <a:pt x="411057" y="82494"/>
                  <a:pt x="405158" y="78871"/>
                  <a:pt x="396317" y="74487"/>
                </a:cubicBezTo>
                <a:cubicBezTo>
                  <a:pt x="387476" y="70101"/>
                  <a:pt x="381684" y="66141"/>
                  <a:pt x="378940" y="62609"/>
                </a:cubicBezTo>
                <a:cubicBezTo>
                  <a:pt x="376196" y="59137"/>
                  <a:pt x="374824" y="54752"/>
                  <a:pt x="374824" y="49453"/>
                </a:cubicBezTo>
                <a:cubicBezTo>
                  <a:pt x="374824" y="42571"/>
                  <a:pt x="377187" y="36816"/>
                  <a:pt x="381912" y="32188"/>
                </a:cubicBezTo>
                <a:cubicBezTo>
                  <a:pt x="386638" y="27557"/>
                  <a:pt x="392750" y="25242"/>
                  <a:pt x="400250" y="25242"/>
                </a:cubicBezTo>
                <a:cubicBezTo>
                  <a:pt x="403542" y="25242"/>
                  <a:pt x="407536" y="25944"/>
                  <a:pt x="412231" y="27346"/>
                </a:cubicBezTo>
                <a:cubicBezTo>
                  <a:pt x="415340" y="28261"/>
                  <a:pt x="417413" y="28718"/>
                  <a:pt x="418450" y="28718"/>
                </a:cubicBezTo>
                <a:cubicBezTo>
                  <a:pt x="419425" y="28718"/>
                  <a:pt x="420188" y="28504"/>
                  <a:pt x="420736" y="28078"/>
                </a:cubicBezTo>
                <a:cubicBezTo>
                  <a:pt x="421285" y="27651"/>
                  <a:pt x="421925" y="26706"/>
                  <a:pt x="422657" y="25242"/>
                </a:cubicBezTo>
                <a:lnTo>
                  <a:pt x="425675" y="25242"/>
                </a:lnTo>
                <a:close/>
                <a:moveTo>
                  <a:pt x="468722" y="0"/>
                </a:moveTo>
                <a:lnTo>
                  <a:pt x="468722" y="27620"/>
                </a:lnTo>
                <a:lnTo>
                  <a:pt x="488294" y="27620"/>
                </a:lnTo>
                <a:lnTo>
                  <a:pt x="488294" y="34022"/>
                </a:lnTo>
                <a:lnTo>
                  <a:pt x="468722" y="34022"/>
                </a:lnTo>
                <a:lnTo>
                  <a:pt x="468722" y="88274"/>
                </a:lnTo>
                <a:cubicBezTo>
                  <a:pt x="468722" y="93695"/>
                  <a:pt x="469499" y="97350"/>
                  <a:pt x="471054" y="99238"/>
                </a:cubicBezTo>
                <a:cubicBezTo>
                  <a:pt x="472609" y="101124"/>
                  <a:pt x="474606" y="102067"/>
                  <a:pt x="477045" y="102067"/>
                </a:cubicBezTo>
                <a:cubicBezTo>
                  <a:pt x="479057" y="102067"/>
                  <a:pt x="481008" y="101442"/>
                  <a:pt x="482898" y="100192"/>
                </a:cubicBezTo>
                <a:cubicBezTo>
                  <a:pt x="484788" y="98942"/>
                  <a:pt x="486251" y="97098"/>
                  <a:pt x="487288" y="94659"/>
                </a:cubicBezTo>
                <a:lnTo>
                  <a:pt x="490855" y="94659"/>
                </a:lnTo>
                <a:cubicBezTo>
                  <a:pt x="488721" y="100652"/>
                  <a:pt x="485703" y="105184"/>
                  <a:pt x="481801" y="108255"/>
                </a:cubicBezTo>
                <a:cubicBezTo>
                  <a:pt x="477898" y="111325"/>
                  <a:pt x="473874" y="112859"/>
                  <a:pt x="469728" y="112859"/>
                </a:cubicBezTo>
                <a:cubicBezTo>
                  <a:pt x="466923" y="112859"/>
                  <a:pt x="464180" y="112081"/>
                  <a:pt x="461497" y="110524"/>
                </a:cubicBezTo>
                <a:cubicBezTo>
                  <a:pt x="458814" y="108968"/>
                  <a:pt x="456832" y="106740"/>
                  <a:pt x="455552" y="103842"/>
                </a:cubicBezTo>
                <a:cubicBezTo>
                  <a:pt x="454272" y="100942"/>
                  <a:pt x="453631" y="96470"/>
                  <a:pt x="453631" y="90426"/>
                </a:cubicBezTo>
                <a:lnTo>
                  <a:pt x="453631" y="34022"/>
                </a:lnTo>
                <a:lnTo>
                  <a:pt x="440370" y="34022"/>
                </a:lnTo>
                <a:lnTo>
                  <a:pt x="440370" y="31004"/>
                </a:lnTo>
                <a:cubicBezTo>
                  <a:pt x="443723" y="29659"/>
                  <a:pt x="447153" y="27381"/>
                  <a:pt x="450659" y="24171"/>
                </a:cubicBezTo>
                <a:cubicBezTo>
                  <a:pt x="454165" y="20960"/>
                  <a:pt x="457290" y="17153"/>
                  <a:pt x="460033" y="12750"/>
                </a:cubicBezTo>
                <a:cubicBezTo>
                  <a:pt x="461436" y="10427"/>
                  <a:pt x="463387" y="6177"/>
                  <a:pt x="465887" y="0"/>
                </a:cubicBezTo>
                <a:lnTo>
                  <a:pt x="4687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E714C6-A4A4-4EE6-8D4D-404CCF4B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233" y="392968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A65E9-4FBC-425D-9200-A133339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233" y="392968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9673A6"/>
            </a:solidFill>
            <a:miter/>
          </a:ln>
        </p:spPr>
      </p:sp>
      <p:sp>
        <p:nvSpPr>
          <p:cNvPr id="248" name="Text _speaker">
            <a:extLst xmlns:a="http://schemas.openxmlformats.org/drawingml/2006/main">
              <a:ext uri="{FF2B5EF4-FFF2-40B4-BE49-F238E27FC236}">
                <a16:creationId xmlns:a16="http://schemas.microsoft.com/office/drawing/2014/main" id="{C5686772-47E0-43CA-96B7-82253E5E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117" y="4022059"/>
            <a:ext cx="668431" cy="170478"/>
          </a:xfrm>
          <a:custGeom xmlns:a="http://schemas.openxmlformats.org/drawingml/2006/main">
            <a:pathLst>
              <a:path w="668431" h="170478">
                <a:moveTo>
                  <a:pt x="96854" y="170478"/>
                </a:moveTo>
                <a:lnTo>
                  <a:pt x="0" y="170478"/>
                </a:lnTo>
                <a:lnTo>
                  <a:pt x="0" y="162887"/>
                </a:lnTo>
                <a:lnTo>
                  <a:pt x="96854" y="162887"/>
                </a:lnTo>
                <a:lnTo>
                  <a:pt x="96854" y="170478"/>
                </a:lnTo>
                <a:close/>
                <a:moveTo>
                  <a:pt x="155204" y="43900"/>
                </a:moveTo>
                <a:lnTo>
                  <a:pt x="155204" y="72252"/>
                </a:lnTo>
                <a:lnTo>
                  <a:pt x="152186" y="72252"/>
                </a:lnTo>
                <a:cubicBezTo>
                  <a:pt x="149869" y="63360"/>
                  <a:pt x="146897" y="57311"/>
                  <a:pt x="143269" y="54106"/>
                </a:cubicBezTo>
                <a:cubicBezTo>
                  <a:pt x="139641" y="50899"/>
                  <a:pt x="135022" y="49296"/>
                  <a:pt x="129413" y="49296"/>
                </a:cubicBezTo>
                <a:cubicBezTo>
                  <a:pt x="125145" y="49296"/>
                  <a:pt x="121700" y="50423"/>
                  <a:pt x="119078" y="52677"/>
                </a:cubicBezTo>
                <a:cubicBezTo>
                  <a:pt x="116456" y="54929"/>
                  <a:pt x="115146" y="57426"/>
                  <a:pt x="115146" y="60168"/>
                </a:cubicBezTo>
                <a:cubicBezTo>
                  <a:pt x="115146" y="63579"/>
                  <a:pt x="116121" y="66502"/>
                  <a:pt x="118072" y="68937"/>
                </a:cubicBezTo>
                <a:cubicBezTo>
                  <a:pt x="119962" y="71435"/>
                  <a:pt x="123804" y="74084"/>
                  <a:pt x="129596" y="76885"/>
                </a:cubicBezTo>
                <a:lnTo>
                  <a:pt x="142949" y="83373"/>
                </a:lnTo>
                <a:cubicBezTo>
                  <a:pt x="155326" y="89401"/>
                  <a:pt x="161515" y="97350"/>
                  <a:pt x="161515" y="107218"/>
                </a:cubicBezTo>
                <a:cubicBezTo>
                  <a:pt x="161515" y="114830"/>
                  <a:pt x="158634" y="120966"/>
                  <a:pt x="152872" y="125626"/>
                </a:cubicBezTo>
                <a:cubicBezTo>
                  <a:pt x="147110" y="130285"/>
                  <a:pt x="140662" y="132614"/>
                  <a:pt x="133529" y="132614"/>
                </a:cubicBezTo>
                <a:cubicBezTo>
                  <a:pt x="128407" y="132614"/>
                  <a:pt x="122554" y="131700"/>
                  <a:pt x="115969" y="129871"/>
                </a:cubicBezTo>
                <a:cubicBezTo>
                  <a:pt x="113957" y="129261"/>
                  <a:pt x="112310" y="128956"/>
                  <a:pt x="111030" y="128956"/>
                </a:cubicBezTo>
                <a:cubicBezTo>
                  <a:pt x="109628" y="128956"/>
                  <a:pt x="108530" y="129749"/>
                  <a:pt x="107737" y="131334"/>
                </a:cubicBezTo>
                <a:lnTo>
                  <a:pt x="104719" y="131334"/>
                </a:lnTo>
                <a:lnTo>
                  <a:pt x="104719" y="101336"/>
                </a:lnTo>
                <a:lnTo>
                  <a:pt x="107737" y="101336"/>
                </a:lnTo>
                <a:cubicBezTo>
                  <a:pt x="109445" y="109902"/>
                  <a:pt x="112707" y="116358"/>
                  <a:pt x="117523" y="120702"/>
                </a:cubicBezTo>
                <a:cubicBezTo>
                  <a:pt x="122340" y="125046"/>
                  <a:pt x="127736" y="127218"/>
                  <a:pt x="133712" y="127218"/>
                </a:cubicBezTo>
                <a:cubicBezTo>
                  <a:pt x="137919" y="127218"/>
                  <a:pt x="141348" y="125985"/>
                  <a:pt x="144001" y="123520"/>
                </a:cubicBezTo>
                <a:cubicBezTo>
                  <a:pt x="146653" y="121052"/>
                  <a:pt x="147979" y="118083"/>
                  <a:pt x="147979" y="114611"/>
                </a:cubicBezTo>
                <a:cubicBezTo>
                  <a:pt x="147979" y="110408"/>
                  <a:pt x="146500" y="106876"/>
                  <a:pt x="143543" y="104014"/>
                </a:cubicBezTo>
                <a:cubicBezTo>
                  <a:pt x="140586" y="101152"/>
                  <a:pt x="134687" y="97529"/>
                  <a:pt x="125846" y="93144"/>
                </a:cubicBezTo>
                <a:cubicBezTo>
                  <a:pt x="117005" y="88758"/>
                  <a:pt x="111213" y="84799"/>
                  <a:pt x="108469" y="81266"/>
                </a:cubicBezTo>
                <a:cubicBezTo>
                  <a:pt x="105725" y="77795"/>
                  <a:pt x="104353" y="73409"/>
                  <a:pt x="104353" y="68111"/>
                </a:cubicBezTo>
                <a:cubicBezTo>
                  <a:pt x="104353" y="61228"/>
                  <a:pt x="106716" y="55473"/>
                  <a:pt x="111441" y="50845"/>
                </a:cubicBezTo>
                <a:cubicBezTo>
                  <a:pt x="116167" y="46215"/>
                  <a:pt x="122279" y="43900"/>
                  <a:pt x="129779" y="43900"/>
                </a:cubicBezTo>
                <a:cubicBezTo>
                  <a:pt x="133071" y="43900"/>
                  <a:pt x="137065" y="44601"/>
                  <a:pt x="141760" y="46003"/>
                </a:cubicBezTo>
                <a:cubicBezTo>
                  <a:pt x="144869" y="46918"/>
                  <a:pt x="146942" y="47375"/>
                  <a:pt x="147979" y="47375"/>
                </a:cubicBezTo>
                <a:cubicBezTo>
                  <a:pt x="148955" y="47375"/>
                  <a:pt x="149717" y="47162"/>
                  <a:pt x="150265" y="46735"/>
                </a:cubicBezTo>
                <a:cubicBezTo>
                  <a:pt x="150814" y="46308"/>
                  <a:pt x="151454" y="45363"/>
                  <a:pt x="152186" y="43900"/>
                </a:cubicBezTo>
                <a:lnTo>
                  <a:pt x="155204" y="43900"/>
                </a:lnTo>
                <a:close/>
                <a:moveTo>
                  <a:pt x="167887" y="54518"/>
                </a:moveTo>
                <a:lnTo>
                  <a:pt x="193678" y="44083"/>
                </a:lnTo>
                <a:lnTo>
                  <a:pt x="197154" y="44083"/>
                </a:lnTo>
                <a:lnTo>
                  <a:pt x="197154" y="63655"/>
                </a:lnTo>
                <a:cubicBezTo>
                  <a:pt x="201483" y="56277"/>
                  <a:pt x="205827" y="51140"/>
                  <a:pt x="210186" y="48244"/>
                </a:cubicBezTo>
                <a:cubicBezTo>
                  <a:pt x="214546" y="45348"/>
                  <a:pt x="219134" y="43900"/>
                  <a:pt x="223951" y="43900"/>
                </a:cubicBezTo>
                <a:cubicBezTo>
                  <a:pt x="232365" y="43900"/>
                  <a:pt x="239377" y="47189"/>
                  <a:pt x="244986" y="53766"/>
                </a:cubicBezTo>
                <a:cubicBezTo>
                  <a:pt x="251876" y="61807"/>
                  <a:pt x="255321" y="72283"/>
                  <a:pt x="255321" y="85196"/>
                </a:cubicBezTo>
                <a:cubicBezTo>
                  <a:pt x="255321" y="99631"/>
                  <a:pt x="251175" y="111569"/>
                  <a:pt x="242883" y="121011"/>
                </a:cubicBezTo>
                <a:cubicBezTo>
                  <a:pt x="236054" y="128746"/>
                  <a:pt x="227457" y="132614"/>
                  <a:pt x="217091" y="132614"/>
                </a:cubicBezTo>
                <a:cubicBezTo>
                  <a:pt x="212580" y="132614"/>
                  <a:pt x="208677" y="131974"/>
                  <a:pt x="205385" y="130694"/>
                </a:cubicBezTo>
                <a:cubicBezTo>
                  <a:pt x="202946" y="129779"/>
                  <a:pt x="200202" y="127950"/>
                  <a:pt x="197154" y="125206"/>
                </a:cubicBezTo>
                <a:lnTo>
                  <a:pt x="197154" y="150723"/>
                </a:lnTo>
                <a:cubicBezTo>
                  <a:pt x="197154" y="156454"/>
                  <a:pt x="197504" y="160097"/>
                  <a:pt x="198205" y="161652"/>
                </a:cubicBezTo>
                <a:cubicBezTo>
                  <a:pt x="198907" y="163207"/>
                  <a:pt x="200126" y="164442"/>
                  <a:pt x="201864" y="165356"/>
                </a:cubicBezTo>
                <a:cubicBezTo>
                  <a:pt x="203601" y="166271"/>
                  <a:pt x="206757" y="166728"/>
                  <a:pt x="211330" y="166728"/>
                </a:cubicBezTo>
                <a:lnTo>
                  <a:pt x="211330" y="170112"/>
                </a:lnTo>
                <a:lnTo>
                  <a:pt x="167430" y="170112"/>
                </a:lnTo>
                <a:lnTo>
                  <a:pt x="167430" y="166728"/>
                </a:lnTo>
                <a:lnTo>
                  <a:pt x="169716" y="166728"/>
                </a:lnTo>
                <a:cubicBezTo>
                  <a:pt x="173070" y="166789"/>
                  <a:pt x="175935" y="166148"/>
                  <a:pt x="178313" y="164805"/>
                </a:cubicBezTo>
                <a:cubicBezTo>
                  <a:pt x="179472" y="164134"/>
                  <a:pt x="180371" y="163051"/>
                  <a:pt x="181011" y="161555"/>
                </a:cubicBezTo>
                <a:cubicBezTo>
                  <a:pt x="181651" y="160061"/>
                  <a:pt x="181972" y="156264"/>
                  <a:pt x="181972" y="150163"/>
                </a:cubicBezTo>
                <a:lnTo>
                  <a:pt x="181972" y="70900"/>
                </a:lnTo>
                <a:cubicBezTo>
                  <a:pt x="181972" y="65470"/>
                  <a:pt x="181728" y="62023"/>
                  <a:pt x="181240" y="60560"/>
                </a:cubicBezTo>
                <a:cubicBezTo>
                  <a:pt x="180752" y="59094"/>
                  <a:pt x="179975" y="57996"/>
                  <a:pt x="178908" y="57264"/>
                </a:cubicBezTo>
                <a:cubicBezTo>
                  <a:pt x="177841" y="56531"/>
                  <a:pt x="176393" y="56164"/>
                  <a:pt x="174563" y="56164"/>
                </a:cubicBezTo>
                <a:cubicBezTo>
                  <a:pt x="173100" y="56164"/>
                  <a:pt x="171240" y="56591"/>
                  <a:pt x="168984" y="57444"/>
                </a:cubicBezTo>
                <a:lnTo>
                  <a:pt x="167887" y="54518"/>
                </a:lnTo>
                <a:moveTo>
                  <a:pt x="197154" y="69217"/>
                </a:moveTo>
                <a:lnTo>
                  <a:pt x="197154" y="100455"/>
                </a:lnTo>
                <a:cubicBezTo>
                  <a:pt x="197154" y="107216"/>
                  <a:pt x="197428" y="111661"/>
                  <a:pt x="197977" y="113791"/>
                </a:cubicBezTo>
                <a:cubicBezTo>
                  <a:pt x="198830" y="117324"/>
                  <a:pt x="200919" y="120429"/>
                  <a:pt x="204242" y="123108"/>
                </a:cubicBezTo>
                <a:cubicBezTo>
                  <a:pt x="207565" y="125787"/>
                  <a:pt x="211756" y="127127"/>
                  <a:pt x="216817" y="127127"/>
                </a:cubicBezTo>
                <a:cubicBezTo>
                  <a:pt x="222914" y="127127"/>
                  <a:pt x="227853" y="124752"/>
                  <a:pt x="231633" y="120002"/>
                </a:cubicBezTo>
                <a:cubicBezTo>
                  <a:pt x="236572" y="113792"/>
                  <a:pt x="239041" y="105054"/>
                  <a:pt x="239041" y="93787"/>
                </a:cubicBezTo>
                <a:cubicBezTo>
                  <a:pt x="239041" y="81000"/>
                  <a:pt x="236237" y="71167"/>
                  <a:pt x="230627" y="64286"/>
                </a:cubicBezTo>
                <a:cubicBezTo>
                  <a:pt x="226725" y="59536"/>
                  <a:pt x="222091" y="57161"/>
                  <a:pt x="216726" y="57161"/>
                </a:cubicBezTo>
                <a:cubicBezTo>
                  <a:pt x="213799" y="57161"/>
                  <a:pt x="210903" y="57892"/>
                  <a:pt x="208037" y="59353"/>
                </a:cubicBezTo>
                <a:cubicBezTo>
                  <a:pt x="205842" y="60449"/>
                  <a:pt x="202214" y="63737"/>
                  <a:pt x="197154" y="69217"/>
                </a:cubicBezTo>
                <a:close/>
                <a:moveTo>
                  <a:pt x="281661" y="77922"/>
                </a:moveTo>
                <a:cubicBezTo>
                  <a:pt x="281600" y="90332"/>
                  <a:pt x="284618" y="100066"/>
                  <a:pt x="290715" y="107123"/>
                </a:cubicBezTo>
                <a:cubicBezTo>
                  <a:pt x="296812" y="114179"/>
                  <a:pt x="303976" y="117707"/>
                  <a:pt x="312208" y="117707"/>
                </a:cubicBezTo>
                <a:cubicBezTo>
                  <a:pt x="317695" y="117707"/>
                  <a:pt x="322466" y="116198"/>
                  <a:pt x="326521" y="113179"/>
                </a:cubicBezTo>
                <a:cubicBezTo>
                  <a:pt x="330575" y="110161"/>
                  <a:pt x="333975" y="104994"/>
                  <a:pt x="336718" y="97677"/>
                </a:cubicBezTo>
                <a:lnTo>
                  <a:pt x="339554" y="99506"/>
                </a:lnTo>
                <a:cubicBezTo>
                  <a:pt x="338273" y="107860"/>
                  <a:pt x="334554" y="115466"/>
                  <a:pt x="328396" y="122325"/>
                </a:cubicBezTo>
                <a:cubicBezTo>
                  <a:pt x="322238" y="129185"/>
                  <a:pt x="314525" y="132614"/>
                  <a:pt x="305257" y="132614"/>
                </a:cubicBezTo>
                <a:cubicBezTo>
                  <a:pt x="295196" y="132614"/>
                  <a:pt x="286584" y="128705"/>
                  <a:pt x="279420" y="120888"/>
                </a:cubicBezTo>
                <a:cubicBezTo>
                  <a:pt x="272256" y="113068"/>
                  <a:pt x="268674" y="102556"/>
                  <a:pt x="268674" y="89352"/>
                </a:cubicBezTo>
                <a:cubicBezTo>
                  <a:pt x="268674" y="75054"/>
                  <a:pt x="272347" y="63904"/>
                  <a:pt x="279694" y="55904"/>
                </a:cubicBezTo>
                <a:cubicBezTo>
                  <a:pt x="287041" y="47901"/>
                  <a:pt x="296263" y="43900"/>
                  <a:pt x="307360" y="43900"/>
                </a:cubicBezTo>
                <a:cubicBezTo>
                  <a:pt x="316750" y="43900"/>
                  <a:pt x="324463" y="46987"/>
                  <a:pt x="330499" y="53160"/>
                </a:cubicBezTo>
                <a:cubicBezTo>
                  <a:pt x="336535" y="59332"/>
                  <a:pt x="339554" y="67586"/>
                  <a:pt x="339554" y="77922"/>
                </a:cubicBezTo>
                <a:lnTo>
                  <a:pt x="281661" y="77922"/>
                </a:lnTo>
                <a:moveTo>
                  <a:pt x="281661" y="72618"/>
                </a:moveTo>
                <a:lnTo>
                  <a:pt x="320439" y="72618"/>
                </a:lnTo>
                <a:cubicBezTo>
                  <a:pt x="320134" y="67252"/>
                  <a:pt x="319494" y="63472"/>
                  <a:pt x="318518" y="61277"/>
                </a:cubicBezTo>
                <a:cubicBezTo>
                  <a:pt x="316994" y="57863"/>
                  <a:pt x="314723" y="55180"/>
                  <a:pt x="311705" y="53229"/>
                </a:cubicBezTo>
                <a:cubicBezTo>
                  <a:pt x="308686" y="51278"/>
                  <a:pt x="305531" y="50302"/>
                  <a:pt x="302239" y="50302"/>
                </a:cubicBezTo>
                <a:cubicBezTo>
                  <a:pt x="297178" y="50302"/>
                  <a:pt x="292651" y="52268"/>
                  <a:pt x="288657" y="56201"/>
                </a:cubicBezTo>
                <a:cubicBezTo>
                  <a:pt x="284663" y="60134"/>
                  <a:pt x="282331" y="65606"/>
                  <a:pt x="281661" y="72618"/>
                </a:cubicBezTo>
                <a:close/>
                <a:moveTo>
                  <a:pt x="398207" y="117981"/>
                </a:moveTo>
                <a:cubicBezTo>
                  <a:pt x="389610" y="124627"/>
                  <a:pt x="384214" y="128468"/>
                  <a:pt x="382019" y="129505"/>
                </a:cubicBezTo>
                <a:cubicBezTo>
                  <a:pt x="378726" y="131090"/>
                  <a:pt x="375220" y="131883"/>
                  <a:pt x="371501" y="131883"/>
                </a:cubicBezTo>
                <a:cubicBezTo>
                  <a:pt x="365709" y="131883"/>
                  <a:pt x="360937" y="129901"/>
                  <a:pt x="357188" y="125938"/>
                </a:cubicBezTo>
                <a:cubicBezTo>
                  <a:pt x="353438" y="121975"/>
                  <a:pt x="351563" y="116762"/>
                  <a:pt x="351563" y="110299"/>
                </a:cubicBezTo>
                <a:cubicBezTo>
                  <a:pt x="351563" y="106213"/>
                  <a:pt x="352478" y="102677"/>
                  <a:pt x="354307" y="99689"/>
                </a:cubicBezTo>
                <a:cubicBezTo>
                  <a:pt x="356807" y="95543"/>
                  <a:pt x="361151" y="91641"/>
                  <a:pt x="367340" y="87983"/>
                </a:cubicBezTo>
                <a:cubicBezTo>
                  <a:pt x="373528" y="84324"/>
                  <a:pt x="383817" y="79873"/>
                  <a:pt x="398207" y="74630"/>
                </a:cubicBezTo>
                <a:lnTo>
                  <a:pt x="398207" y="71337"/>
                </a:lnTo>
                <a:cubicBezTo>
                  <a:pt x="398207" y="62984"/>
                  <a:pt x="396881" y="57253"/>
                  <a:pt x="394228" y="54143"/>
                </a:cubicBezTo>
                <a:cubicBezTo>
                  <a:pt x="391576" y="51034"/>
                  <a:pt x="387719" y="49479"/>
                  <a:pt x="382659" y="49479"/>
                </a:cubicBezTo>
                <a:cubicBezTo>
                  <a:pt x="378818" y="49479"/>
                  <a:pt x="375769" y="50512"/>
                  <a:pt x="373513" y="52577"/>
                </a:cubicBezTo>
                <a:cubicBezTo>
                  <a:pt x="371196" y="54642"/>
                  <a:pt x="370038" y="57012"/>
                  <a:pt x="370038" y="59685"/>
                </a:cubicBezTo>
                <a:lnTo>
                  <a:pt x="370220" y="64970"/>
                </a:lnTo>
                <a:cubicBezTo>
                  <a:pt x="370220" y="67763"/>
                  <a:pt x="369504" y="69919"/>
                  <a:pt x="368071" y="71437"/>
                </a:cubicBezTo>
                <a:cubicBezTo>
                  <a:pt x="366638" y="72956"/>
                  <a:pt x="364763" y="73715"/>
                  <a:pt x="362447" y="73715"/>
                </a:cubicBezTo>
                <a:cubicBezTo>
                  <a:pt x="360191" y="73715"/>
                  <a:pt x="358346" y="72925"/>
                  <a:pt x="356913" y="71346"/>
                </a:cubicBezTo>
                <a:cubicBezTo>
                  <a:pt x="355480" y="69764"/>
                  <a:pt x="354764" y="67606"/>
                  <a:pt x="354764" y="64870"/>
                </a:cubicBezTo>
                <a:cubicBezTo>
                  <a:pt x="354764" y="59643"/>
                  <a:pt x="357447" y="54842"/>
                  <a:pt x="362812" y="50465"/>
                </a:cubicBezTo>
                <a:cubicBezTo>
                  <a:pt x="368178" y="46088"/>
                  <a:pt x="375708" y="43900"/>
                  <a:pt x="385403" y="43900"/>
                </a:cubicBezTo>
                <a:cubicBezTo>
                  <a:pt x="392841" y="43900"/>
                  <a:pt x="398938" y="45148"/>
                  <a:pt x="403694" y="47644"/>
                </a:cubicBezTo>
                <a:cubicBezTo>
                  <a:pt x="407291" y="49532"/>
                  <a:pt x="409944" y="52486"/>
                  <a:pt x="411651" y="56507"/>
                </a:cubicBezTo>
                <a:cubicBezTo>
                  <a:pt x="412748" y="59125"/>
                  <a:pt x="413297" y="64484"/>
                  <a:pt x="413297" y="72583"/>
                </a:cubicBezTo>
                <a:lnTo>
                  <a:pt x="413297" y="100993"/>
                </a:lnTo>
                <a:cubicBezTo>
                  <a:pt x="413297" y="108970"/>
                  <a:pt x="413450" y="113858"/>
                  <a:pt x="413755" y="115655"/>
                </a:cubicBezTo>
                <a:cubicBezTo>
                  <a:pt x="414059" y="117451"/>
                  <a:pt x="414562" y="118655"/>
                  <a:pt x="415264" y="119264"/>
                </a:cubicBezTo>
                <a:cubicBezTo>
                  <a:pt x="415965" y="119872"/>
                  <a:pt x="416773" y="120176"/>
                  <a:pt x="417687" y="120176"/>
                </a:cubicBezTo>
                <a:cubicBezTo>
                  <a:pt x="418663" y="120176"/>
                  <a:pt x="419516" y="119963"/>
                  <a:pt x="420248" y="119536"/>
                </a:cubicBezTo>
                <a:cubicBezTo>
                  <a:pt x="421528" y="118743"/>
                  <a:pt x="423998" y="116518"/>
                  <a:pt x="427656" y="112859"/>
                </a:cubicBezTo>
                <a:lnTo>
                  <a:pt x="427656" y="117981"/>
                </a:lnTo>
                <a:cubicBezTo>
                  <a:pt x="420827" y="127127"/>
                  <a:pt x="414303" y="131700"/>
                  <a:pt x="408084" y="131700"/>
                </a:cubicBezTo>
                <a:cubicBezTo>
                  <a:pt x="405096" y="131700"/>
                  <a:pt x="402719" y="130663"/>
                  <a:pt x="400950" y="128590"/>
                </a:cubicBezTo>
                <a:cubicBezTo>
                  <a:pt x="399182" y="126517"/>
                  <a:pt x="398268" y="122981"/>
                  <a:pt x="398207" y="117981"/>
                </a:cubicBezTo>
                <a:moveTo>
                  <a:pt x="398207" y="111985"/>
                </a:moveTo>
                <a:lnTo>
                  <a:pt x="398207" y="80209"/>
                </a:lnTo>
                <a:cubicBezTo>
                  <a:pt x="389000" y="83850"/>
                  <a:pt x="383055" y="86430"/>
                  <a:pt x="380372" y="87948"/>
                </a:cubicBezTo>
                <a:cubicBezTo>
                  <a:pt x="375556" y="90620"/>
                  <a:pt x="372111" y="93412"/>
                  <a:pt x="370038" y="96325"/>
                </a:cubicBezTo>
                <a:cubicBezTo>
                  <a:pt x="367964" y="99239"/>
                  <a:pt x="366928" y="102425"/>
                  <a:pt x="366928" y="105886"/>
                </a:cubicBezTo>
                <a:cubicBezTo>
                  <a:pt x="366928" y="110257"/>
                  <a:pt x="368239" y="113883"/>
                  <a:pt x="370861" y="116766"/>
                </a:cubicBezTo>
                <a:cubicBezTo>
                  <a:pt x="373482" y="119649"/>
                  <a:pt x="376501" y="121091"/>
                  <a:pt x="379915" y="121091"/>
                </a:cubicBezTo>
                <a:cubicBezTo>
                  <a:pt x="384549" y="121091"/>
                  <a:pt x="390646" y="118055"/>
                  <a:pt x="398207" y="111985"/>
                </a:cubicBezTo>
                <a:close/>
                <a:moveTo>
                  <a:pt x="458690" y="0"/>
                </a:moveTo>
                <a:lnTo>
                  <a:pt x="458690" y="83318"/>
                </a:lnTo>
                <a:lnTo>
                  <a:pt x="479999" y="63929"/>
                </a:lnTo>
                <a:cubicBezTo>
                  <a:pt x="484511" y="59783"/>
                  <a:pt x="487133" y="57161"/>
                  <a:pt x="487865" y="56064"/>
                </a:cubicBezTo>
                <a:cubicBezTo>
                  <a:pt x="488353" y="55332"/>
                  <a:pt x="488597" y="54601"/>
                  <a:pt x="488597" y="53869"/>
                </a:cubicBezTo>
                <a:cubicBezTo>
                  <a:pt x="488597" y="52649"/>
                  <a:pt x="488094" y="51598"/>
                  <a:pt x="487087" y="50714"/>
                </a:cubicBezTo>
                <a:cubicBezTo>
                  <a:pt x="486081" y="49829"/>
                  <a:pt x="484420" y="49326"/>
                  <a:pt x="482103" y="49204"/>
                </a:cubicBezTo>
                <a:lnTo>
                  <a:pt x="482103" y="46278"/>
                </a:lnTo>
                <a:lnTo>
                  <a:pt x="518503" y="46278"/>
                </a:lnTo>
                <a:lnTo>
                  <a:pt x="518503" y="49204"/>
                </a:lnTo>
                <a:cubicBezTo>
                  <a:pt x="513504" y="49326"/>
                  <a:pt x="509342" y="50089"/>
                  <a:pt x="506019" y="51491"/>
                </a:cubicBezTo>
                <a:cubicBezTo>
                  <a:pt x="502696" y="52893"/>
                  <a:pt x="499053" y="55393"/>
                  <a:pt x="495090" y="58991"/>
                </a:cubicBezTo>
                <a:lnTo>
                  <a:pt x="473597" y="78837"/>
                </a:lnTo>
                <a:lnTo>
                  <a:pt x="495090" y="105949"/>
                </a:lnTo>
                <a:cubicBezTo>
                  <a:pt x="501065" y="113433"/>
                  <a:pt x="505089" y="118179"/>
                  <a:pt x="507163" y="120187"/>
                </a:cubicBezTo>
                <a:cubicBezTo>
                  <a:pt x="510089" y="123047"/>
                  <a:pt x="512650" y="124904"/>
                  <a:pt x="514845" y="125758"/>
                </a:cubicBezTo>
                <a:cubicBezTo>
                  <a:pt x="516369" y="126366"/>
                  <a:pt x="519022" y="126670"/>
                  <a:pt x="522802" y="126670"/>
                </a:cubicBezTo>
                <a:lnTo>
                  <a:pt x="522802" y="130053"/>
                </a:lnTo>
                <a:lnTo>
                  <a:pt x="482103" y="130053"/>
                </a:lnTo>
                <a:lnTo>
                  <a:pt x="482103" y="126670"/>
                </a:lnTo>
                <a:cubicBezTo>
                  <a:pt x="484420" y="126609"/>
                  <a:pt x="485990" y="126259"/>
                  <a:pt x="486813" y="125621"/>
                </a:cubicBezTo>
                <a:cubicBezTo>
                  <a:pt x="487636" y="124980"/>
                  <a:pt x="488048" y="124083"/>
                  <a:pt x="488048" y="122928"/>
                </a:cubicBezTo>
                <a:cubicBezTo>
                  <a:pt x="488048" y="121528"/>
                  <a:pt x="486828" y="119277"/>
                  <a:pt x="484389" y="116175"/>
                </a:cubicBezTo>
                <a:lnTo>
                  <a:pt x="458690" y="83410"/>
                </a:lnTo>
                <a:lnTo>
                  <a:pt x="458690" y="111153"/>
                </a:lnTo>
                <a:cubicBezTo>
                  <a:pt x="458690" y="116568"/>
                  <a:pt x="459071" y="120128"/>
                  <a:pt x="459833" y="121834"/>
                </a:cubicBezTo>
                <a:cubicBezTo>
                  <a:pt x="460595" y="123537"/>
                  <a:pt x="461677" y="124754"/>
                  <a:pt x="463080" y="125483"/>
                </a:cubicBezTo>
                <a:cubicBezTo>
                  <a:pt x="464482" y="126213"/>
                  <a:pt x="467531" y="126609"/>
                  <a:pt x="472226" y="126670"/>
                </a:cubicBezTo>
                <a:lnTo>
                  <a:pt x="472226" y="130053"/>
                </a:lnTo>
                <a:lnTo>
                  <a:pt x="429606" y="130053"/>
                </a:lnTo>
                <a:lnTo>
                  <a:pt x="429606" y="126670"/>
                </a:lnTo>
                <a:cubicBezTo>
                  <a:pt x="433874" y="126670"/>
                  <a:pt x="437075" y="126151"/>
                  <a:pt x="439209" y="125115"/>
                </a:cubicBezTo>
                <a:cubicBezTo>
                  <a:pt x="440490" y="124446"/>
                  <a:pt x="441465" y="123410"/>
                  <a:pt x="442136" y="122008"/>
                </a:cubicBezTo>
                <a:cubicBezTo>
                  <a:pt x="443050" y="119998"/>
                  <a:pt x="443508" y="116525"/>
                  <a:pt x="443508" y="111590"/>
                </a:cubicBezTo>
                <a:lnTo>
                  <a:pt x="443508" y="35369"/>
                </a:lnTo>
                <a:cubicBezTo>
                  <a:pt x="443508" y="25682"/>
                  <a:pt x="443294" y="19757"/>
                  <a:pt x="442867" y="17594"/>
                </a:cubicBezTo>
                <a:cubicBezTo>
                  <a:pt x="442441" y="15430"/>
                  <a:pt x="441739" y="13937"/>
                  <a:pt x="440764" y="13116"/>
                </a:cubicBezTo>
                <a:cubicBezTo>
                  <a:pt x="439788" y="12293"/>
                  <a:pt x="438508" y="11881"/>
                  <a:pt x="436923" y="11881"/>
                </a:cubicBezTo>
                <a:cubicBezTo>
                  <a:pt x="435642" y="11881"/>
                  <a:pt x="433722" y="12399"/>
                  <a:pt x="431161" y="13436"/>
                </a:cubicBezTo>
                <a:lnTo>
                  <a:pt x="429606" y="10235"/>
                </a:lnTo>
                <a:lnTo>
                  <a:pt x="454483" y="0"/>
                </a:lnTo>
                <a:lnTo>
                  <a:pt x="458690" y="0"/>
                </a:lnTo>
                <a:close/>
                <a:moveTo>
                  <a:pt x="541642" y="77922"/>
                </a:moveTo>
                <a:cubicBezTo>
                  <a:pt x="541581" y="90332"/>
                  <a:pt x="544599" y="100066"/>
                  <a:pt x="550696" y="107123"/>
                </a:cubicBezTo>
                <a:cubicBezTo>
                  <a:pt x="556793" y="114179"/>
                  <a:pt x="563957" y="117707"/>
                  <a:pt x="572189" y="117707"/>
                </a:cubicBezTo>
                <a:cubicBezTo>
                  <a:pt x="577676" y="117707"/>
                  <a:pt x="582447" y="116198"/>
                  <a:pt x="586502" y="113179"/>
                </a:cubicBezTo>
                <a:cubicBezTo>
                  <a:pt x="590557" y="110161"/>
                  <a:pt x="593956" y="104994"/>
                  <a:pt x="596699" y="97677"/>
                </a:cubicBezTo>
                <a:lnTo>
                  <a:pt x="599535" y="99506"/>
                </a:lnTo>
                <a:cubicBezTo>
                  <a:pt x="598254" y="107860"/>
                  <a:pt x="594535" y="115466"/>
                  <a:pt x="588377" y="122325"/>
                </a:cubicBezTo>
                <a:cubicBezTo>
                  <a:pt x="582219" y="129185"/>
                  <a:pt x="574506" y="132614"/>
                  <a:pt x="565238" y="132614"/>
                </a:cubicBezTo>
                <a:cubicBezTo>
                  <a:pt x="555177" y="132614"/>
                  <a:pt x="546565" y="128705"/>
                  <a:pt x="539401" y="120888"/>
                </a:cubicBezTo>
                <a:cubicBezTo>
                  <a:pt x="532237" y="113068"/>
                  <a:pt x="528655" y="102556"/>
                  <a:pt x="528655" y="89352"/>
                </a:cubicBezTo>
                <a:cubicBezTo>
                  <a:pt x="528655" y="75054"/>
                  <a:pt x="532328" y="63904"/>
                  <a:pt x="539675" y="55904"/>
                </a:cubicBezTo>
                <a:cubicBezTo>
                  <a:pt x="547022" y="47901"/>
                  <a:pt x="556244" y="43900"/>
                  <a:pt x="567341" y="43900"/>
                </a:cubicBezTo>
                <a:cubicBezTo>
                  <a:pt x="576731" y="43900"/>
                  <a:pt x="584444" y="46987"/>
                  <a:pt x="590480" y="53160"/>
                </a:cubicBezTo>
                <a:cubicBezTo>
                  <a:pt x="596517" y="59332"/>
                  <a:pt x="599535" y="67586"/>
                  <a:pt x="599535" y="77922"/>
                </a:cubicBezTo>
                <a:lnTo>
                  <a:pt x="541642" y="77922"/>
                </a:lnTo>
                <a:moveTo>
                  <a:pt x="541642" y="72618"/>
                </a:moveTo>
                <a:lnTo>
                  <a:pt x="580420" y="72618"/>
                </a:lnTo>
                <a:cubicBezTo>
                  <a:pt x="580115" y="67252"/>
                  <a:pt x="579475" y="63472"/>
                  <a:pt x="578499" y="61277"/>
                </a:cubicBezTo>
                <a:cubicBezTo>
                  <a:pt x="576975" y="57863"/>
                  <a:pt x="574704" y="55180"/>
                  <a:pt x="571686" y="53229"/>
                </a:cubicBezTo>
                <a:cubicBezTo>
                  <a:pt x="568668" y="51278"/>
                  <a:pt x="565512" y="50302"/>
                  <a:pt x="562220" y="50302"/>
                </a:cubicBezTo>
                <a:cubicBezTo>
                  <a:pt x="557159" y="50302"/>
                  <a:pt x="552632" y="52268"/>
                  <a:pt x="548638" y="56201"/>
                </a:cubicBezTo>
                <a:cubicBezTo>
                  <a:pt x="544645" y="60134"/>
                  <a:pt x="542312" y="65606"/>
                  <a:pt x="541642" y="72618"/>
                </a:cubicBezTo>
                <a:close/>
                <a:moveTo>
                  <a:pt x="635232" y="43900"/>
                </a:moveTo>
                <a:lnTo>
                  <a:pt x="635232" y="62740"/>
                </a:lnTo>
                <a:cubicBezTo>
                  <a:pt x="642244" y="50180"/>
                  <a:pt x="649438" y="43900"/>
                  <a:pt x="656816" y="43900"/>
                </a:cubicBezTo>
                <a:cubicBezTo>
                  <a:pt x="660169" y="43900"/>
                  <a:pt x="662944" y="44921"/>
                  <a:pt x="665139" y="46964"/>
                </a:cubicBezTo>
                <a:cubicBezTo>
                  <a:pt x="667334" y="49006"/>
                  <a:pt x="668431" y="51369"/>
                  <a:pt x="668431" y="54052"/>
                </a:cubicBezTo>
                <a:cubicBezTo>
                  <a:pt x="668431" y="56430"/>
                  <a:pt x="667638" y="58442"/>
                  <a:pt x="666053" y="60088"/>
                </a:cubicBezTo>
                <a:cubicBezTo>
                  <a:pt x="664468" y="61734"/>
                  <a:pt x="662578" y="62557"/>
                  <a:pt x="660383" y="62557"/>
                </a:cubicBezTo>
                <a:cubicBezTo>
                  <a:pt x="658249" y="62557"/>
                  <a:pt x="655856" y="61506"/>
                  <a:pt x="653203" y="59402"/>
                </a:cubicBezTo>
                <a:cubicBezTo>
                  <a:pt x="650551" y="57299"/>
                  <a:pt x="648585" y="56247"/>
                  <a:pt x="647304" y="56247"/>
                </a:cubicBezTo>
                <a:cubicBezTo>
                  <a:pt x="646207" y="56247"/>
                  <a:pt x="645018" y="56855"/>
                  <a:pt x="643737" y="58070"/>
                </a:cubicBezTo>
                <a:cubicBezTo>
                  <a:pt x="640994" y="60564"/>
                  <a:pt x="638158" y="64669"/>
                  <a:pt x="635232" y="70386"/>
                </a:cubicBezTo>
                <a:lnTo>
                  <a:pt x="635232" y="110433"/>
                </a:lnTo>
                <a:cubicBezTo>
                  <a:pt x="635232" y="115053"/>
                  <a:pt x="635811" y="118550"/>
                  <a:pt x="636969" y="120922"/>
                </a:cubicBezTo>
                <a:cubicBezTo>
                  <a:pt x="637762" y="122564"/>
                  <a:pt x="639164" y="123933"/>
                  <a:pt x="641177" y="125029"/>
                </a:cubicBezTo>
                <a:cubicBezTo>
                  <a:pt x="643189" y="126123"/>
                  <a:pt x="646085" y="126670"/>
                  <a:pt x="649865" y="126670"/>
                </a:cubicBezTo>
                <a:lnTo>
                  <a:pt x="649865" y="130053"/>
                </a:lnTo>
                <a:lnTo>
                  <a:pt x="606971" y="130053"/>
                </a:lnTo>
                <a:lnTo>
                  <a:pt x="606971" y="126670"/>
                </a:lnTo>
                <a:cubicBezTo>
                  <a:pt x="611239" y="126670"/>
                  <a:pt x="614410" y="126001"/>
                  <a:pt x="616483" y="124663"/>
                </a:cubicBezTo>
                <a:cubicBezTo>
                  <a:pt x="618007" y="123690"/>
                  <a:pt x="619074" y="122138"/>
                  <a:pt x="619684" y="120007"/>
                </a:cubicBezTo>
                <a:cubicBezTo>
                  <a:pt x="619989" y="118973"/>
                  <a:pt x="620141" y="116022"/>
                  <a:pt x="620141" y="111156"/>
                </a:cubicBezTo>
                <a:lnTo>
                  <a:pt x="620141" y="78760"/>
                </a:lnTo>
                <a:cubicBezTo>
                  <a:pt x="620141" y="69025"/>
                  <a:pt x="619943" y="63231"/>
                  <a:pt x="619547" y="61377"/>
                </a:cubicBezTo>
                <a:cubicBezTo>
                  <a:pt x="619150" y="59521"/>
                  <a:pt x="618419" y="58167"/>
                  <a:pt x="617352" y="57316"/>
                </a:cubicBezTo>
                <a:cubicBezTo>
                  <a:pt x="616285" y="56464"/>
                  <a:pt x="614959" y="56038"/>
                  <a:pt x="613373" y="56038"/>
                </a:cubicBezTo>
                <a:cubicBezTo>
                  <a:pt x="611483" y="56038"/>
                  <a:pt x="609349" y="56494"/>
                  <a:pt x="606971" y="57407"/>
                </a:cubicBezTo>
                <a:lnTo>
                  <a:pt x="606057" y="54120"/>
                </a:lnTo>
                <a:lnTo>
                  <a:pt x="631390" y="43900"/>
                </a:lnTo>
                <a:lnTo>
                  <a:pt x="635232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05509-1DC6-476C-B669-C4F47A2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631" y="392968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D07E5-592A-4569-AC3F-2FAAF3A6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631" y="392968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9673A6"/>
            </a:solidFill>
            <a:miter/>
          </a:ln>
        </p:spPr>
      </p:sp>
      <p:sp>
        <p:nvSpPr>
          <p:cNvPr id="251" name="Text _at">
            <a:extLst xmlns:a="http://schemas.openxmlformats.org/drawingml/2006/main">
              <a:ext uri="{FF2B5EF4-FFF2-40B4-BE49-F238E27FC236}">
                <a16:creationId xmlns:a16="http://schemas.microsoft.com/office/drawing/2014/main" id="{204797FB-CB61-466A-9C98-8E890AAE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916" y="4040716"/>
            <a:ext cx="230686" cy="151821"/>
          </a:xfrm>
          <a:custGeom xmlns:a="http://schemas.openxmlformats.org/drawingml/2006/main">
            <a:pathLst>
              <a:path w="230686" h="151821">
                <a:moveTo>
                  <a:pt x="96854" y="151821"/>
                </a:moveTo>
                <a:lnTo>
                  <a:pt x="0" y="151821"/>
                </a:lnTo>
                <a:lnTo>
                  <a:pt x="0" y="144229"/>
                </a:lnTo>
                <a:lnTo>
                  <a:pt x="96854" y="144229"/>
                </a:lnTo>
                <a:lnTo>
                  <a:pt x="96854" y="151821"/>
                </a:lnTo>
                <a:close/>
                <a:moveTo>
                  <a:pt x="148528" y="99324"/>
                </a:moveTo>
                <a:cubicBezTo>
                  <a:pt x="139931" y="105969"/>
                  <a:pt x="134535" y="109811"/>
                  <a:pt x="132340" y="110847"/>
                </a:cubicBezTo>
                <a:cubicBezTo>
                  <a:pt x="129047" y="112433"/>
                  <a:pt x="125541" y="113225"/>
                  <a:pt x="121822" y="113225"/>
                </a:cubicBezTo>
                <a:cubicBezTo>
                  <a:pt x="116030" y="113225"/>
                  <a:pt x="111259" y="111244"/>
                  <a:pt x="107509" y="107280"/>
                </a:cubicBezTo>
                <a:cubicBezTo>
                  <a:pt x="103759" y="103317"/>
                  <a:pt x="101884" y="98104"/>
                  <a:pt x="101884" y="91641"/>
                </a:cubicBezTo>
                <a:cubicBezTo>
                  <a:pt x="101884" y="87556"/>
                  <a:pt x="102799" y="84020"/>
                  <a:pt x="104628" y="81032"/>
                </a:cubicBezTo>
                <a:cubicBezTo>
                  <a:pt x="107128" y="76886"/>
                  <a:pt x="111472" y="72984"/>
                  <a:pt x="117661" y="69325"/>
                </a:cubicBezTo>
                <a:cubicBezTo>
                  <a:pt x="123849" y="65667"/>
                  <a:pt x="134138" y="61216"/>
                  <a:pt x="148528" y="55972"/>
                </a:cubicBezTo>
                <a:lnTo>
                  <a:pt x="148528" y="52680"/>
                </a:lnTo>
                <a:cubicBezTo>
                  <a:pt x="148528" y="44327"/>
                  <a:pt x="147202" y="38595"/>
                  <a:pt x="144549" y="35486"/>
                </a:cubicBezTo>
                <a:cubicBezTo>
                  <a:pt x="141897" y="32376"/>
                  <a:pt x="138041" y="30821"/>
                  <a:pt x="132980" y="30821"/>
                </a:cubicBezTo>
                <a:cubicBezTo>
                  <a:pt x="129139" y="30821"/>
                  <a:pt x="126090" y="31854"/>
                  <a:pt x="123834" y="33920"/>
                </a:cubicBezTo>
                <a:cubicBezTo>
                  <a:pt x="121517" y="35985"/>
                  <a:pt x="120359" y="38354"/>
                  <a:pt x="120359" y="41028"/>
                </a:cubicBezTo>
                <a:lnTo>
                  <a:pt x="120542" y="46312"/>
                </a:lnTo>
                <a:cubicBezTo>
                  <a:pt x="120542" y="49105"/>
                  <a:pt x="119825" y="51261"/>
                  <a:pt x="118392" y="52780"/>
                </a:cubicBezTo>
                <a:cubicBezTo>
                  <a:pt x="116959" y="54299"/>
                  <a:pt x="115085" y="55058"/>
                  <a:pt x="112768" y="55058"/>
                </a:cubicBezTo>
                <a:cubicBezTo>
                  <a:pt x="110512" y="55058"/>
                  <a:pt x="108667" y="54268"/>
                  <a:pt x="107234" y="52688"/>
                </a:cubicBezTo>
                <a:cubicBezTo>
                  <a:pt x="105802" y="51107"/>
                  <a:pt x="105085" y="48948"/>
                  <a:pt x="105085" y="46212"/>
                </a:cubicBezTo>
                <a:cubicBezTo>
                  <a:pt x="105085" y="40986"/>
                  <a:pt x="107768" y="36184"/>
                  <a:pt x="113133" y="31807"/>
                </a:cubicBezTo>
                <a:cubicBezTo>
                  <a:pt x="118499" y="27431"/>
                  <a:pt x="126029" y="25242"/>
                  <a:pt x="135724" y="25242"/>
                </a:cubicBezTo>
                <a:cubicBezTo>
                  <a:pt x="143162" y="25242"/>
                  <a:pt x="149259" y="26490"/>
                  <a:pt x="154015" y="28987"/>
                </a:cubicBezTo>
                <a:cubicBezTo>
                  <a:pt x="157613" y="30875"/>
                  <a:pt x="160265" y="33829"/>
                  <a:pt x="161972" y="37849"/>
                </a:cubicBezTo>
                <a:cubicBezTo>
                  <a:pt x="163070" y="40467"/>
                  <a:pt x="163618" y="45826"/>
                  <a:pt x="163618" y="53926"/>
                </a:cubicBezTo>
                <a:lnTo>
                  <a:pt x="163618" y="82335"/>
                </a:lnTo>
                <a:cubicBezTo>
                  <a:pt x="163618" y="90313"/>
                  <a:pt x="163771" y="95200"/>
                  <a:pt x="164076" y="96997"/>
                </a:cubicBezTo>
                <a:cubicBezTo>
                  <a:pt x="164380" y="98794"/>
                  <a:pt x="164883" y="99997"/>
                  <a:pt x="165585" y="100607"/>
                </a:cubicBezTo>
                <a:cubicBezTo>
                  <a:pt x="166286" y="101215"/>
                  <a:pt x="167094" y="101519"/>
                  <a:pt x="168008" y="101519"/>
                </a:cubicBezTo>
                <a:cubicBezTo>
                  <a:pt x="168984" y="101519"/>
                  <a:pt x="169837" y="101305"/>
                  <a:pt x="170569" y="100878"/>
                </a:cubicBezTo>
                <a:cubicBezTo>
                  <a:pt x="171850" y="100086"/>
                  <a:pt x="174319" y="97860"/>
                  <a:pt x="177977" y="94202"/>
                </a:cubicBezTo>
                <a:lnTo>
                  <a:pt x="177977" y="99324"/>
                </a:lnTo>
                <a:cubicBezTo>
                  <a:pt x="171148" y="108469"/>
                  <a:pt x="164624" y="113042"/>
                  <a:pt x="158405" y="113042"/>
                </a:cubicBezTo>
                <a:cubicBezTo>
                  <a:pt x="155418" y="113042"/>
                  <a:pt x="153040" y="112006"/>
                  <a:pt x="151271" y="109933"/>
                </a:cubicBezTo>
                <a:cubicBezTo>
                  <a:pt x="149503" y="107860"/>
                  <a:pt x="148589" y="104323"/>
                  <a:pt x="148528" y="99324"/>
                </a:cubicBezTo>
                <a:moveTo>
                  <a:pt x="148528" y="93327"/>
                </a:moveTo>
                <a:lnTo>
                  <a:pt x="148528" y="61551"/>
                </a:lnTo>
                <a:cubicBezTo>
                  <a:pt x="139321" y="65193"/>
                  <a:pt x="133376" y="67772"/>
                  <a:pt x="130693" y="69291"/>
                </a:cubicBezTo>
                <a:cubicBezTo>
                  <a:pt x="125877" y="71962"/>
                  <a:pt x="122432" y="74755"/>
                  <a:pt x="120359" y="77668"/>
                </a:cubicBezTo>
                <a:cubicBezTo>
                  <a:pt x="118286" y="80581"/>
                  <a:pt x="117249" y="83768"/>
                  <a:pt x="117249" y="87228"/>
                </a:cubicBezTo>
                <a:cubicBezTo>
                  <a:pt x="117249" y="91599"/>
                  <a:pt x="118560" y="95226"/>
                  <a:pt x="121182" y="98109"/>
                </a:cubicBezTo>
                <a:cubicBezTo>
                  <a:pt x="123804" y="100992"/>
                  <a:pt x="126822" y="102433"/>
                  <a:pt x="130236" y="102433"/>
                </a:cubicBezTo>
                <a:cubicBezTo>
                  <a:pt x="134870" y="102433"/>
                  <a:pt x="140967" y="99398"/>
                  <a:pt x="148528" y="93327"/>
                </a:cubicBezTo>
                <a:close/>
                <a:moveTo>
                  <a:pt x="208554" y="0"/>
                </a:moveTo>
                <a:lnTo>
                  <a:pt x="208554" y="27620"/>
                </a:lnTo>
                <a:lnTo>
                  <a:pt x="228126" y="27620"/>
                </a:lnTo>
                <a:lnTo>
                  <a:pt x="228126" y="34022"/>
                </a:lnTo>
                <a:lnTo>
                  <a:pt x="208554" y="34022"/>
                </a:lnTo>
                <a:lnTo>
                  <a:pt x="208554" y="88274"/>
                </a:lnTo>
                <a:cubicBezTo>
                  <a:pt x="208554" y="93695"/>
                  <a:pt x="209331" y="97350"/>
                  <a:pt x="210886" y="99238"/>
                </a:cubicBezTo>
                <a:cubicBezTo>
                  <a:pt x="212440" y="101124"/>
                  <a:pt x="214437" y="102067"/>
                  <a:pt x="216876" y="102067"/>
                </a:cubicBezTo>
                <a:cubicBezTo>
                  <a:pt x="218888" y="102067"/>
                  <a:pt x="220839" y="101442"/>
                  <a:pt x="222730" y="100192"/>
                </a:cubicBezTo>
                <a:cubicBezTo>
                  <a:pt x="224620" y="98942"/>
                  <a:pt x="226083" y="97098"/>
                  <a:pt x="227120" y="94659"/>
                </a:cubicBezTo>
                <a:lnTo>
                  <a:pt x="230686" y="94659"/>
                </a:lnTo>
                <a:cubicBezTo>
                  <a:pt x="228552" y="100652"/>
                  <a:pt x="225534" y="105184"/>
                  <a:pt x="221632" y="108255"/>
                </a:cubicBezTo>
                <a:cubicBezTo>
                  <a:pt x="217730" y="111325"/>
                  <a:pt x="213706" y="112859"/>
                  <a:pt x="209560" y="112859"/>
                </a:cubicBezTo>
                <a:cubicBezTo>
                  <a:pt x="206755" y="112859"/>
                  <a:pt x="204011" y="112081"/>
                  <a:pt x="201328" y="110524"/>
                </a:cubicBezTo>
                <a:cubicBezTo>
                  <a:pt x="198646" y="108968"/>
                  <a:pt x="196664" y="106740"/>
                  <a:pt x="195384" y="103842"/>
                </a:cubicBezTo>
                <a:cubicBezTo>
                  <a:pt x="194103" y="100942"/>
                  <a:pt x="193463" y="96470"/>
                  <a:pt x="193463" y="90426"/>
                </a:cubicBezTo>
                <a:lnTo>
                  <a:pt x="193463" y="34022"/>
                </a:lnTo>
                <a:lnTo>
                  <a:pt x="180201" y="34022"/>
                </a:lnTo>
                <a:lnTo>
                  <a:pt x="180201" y="31004"/>
                </a:lnTo>
                <a:cubicBezTo>
                  <a:pt x="183555" y="29659"/>
                  <a:pt x="186985" y="27381"/>
                  <a:pt x="190491" y="24171"/>
                </a:cubicBezTo>
                <a:cubicBezTo>
                  <a:pt x="193996" y="20960"/>
                  <a:pt x="197121" y="17153"/>
                  <a:pt x="199865" y="12750"/>
                </a:cubicBezTo>
                <a:cubicBezTo>
                  <a:pt x="201267" y="10427"/>
                  <a:pt x="203218" y="6177"/>
                  <a:pt x="205718" y="0"/>
                </a:cubicBezTo>
                <a:lnTo>
                  <a:pt x="208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F045D-7D1A-43D3-BEC5-9A1AE06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030" y="392968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43712-6A87-4FCF-A923-1C6DDEF9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030" y="392968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254" name="Text _a">
            <a:extLst xmlns:a="http://schemas.openxmlformats.org/drawingml/2006/main">
              <a:ext uri="{FF2B5EF4-FFF2-40B4-BE49-F238E27FC236}">
                <a16:creationId xmlns:a16="http://schemas.microsoft.com/office/drawing/2014/main" id="{928D1386-7AEA-484D-8BC4-F304088A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7289" y="4065959"/>
            <a:ext cx="177977" cy="126578"/>
          </a:xfrm>
          <a:custGeom xmlns:a="http://schemas.openxmlformats.org/drawingml/2006/main">
            <a:pathLst>
              <a:path w="177977" h="126578">
                <a:moveTo>
                  <a:pt x="96854" y="126578"/>
                </a:moveTo>
                <a:lnTo>
                  <a:pt x="0" y="126578"/>
                </a:lnTo>
                <a:lnTo>
                  <a:pt x="0" y="118987"/>
                </a:lnTo>
                <a:lnTo>
                  <a:pt x="96854" y="118987"/>
                </a:lnTo>
                <a:lnTo>
                  <a:pt x="96854" y="126578"/>
                </a:lnTo>
                <a:close/>
                <a:moveTo>
                  <a:pt x="148527" y="74081"/>
                </a:moveTo>
                <a:cubicBezTo>
                  <a:pt x="139930" y="80727"/>
                  <a:pt x="134534" y="84568"/>
                  <a:pt x="132339" y="85605"/>
                </a:cubicBezTo>
                <a:cubicBezTo>
                  <a:pt x="129047" y="87190"/>
                  <a:pt x="125541" y="87983"/>
                  <a:pt x="121822" y="87983"/>
                </a:cubicBezTo>
                <a:cubicBezTo>
                  <a:pt x="116029" y="87983"/>
                  <a:pt x="111258" y="86001"/>
                  <a:pt x="107508" y="82038"/>
                </a:cubicBezTo>
                <a:cubicBezTo>
                  <a:pt x="103759" y="78075"/>
                  <a:pt x="101884" y="72862"/>
                  <a:pt x="101884" y="66399"/>
                </a:cubicBezTo>
                <a:cubicBezTo>
                  <a:pt x="101884" y="62313"/>
                  <a:pt x="102798" y="58777"/>
                  <a:pt x="104628" y="55789"/>
                </a:cubicBezTo>
                <a:cubicBezTo>
                  <a:pt x="107127" y="51643"/>
                  <a:pt x="111472" y="47741"/>
                  <a:pt x="117660" y="44083"/>
                </a:cubicBezTo>
                <a:cubicBezTo>
                  <a:pt x="123849" y="40424"/>
                  <a:pt x="134138" y="35974"/>
                  <a:pt x="148527" y="30730"/>
                </a:cubicBezTo>
                <a:lnTo>
                  <a:pt x="148527" y="27437"/>
                </a:lnTo>
                <a:cubicBezTo>
                  <a:pt x="148527" y="19084"/>
                  <a:pt x="147201" y="13353"/>
                  <a:pt x="144549" y="10243"/>
                </a:cubicBezTo>
                <a:cubicBezTo>
                  <a:pt x="141897" y="7134"/>
                  <a:pt x="138040" y="5579"/>
                  <a:pt x="132980" y="5579"/>
                </a:cubicBezTo>
                <a:cubicBezTo>
                  <a:pt x="129138" y="5579"/>
                  <a:pt x="126090" y="6612"/>
                  <a:pt x="123834" y="8677"/>
                </a:cubicBezTo>
                <a:cubicBezTo>
                  <a:pt x="121517" y="10743"/>
                  <a:pt x="120358" y="13112"/>
                  <a:pt x="120358" y="15785"/>
                </a:cubicBezTo>
                <a:lnTo>
                  <a:pt x="120541" y="21070"/>
                </a:lnTo>
                <a:cubicBezTo>
                  <a:pt x="120541" y="23863"/>
                  <a:pt x="119825" y="26019"/>
                  <a:pt x="118392" y="27537"/>
                </a:cubicBezTo>
                <a:cubicBezTo>
                  <a:pt x="116959" y="29056"/>
                  <a:pt x="115084" y="29815"/>
                  <a:pt x="112767" y="29815"/>
                </a:cubicBezTo>
                <a:cubicBezTo>
                  <a:pt x="110511" y="29815"/>
                  <a:pt x="108667" y="29026"/>
                  <a:pt x="107234" y="27446"/>
                </a:cubicBezTo>
                <a:cubicBezTo>
                  <a:pt x="105801" y="25865"/>
                  <a:pt x="105085" y="23706"/>
                  <a:pt x="105085" y="20970"/>
                </a:cubicBezTo>
                <a:cubicBezTo>
                  <a:pt x="105085" y="15743"/>
                  <a:pt x="107768" y="10942"/>
                  <a:pt x="113133" y="6565"/>
                </a:cubicBezTo>
                <a:cubicBezTo>
                  <a:pt x="118499" y="2188"/>
                  <a:pt x="126029" y="0"/>
                  <a:pt x="135723" y="0"/>
                </a:cubicBezTo>
                <a:cubicBezTo>
                  <a:pt x="143162" y="0"/>
                  <a:pt x="149259" y="1248"/>
                  <a:pt x="154015" y="3744"/>
                </a:cubicBezTo>
                <a:cubicBezTo>
                  <a:pt x="157612" y="5632"/>
                  <a:pt x="160265" y="8587"/>
                  <a:pt x="161972" y="12607"/>
                </a:cubicBezTo>
                <a:cubicBezTo>
                  <a:pt x="163069" y="15225"/>
                  <a:pt x="163618" y="20584"/>
                  <a:pt x="163618" y="28684"/>
                </a:cubicBezTo>
                <a:lnTo>
                  <a:pt x="163618" y="57093"/>
                </a:lnTo>
                <a:cubicBezTo>
                  <a:pt x="163618" y="65071"/>
                  <a:pt x="163770" y="69958"/>
                  <a:pt x="164075" y="71755"/>
                </a:cubicBezTo>
                <a:cubicBezTo>
                  <a:pt x="164380" y="73551"/>
                  <a:pt x="164883" y="74755"/>
                  <a:pt x="165584" y="75364"/>
                </a:cubicBezTo>
                <a:cubicBezTo>
                  <a:pt x="166286" y="75972"/>
                  <a:pt x="167093" y="76276"/>
                  <a:pt x="168008" y="76276"/>
                </a:cubicBezTo>
                <a:cubicBezTo>
                  <a:pt x="168984" y="76276"/>
                  <a:pt x="169837" y="76063"/>
                  <a:pt x="170569" y="75636"/>
                </a:cubicBezTo>
                <a:cubicBezTo>
                  <a:pt x="171849" y="74843"/>
                  <a:pt x="174319" y="72618"/>
                  <a:pt x="177977" y="68959"/>
                </a:cubicBezTo>
                <a:lnTo>
                  <a:pt x="177977" y="74081"/>
                </a:lnTo>
                <a:cubicBezTo>
                  <a:pt x="171148" y="83227"/>
                  <a:pt x="164624" y="87800"/>
                  <a:pt x="158405" y="87800"/>
                </a:cubicBezTo>
                <a:cubicBezTo>
                  <a:pt x="155417" y="87800"/>
                  <a:pt x="153039" y="86763"/>
                  <a:pt x="151271" y="84690"/>
                </a:cubicBezTo>
                <a:cubicBezTo>
                  <a:pt x="149503" y="82617"/>
                  <a:pt x="148588" y="79081"/>
                  <a:pt x="148527" y="74081"/>
                </a:cubicBezTo>
                <a:moveTo>
                  <a:pt x="148527" y="68085"/>
                </a:moveTo>
                <a:lnTo>
                  <a:pt x="148527" y="36309"/>
                </a:lnTo>
                <a:cubicBezTo>
                  <a:pt x="139321" y="39950"/>
                  <a:pt x="133376" y="42530"/>
                  <a:pt x="130693" y="44049"/>
                </a:cubicBezTo>
                <a:cubicBezTo>
                  <a:pt x="125876" y="46720"/>
                  <a:pt x="122431" y="49512"/>
                  <a:pt x="120358" y="52426"/>
                </a:cubicBezTo>
                <a:cubicBezTo>
                  <a:pt x="118285" y="55339"/>
                  <a:pt x="117249" y="58526"/>
                  <a:pt x="117249" y="61986"/>
                </a:cubicBezTo>
                <a:cubicBezTo>
                  <a:pt x="117249" y="66357"/>
                  <a:pt x="118560" y="69984"/>
                  <a:pt x="121181" y="72866"/>
                </a:cubicBezTo>
                <a:cubicBezTo>
                  <a:pt x="123803" y="75749"/>
                  <a:pt x="126821" y="77191"/>
                  <a:pt x="130236" y="77191"/>
                </a:cubicBezTo>
                <a:cubicBezTo>
                  <a:pt x="134870" y="77191"/>
                  <a:pt x="140967" y="74155"/>
                  <a:pt x="148527" y="680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8E663-CF6E-4B1A-BF03-BACFF944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316875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7D651-EB1F-4161-969F-D9ACFFF3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07" y="316875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257" name="Text a">
            <a:extLst xmlns:a="http://schemas.openxmlformats.org/drawingml/2006/main">
              <a:ext uri="{FF2B5EF4-FFF2-40B4-BE49-F238E27FC236}">
                <a16:creationId xmlns:a16="http://schemas.microsoft.com/office/drawing/2014/main" id="{6986C243-3BFD-4BCD-A02A-D524653C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171" y="3293321"/>
            <a:ext cx="76093" cy="87983"/>
          </a:xfrm>
          <a:custGeom xmlns:a="http://schemas.openxmlformats.org/drawingml/2006/main">
            <a:pathLst>
              <a:path w="76093" h="87983">
                <a:moveTo>
                  <a:pt x="46644" y="74081"/>
                </a:moveTo>
                <a:cubicBezTo>
                  <a:pt x="38047" y="80727"/>
                  <a:pt x="32651" y="84568"/>
                  <a:pt x="30456" y="85605"/>
                </a:cubicBezTo>
                <a:cubicBezTo>
                  <a:pt x="27163" y="87190"/>
                  <a:pt x="23657" y="87983"/>
                  <a:pt x="19938" y="87983"/>
                </a:cubicBezTo>
                <a:cubicBezTo>
                  <a:pt x="14146" y="87983"/>
                  <a:pt x="9374" y="86001"/>
                  <a:pt x="5625" y="82038"/>
                </a:cubicBezTo>
                <a:cubicBezTo>
                  <a:pt x="1875" y="78075"/>
                  <a:pt x="0" y="72862"/>
                  <a:pt x="0" y="66399"/>
                </a:cubicBezTo>
                <a:cubicBezTo>
                  <a:pt x="0" y="62313"/>
                  <a:pt x="915" y="58777"/>
                  <a:pt x="2744" y="55789"/>
                </a:cubicBezTo>
                <a:cubicBezTo>
                  <a:pt x="5244" y="51643"/>
                  <a:pt x="9588" y="47741"/>
                  <a:pt x="15777" y="44083"/>
                </a:cubicBezTo>
                <a:cubicBezTo>
                  <a:pt x="21965" y="40424"/>
                  <a:pt x="32254" y="35974"/>
                  <a:pt x="46644" y="30730"/>
                </a:cubicBezTo>
                <a:lnTo>
                  <a:pt x="46644" y="27437"/>
                </a:lnTo>
                <a:cubicBezTo>
                  <a:pt x="46644" y="19084"/>
                  <a:pt x="45318" y="13353"/>
                  <a:pt x="42665" y="10243"/>
                </a:cubicBezTo>
                <a:cubicBezTo>
                  <a:pt x="40013" y="7134"/>
                  <a:pt x="36156" y="5579"/>
                  <a:pt x="31096" y="5579"/>
                </a:cubicBezTo>
                <a:cubicBezTo>
                  <a:pt x="27255" y="5579"/>
                  <a:pt x="24206" y="6612"/>
                  <a:pt x="21950" y="8677"/>
                </a:cubicBezTo>
                <a:cubicBezTo>
                  <a:pt x="19633" y="10743"/>
                  <a:pt x="18475" y="13112"/>
                  <a:pt x="18475" y="15785"/>
                </a:cubicBezTo>
                <a:lnTo>
                  <a:pt x="18657" y="21070"/>
                </a:lnTo>
                <a:cubicBezTo>
                  <a:pt x="18657" y="23863"/>
                  <a:pt x="17941" y="26019"/>
                  <a:pt x="16508" y="27537"/>
                </a:cubicBezTo>
                <a:cubicBezTo>
                  <a:pt x="15075" y="29056"/>
                  <a:pt x="13200" y="29815"/>
                  <a:pt x="10884" y="29815"/>
                </a:cubicBezTo>
                <a:cubicBezTo>
                  <a:pt x="8628" y="29815"/>
                  <a:pt x="6783" y="29026"/>
                  <a:pt x="5350" y="27446"/>
                </a:cubicBezTo>
                <a:cubicBezTo>
                  <a:pt x="3917" y="25865"/>
                  <a:pt x="3201" y="23706"/>
                  <a:pt x="3201" y="20970"/>
                </a:cubicBezTo>
                <a:cubicBezTo>
                  <a:pt x="3201" y="15743"/>
                  <a:pt x="5884" y="10942"/>
                  <a:pt x="11249" y="6565"/>
                </a:cubicBezTo>
                <a:cubicBezTo>
                  <a:pt x="16615" y="2188"/>
                  <a:pt x="24145" y="0"/>
                  <a:pt x="33840" y="0"/>
                </a:cubicBezTo>
                <a:cubicBezTo>
                  <a:pt x="41278" y="0"/>
                  <a:pt x="47375" y="1248"/>
                  <a:pt x="52131" y="3744"/>
                </a:cubicBezTo>
                <a:cubicBezTo>
                  <a:pt x="55728" y="5632"/>
                  <a:pt x="58381" y="8587"/>
                  <a:pt x="60088" y="12607"/>
                </a:cubicBezTo>
                <a:cubicBezTo>
                  <a:pt x="61185" y="15225"/>
                  <a:pt x="61734" y="20584"/>
                  <a:pt x="61734" y="28684"/>
                </a:cubicBezTo>
                <a:lnTo>
                  <a:pt x="61734" y="57093"/>
                </a:lnTo>
                <a:cubicBezTo>
                  <a:pt x="61734" y="65071"/>
                  <a:pt x="61887" y="69958"/>
                  <a:pt x="62192" y="71755"/>
                </a:cubicBezTo>
                <a:cubicBezTo>
                  <a:pt x="62496" y="73551"/>
                  <a:pt x="62999" y="74755"/>
                  <a:pt x="63701" y="75364"/>
                </a:cubicBezTo>
                <a:cubicBezTo>
                  <a:pt x="64402" y="75972"/>
                  <a:pt x="65210" y="76276"/>
                  <a:pt x="66124" y="76276"/>
                </a:cubicBezTo>
                <a:cubicBezTo>
                  <a:pt x="67100" y="76276"/>
                  <a:pt x="67953" y="76063"/>
                  <a:pt x="68685" y="75636"/>
                </a:cubicBezTo>
                <a:cubicBezTo>
                  <a:pt x="69965" y="74843"/>
                  <a:pt x="72435" y="72618"/>
                  <a:pt x="76093" y="68959"/>
                </a:cubicBezTo>
                <a:lnTo>
                  <a:pt x="76093" y="74081"/>
                </a:lnTo>
                <a:cubicBezTo>
                  <a:pt x="69264" y="83227"/>
                  <a:pt x="62740" y="87800"/>
                  <a:pt x="56521" y="87800"/>
                </a:cubicBezTo>
                <a:cubicBezTo>
                  <a:pt x="53533" y="87800"/>
                  <a:pt x="51156" y="86763"/>
                  <a:pt x="49387" y="84690"/>
                </a:cubicBezTo>
                <a:cubicBezTo>
                  <a:pt x="47619" y="82617"/>
                  <a:pt x="46705" y="79081"/>
                  <a:pt x="46644" y="74081"/>
                </a:cubicBezTo>
                <a:moveTo>
                  <a:pt x="46644" y="68085"/>
                </a:moveTo>
                <a:lnTo>
                  <a:pt x="46644" y="36309"/>
                </a:lnTo>
                <a:cubicBezTo>
                  <a:pt x="37437" y="39950"/>
                  <a:pt x="31492" y="42530"/>
                  <a:pt x="28809" y="44049"/>
                </a:cubicBezTo>
                <a:cubicBezTo>
                  <a:pt x="23993" y="46720"/>
                  <a:pt x="20548" y="49512"/>
                  <a:pt x="18475" y="52426"/>
                </a:cubicBezTo>
                <a:cubicBezTo>
                  <a:pt x="16401" y="55339"/>
                  <a:pt x="15365" y="58526"/>
                  <a:pt x="15365" y="61986"/>
                </a:cubicBezTo>
                <a:cubicBezTo>
                  <a:pt x="15365" y="66357"/>
                  <a:pt x="16676" y="69984"/>
                  <a:pt x="19298" y="72866"/>
                </a:cubicBezTo>
                <a:cubicBezTo>
                  <a:pt x="21919" y="75749"/>
                  <a:pt x="24938" y="77191"/>
                  <a:pt x="28352" y="77191"/>
                </a:cubicBezTo>
                <a:cubicBezTo>
                  <a:pt x="32986" y="77191"/>
                  <a:pt x="39083" y="74155"/>
                  <a:pt x="46644" y="680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026B5-FDFB-421E-AE7D-8BF64211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316875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957FE-F8F1-4237-9118-6DBF8106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371" y="316875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60" name="Text local">
            <a:extLst xmlns:a="http://schemas.openxmlformats.org/drawingml/2006/main">
              <a:ext uri="{FF2B5EF4-FFF2-40B4-BE49-F238E27FC236}">
                <a16:creationId xmlns:a16="http://schemas.microsoft.com/office/drawing/2014/main" id="{4A443C26-3657-4E3E-8384-1EAA823A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258" y="3249421"/>
            <a:ext cx="354672" cy="132614"/>
          </a:xfrm>
          <a:custGeom xmlns:a="http://schemas.openxmlformats.org/drawingml/2006/main">
            <a:pathLst>
              <a:path w="354672" h="132614">
                <a:moveTo>
                  <a:pt x="29084" y="0"/>
                </a:moveTo>
                <a:lnTo>
                  <a:pt x="29084" y="111042"/>
                </a:lnTo>
                <a:cubicBezTo>
                  <a:pt x="29084" y="116281"/>
                  <a:pt x="29465" y="119755"/>
                  <a:pt x="30227" y="121462"/>
                </a:cubicBezTo>
                <a:cubicBezTo>
                  <a:pt x="30989" y="123167"/>
                  <a:pt x="32163" y="124462"/>
                  <a:pt x="33748" y="125346"/>
                </a:cubicBezTo>
                <a:cubicBezTo>
                  <a:pt x="35333" y="126228"/>
                  <a:pt x="38290" y="126670"/>
                  <a:pt x="42619" y="126670"/>
                </a:cubicBezTo>
                <a:lnTo>
                  <a:pt x="42619" y="130053"/>
                </a:lnTo>
                <a:lnTo>
                  <a:pt x="1555" y="130053"/>
                </a:lnTo>
                <a:lnTo>
                  <a:pt x="1555" y="126670"/>
                </a:lnTo>
                <a:cubicBezTo>
                  <a:pt x="5396" y="126670"/>
                  <a:pt x="8018" y="126274"/>
                  <a:pt x="9420" y="125483"/>
                </a:cubicBezTo>
                <a:cubicBezTo>
                  <a:pt x="10823" y="124691"/>
                  <a:pt x="11920" y="123381"/>
                  <a:pt x="12713" y="121554"/>
                </a:cubicBezTo>
                <a:cubicBezTo>
                  <a:pt x="13505" y="119724"/>
                  <a:pt x="13902" y="116220"/>
                  <a:pt x="13902" y="111042"/>
                </a:cubicBezTo>
                <a:lnTo>
                  <a:pt x="13902" y="35003"/>
                </a:lnTo>
                <a:cubicBezTo>
                  <a:pt x="13902" y="25560"/>
                  <a:pt x="13688" y="19757"/>
                  <a:pt x="13261" y="17594"/>
                </a:cubicBezTo>
                <a:cubicBezTo>
                  <a:pt x="12835" y="15430"/>
                  <a:pt x="12149" y="13952"/>
                  <a:pt x="11204" y="13161"/>
                </a:cubicBezTo>
                <a:cubicBezTo>
                  <a:pt x="10259" y="12369"/>
                  <a:pt x="9054" y="11972"/>
                  <a:pt x="7591" y="11972"/>
                </a:cubicBezTo>
                <a:cubicBezTo>
                  <a:pt x="6006" y="11972"/>
                  <a:pt x="3994" y="12460"/>
                  <a:pt x="1555" y="13436"/>
                </a:cubicBezTo>
                <a:lnTo>
                  <a:pt x="0" y="10235"/>
                </a:lnTo>
                <a:lnTo>
                  <a:pt x="24968" y="0"/>
                </a:lnTo>
                <a:lnTo>
                  <a:pt x="29084" y="0"/>
                </a:lnTo>
                <a:close/>
                <a:moveTo>
                  <a:pt x="93319" y="43900"/>
                </a:moveTo>
                <a:cubicBezTo>
                  <a:pt x="106001" y="43900"/>
                  <a:pt x="116183" y="48712"/>
                  <a:pt x="123866" y="58336"/>
                </a:cubicBezTo>
                <a:cubicBezTo>
                  <a:pt x="130390" y="66558"/>
                  <a:pt x="133652" y="75999"/>
                  <a:pt x="133652" y="86659"/>
                </a:cubicBezTo>
                <a:cubicBezTo>
                  <a:pt x="133652" y="94151"/>
                  <a:pt x="131853" y="101735"/>
                  <a:pt x="128256" y="109410"/>
                </a:cubicBezTo>
                <a:cubicBezTo>
                  <a:pt x="124658" y="117083"/>
                  <a:pt x="119704" y="122868"/>
                  <a:pt x="113394" y="126767"/>
                </a:cubicBezTo>
                <a:cubicBezTo>
                  <a:pt x="107083" y="130665"/>
                  <a:pt x="100056" y="132614"/>
                  <a:pt x="92313" y="132614"/>
                </a:cubicBezTo>
                <a:cubicBezTo>
                  <a:pt x="79691" y="132614"/>
                  <a:pt x="69662" y="127589"/>
                  <a:pt x="62223" y="117538"/>
                </a:cubicBezTo>
                <a:cubicBezTo>
                  <a:pt x="55943" y="109072"/>
                  <a:pt x="52803" y="99571"/>
                  <a:pt x="52803" y="89035"/>
                </a:cubicBezTo>
                <a:cubicBezTo>
                  <a:pt x="52803" y="81360"/>
                  <a:pt x="54708" y="73731"/>
                  <a:pt x="58519" y="66147"/>
                </a:cubicBezTo>
                <a:cubicBezTo>
                  <a:pt x="62330" y="58564"/>
                  <a:pt x="67345" y="52960"/>
                  <a:pt x="73564" y="49336"/>
                </a:cubicBezTo>
                <a:cubicBezTo>
                  <a:pt x="79783" y="45712"/>
                  <a:pt x="86368" y="43900"/>
                  <a:pt x="93319" y="43900"/>
                </a:cubicBezTo>
                <a:moveTo>
                  <a:pt x="90483" y="49936"/>
                </a:moveTo>
                <a:cubicBezTo>
                  <a:pt x="87252" y="49936"/>
                  <a:pt x="84005" y="50896"/>
                  <a:pt x="80743" y="52814"/>
                </a:cubicBezTo>
                <a:cubicBezTo>
                  <a:pt x="77481" y="54733"/>
                  <a:pt x="74844" y="58098"/>
                  <a:pt x="72832" y="62909"/>
                </a:cubicBezTo>
                <a:cubicBezTo>
                  <a:pt x="70820" y="67720"/>
                  <a:pt x="69814" y="73901"/>
                  <a:pt x="69814" y="81452"/>
                </a:cubicBezTo>
                <a:cubicBezTo>
                  <a:pt x="69814" y="93631"/>
                  <a:pt x="72238" y="104137"/>
                  <a:pt x="77085" y="112968"/>
                </a:cubicBezTo>
                <a:cubicBezTo>
                  <a:pt x="81932" y="121797"/>
                  <a:pt x="88319" y="126212"/>
                  <a:pt x="96245" y="126212"/>
                </a:cubicBezTo>
                <a:cubicBezTo>
                  <a:pt x="102160" y="126212"/>
                  <a:pt x="107037" y="123776"/>
                  <a:pt x="110879" y="118904"/>
                </a:cubicBezTo>
                <a:cubicBezTo>
                  <a:pt x="114720" y="114032"/>
                  <a:pt x="116641" y="105659"/>
                  <a:pt x="116641" y="93785"/>
                </a:cubicBezTo>
                <a:cubicBezTo>
                  <a:pt x="116641" y="78925"/>
                  <a:pt x="113439" y="67231"/>
                  <a:pt x="107037" y="58705"/>
                </a:cubicBezTo>
                <a:cubicBezTo>
                  <a:pt x="102708" y="52859"/>
                  <a:pt x="97190" y="49936"/>
                  <a:pt x="90483" y="49936"/>
                </a:cubicBezTo>
                <a:close/>
                <a:moveTo>
                  <a:pt x="217153" y="98226"/>
                </a:moveTo>
                <a:cubicBezTo>
                  <a:pt x="214897" y="109262"/>
                  <a:pt x="210477" y="117752"/>
                  <a:pt x="203892" y="123697"/>
                </a:cubicBezTo>
                <a:cubicBezTo>
                  <a:pt x="197307" y="129642"/>
                  <a:pt x="190020" y="132614"/>
                  <a:pt x="182033" y="132614"/>
                </a:cubicBezTo>
                <a:cubicBezTo>
                  <a:pt x="172521" y="132614"/>
                  <a:pt x="164229" y="128625"/>
                  <a:pt x="157156" y="120648"/>
                </a:cubicBezTo>
                <a:cubicBezTo>
                  <a:pt x="150084" y="112668"/>
                  <a:pt x="146547" y="101886"/>
                  <a:pt x="146547" y="88303"/>
                </a:cubicBezTo>
                <a:cubicBezTo>
                  <a:pt x="146547" y="75146"/>
                  <a:pt x="150465" y="64457"/>
                  <a:pt x="158300" y="56235"/>
                </a:cubicBezTo>
                <a:cubicBezTo>
                  <a:pt x="166135" y="48012"/>
                  <a:pt x="175540" y="43900"/>
                  <a:pt x="186515" y="43900"/>
                </a:cubicBezTo>
                <a:cubicBezTo>
                  <a:pt x="194746" y="43900"/>
                  <a:pt x="201514" y="46073"/>
                  <a:pt x="206818" y="50419"/>
                </a:cubicBezTo>
                <a:cubicBezTo>
                  <a:pt x="212123" y="54763"/>
                  <a:pt x="214775" y="59275"/>
                  <a:pt x="214775" y="63955"/>
                </a:cubicBezTo>
                <a:cubicBezTo>
                  <a:pt x="214775" y="66264"/>
                  <a:pt x="214028" y="68133"/>
                  <a:pt x="212534" y="69562"/>
                </a:cubicBezTo>
                <a:cubicBezTo>
                  <a:pt x="211041" y="70990"/>
                  <a:pt x="208952" y="71703"/>
                  <a:pt x="206270" y="71703"/>
                </a:cubicBezTo>
                <a:cubicBezTo>
                  <a:pt x="202672" y="71703"/>
                  <a:pt x="199959" y="70545"/>
                  <a:pt x="198130" y="68228"/>
                </a:cubicBezTo>
                <a:cubicBezTo>
                  <a:pt x="197093" y="66947"/>
                  <a:pt x="196407" y="64508"/>
                  <a:pt x="196072" y="60911"/>
                </a:cubicBezTo>
                <a:cubicBezTo>
                  <a:pt x="195737" y="57314"/>
                  <a:pt x="194502" y="54570"/>
                  <a:pt x="192368" y="52680"/>
                </a:cubicBezTo>
                <a:cubicBezTo>
                  <a:pt x="190234" y="50851"/>
                  <a:pt x="187277" y="49936"/>
                  <a:pt x="183496" y="49936"/>
                </a:cubicBezTo>
                <a:cubicBezTo>
                  <a:pt x="177399" y="49936"/>
                  <a:pt x="172491" y="52192"/>
                  <a:pt x="168772" y="56704"/>
                </a:cubicBezTo>
                <a:cubicBezTo>
                  <a:pt x="163833" y="62679"/>
                  <a:pt x="161364" y="70575"/>
                  <a:pt x="161364" y="80392"/>
                </a:cubicBezTo>
                <a:cubicBezTo>
                  <a:pt x="161364" y="90391"/>
                  <a:pt x="163818" y="99217"/>
                  <a:pt x="168726" y="106869"/>
                </a:cubicBezTo>
                <a:cubicBezTo>
                  <a:pt x="173634" y="114521"/>
                  <a:pt x="180265" y="118347"/>
                  <a:pt x="188618" y="118347"/>
                </a:cubicBezTo>
                <a:cubicBezTo>
                  <a:pt x="194593" y="118347"/>
                  <a:pt x="199959" y="116304"/>
                  <a:pt x="204715" y="112219"/>
                </a:cubicBezTo>
                <a:cubicBezTo>
                  <a:pt x="208068" y="109414"/>
                  <a:pt x="211330" y="104323"/>
                  <a:pt x="214501" y="96946"/>
                </a:cubicBezTo>
                <a:lnTo>
                  <a:pt x="217153" y="98226"/>
                </a:lnTo>
                <a:close/>
                <a:moveTo>
                  <a:pt x="276629" y="117981"/>
                </a:moveTo>
                <a:cubicBezTo>
                  <a:pt x="268032" y="124627"/>
                  <a:pt x="262636" y="128468"/>
                  <a:pt x="260441" y="129505"/>
                </a:cubicBezTo>
                <a:cubicBezTo>
                  <a:pt x="257149" y="131090"/>
                  <a:pt x="253643" y="131883"/>
                  <a:pt x="249924" y="131883"/>
                </a:cubicBezTo>
                <a:cubicBezTo>
                  <a:pt x="244131" y="131883"/>
                  <a:pt x="239360" y="129901"/>
                  <a:pt x="235610" y="125938"/>
                </a:cubicBezTo>
                <a:cubicBezTo>
                  <a:pt x="231861" y="121975"/>
                  <a:pt x="229986" y="116762"/>
                  <a:pt x="229986" y="110299"/>
                </a:cubicBezTo>
                <a:cubicBezTo>
                  <a:pt x="229986" y="106213"/>
                  <a:pt x="230900" y="102677"/>
                  <a:pt x="232730" y="99689"/>
                </a:cubicBezTo>
                <a:cubicBezTo>
                  <a:pt x="235229" y="95543"/>
                  <a:pt x="239574" y="91641"/>
                  <a:pt x="245762" y="87983"/>
                </a:cubicBezTo>
                <a:cubicBezTo>
                  <a:pt x="251951" y="84324"/>
                  <a:pt x="262240" y="79873"/>
                  <a:pt x="276629" y="74630"/>
                </a:cubicBezTo>
                <a:lnTo>
                  <a:pt x="276629" y="71337"/>
                </a:lnTo>
                <a:cubicBezTo>
                  <a:pt x="276629" y="62984"/>
                  <a:pt x="275303" y="57253"/>
                  <a:pt x="272651" y="54143"/>
                </a:cubicBezTo>
                <a:cubicBezTo>
                  <a:pt x="269999" y="51034"/>
                  <a:pt x="266142" y="49479"/>
                  <a:pt x="261082" y="49479"/>
                </a:cubicBezTo>
                <a:cubicBezTo>
                  <a:pt x="257240" y="49479"/>
                  <a:pt x="254192" y="50512"/>
                  <a:pt x="251936" y="52577"/>
                </a:cubicBezTo>
                <a:cubicBezTo>
                  <a:pt x="249619" y="54642"/>
                  <a:pt x="248460" y="57012"/>
                  <a:pt x="248460" y="59685"/>
                </a:cubicBezTo>
                <a:lnTo>
                  <a:pt x="248643" y="64970"/>
                </a:lnTo>
                <a:cubicBezTo>
                  <a:pt x="248643" y="67763"/>
                  <a:pt x="247927" y="69919"/>
                  <a:pt x="246494" y="71437"/>
                </a:cubicBezTo>
                <a:cubicBezTo>
                  <a:pt x="245061" y="72956"/>
                  <a:pt x="243186" y="73715"/>
                  <a:pt x="240869" y="73715"/>
                </a:cubicBezTo>
                <a:cubicBezTo>
                  <a:pt x="238613" y="73715"/>
                  <a:pt x="236769" y="72925"/>
                  <a:pt x="235336" y="71346"/>
                </a:cubicBezTo>
                <a:cubicBezTo>
                  <a:pt x="233903" y="69764"/>
                  <a:pt x="233187" y="67606"/>
                  <a:pt x="233187" y="64870"/>
                </a:cubicBezTo>
                <a:cubicBezTo>
                  <a:pt x="233187" y="59643"/>
                  <a:pt x="235870" y="54842"/>
                  <a:pt x="241235" y="50465"/>
                </a:cubicBezTo>
                <a:cubicBezTo>
                  <a:pt x="246601" y="46088"/>
                  <a:pt x="254131" y="43900"/>
                  <a:pt x="263825" y="43900"/>
                </a:cubicBezTo>
                <a:cubicBezTo>
                  <a:pt x="271264" y="43900"/>
                  <a:pt x="277361" y="45148"/>
                  <a:pt x="282117" y="47644"/>
                </a:cubicBezTo>
                <a:cubicBezTo>
                  <a:pt x="285714" y="49532"/>
                  <a:pt x="288367" y="52486"/>
                  <a:pt x="290074" y="56507"/>
                </a:cubicBezTo>
                <a:cubicBezTo>
                  <a:pt x="291171" y="59125"/>
                  <a:pt x="291720" y="64484"/>
                  <a:pt x="291720" y="72583"/>
                </a:cubicBezTo>
                <a:lnTo>
                  <a:pt x="291720" y="100993"/>
                </a:lnTo>
                <a:cubicBezTo>
                  <a:pt x="291720" y="108970"/>
                  <a:pt x="291872" y="113858"/>
                  <a:pt x="292177" y="115655"/>
                </a:cubicBezTo>
                <a:cubicBezTo>
                  <a:pt x="292482" y="117451"/>
                  <a:pt x="292985" y="118655"/>
                  <a:pt x="293686" y="119264"/>
                </a:cubicBezTo>
                <a:cubicBezTo>
                  <a:pt x="294388" y="119872"/>
                  <a:pt x="295195" y="120176"/>
                  <a:pt x="296110" y="120176"/>
                </a:cubicBezTo>
                <a:cubicBezTo>
                  <a:pt x="297086" y="120176"/>
                  <a:pt x="297939" y="119963"/>
                  <a:pt x="298671" y="119536"/>
                </a:cubicBezTo>
                <a:cubicBezTo>
                  <a:pt x="299951" y="118743"/>
                  <a:pt x="302421" y="116518"/>
                  <a:pt x="306079" y="112859"/>
                </a:cubicBezTo>
                <a:lnTo>
                  <a:pt x="306079" y="117981"/>
                </a:lnTo>
                <a:cubicBezTo>
                  <a:pt x="299250" y="127127"/>
                  <a:pt x="292726" y="131700"/>
                  <a:pt x="286507" y="131700"/>
                </a:cubicBezTo>
                <a:cubicBezTo>
                  <a:pt x="283519" y="131700"/>
                  <a:pt x="281141" y="130663"/>
                  <a:pt x="279373" y="128590"/>
                </a:cubicBezTo>
                <a:cubicBezTo>
                  <a:pt x="277605" y="126517"/>
                  <a:pt x="276690" y="122981"/>
                  <a:pt x="276629" y="117981"/>
                </a:cubicBezTo>
                <a:moveTo>
                  <a:pt x="276629" y="111985"/>
                </a:moveTo>
                <a:lnTo>
                  <a:pt x="276629" y="80209"/>
                </a:lnTo>
                <a:cubicBezTo>
                  <a:pt x="267423" y="83850"/>
                  <a:pt x="261478" y="86430"/>
                  <a:pt x="258795" y="87948"/>
                </a:cubicBezTo>
                <a:cubicBezTo>
                  <a:pt x="253978" y="90620"/>
                  <a:pt x="250533" y="93412"/>
                  <a:pt x="248460" y="96325"/>
                </a:cubicBezTo>
                <a:cubicBezTo>
                  <a:pt x="246387" y="99239"/>
                  <a:pt x="245351" y="102425"/>
                  <a:pt x="245351" y="105886"/>
                </a:cubicBezTo>
                <a:cubicBezTo>
                  <a:pt x="245351" y="110257"/>
                  <a:pt x="246662" y="113883"/>
                  <a:pt x="249283" y="116766"/>
                </a:cubicBezTo>
                <a:cubicBezTo>
                  <a:pt x="251905" y="119649"/>
                  <a:pt x="254923" y="121091"/>
                  <a:pt x="258338" y="121091"/>
                </a:cubicBezTo>
                <a:cubicBezTo>
                  <a:pt x="262972" y="121091"/>
                  <a:pt x="269069" y="118055"/>
                  <a:pt x="276629" y="111985"/>
                </a:cubicBezTo>
                <a:close/>
                <a:moveTo>
                  <a:pt x="341136" y="0"/>
                </a:moveTo>
                <a:lnTo>
                  <a:pt x="341136" y="111042"/>
                </a:lnTo>
                <a:cubicBezTo>
                  <a:pt x="341136" y="116281"/>
                  <a:pt x="341517" y="119755"/>
                  <a:pt x="342279" y="121462"/>
                </a:cubicBezTo>
                <a:cubicBezTo>
                  <a:pt x="343041" y="123167"/>
                  <a:pt x="344215" y="124462"/>
                  <a:pt x="345800" y="125346"/>
                </a:cubicBezTo>
                <a:cubicBezTo>
                  <a:pt x="347386" y="126228"/>
                  <a:pt x="350343" y="126670"/>
                  <a:pt x="354672" y="126670"/>
                </a:cubicBezTo>
                <a:lnTo>
                  <a:pt x="354672" y="130053"/>
                </a:lnTo>
                <a:lnTo>
                  <a:pt x="313607" y="130053"/>
                </a:lnTo>
                <a:lnTo>
                  <a:pt x="313607" y="126670"/>
                </a:lnTo>
                <a:cubicBezTo>
                  <a:pt x="317448" y="126670"/>
                  <a:pt x="320070" y="126274"/>
                  <a:pt x="321473" y="125483"/>
                </a:cubicBezTo>
                <a:cubicBezTo>
                  <a:pt x="322875" y="124691"/>
                  <a:pt x="323972" y="123381"/>
                  <a:pt x="324765" y="121554"/>
                </a:cubicBezTo>
                <a:cubicBezTo>
                  <a:pt x="325558" y="119724"/>
                  <a:pt x="325954" y="116220"/>
                  <a:pt x="325954" y="111042"/>
                </a:cubicBezTo>
                <a:lnTo>
                  <a:pt x="325954" y="35003"/>
                </a:lnTo>
                <a:cubicBezTo>
                  <a:pt x="325954" y="25560"/>
                  <a:pt x="325741" y="19757"/>
                  <a:pt x="325314" y="17594"/>
                </a:cubicBezTo>
                <a:cubicBezTo>
                  <a:pt x="324887" y="15430"/>
                  <a:pt x="324201" y="13952"/>
                  <a:pt x="323256" y="13161"/>
                </a:cubicBezTo>
                <a:cubicBezTo>
                  <a:pt x="322311" y="12369"/>
                  <a:pt x="321107" y="11972"/>
                  <a:pt x="319643" y="11972"/>
                </a:cubicBezTo>
                <a:cubicBezTo>
                  <a:pt x="318058" y="11972"/>
                  <a:pt x="316046" y="12460"/>
                  <a:pt x="313607" y="13436"/>
                </a:cubicBezTo>
                <a:lnTo>
                  <a:pt x="312052" y="10235"/>
                </a:lnTo>
                <a:lnTo>
                  <a:pt x="337020" y="0"/>
                </a:lnTo>
                <a:lnTo>
                  <a:pt x="341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7D8CB-540A-4C7A-893E-BA1195E8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316875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8B569-3A65-4118-BDAC-6CA0FD5C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69" y="316875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63" name="Text nearby">
            <a:extLst xmlns:a="http://schemas.openxmlformats.org/drawingml/2006/main">
              <a:ext uri="{FF2B5EF4-FFF2-40B4-BE49-F238E27FC236}">
                <a16:creationId xmlns:a16="http://schemas.microsoft.com/office/drawing/2014/main" id="{CAD4A3F2-F0F3-46C5-B859-160D61E1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374" y="3249421"/>
            <a:ext cx="507466" cy="170478"/>
          </a:xfrm>
          <a:custGeom xmlns:a="http://schemas.openxmlformats.org/drawingml/2006/main">
            <a:pathLst>
              <a:path w="507466" h="170478">
                <a:moveTo>
                  <a:pt x="29175" y="61643"/>
                </a:moveTo>
                <a:cubicBezTo>
                  <a:pt x="38992" y="49814"/>
                  <a:pt x="48351" y="43900"/>
                  <a:pt x="57253" y="43900"/>
                </a:cubicBezTo>
                <a:cubicBezTo>
                  <a:pt x="61826" y="43900"/>
                  <a:pt x="65758" y="45041"/>
                  <a:pt x="69051" y="47324"/>
                </a:cubicBezTo>
                <a:cubicBezTo>
                  <a:pt x="72343" y="49605"/>
                  <a:pt x="74965" y="53361"/>
                  <a:pt x="76916" y="58593"/>
                </a:cubicBezTo>
                <a:cubicBezTo>
                  <a:pt x="78258" y="62242"/>
                  <a:pt x="78928" y="67839"/>
                  <a:pt x="78928" y="75384"/>
                </a:cubicBezTo>
                <a:lnTo>
                  <a:pt x="78928" y="111064"/>
                </a:lnTo>
                <a:cubicBezTo>
                  <a:pt x="78928" y="116358"/>
                  <a:pt x="79355" y="119947"/>
                  <a:pt x="80209" y="121834"/>
                </a:cubicBezTo>
                <a:cubicBezTo>
                  <a:pt x="80879" y="123354"/>
                  <a:pt x="81962" y="124540"/>
                  <a:pt x="83456" y="125392"/>
                </a:cubicBezTo>
                <a:cubicBezTo>
                  <a:pt x="84949" y="126244"/>
                  <a:pt x="87708" y="126670"/>
                  <a:pt x="91733" y="126670"/>
                </a:cubicBezTo>
                <a:lnTo>
                  <a:pt x="91733" y="130053"/>
                </a:lnTo>
                <a:lnTo>
                  <a:pt x="50302" y="130053"/>
                </a:lnTo>
                <a:lnTo>
                  <a:pt x="50302" y="126670"/>
                </a:lnTo>
                <a:lnTo>
                  <a:pt x="52040" y="126670"/>
                </a:lnTo>
                <a:cubicBezTo>
                  <a:pt x="55942" y="126670"/>
                  <a:pt x="58670" y="126078"/>
                  <a:pt x="60225" y="124895"/>
                </a:cubicBezTo>
                <a:cubicBezTo>
                  <a:pt x="61780" y="123711"/>
                  <a:pt x="62862" y="121968"/>
                  <a:pt x="63472" y="119664"/>
                </a:cubicBezTo>
                <a:cubicBezTo>
                  <a:pt x="63716" y="118754"/>
                  <a:pt x="63838" y="115902"/>
                  <a:pt x="63838" y="111110"/>
                </a:cubicBezTo>
                <a:lnTo>
                  <a:pt x="63838" y="76988"/>
                </a:lnTo>
                <a:cubicBezTo>
                  <a:pt x="63838" y="69406"/>
                  <a:pt x="62847" y="63902"/>
                  <a:pt x="60865" y="60474"/>
                </a:cubicBezTo>
                <a:cubicBezTo>
                  <a:pt x="58884" y="57046"/>
                  <a:pt x="55546" y="55332"/>
                  <a:pt x="50851" y="55332"/>
                </a:cubicBezTo>
                <a:cubicBezTo>
                  <a:pt x="43595" y="55332"/>
                  <a:pt x="36370" y="59275"/>
                  <a:pt x="29175" y="67162"/>
                </a:cubicBezTo>
                <a:lnTo>
                  <a:pt x="29175" y="111110"/>
                </a:lnTo>
                <a:cubicBezTo>
                  <a:pt x="29175" y="116752"/>
                  <a:pt x="29510" y="120240"/>
                  <a:pt x="30181" y="121574"/>
                </a:cubicBezTo>
                <a:cubicBezTo>
                  <a:pt x="31035" y="123332"/>
                  <a:pt x="32209" y="124621"/>
                  <a:pt x="33702" y="125441"/>
                </a:cubicBezTo>
                <a:cubicBezTo>
                  <a:pt x="35196" y="126260"/>
                  <a:pt x="38230" y="126670"/>
                  <a:pt x="42802" y="126670"/>
                </a:cubicBezTo>
                <a:lnTo>
                  <a:pt x="42802" y="130053"/>
                </a:lnTo>
                <a:lnTo>
                  <a:pt x="1372" y="130053"/>
                </a:lnTo>
                <a:lnTo>
                  <a:pt x="1372" y="126670"/>
                </a:lnTo>
                <a:lnTo>
                  <a:pt x="3201" y="126670"/>
                </a:lnTo>
                <a:cubicBezTo>
                  <a:pt x="7469" y="126670"/>
                  <a:pt x="10350" y="125590"/>
                  <a:pt x="11844" y="123431"/>
                </a:cubicBezTo>
                <a:cubicBezTo>
                  <a:pt x="13338" y="121271"/>
                  <a:pt x="14085" y="117148"/>
                  <a:pt x="14085" y="111064"/>
                </a:cubicBezTo>
                <a:lnTo>
                  <a:pt x="14085" y="80037"/>
                </a:lnTo>
                <a:cubicBezTo>
                  <a:pt x="14085" y="70000"/>
                  <a:pt x="13856" y="63886"/>
                  <a:pt x="13399" y="61697"/>
                </a:cubicBezTo>
                <a:cubicBezTo>
                  <a:pt x="12941" y="59506"/>
                  <a:pt x="12240" y="58015"/>
                  <a:pt x="11295" y="57224"/>
                </a:cubicBezTo>
                <a:cubicBezTo>
                  <a:pt x="10350" y="56433"/>
                  <a:pt x="9085" y="56038"/>
                  <a:pt x="7500" y="56038"/>
                </a:cubicBezTo>
                <a:cubicBezTo>
                  <a:pt x="5792" y="56038"/>
                  <a:pt x="3750" y="56494"/>
                  <a:pt x="1372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175" y="43900"/>
                </a:lnTo>
                <a:lnTo>
                  <a:pt x="29175" y="61643"/>
                </a:lnTo>
                <a:close/>
                <a:moveTo>
                  <a:pt x="112494" y="77922"/>
                </a:moveTo>
                <a:cubicBezTo>
                  <a:pt x="112433" y="90332"/>
                  <a:pt x="115451" y="100066"/>
                  <a:pt x="121548" y="107123"/>
                </a:cubicBezTo>
                <a:cubicBezTo>
                  <a:pt x="127645" y="114179"/>
                  <a:pt x="134809" y="117707"/>
                  <a:pt x="143041" y="117707"/>
                </a:cubicBezTo>
                <a:cubicBezTo>
                  <a:pt x="148528" y="117707"/>
                  <a:pt x="153299" y="116198"/>
                  <a:pt x="157354" y="113179"/>
                </a:cubicBezTo>
                <a:cubicBezTo>
                  <a:pt x="161408" y="110161"/>
                  <a:pt x="164808" y="104994"/>
                  <a:pt x="167551" y="97677"/>
                </a:cubicBezTo>
                <a:lnTo>
                  <a:pt x="170387" y="99506"/>
                </a:lnTo>
                <a:cubicBezTo>
                  <a:pt x="169106" y="107860"/>
                  <a:pt x="165387" y="115466"/>
                  <a:pt x="159229" y="122325"/>
                </a:cubicBezTo>
                <a:cubicBezTo>
                  <a:pt x="153070" y="129185"/>
                  <a:pt x="145357" y="132614"/>
                  <a:pt x="136090" y="132614"/>
                </a:cubicBezTo>
                <a:cubicBezTo>
                  <a:pt x="126029" y="132614"/>
                  <a:pt x="117417" y="128705"/>
                  <a:pt x="110253" y="120888"/>
                </a:cubicBezTo>
                <a:cubicBezTo>
                  <a:pt x="103089" y="113068"/>
                  <a:pt x="99506" y="102556"/>
                  <a:pt x="99506" y="89352"/>
                </a:cubicBezTo>
                <a:cubicBezTo>
                  <a:pt x="99506" y="75054"/>
                  <a:pt x="103180" y="63904"/>
                  <a:pt x="110527" y="55904"/>
                </a:cubicBezTo>
                <a:cubicBezTo>
                  <a:pt x="117874" y="47901"/>
                  <a:pt x="127096" y="43900"/>
                  <a:pt x="138193" y="43900"/>
                </a:cubicBezTo>
                <a:cubicBezTo>
                  <a:pt x="147583" y="43900"/>
                  <a:pt x="155296" y="46987"/>
                  <a:pt x="161332" y="53160"/>
                </a:cubicBezTo>
                <a:cubicBezTo>
                  <a:pt x="167368" y="59332"/>
                  <a:pt x="170387" y="67586"/>
                  <a:pt x="170387" y="77922"/>
                </a:cubicBezTo>
                <a:lnTo>
                  <a:pt x="112494" y="77922"/>
                </a:lnTo>
                <a:moveTo>
                  <a:pt x="112494" y="72618"/>
                </a:moveTo>
                <a:lnTo>
                  <a:pt x="151272" y="72618"/>
                </a:lnTo>
                <a:cubicBezTo>
                  <a:pt x="150967" y="67252"/>
                  <a:pt x="150327" y="63472"/>
                  <a:pt x="149351" y="61277"/>
                </a:cubicBezTo>
                <a:cubicBezTo>
                  <a:pt x="147827" y="57863"/>
                  <a:pt x="145556" y="55180"/>
                  <a:pt x="142538" y="53229"/>
                </a:cubicBezTo>
                <a:cubicBezTo>
                  <a:pt x="139519" y="51278"/>
                  <a:pt x="136364" y="50302"/>
                  <a:pt x="133072" y="50302"/>
                </a:cubicBezTo>
                <a:cubicBezTo>
                  <a:pt x="128011" y="50302"/>
                  <a:pt x="123484" y="52268"/>
                  <a:pt x="119490" y="56201"/>
                </a:cubicBezTo>
                <a:cubicBezTo>
                  <a:pt x="115496" y="60134"/>
                  <a:pt x="113164" y="65606"/>
                  <a:pt x="112494" y="72618"/>
                </a:cubicBezTo>
                <a:close/>
                <a:moveTo>
                  <a:pt x="229040" y="117981"/>
                </a:moveTo>
                <a:cubicBezTo>
                  <a:pt x="220443" y="124627"/>
                  <a:pt x="215047" y="128468"/>
                  <a:pt x="212852" y="129505"/>
                </a:cubicBezTo>
                <a:cubicBezTo>
                  <a:pt x="209559" y="131090"/>
                  <a:pt x="206053" y="131883"/>
                  <a:pt x="202334" y="131883"/>
                </a:cubicBezTo>
                <a:cubicBezTo>
                  <a:pt x="196542" y="131883"/>
                  <a:pt x="191771" y="129901"/>
                  <a:pt x="188021" y="125938"/>
                </a:cubicBezTo>
                <a:cubicBezTo>
                  <a:pt x="184271" y="121975"/>
                  <a:pt x="182396" y="116762"/>
                  <a:pt x="182396" y="110299"/>
                </a:cubicBezTo>
                <a:cubicBezTo>
                  <a:pt x="182396" y="106213"/>
                  <a:pt x="183311" y="102677"/>
                  <a:pt x="185140" y="99689"/>
                </a:cubicBezTo>
                <a:cubicBezTo>
                  <a:pt x="187640" y="95543"/>
                  <a:pt x="191984" y="91641"/>
                  <a:pt x="198173" y="87983"/>
                </a:cubicBezTo>
                <a:cubicBezTo>
                  <a:pt x="204361" y="84324"/>
                  <a:pt x="214650" y="79873"/>
                  <a:pt x="229040" y="74630"/>
                </a:cubicBezTo>
                <a:lnTo>
                  <a:pt x="229040" y="71337"/>
                </a:lnTo>
                <a:cubicBezTo>
                  <a:pt x="229040" y="62984"/>
                  <a:pt x="227714" y="57253"/>
                  <a:pt x="225061" y="54143"/>
                </a:cubicBezTo>
                <a:cubicBezTo>
                  <a:pt x="222409" y="51034"/>
                  <a:pt x="218553" y="49479"/>
                  <a:pt x="213492" y="49479"/>
                </a:cubicBezTo>
                <a:cubicBezTo>
                  <a:pt x="209651" y="49479"/>
                  <a:pt x="206602" y="50512"/>
                  <a:pt x="204346" y="52577"/>
                </a:cubicBezTo>
                <a:cubicBezTo>
                  <a:pt x="202029" y="54642"/>
                  <a:pt x="200871" y="57012"/>
                  <a:pt x="200871" y="59685"/>
                </a:cubicBezTo>
                <a:lnTo>
                  <a:pt x="201054" y="64970"/>
                </a:lnTo>
                <a:cubicBezTo>
                  <a:pt x="201054" y="67763"/>
                  <a:pt x="200337" y="69919"/>
                  <a:pt x="198904" y="71437"/>
                </a:cubicBezTo>
                <a:cubicBezTo>
                  <a:pt x="197471" y="72956"/>
                  <a:pt x="195597" y="73715"/>
                  <a:pt x="193280" y="73715"/>
                </a:cubicBezTo>
                <a:cubicBezTo>
                  <a:pt x="191024" y="73715"/>
                  <a:pt x="189179" y="72925"/>
                  <a:pt x="187746" y="71346"/>
                </a:cubicBezTo>
                <a:cubicBezTo>
                  <a:pt x="186314" y="69764"/>
                  <a:pt x="185597" y="67606"/>
                  <a:pt x="185597" y="64870"/>
                </a:cubicBezTo>
                <a:cubicBezTo>
                  <a:pt x="185597" y="59643"/>
                  <a:pt x="188280" y="54842"/>
                  <a:pt x="193645" y="50465"/>
                </a:cubicBezTo>
                <a:cubicBezTo>
                  <a:pt x="199011" y="46088"/>
                  <a:pt x="206541" y="43900"/>
                  <a:pt x="216236" y="43900"/>
                </a:cubicBezTo>
                <a:cubicBezTo>
                  <a:pt x="223674" y="43900"/>
                  <a:pt x="229771" y="45148"/>
                  <a:pt x="234527" y="47644"/>
                </a:cubicBezTo>
                <a:cubicBezTo>
                  <a:pt x="238125" y="49532"/>
                  <a:pt x="240777" y="52486"/>
                  <a:pt x="242484" y="56507"/>
                </a:cubicBezTo>
                <a:cubicBezTo>
                  <a:pt x="243582" y="59125"/>
                  <a:pt x="244130" y="64484"/>
                  <a:pt x="244130" y="72583"/>
                </a:cubicBezTo>
                <a:lnTo>
                  <a:pt x="244130" y="100993"/>
                </a:lnTo>
                <a:cubicBezTo>
                  <a:pt x="244130" y="108970"/>
                  <a:pt x="244283" y="113858"/>
                  <a:pt x="244588" y="115655"/>
                </a:cubicBezTo>
                <a:cubicBezTo>
                  <a:pt x="244893" y="117451"/>
                  <a:pt x="245396" y="118655"/>
                  <a:pt x="246097" y="119264"/>
                </a:cubicBezTo>
                <a:cubicBezTo>
                  <a:pt x="246798" y="119872"/>
                  <a:pt x="247606" y="120176"/>
                  <a:pt x="248520" y="120176"/>
                </a:cubicBezTo>
                <a:cubicBezTo>
                  <a:pt x="249496" y="120176"/>
                  <a:pt x="250350" y="119963"/>
                  <a:pt x="251081" y="119536"/>
                </a:cubicBezTo>
                <a:cubicBezTo>
                  <a:pt x="252362" y="118743"/>
                  <a:pt x="254831" y="116518"/>
                  <a:pt x="258489" y="112859"/>
                </a:cubicBezTo>
                <a:lnTo>
                  <a:pt x="258489" y="117981"/>
                </a:lnTo>
                <a:cubicBezTo>
                  <a:pt x="251660" y="127127"/>
                  <a:pt x="245136" y="131700"/>
                  <a:pt x="238917" y="131700"/>
                </a:cubicBezTo>
                <a:cubicBezTo>
                  <a:pt x="235930" y="131700"/>
                  <a:pt x="233552" y="130663"/>
                  <a:pt x="231784" y="128590"/>
                </a:cubicBezTo>
                <a:cubicBezTo>
                  <a:pt x="230015" y="126517"/>
                  <a:pt x="229101" y="122981"/>
                  <a:pt x="229040" y="117981"/>
                </a:cubicBezTo>
                <a:moveTo>
                  <a:pt x="229040" y="111985"/>
                </a:moveTo>
                <a:lnTo>
                  <a:pt x="229040" y="80209"/>
                </a:lnTo>
                <a:cubicBezTo>
                  <a:pt x="219833" y="83850"/>
                  <a:pt x="213888" y="86430"/>
                  <a:pt x="211205" y="87948"/>
                </a:cubicBezTo>
                <a:cubicBezTo>
                  <a:pt x="206389" y="90620"/>
                  <a:pt x="202944" y="93412"/>
                  <a:pt x="200871" y="96325"/>
                </a:cubicBezTo>
                <a:cubicBezTo>
                  <a:pt x="198798" y="99239"/>
                  <a:pt x="197761" y="102425"/>
                  <a:pt x="197761" y="105886"/>
                </a:cubicBezTo>
                <a:cubicBezTo>
                  <a:pt x="197761" y="110257"/>
                  <a:pt x="199072" y="113883"/>
                  <a:pt x="201694" y="116766"/>
                </a:cubicBezTo>
                <a:cubicBezTo>
                  <a:pt x="204316" y="119649"/>
                  <a:pt x="207334" y="121091"/>
                  <a:pt x="210748" y="121091"/>
                </a:cubicBezTo>
                <a:cubicBezTo>
                  <a:pt x="215382" y="121091"/>
                  <a:pt x="221479" y="118055"/>
                  <a:pt x="229040" y="111985"/>
                </a:cubicBezTo>
                <a:close/>
                <a:moveTo>
                  <a:pt x="289248" y="43900"/>
                </a:moveTo>
                <a:lnTo>
                  <a:pt x="289248" y="62740"/>
                </a:lnTo>
                <a:cubicBezTo>
                  <a:pt x="296259" y="50180"/>
                  <a:pt x="303454" y="43900"/>
                  <a:pt x="310832" y="43900"/>
                </a:cubicBezTo>
                <a:cubicBezTo>
                  <a:pt x="314185" y="43900"/>
                  <a:pt x="316959" y="44921"/>
                  <a:pt x="319154" y="46964"/>
                </a:cubicBezTo>
                <a:cubicBezTo>
                  <a:pt x="321349" y="49006"/>
                  <a:pt x="322447" y="51369"/>
                  <a:pt x="322447" y="54052"/>
                </a:cubicBezTo>
                <a:cubicBezTo>
                  <a:pt x="322447" y="56430"/>
                  <a:pt x="321654" y="58442"/>
                  <a:pt x="320069" y="60088"/>
                </a:cubicBezTo>
                <a:cubicBezTo>
                  <a:pt x="318484" y="61734"/>
                  <a:pt x="316594" y="62557"/>
                  <a:pt x="314399" y="62557"/>
                </a:cubicBezTo>
                <a:cubicBezTo>
                  <a:pt x="312265" y="62557"/>
                  <a:pt x="309871" y="61506"/>
                  <a:pt x="307219" y="59402"/>
                </a:cubicBezTo>
                <a:cubicBezTo>
                  <a:pt x="304567" y="57299"/>
                  <a:pt x="302601" y="56247"/>
                  <a:pt x="301320" y="56247"/>
                </a:cubicBezTo>
                <a:cubicBezTo>
                  <a:pt x="300223" y="56247"/>
                  <a:pt x="299034" y="56855"/>
                  <a:pt x="297753" y="58070"/>
                </a:cubicBezTo>
                <a:cubicBezTo>
                  <a:pt x="295010" y="60564"/>
                  <a:pt x="292174" y="64669"/>
                  <a:pt x="289248" y="70386"/>
                </a:cubicBezTo>
                <a:lnTo>
                  <a:pt x="289248" y="110433"/>
                </a:lnTo>
                <a:cubicBezTo>
                  <a:pt x="289248" y="115053"/>
                  <a:pt x="289827" y="118550"/>
                  <a:pt x="290985" y="120922"/>
                </a:cubicBezTo>
                <a:cubicBezTo>
                  <a:pt x="291778" y="122564"/>
                  <a:pt x="293180" y="123933"/>
                  <a:pt x="295192" y="125029"/>
                </a:cubicBezTo>
                <a:cubicBezTo>
                  <a:pt x="297205" y="126123"/>
                  <a:pt x="300101" y="126670"/>
                  <a:pt x="303881" y="126670"/>
                </a:cubicBezTo>
                <a:lnTo>
                  <a:pt x="303881" y="130053"/>
                </a:lnTo>
                <a:lnTo>
                  <a:pt x="260987" y="130053"/>
                </a:lnTo>
                <a:lnTo>
                  <a:pt x="260987" y="126670"/>
                </a:lnTo>
                <a:cubicBezTo>
                  <a:pt x="265255" y="126670"/>
                  <a:pt x="268426" y="126001"/>
                  <a:pt x="270499" y="124663"/>
                </a:cubicBezTo>
                <a:cubicBezTo>
                  <a:pt x="272023" y="123690"/>
                  <a:pt x="273090" y="122138"/>
                  <a:pt x="273700" y="120007"/>
                </a:cubicBezTo>
                <a:cubicBezTo>
                  <a:pt x="274005" y="118973"/>
                  <a:pt x="274157" y="116022"/>
                  <a:pt x="274157" y="111156"/>
                </a:cubicBezTo>
                <a:lnTo>
                  <a:pt x="274157" y="78760"/>
                </a:lnTo>
                <a:cubicBezTo>
                  <a:pt x="274157" y="69025"/>
                  <a:pt x="273959" y="63231"/>
                  <a:pt x="273563" y="61377"/>
                </a:cubicBezTo>
                <a:cubicBezTo>
                  <a:pt x="273166" y="59521"/>
                  <a:pt x="272435" y="58167"/>
                  <a:pt x="271368" y="57316"/>
                </a:cubicBezTo>
                <a:cubicBezTo>
                  <a:pt x="270301" y="56464"/>
                  <a:pt x="268974" y="56038"/>
                  <a:pt x="267389" y="56038"/>
                </a:cubicBezTo>
                <a:cubicBezTo>
                  <a:pt x="265499" y="56038"/>
                  <a:pt x="263365" y="56494"/>
                  <a:pt x="260987" y="57407"/>
                </a:cubicBezTo>
                <a:lnTo>
                  <a:pt x="260073" y="54120"/>
                </a:lnTo>
                <a:lnTo>
                  <a:pt x="285406" y="43900"/>
                </a:lnTo>
                <a:lnTo>
                  <a:pt x="289248" y="43900"/>
                </a:lnTo>
                <a:close/>
                <a:moveTo>
                  <a:pt x="350066" y="60820"/>
                </a:moveTo>
                <a:cubicBezTo>
                  <a:pt x="358175" y="49540"/>
                  <a:pt x="366925" y="43900"/>
                  <a:pt x="376315" y="43900"/>
                </a:cubicBezTo>
                <a:cubicBezTo>
                  <a:pt x="384912" y="43900"/>
                  <a:pt x="392411" y="47570"/>
                  <a:pt x="398813" y="54909"/>
                </a:cubicBezTo>
                <a:cubicBezTo>
                  <a:pt x="405215" y="62249"/>
                  <a:pt x="408416" y="72283"/>
                  <a:pt x="408416" y="85013"/>
                </a:cubicBezTo>
                <a:cubicBezTo>
                  <a:pt x="408416" y="99875"/>
                  <a:pt x="403478" y="111844"/>
                  <a:pt x="393600" y="120919"/>
                </a:cubicBezTo>
                <a:cubicBezTo>
                  <a:pt x="385125" y="128716"/>
                  <a:pt x="375674" y="132614"/>
                  <a:pt x="365248" y="132614"/>
                </a:cubicBezTo>
                <a:cubicBezTo>
                  <a:pt x="360370" y="132614"/>
                  <a:pt x="355416" y="131730"/>
                  <a:pt x="350386" y="129962"/>
                </a:cubicBezTo>
                <a:cubicBezTo>
                  <a:pt x="345356" y="128194"/>
                  <a:pt x="340219" y="125542"/>
                  <a:pt x="334976" y="122005"/>
                </a:cubicBezTo>
                <a:lnTo>
                  <a:pt x="334976" y="35211"/>
                </a:lnTo>
                <a:cubicBezTo>
                  <a:pt x="334976" y="25700"/>
                  <a:pt x="334747" y="19846"/>
                  <a:pt x="334290" y="17651"/>
                </a:cubicBezTo>
                <a:cubicBezTo>
                  <a:pt x="333832" y="15456"/>
                  <a:pt x="333116" y="13963"/>
                  <a:pt x="332140" y="13170"/>
                </a:cubicBezTo>
                <a:cubicBezTo>
                  <a:pt x="331165" y="12377"/>
                  <a:pt x="329945" y="11981"/>
                  <a:pt x="328482" y="11981"/>
                </a:cubicBezTo>
                <a:cubicBezTo>
                  <a:pt x="326775" y="11981"/>
                  <a:pt x="324641" y="12469"/>
                  <a:pt x="322080" y="13444"/>
                </a:cubicBezTo>
                <a:lnTo>
                  <a:pt x="320800" y="10243"/>
                </a:lnTo>
                <a:lnTo>
                  <a:pt x="345950" y="0"/>
                </a:lnTo>
                <a:lnTo>
                  <a:pt x="350066" y="0"/>
                </a:lnTo>
                <a:lnTo>
                  <a:pt x="350066" y="60820"/>
                </a:lnTo>
                <a:moveTo>
                  <a:pt x="350066" y="66647"/>
                </a:moveTo>
                <a:lnTo>
                  <a:pt x="350066" y="116635"/>
                </a:lnTo>
                <a:cubicBezTo>
                  <a:pt x="353176" y="119674"/>
                  <a:pt x="356392" y="121969"/>
                  <a:pt x="359715" y="123520"/>
                </a:cubicBezTo>
                <a:cubicBezTo>
                  <a:pt x="363038" y="125071"/>
                  <a:pt x="366437" y="125846"/>
                  <a:pt x="369913" y="125846"/>
                </a:cubicBezTo>
                <a:cubicBezTo>
                  <a:pt x="375461" y="125846"/>
                  <a:pt x="380628" y="122806"/>
                  <a:pt x="385415" y="116726"/>
                </a:cubicBezTo>
                <a:cubicBezTo>
                  <a:pt x="390201" y="110644"/>
                  <a:pt x="392594" y="101796"/>
                  <a:pt x="392594" y="90181"/>
                </a:cubicBezTo>
                <a:cubicBezTo>
                  <a:pt x="392594" y="79478"/>
                  <a:pt x="390201" y="71254"/>
                  <a:pt x="385415" y="65507"/>
                </a:cubicBezTo>
                <a:cubicBezTo>
                  <a:pt x="380628" y="59760"/>
                  <a:pt x="375187" y="56887"/>
                  <a:pt x="369089" y="56887"/>
                </a:cubicBezTo>
                <a:cubicBezTo>
                  <a:pt x="365858" y="56887"/>
                  <a:pt x="362626" y="57708"/>
                  <a:pt x="359395" y="59351"/>
                </a:cubicBezTo>
                <a:cubicBezTo>
                  <a:pt x="356956" y="60566"/>
                  <a:pt x="353846" y="62998"/>
                  <a:pt x="350066" y="66647"/>
                </a:cubicBezTo>
                <a:close/>
                <a:moveTo>
                  <a:pt x="416007" y="46278"/>
                </a:moveTo>
                <a:lnTo>
                  <a:pt x="455060" y="46278"/>
                </a:lnTo>
                <a:lnTo>
                  <a:pt x="455060" y="49662"/>
                </a:lnTo>
                <a:lnTo>
                  <a:pt x="453139" y="49662"/>
                </a:lnTo>
                <a:cubicBezTo>
                  <a:pt x="450396" y="49662"/>
                  <a:pt x="448338" y="50256"/>
                  <a:pt x="446966" y="51445"/>
                </a:cubicBezTo>
                <a:cubicBezTo>
                  <a:pt x="445594" y="52634"/>
                  <a:pt x="444908" y="54113"/>
                  <a:pt x="444908" y="55881"/>
                </a:cubicBezTo>
                <a:cubicBezTo>
                  <a:pt x="444908" y="58259"/>
                  <a:pt x="445914" y="61551"/>
                  <a:pt x="447926" y="65758"/>
                </a:cubicBezTo>
                <a:lnTo>
                  <a:pt x="468321" y="108012"/>
                </a:lnTo>
                <a:lnTo>
                  <a:pt x="487070" y="61734"/>
                </a:lnTo>
                <a:cubicBezTo>
                  <a:pt x="488107" y="59234"/>
                  <a:pt x="488625" y="56765"/>
                  <a:pt x="488625" y="54326"/>
                </a:cubicBezTo>
                <a:cubicBezTo>
                  <a:pt x="488625" y="53229"/>
                  <a:pt x="488412" y="52406"/>
                  <a:pt x="487985" y="51857"/>
                </a:cubicBezTo>
                <a:cubicBezTo>
                  <a:pt x="487497" y="51186"/>
                  <a:pt x="486735" y="50653"/>
                  <a:pt x="485699" y="50256"/>
                </a:cubicBezTo>
                <a:cubicBezTo>
                  <a:pt x="484662" y="49860"/>
                  <a:pt x="482833" y="49662"/>
                  <a:pt x="480211" y="49662"/>
                </a:cubicBezTo>
                <a:lnTo>
                  <a:pt x="480211" y="46278"/>
                </a:lnTo>
                <a:lnTo>
                  <a:pt x="507466" y="46278"/>
                </a:lnTo>
                <a:lnTo>
                  <a:pt x="507466" y="49662"/>
                </a:lnTo>
                <a:cubicBezTo>
                  <a:pt x="505210" y="49906"/>
                  <a:pt x="503472" y="50393"/>
                  <a:pt x="502252" y="51125"/>
                </a:cubicBezTo>
                <a:cubicBezTo>
                  <a:pt x="501033" y="51857"/>
                  <a:pt x="499692" y="53229"/>
                  <a:pt x="498228" y="55241"/>
                </a:cubicBezTo>
                <a:cubicBezTo>
                  <a:pt x="497680" y="56094"/>
                  <a:pt x="496643" y="58442"/>
                  <a:pt x="495119" y="62283"/>
                </a:cubicBezTo>
                <a:lnTo>
                  <a:pt x="461005" y="145876"/>
                </a:lnTo>
                <a:cubicBezTo>
                  <a:pt x="457712" y="153985"/>
                  <a:pt x="453399" y="160113"/>
                  <a:pt x="448064" y="164259"/>
                </a:cubicBezTo>
                <a:cubicBezTo>
                  <a:pt x="442728" y="168405"/>
                  <a:pt x="437592" y="170478"/>
                  <a:pt x="432653" y="170478"/>
                </a:cubicBezTo>
                <a:cubicBezTo>
                  <a:pt x="429055" y="170478"/>
                  <a:pt x="426098" y="169454"/>
                  <a:pt x="423781" y="167406"/>
                </a:cubicBezTo>
                <a:cubicBezTo>
                  <a:pt x="421464" y="165357"/>
                  <a:pt x="420306" y="163008"/>
                  <a:pt x="420306" y="160358"/>
                </a:cubicBezTo>
                <a:cubicBezTo>
                  <a:pt x="420306" y="157827"/>
                  <a:pt x="421144" y="155787"/>
                  <a:pt x="422821" y="154236"/>
                </a:cubicBezTo>
                <a:cubicBezTo>
                  <a:pt x="424498" y="152687"/>
                  <a:pt x="426799" y="151912"/>
                  <a:pt x="429726" y="151912"/>
                </a:cubicBezTo>
                <a:cubicBezTo>
                  <a:pt x="431738" y="151912"/>
                  <a:pt x="434482" y="152583"/>
                  <a:pt x="437957" y="153924"/>
                </a:cubicBezTo>
                <a:cubicBezTo>
                  <a:pt x="440396" y="154839"/>
                  <a:pt x="441921" y="155296"/>
                  <a:pt x="442530" y="155296"/>
                </a:cubicBezTo>
                <a:cubicBezTo>
                  <a:pt x="444359" y="155296"/>
                  <a:pt x="446356" y="154344"/>
                  <a:pt x="448521" y="152441"/>
                </a:cubicBezTo>
                <a:cubicBezTo>
                  <a:pt x="450685" y="150539"/>
                  <a:pt x="452865" y="146858"/>
                  <a:pt x="455060" y="141397"/>
                </a:cubicBezTo>
                <a:lnTo>
                  <a:pt x="461005" y="126761"/>
                </a:lnTo>
                <a:lnTo>
                  <a:pt x="430915" y="63563"/>
                </a:lnTo>
                <a:cubicBezTo>
                  <a:pt x="430001" y="61673"/>
                  <a:pt x="428537" y="59326"/>
                  <a:pt x="426525" y="56521"/>
                </a:cubicBezTo>
                <a:cubicBezTo>
                  <a:pt x="425001" y="54387"/>
                  <a:pt x="423751" y="52954"/>
                  <a:pt x="422775" y="52223"/>
                </a:cubicBezTo>
                <a:cubicBezTo>
                  <a:pt x="421373" y="51247"/>
                  <a:pt x="419117" y="50393"/>
                  <a:pt x="416007" y="49662"/>
                </a:cubicBezTo>
                <a:lnTo>
                  <a:pt x="416007" y="462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E561F-CEAF-400B-ACA1-924C941C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316875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E9DB9-2C94-4C0E-9F6B-68E48B43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68" y="316875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66" name="Text guest">
            <a:extLst xmlns:a="http://schemas.openxmlformats.org/drawingml/2006/main">
              <a:ext uri="{FF2B5EF4-FFF2-40B4-BE49-F238E27FC236}">
                <a16:creationId xmlns:a16="http://schemas.microsoft.com/office/drawing/2014/main" id="{B75EF605-0FE5-49BF-AC9F-C1360EA8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324" y="3268078"/>
            <a:ext cx="390068" cy="151821"/>
          </a:xfrm>
          <a:custGeom xmlns:a="http://schemas.openxmlformats.org/drawingml/2006/main">
            <a:pathLst>
              <a:path w="390068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2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1" y="101976"/>
                  <a:pt x="177795" y="101458"/>
                  <a:pt x="180173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6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70" y="112600"/>
                  <a:pt x="111625" y="109887"/>
                </a:cubicBezTo>
                <a:cubicBezTo>
                  <a:pt x="108180" y="107174"/>
                  <a:pt x="105787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3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6" y="102525"/>
                  <a:pt x="131517" y="102525"/>
                </a:cubicBezTo>
                <a:cubicBezTo>
                  <a:pt x="134139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4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8" y="25242"/>
                </a:moveTo>
                <a:lnTo>
                  <a:pt x="324888" y="53594"/>
                </a:lnTo>
                <a:lnTo>
                  <a:pt x="321870" y="53594"/>
                </a:lnTo>
                <a:cubicBezTo>
                  <a:pt x="319553" y="44702"/>
                  <a:pt x="316581" y="38653"/>
                  <a:pt x="312953" y="35449"/>
                </a:cubicBezTo>
                <a:cubicBezTo>
                  <a:pt x="309325" y="32242"/>
                  <a:pt x="304706" y="30638"/>
                  <a:pt x="299097" y="30638"/>
                </a:cubicBezTo>
                <a:cubicBezTo>
                  <a:pt x="294829" y="30638"/>
                  <a:pt x="291384" y="31766"/>
                  <a:pt x="288762" y="34020"/>
                </a:cubicBezTo>
                <a:cubicBezTo>
                  <a:pt x="286140" y="36272"/>
                  <a:pt x="284830" y="38769"/>
                  <a:pt x="284830" y="41511"/>
                </a:cubicBezTo>
                <a:cubicBezTo>
                  <a:pt x="284830" y="44921"/>
                  <a:pt x="285805" y="47844"/>
                  <a:pt x="287756" y="50279"/>
                </a:cubicBezTo>
                <a:cubicBezTo>
                  <a:pt x="289646" y="52777"/>
                  <a:pt x="293488" y="55426"/>
                  <a:pt x="299280" y="58227"/>
                </a:cubicBezTo>
                <a:lnTo>
                  <a:pt x="312633" y="64715"/>
                </a:lnTo>
                <a:cubicBezTo>
                  <a:pt x="325010" y="70744"/>
                  <a:pt x="331199" y="78692"/>
                  <a:pt x="331199" y="88560"/>
                </a:cubicBezTo>
                <a:cubicBezTo>
                  <a:pt x="331199" y="96172"/>
                  <a:pt x="328318" y="102308"/>
                  <a:pt x="322556" y="106969"/>
                </a:cubicBezTo>
                <a:cubicBezTo>
                  <a:pt x="316794" y="111628"/>
                  <a:pt x="310346" y="113957"/>
                  <a:pt x="303213" y="113957"/>
                </a:cubicBezTo>
                <a:cubicBezTo>
                  <a:pt x="298091" y="113957"/>
                  <a:pt x="292238" y="113042"/>
                  <a:pt x="285653" y="111213"/>
                </a:cubicBezTo>
                <a:cubicBezTo>
                  <a:pt x="283641" y="110603"/>
                  <a:pt x="281994" y="110299"/>
                  <a:pt x="280714" y="110299"/>
                </a:cubicBezTo>
                <a:cubicBezTo>
                  <a:pt x="279312" y="110299"/>
                  <a:pt x="278214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9" y="91245"/>
                  <a:pt x="282391" y="97700"/>
                  <a:pt x="287208" y="102044"/>
                </a:cubicBezTo>
                <a:cubicBezTo>
                  <a:pt x="292024" y="106389"/>
                  <a:pt x="297420" y="108561"/>
                  <a:pt x="303396" y="108561"/>
                </a:cubicBezTo>
                <a:cubicBezTo>
                  <a:pt x="307603" y="108561"/>
                  <a:pt x="311032" y="107328"/>
                  <a:pt x="313685" y="104862"/>
                </a:cubicBezTo>
                <a:cubicBezTo>
                  <a:pt x="316337" y="102395"/>
                  <a:pt x="317663" y="99425"/>
                  <a:pt x="317663" y="95954"/>
                </a:cubicBezTo>
                <a:cubicBezTo>
                  <a:pt x="317663" y="91751"/>
                  <a:pt x="316184" y="88218"/>
                  <a:pt x="313227" y="85356"/>
                </a:cubicBezTo>
                <a:cubicBezTo>
                  <a:pt x="310270" y="82494"/>
                  <a:pt x="304371" y="78871"/>
                  <a:pt x="295530" y="74487"/>
                </a:cubicBezTo>
                <a:cubicBezTo>
                  <a:pt x="286689" y="70101"/>
                  <a:pt x="280897" y="66141"/>
                  <a:pt x="278153" y="62609"/>
                </a:cubicBezTo>
                <a:cubicBezTo>
                  <a:pt x="275409" y="59137"/>
                  <a:pt x="274038" y="54752"/>
                  <a:pt x="274038" y="49453"/>
                </a:cubicBezTo>
                <a:cubicBezTo>
                  <a:pt x="274038" y="42571"/>
                  <a:pt x="276400" y="36816"/>
                  <a:pt x="281126" y="32188"/>
                </a:cubicBezTo>
                <a:cubicBezTo>
                  <a:pt x="285851" y="27557"/>
                  <a:pt x="291963" y="25242"/>
                  <a:pt x="299463" y="25242"/>
                </a:cubicBezTo>
                <a:cubicBezTo>
                  <a:pt x="302755" y="25242"/>
                  <a:pt x="306749" y="25944"/>
                  <a:pt x="311444" y="27346"/>
                </a:cubicBezTo>
                <a:cubicBezTo>
                  <a:pt x="314553" y="28261"/>
                  <a:pt x="316627" y="28718"/>
                  <a:pt x="317663" y="28718"/>
                </a:cubicBezTo>
                <a:cubicBezTo>
                  <a:pt x="318639" y="28718"/>
                  <a:pt x="319401" y="28504"/>
                  <a:pt x="319950" y="28078"/>
                </a:cubicBezTo>
                <a:cubicBezTo>
                  <a:pt x="320498" y="27651"/>
                  <a:pt x="321138" y="26706"/>
                  <a:pt x="321870" y="25242"/>
                </a:cubicBezTo>
                <a:lnTo>
                  <a:pt x="324888" y="25242"/>
                </a:lnTo>
                <a:close/>
                <a:moveTo>
                  <a:pt x="367935" y="0"/>
                </a:moveTo>
                <a:lnTo>
                  <a:pt x="367935" y="27620"/>
                </a:lnTo>
                <a:lnTo>
                  <a:pt x="387507" y="27620"/>
                </a:lnTo>
                <a:lnTo>
                  <a:pt x="387507" y="34022"/>
                </a:lnTo>
                <a:lnTo>
                  <a:pt x="367935" y="34022"/>
                </a:lnTo>
                <a:lnTo>
                  <a:pt x="367935" y="88274"/>
                </a:lnTo>
                <a:cubicBezTo>
                  <a:pt x="367935" y="93695"/>
                  <a:pt x="368712" y="97350"/>
                  <a:pt x="370267" y="99238"/>
                </a:cubicBezTo>
                <a:cubicBezTo>
                  <a:pt x="371822" y="101124"/>
                  <a:pt x="373819" y="102067"/>
                  <a:pt x="376258" y="102067"/>
                </a:cubicBezTo>
                <a:cubicBezTo>
                  <a:pt x="378270" y="102067"/>
                  <a:pt x="380221" y="101442"/>
                  <a:pt x="382111" y="100192"/>
                </a:cubicBezTo>
                <a:cubicBezTo>
                  <a:pt x="384001" y="98942"/>
                  <a:pt x="385464" y="97098"/>
                  <a:pt x="386501" y="94659"/>
                </a:cubicBezTo>
                <a:lnTo>
                  <a:pt x="390068" y="94659"/>
                </a:lnTo>
                <a:cubicBezTo>
                  <a:pt x="387934" y="100652"/>
                  <a:pt x="384916" y="105184"/>
                  <a:pt x="381013" y="108255"/>
                </a:cubicBezTo>
                <a:cubicBezTo>
                  <a:pt x="377111" y="111325"/>
                  <a:pt x="373087" y="112859"/>
                  <a:pt x="368941" y="112859"/>
                </a:cubicBezTo>
                <a:cubicBezTo>
                  <a:pt x="366136" y="112859"/>
                  <a:pt x="363392" y="112081"/>
                  <a:pt x="360710" y="110524"/>
                </a:cubicBezTo>
                <a:cubicBezTo>
                  <a:pt x="358027" y="108968"/>
                  <a:pt x="356045" y="106740"/>
                  <a:pt x="354765" y="103842"/>
                </a:cubicBezTo>
                <a:cubicBezTo>
                  <a:pt x="353484" y="100942"/>
                  <a:pt x="352844" y="96470"/>
                  <a:pt x="352844" y="90426"/>
                </a:cubicBezTo>
                <a:lnTo>
                  <a:pt x="352844" y="34022"/>
                </a:lnTo>
                <a:lnTo>
                  <a:pt x="339583" y="34022"/>
                </a:lnTo>
                <a:lnTo>
                  <a:pt x="339583" y="31004"/>
                </a:lnTo>
                <a:cubicBezTo>
                  <a:pt x="342936" y="29659"/>
                  <a:pt x="346366" y="27381"/>
                  <a:pt x="349872" y="24171"/>
                </a:cubicBezTo>
                <a:cubicBezTo>
                  <a:pt x="353378" y="20960"/>
                  <a:pt x="356503" y="17153"/>
                  <a:pt x="359246" y="12750"/>
                </a:cubicBezTo>
                <a:cubicBezTo>
                  <a:pt x="360649" y="10427"/>
                  <a:pt x="362600" y="6177"/>
                  <a:pt x="365100" y="0"/>
                </a:cubicBezTo>
                <a:lnTo>
                  <a:pt x="3679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05F7A-5E9C-4882-8640-878628F8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976" y="3686422"/>
            <a:ext cx="7258" cy="433614"/>
          </a:xfrm>
          <a:custGeom xmlns:a="http://schemas.openxmlformats.org/drawingml/2006/main">
            <a:pathLst>
              <a:path w="7258" h="433614" fill="none">
                <a:moveTo>
                  <a:pt x="0" y="0"/>
                </a:moveTo>
                <a:lnTo>
                  <a:pt x="7258" y="433614"/>
                </a:lnTo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B0577-C800-466F-8D84-B4A4989F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665" y="4090302"/>
            <a:ext cx="77966" cy="117535"/>
          </a:xfrm>
          <a:custGeom xmlns:a="http://schemas.openxmlformats.org/drawingml/2006/main">
            <a:pathLst>
              <a:path w="77966" h="117535">
                <a:moveTo>
                  <a:pt x="40973" y="117535"/>
                </a:moveTo>
                <a:lnTo>
                  <a:pt x="0" y="1171"/>
                </a:lnTo>
                <a:lnTo>
                  <a:pt x="39568" y="29735"/>
                </a:lnTo>
                <a:lnTo>
                  <a:pt x="77966" y="0"/>
                </a:lnTo>
                <a:lnTo>
                  <a:pt x="40973" y="1175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31B5C-FFD6-43B8-9432-878C48E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665" y="4090302"/>
            <a:ext cx="77966" cy="117535"/>
          </a:xfrm>
          <a:custGeom xmlns:a="http://schemas.openxmlformats.org/drawingml/2006/main">
            <a:pathLst>
              <a:path w="77966" h="117535" fill="none">
                <a:moveTo>
                  <a:pt x="40973" y="117535"/>
                </a:moveTo>
                <a:lnTo>
                  <a:pt x="0" y="1171"/>
                </a:lnTo>
                <a:lnTo>
                  <a:pt x="39568" y="29735"/>
                </a:lnTo>
                <a:lnTo>
                  <a:pt x="77966" y="0"/>
                </a:lnTo>
                <a:lnTo>
                  <a:pt x="40973" y="1175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270" name="Text 2.ModelForward">
            <a:extLst xmlns:a="http://schemas.openxmlformats.org/drawingml/2006/main">
              <a:ext uri="{FF2B5EF4-FFF2-40B4-BE49-F238E27FC236}">
                <a16:creationId xmlns:a16="http://schemas.microsoft.com/office/drawing/2014/main" id="{B9F60961-6855-42B7-A9FF-C88E31FD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389" y="3869232"/>
            <a:ext cx="1623707" cy="145281"/>
          </a:xfrm>
          <a:custGeom xmlns:a="http://schemas.openxmlformats.org/drawingml/2006/main">
            <a:pathLst>
              <a:path w="1623707" h="145281">
                <a:moveTo>
                  <a:pt x="92087" y="115443"/>
                </a:moveTo>
                <a:lnTo>
                  <a:pt x="82312" y="142400"/>
                </a:lnTo>
                <a:lnTo>
                  <a:pt x="0" y="142400"/>
                </a:lnTo>
                <a:lnTo>
                  <a:pt x="0" y="138587"/>
                </a:lnTo>
                <a:cubicBezTo>
                  <a:pt x="24214" y="116463"/>
                  <a:pt x="41259" y="98394"/>
                  <a:pt x="51137" y="84380"/>
                </a:cubicBezTo>
                <a:cubicBezTo>
                  <a:pt x="61014" y="70363"/>
                  <a:pt x="65953" y="57549"/>
                  <a:pt x="65953" y="45937"/>
                </a:cubicBezTo>
                <a:cubicBezTo>
                  <a:pt x="65953" y="37076"/>
                  <a:pt x="63243" y="29794"/>
                  <a:pt x="57824" y="24092"/>
                </a:cubicBezTo>
                <a:cubicBezTo>
                  <a:pt x="52406" y="18388"/>
                  <a:pt x="45923" y="15536"/>
                  <a:pt x="38378" y="15536"/>
                </a:cubicBezTo>
                <a:cubicBezTo>
                  <a:pt x="31519" y="15536"/>
                  <a:pt x="25362" y="17551"/>
                  <a:pt x="19909" y="21581"/>
                </a:cubicBezTo>
                <a:cubicBezTo>
                  <a:pt x="14456" y="25611"/>
                  <a:pt x="10426" y="31519"/>
                  <a:pt x="7820" y="39304"/>
                </a:cubicBezTo>
                <a:lnTo>
                  <a:pt x="4013" y="39304"/>
                </a:lnTo>
                <a:cubicBezTo>
                  <a:pt x="5728" y="26646"/>
                  <a:pt x="10135" y="16932"/>
                  <a:pt x="17234" y="10160"/>
                </a:cubicBezTo>
                <a:cubicBezTo>
                  <a:pt x="24334" y="3387"/>
                  <a:pt x="33199" y="0"/>
                  <a:pt x="43831" y="0"/>
                </a:cubicBezTo>
                <a:cubicBezTo>
                  <a:pt x="55149" y="0"/>
                  <a:pt x="64598" y="3635"/>
                  <a:pt x="72178" y="10906"/>
                </a:cubicBezTo>
                <a:cubicBezTo>
                  <a:pt x="79757" y="18177"/>
                  <a:pt x="83547" y="26752"/>
                  <a:pt x="83547" y="36629"/>
                </a:cubicBezTo>
                <a:cubicBezTo>
                  <a:pt x="83547" y="43694"/>
                  <a:pt x="81901" y="50759"/>
                  <a:pt x="78608" y="57824"/>
                </a:cubicBezTo>
                <a:cubicBezTo>
                  <a:pt x="73532" y="68937"/>
                  <a:pt x="65301" y="80700"/>
                  <a:pt x="53915" y="93116"/>
                </a:cubicBezTo>
                <a:cubicBezTo>
                  <a:pt x="36835" y="111773"/>
                  <a:pt x="26168" y="123023"/>
                  <a:pt x="21916" y="126864"/>
                </a:cubicBezTo>
                <a:lnTo>
                  <a:pt x="58339" y="126864"/>
                </a:lnTo>
                <a:cubicBezTo>
                  <a:pt x="65747" y="126864"/>
                  <a:pt x="70943" y="126587"/>
                  <a:pt x="73927" y="126034"/>
                </a:cubicBezTo>
                <a:cubicBezTo>
                  <a:pt x="76911" y="125479"/>
                  <a:pt x="79603" y="124354"/>
                  <a:pt x="82004" y="122658"/>
                </a:cubicBezTo>
                <a:cubicBezTo>
                  <a:pt x="84404" y="120963"/>
                  <a:pt x="86497" y="118558"/>
                  <a:pt x="88280" y="115443"/>
                </a:cubicBezTo>
                <a:lnTo>
                  <a:pt x="92087" y="115443"/>
                </a:lnTo>
                <a:close/>
                <a:moveTo>
                  <a:pt x="127173" y="122440"/>
                </a:moveTo>
                <a:cubicBezTo>
                  <a:pt x="130397" y="122440"/>
                  <a:pt x="133106" y="123554"/>
                  <a:pt x="135301" y="125784"/>
                </a:cubicBezTo>
                <a:cubicBezTo>
                  <a:pt x="137496" y="128013"/>
                  <a:pt x="138594" y="130705"/>
                  <a:pt x="138594" y="133860"/>
                </a:cubicBezTo>
                <a:cubicBezTo>
                  <a:pt x="138594" y="137016"/>
                  <a:pt x="137479" y="139708"/>
                  <a:pt x="135250" y="141937"/>
                </a:cubicBezTo>
                <a:cubicBezTo>
                  <a:pt x="133020" y="144167"/>
                  <a:pt x="130328" y="145281"/>
                  <a:pt x="127173" y="145281"/>
                </a:cubicBezTo>
                <a:cubicBezTo>
                  <a:pt x="124017" y="145281"/>
                  <a:pt x="121325" y="144167"/>
                  <a:pt x="119096" y="141937"/>
                </a:cubicBezTo>
                <a:cubicBezTo>
                  <a:pt x="116867" y="139708"/>
                  <a:pt x="115752" y="137016"/>
                  <a:pt x="115752" y="133860"/>
                </a:cubicBezTo>
                <a:cubicBezTo>
                  <a:pt x="115752" y="130637"/>
                  <a:pt x="116867" y="127927"/>
                  <a:pt x="119096" y="125732"/>
                </a:cubicBezTo>
                <a:cubicBezTo>
                  <a:pt x="121325" y="123537"/>
                  <a:pt x="124017" y="122440"/>
                  <a:pt x="127173" y="122440"/>
                </a:cubicBezTo>
                <a:close/>
                <a:moveTo>
                  <a:pt x="306614" y="94743"/>
                </a:moveTo>
                <a:lnTo>
                  <a:pt x="344477" y="2881"/>
                </a:lnTo>
                <a:lnTo>
                  <a:pt x="401273" y="2881"/>
                </a:lnTo>
                <a:lnTo>
                  <a:pt x="401273" y="6585"/>
                </a:lnTo>
                <a:lnTo>
                  <a:pt x="396746" y="6585"/>
                </a:lnTo>
                <a:cubicBezTo>
                  <a:pt x="392630" y="6585"/>
                  <a:pt x="389338" y="7316"/>
                  <a:pt x="386868" y="8778"/>
                </a:cubicBezTo>
                <a:cubicBezTo>
                  <a:pt x="385153" y="9753"/>
                  <a:pt x="383781" y="11391"/>
                  <a:pt x="382753" y="13691"/>
                </a:cubicBezTo>
                <a:cubicBezTo>
                  <a:pt x="381998" y="15363"/>
                  <a:pt x="381621" y="19716"/>
                  <a:pt x="381621" y="26752"/>
                </a:cubicBezTo>
                <a:lnTo>
                  <a:pt x="381621" y="118530"/>
                </a:lnTo>
                <a:cubicBezTo>
                  <a:pt x="381621" y="125700"/>
                  <a:pt x="381998" y="130182"/>
                  <a:pt x="382753" y="131976"/>
                </a:cubicBezTo>
                <a:cubicBezTo>
                  <a:pt x="383507" y="133768"/>
                  <a:pt x="385050" y="135336"/>
                  <a:pt x="387383" y="136680"/>
                </a:cubicBezTo>
                <a:cubicBezTo>
                  <a:pt x="389715" y="138024"/>
                  <a:pt x="392836" y="138696"/>
                  <a:pt x="396746" y="138696"/>
                </a:cubicBezTo>
                <a:lnTo>
                  <a:pt x="401273" y="138696"/>
                </a:lnTo>
                <a:lnTo>
                  <a:pt x="401273" y="142400"/>
                </a:lnTo>
                <a:lnTo>
                  <a:pt x="328426" y="142400"/>
                </a:lnTo>
                <a:lnTo>
                  <a:pt x="328426" y="138696"/>
                </a:lnTo>
                <a:lnTo>
                  <a:pt x="332954" y="138696"/>
                </a:lnTo>
                <a:cubicBezTo>
                  <a:pt x="337069" y="138696"/>
                  <a:pt x="340362" y="137973"/>
                  <a:pt x="342831" y="136526"/>
                </a:cubicBezTo>
                <a:cubicBezTo>
                  <a:pt x="344546" y="135559"/>
                  <a:pt x="345918" y="133904"/>
                  <a:pt x="346947" y="131561"/>
                </a:cubicBezTo>
                <a:cubicBezTo>
                  <a:pt x="347701" y="129907"/>
                  <a:pt x="348078" y="125563"/>
                  <a:pt x="348078" y="118530"/>
                </a:cubicBezTo>
                <a:lnTo>
                  <a:pt x="348078" y="15125"/>
                </a:lnTo>
                <a:lnTo>
                  <a:pt x="294575" y="142400"/>
                </a:lnTo>
                <a:lnTo>
                  <a:pt x="292106" y="142400"/>
                </a:lnTo>
                <a:lnTo>
                  <a:pt x="237780" y="15948"/>
                </a:lnTo>
                <a:lnTo>
                  <a:pt x="237780" y="114208"/>
                </a:lnTo>
                <a:cubicBezTo>
                  <a:pt x="237780" y="121126"/>
                  <a:pt x="237951" y="125379"/>
                  <a:pt x="238294" y="126970"/>
                </a:cubicBezTo>
                <a:cubicBezTo>
                  <a:pt x="239186" y="130430"/>
                  <a:pt x="241124" y="133250"/>
                  <a:pt x="244108" y="135430"/>
                </a:cubicBezTo>
                <a:cubicBezTo>
                  <a:pt x="247092" y="137607"/>
                  <a:pt x="251773" y="138696"/>
                  <a:pt x="258152" y="138696"/>
                </a:cubicBezTo>
                <a:lnTo>
                  <a:pt x="258152" y="142400"/>
                </a:lnTo>
                <a:lnTo>
                  <a:pt x="210411" y="142400"/>
                </a:lnTo>
                <a:lnTo>
                  <a:pt x="210411" y="138696"/>
                </a:lnTo>
                <a:lnTo>
                  <a:pt x="211852" y="138696"/>
                </a:lnTo>
                <a:cubicBezTo>
                  <a:pt x="214938" y="138765"/>
                  <a:pt x="217819" y="138261"/>
                  <a:pt x="220494" y="137185"/>
                </a:cubicBezTo>
                <a:cubicBezTo>
                  <a:pt x="223170" y="136109"/>
                  <a:pt x="225193" y="134667"/>
                  <a:pt x="226565" y="132860"/>
                </a:cubicBezTo>
                <a:cubicBezTo>
                  <a:pt x="227937" y="131053"/>
                  <a:pt x="229000" y="128517"/>
                  <a:pt x="229754" y="125250"/>
                </a:cubicBezTo>
                <a:cubicBezTo>
                  <a:pt x="229892" y="124487"/>
                  <a:pt x="229960" y="120943"/>
                  <a:pt x="229960" y="114620"/>
                </a:cubicBezTo>
                <a:lnTo>
                  <a:pt x="229960" y="26752"/>
                </a:lnTo>
                <a:cubicBezTo>
                  <a:pt x="229960" y="19577"/>
                  <a:pt x="229583" y="15101"/>
                  <a:pt x="228828" y="13324"/>
                </a:cubicBezTo>
                <a:cubicBezTo>
                  <a:pt x="228074" y="11547"/>
                  <a:pt x="226531" y="9980"/>
                  <a:pt x="224198" y="8624"/>
                </a:cubicBezTo>
                <a:cubicBezTo>
                  <a:pt x="221866" y="7264"/>
                  <a:pt x="218745" y="6585"/>
                  <a:pt x="214835" y="6585"/>
                </a:cubicBezTo>
                <a:lnTo>
                  <a:pt x="210411" y="6585"/>
                </a:lnTo>
                <a:lnTo>
                  <a:pt x="210411" y="2881"/>
                </a:lnTo>
                <a:lnTo>
                  <a:pt x="267412" y="2881"/>
                </a:lnTo>
                <a:lnTo>
                  <a:pt x="306614" y="94743"/>
                </a:lnTo>
                <a:close/>
                <a:moveTo>
                  <a:pt x="457586" y="43214"/>
                </a:moveTo>
                <a:cubicBezTo>
                  <a:pt x="465954" y="43214"/>
                  <a:pt x="473740" y="45377"/>
                  <a:pt x="480942" y="49702"/>
                </a:cubicBezTo>
                <a:cubicBezTo>
                  <a:pt x="488144" y="54028"/>
                  <a:pt x="493615" y="60174"/>
                  <a:pt x="497353" y="68139"/>
                </a:cubicBezTo>
                <a:cubicBezTo>
                  <a:pt x="501091" y="76105"/>
                  <a:pt x="502961" y="84825"/>
                  <a:pt x="502961" y="94299"/>
                </a:cubicBezTo>
                <a:cubicBezTo>
                  <a:pt x="502961" y="107962"/>
                  <a:pt x="499497" y="119395"/>
                  <a:pt x="492569" y="128597"/>
                </a:cubicBezTo>
                <a:cubicBezTo>
                  <a:pt x="484200" y="139720"/>
                  <a:pt x="472642" y="145281"/>
                  <a:pt x="457895" y="145281"/>
                </a:cubicBezTo>
                <a:cubicBezTo>
                  <a:pt x="443421" y="145281"/>
                  <a:pt x="432275" y="140200"/>
                  <a:pt x="424455" y="130037"/>
                </a:cubicBezTo>
                <a:cubicBezTo>
                  <a:pt x="416635" y="119875"/>
                  <a:pt x="412726" y="108099"/>
                  <a:pt x="412726" y="94711"/>
                </a:cubicBezTo>
                <a:cubicBezTo>
                  <a:pt x="412726" y="80910"/>
                  <a:pt x="416721" y="68878"/>
                  <a:pt x="424712" y="58612"/>
                </a:cubicBezTo>
                <a:cubicBezTo>
                  <a:pt x="432704" y="48347"/>
                  <a:pt x="443661" y="43214"/>
                  <a:pt x="457586" y="43214"/>
                </a:cubicBezTo>
                <a:moveTo>
                  <a:pt x="457997" y="50416"/>
                </a:moveTo>
                <a:cubicBezTo>
                  <a:pt x="454499" y="50416"/>
                  <a:pt x="451498" y="51739"/>
                  <a:pt x="448994" y="54384"/>
                </a:cubicBezTo>
                <a:cubicBezTo>
                  <a:pt x="446491" y="57027"/>
                  <a:pt x="444845" y="62245"/>
                  <a:pt x="444056" y="70039"/>
                </a:cubicBezTo>
                <a:cubicBezTo>
                  <a:pt x="443267" y="77833"/>
                  <a:pt x="442873" y="88667"/>
                  <a:pt x="442873" y="102540"/>
                </a:cubicBezTo>
                <a:cubicBezTo>
                  <a:pt x="442873" y="109888"/>
                  <a:pt x="443353" y="116756"/>
                  <a:pt x="444313" y="123144"/>
                </a:cubicBezTo>
                <a:cubicBezTo>
                  <a:pt x="445068" y="128018"/>
                  <a:pt x="446679" y="131727"/>
                  <a:pt x="449149" y="134269"/>
                </a:cubicBezTo>
                <a:cubicBezTo>
                  <a:pt x="451618" y="136809"/>
                  <a:pt x="454431" y="138079"/>
                  <a:pt x="457586" y="138079"/>
                </a:cubicBezTo>
                <a:cubicBezTo>
                  <a:pt x="460673" y="138079"/>
                  <a:pt x="463245" y="137220"/>
                  <a:pt x="465303" y="135503"/>
                </a:cubicBezTo>
                <a:cubicBezTo>
                  <a:pt x="467978" y="133169"/>
                  <a:pt x="469761" y="129907"/>
                  <a:pt x="470653" y="125716"/>
                </a:cubicBezTo>
                <a:cubicBezTo>
                  <a:pt x="472025" y="119193"/>
                  <a:pt x="472711" y="106008"/>
                  <a:pt x="472711" y="86161"/>
                </a:cubicBezTo>
                <a:cubicBezTo>
                  <a:pt x="472711" y="74487"/>
                  <a:pt x="472059" y="66470"/>
                  <a:pt x="470756" y="62110"/>
                </a:cubicBezTo>
                <a:cubicBezTo>
                  <a:pt x="469453" y="57748"/>
                  <a:pt x="467532" y="54572"/>
                  <a:pt x="464994" y="52580"/>
                </a:cubicBezTo>
                <a:cubicBezTo>
                  <a:pt x="463211" y="51138"/>
                  <a:pt x="460878" y="50416"/>
                  <a:pt x="457997" y="50416"/>
                </a:cubicBezTo>
                <a:close/>
                <a:moveTo>
                  <a:pt x="611098" y="2881"/>
                </a:moveTo>
                <a:lnTo>
                  <a:pt x="611098" y="113591"/>
                </a:lnTo>
                <a:cubicBezTo>
                  <a:pt x="611098" y="120993"/>
                  <a:pt x="611304" y="125372"/>
                  <a:pt x="611716" y="126729"/>
                </a:cubicBezTo>
                <a:cubicBezTo>
                  <a:pt x="612264" y="128971"/>
                  <a:pt x="613310" y="130635"/>
                  <a:pt x="614854" y="131722"/>
                </a:cubicBezTo>
                <a:cubicBezTo>
                  <a:pt x="616397" y="132807"/>
                  <a:pt x="619089" y="133485"/>
                  <a:pt x="622931" y="133758"/>
                </a:cubicBezTo>
                <a:lnTo>
                  <a:pt x="622931" y="137462"/>
                </a:lnTo>
                <a:lnTo>
                  <a:pt x="582289" y="145281"/>
                </a:lnTo>
                <a:lnTo>
                  <a:pt x="582289" y="130053"/>
                </a:lnTo>
                <a:cubicBezTo>
                  <a:pt x="577419" y="135953"/>
                  <a:pt x="573080" y="139965"/>
                  <a:pt x="569273" y="142092"/>
                </a:cubicBezTo>
                <a:cubicBezTo>
                  <a:pt x="565466" y="144218"/>
                  <a:pt x="561162" y="145281"/>
                  <a:pt x="556361" y="145281"/>
                </a:cubicBezTo>
                <a:cubicBezTo>
                  <a:pt x="544082" y="145281"/>
                  <a:pt x="534376" y="139788"/>
                  <a:pt x="527243" y="128803"/>
                </a:cubicBezTo>
                <a:cubicBezTo>
                  <a:pt x="521481" y="119877"/>
                  <a:pt x="518600" y="108926"/>
                  <a:pt x="518600" y="95949"/>
                </a:cubicBezTo>
                <a:cubicBezTo>
                  <a:pt x="518600" y="85580"/>
                  <a:pt x="520383" y="76293"/>
                  <a:pt x="523950" y="68088"/>
                </a:cubicBezTo>
                <a:cubicBezTo>
                  <a:pt x="527517" y="59882"/>
                  <a:pt x="532404" y="53685"/>
                  <a:pt x="538612" y="49497"/>
                </a:cubicBezTo>
                <a:cubicBezTo>
                  <a:pt x="544820" y="45308"/>
                  <a:pt x="551490" y="43214"/>
                  <a:pt x="558624" y="43214"/>
                </a:cubicBezTo>
                <a:cubicBezTo>
                  <a:pt x="563220" y="43214"/>
                  <a:pt x="567301" y="44113"/>
                  <a:pt x="570868" y="45912"/>
                </a:cubicBezTo>
                <a:cubicBezTo>
                  <a:pt x="574435" y="47710"/>
                  <a:pt x="578242" y="50858"/>
                  <a:pt x="582289" y="55355"/>
                </a:cubicBezTo>
                <a:lnTo>
                  <a:pt x="582289" y="26340"/>
                </a:lnTo>
                <a:cubicBezTo>
                  <a:pt x="582289" y="19000"/>
                  <a:pt x="581980" y="14576"/>
                  <a:pt x="581363" y="13067"/>
                </a:cubicBezTo>
                <a:cubicBezTo>
                  <a:pt x="580540" y="11078"/>
                  <a:pt x="579305" y="9603"/>
                  <a:pt x="577659" y="8643"/>
                </a:cubicBezTo>
                <a:cubicBezTo>
                  <a:pt x="576013" y="7682"/>
                  <a:pt x="572926" y="7202"/>
                  <a:pt x="568399" y="7202"/>
                </a:cubicBezTo>
                <a:lnTo>
                  <a:pt x="568399" y="2881"/>
                </a:lnTo>
                <a:lnTo>
                  <a:pt x="611098" y="2881"/>
                </a:lnTo>
                <a:moveTo>
                  <a:pt x="582289" y="67908"/>
                </a:moveTo>
                <a:cubicBezTo>
                  <a:pt x="577213" y="58305"/>
                  <a:pt x="571005" y="53503"/>
                  <a:pt x="563666" y="53503"/>
                </a:cubicBezTo>
                <a:cubicBezTo>
                  <a:pt x="561128" y="53503"/>
                  <a:pt x="559036" y="54189"/>
                  <a:pt x="557389" y="55561"/>
                </a:cubicBezTo>
                <a:cubicBezTo>
                  <a:pt x="554852" y="57687"/>
                  <a:pt x="552777" y="61426"/>
                  <a:pt x="551165" y="66776"/>
                </a:cubicBezTo>
                <a:cubicBezTo>
                  <a:pt x="549553" y="72126"/>
                  <a:pt x="548747" y="80323"/>
                  <a:pt x="548747" y="91367"/>
                </a:cubicBezTo>
                <a:cubicBezTo>
                  <a:pt x="548747" y="103508"/>
                  <a:pt x="549638" y="112494"/>
                  <a:pt x="551422" y="118324"/>
                </a:cubicBezTo>
                <a:cubicBezTo>
                  <a:pt x="553205" y="124154"/>
                  <a:pt x="555640" y="128373"/>
                  <a:pt x="558727" y="130979"/>
                </a:cubicBezTo>
                <a:cubicBezTo>
                  <a:pt x="560305" y="132283"/>
                  <a:pt x="562465" y="132934"/>
                  <a:pt x="565209" y="132934"/>
                </a:cubicBezTo>
                <a:cubicBezTo>
                  <a:pt x="571245" y="132934"/>
                  <a:pt x="576939" y="128186"/>
                  <a:pt x="582289" y="118691"/>
                </a:cubicBezTo>
                <a:lnTo>
                  <a:pt x="582289" y="67908"/>
                </a:lnTo>
                <a:close/>
                <a:moveTo>
                  <a:pt x="716220" y="90749"/>
                </a:moveTo>
                <a:lnTo>
                  <a:pt x="663437" y="90749"/>
                </a:lnTo>
                <a:cubicBezTo>
                  <a:pt x="664055" y="103542"/>
                  <a:pt x="667450" y="113652"/>
                  <a:pt x="673624" y="121080"/>
                </a:cubicBezTo>
                <a:cubicBezTo>
                  <a:pt x="678357" y="126788"/>
                  <a:pt x="684050" y="129642"/>
                  <a:pt x="690703" y="129642"/>
                </a:cubicBezTo>
                <a:cubicBezTo>
                  <a:pt x="694819" y="129642"/>
                  <a:pt x="698557" y="128493"/>
                  <a:pt x="701918" y="126195"/>
                </a:cubicBezTo>
                <a:cubicBezTo>
                  <a:pt x="705280" y="123897"/>
                  <a:pt x="708881" y="119764"/>
                  <a:pt x="712722" y="113797"/>
                </a:cubicBezTo>
                <a:lnTo>
                  <a:pt x="716220" y="116060"/>
                </a:lnTo>
                <a:cubicBezTo>
                  <a:pt x="711007" y="126692"/>
                  <a:pt x="705245" y="134221"/>
                  <a:pt x="698935" y="138645"/>
                </a:cubicBezTo>
                <a:cubicBezTo>
                  <a:pt x="692624" y="143069"/>
                  <a:pt x="685319" y="145281"/>
                  <a:pt x="677019" y="145281"/>
                </a:cubicBezTo>
                <a:cubicBezTo>
                  <a:pt x="662751" y="145281"/>
                  <a:pt x="651948" y="139788"/>
                  <a:pt x="644608" y="128803"/>
                </a:cubicBezTo>
                <a:cubicBezTo>
                  <a:pt x="638709" y="119946"/>
                  <a:pt x="635760" y="108960"/>
                  <a:pt x="635760" y="95846"/>
                </a:cubicBezTo>
                <a:cubicBezTo>
                  <a:pt x="635760" y="79778"/>
                  <a:pt x="640098" y="66989"/>
                  <a:pt x="648776" y="57480"/>
                </a:cubicBezTo>
                <a:cubicBezTo>
                  <a:pt x="657453" y="47969"/>
                  <a:pt x="667622" y="43214"/>
                  <a:pt x="679283" y="43214"/>
                </a:cubicBezTo>
                <a:cubicBezTo>
                  <a:pt x="689023" y="43214"/>
                  <a:pt x="697477" y="47210"/>
                  <a:pt x="704645" y="55201"/>
                </a:cubicBezTo>
                <a:cubicBezTo>
                  <a:pt x="711813" y="63192"/>
                  <a:pt x="715671" y="75041"/>
                  <a:pt x="716220" y="90749"/>
                </a:cubicBezTo>
                <a:moveTo>
                  <a:pt x="690909" y="83959"/>
                </a:moveTo>
                <a:cubicBezTo>
                  <a:pt x="690909" y="72915"/>
                  <a:pt x="690309" y="65335"/>
                  <a:pt x="689109" y="61220"/>
                </a:cubicBezTo>
                <a:cubicBezTo>
                  <a:pt x="687908" y="57104"/>
                  <a:pt x="686039" y="53983"/>
                  <a:pt x="683501" y="51857"/>
                </a:cubicBezTo>
                <a:cubicBezTo>
                  <a:pt x="682061" y="50622"/>
                  <a:pt x="680140" y="50005"/>
                  <a:pt x="677739" y="50005"/>
                </a:cubicBezTo>
                <a:cubicBezTo>
                  <a:pt x="674172" y="50005"/>
                  <a:pt x="671257" y="51754"/>
                  <a:pt x="668993" y="55252"/>
                </a:cubicBezTo>
                <a:cubicBezTo>
                  <a:pt x="664946" y="61357"/>
                  <a:pt x="662923" y="69725"/>
                  <a:pt x="662923" y="80357"/>
                </a:cubicBezTo>
                <a:lnTo>
                  <a:pt x="662923" y="83959"/>
                </a:lnTo>
                <a:lnTo>
                  <a:pt x="690909" y="83959"/>
                </a:lnTo>
                <a:close/>
                <a:moveTo>
                  <a:pt x="765948" y="2881"/>
                </a:moveTo>
                <a:lnTo>
                  <a:pt x="765948" y="122440"/>
                </a:lnTo>
                <a:cubicBezTo>
                  <a:pt x="765948" y="129230"/>
                  <a:pt x="766737" y="133569"/>
                  <a:pt x="768315" y="135455"/>
                </a:cubicBezTo>
                <a:cubicBezTo>
                  <a:pt x="769892" y="137342"/>
                  <a:pt x="772979" y="138422"/>
                  <a:pt x="777575" y="138696"/>
                </a:cubicBezTo>
                <a:lnTo>
                  <a:pt x="777575" y="142400"/>
                </a:lnTo>
                <a:lnTo>
                  <a:pt x="725615" y="142400"/>
                </a:lnTo>
                <a:lnTo>
                  <a:pt x="725615" y="138696"/>
                </a:lnTo>
                <a:cubicBezTo>
                  <a:pt x="729868" y="138559"/>
                  <a:pt x="733023" y="137324"/>
                  <a:pt x="735081" y="134992"/>
                </a:cubicBezTo>
                <a:cubicBezTo>
                  <a:pt x="736453" y="133415"/>
                  <a:pt x="737139" y="129230"/>
                  <a:pt x="737139" y="122440"/>
                </a:cubicBezTo>
                <a:lnTo>
                  <a:pt x="737139" y="22842"/>
                </a:lnTo>
                <a:cubicBezTo>
                  <a:pt x="737139" y="16077"/>
                  <a:pt x="736350" y="11746"/>
                  <a:pt x="734772" y="9849"/>
                </a:cubicBezTo>
                <a:cubicBezTo>
                  <a:pt x="733195" y="7949"/>
                  <a:pt x="730142" y="6862"/>
                  <a:pt x="725615" y="6585"/>
                </a:cubicBezTo>
                <a:lnTo>
                  <a:pt x="725615" y="2881"/>
                </a:lnTo>
                <a:lnTo>
                  <a:pt x="765948" y="2881"/>
                </a:lnTo>
                <a:close/>
                <a:moveTo>
                  <a:pt x="890378" y="10906"/>
                </a:moveTo>
                <a:lnTo>
                  <a:pt x="890378" y="68113"/>
                </a:lnTo>
                <a:lnTo>
                  <a:pt x="894391" y="68113"/>
                </a:lnTo>
                <a:cubicBezTo>
                  <a:pt x="900564" y="68113"/>
                  <a:pt x="905606" y="67184"/>
                  <a:pt x="909516" y="65326"/>
                </a:cubicBezTo>
                <a:cubicBezTo>
                  <a:pt x="913426" y="63467"/>
                  <a:pt x="916735" y="60336"/>
                  <a:pt x="919445" y="55931"/>
                </a:cubicBezTo>
                <a:cubicBezTo>
                  <a:pt x="922154" y="51526"/>
                  <a:pt x="923920" y="45572"/>
                  <a:pt x="924744" y="38069"/>
                </a:cubicBezTo>
                <a:lnTo>
                  <a:pt x="928345" y="38069"/>
                </a:lnTo>
                <a:lnTo>
                  <a:pt x="928345" y="108241"/>
                </a:lnTo>
                <a:lnTo>
                  <a:pt x="924744" y="108241"/>
                </a:lnTo>
                <a:cubicBezTo>
                  <a:pt x="923440" y="95002"/>
                  <a:pt x="919891" y="86274"/>
                  <a:pt x="914094" y="82055"/>
                </a:cubicBezTo>
                <a:cubicBezTo>
                  <a:pt x="908298" y="77837"/>
                  <a:pt x="901730" y="75727"/>
                  <a:pt x="894391" y="75727"/>
                </a:cubicBezTo>
                <a:lnTo>
                  <a:pt x="890378" y="75727"/>
                </a:lnTo>
                <a:lnTo>
                  <a:pt x="890378" y="118530"/>
                </a:lnTo>
                <a:cubicBezTo>
                  <a:pt x="890378" y="125700"/>
                  <a:pt x="890773" y="130182"/>
                  <a:pt x="891561" y="131976"/>
                </a:cubicBezTo>
                <a:cubicBezTo>
                  <a:pt x="892350" y="133768"/>
                  <a:pt x="893894" y="135336"/>
                  <a:pt x="896191" y="136680"/>
                </a:cubicBezTo>
                <a:cubicBezTo>
                  <a:pt x="898489" y="138024"/>
                  <a:pt x="901593" y="138696"/>
                  <a:pt x="905503" y="138696"/>
                </a:cubicBezTo>
                <a:lnTo>
                  <a:pt x="910133" y="138696"/>
                </a:lnTo>
                <a:lnTo>
                  <a:pt x="910133" y="142400"/>
                </a:lnTo>
                <a:lnTo>
                  <a:pt x="837184" y="142400"/>
                </a:lnTo>
                <a:lnTo>
                  <a:pt x="837184" y="138696"/>
                </a:lnTo>
                <a:lnTo>
                  <a:pt x="841814" y="138696"/>
                </a:lnTo>
                <a:cubicBezTo>
                  <a:pt x="845861" y="138696"/>
                  <a:pt x="849119" y="137973"/>
                  <a:pt x="851588" y="136526"/>
                </a:cubicBezTo>
                <a:cubicBezTo>
                  <a:pt x="853372" y="135559"/>
                  <a:pt x="854744" y="133904"/>
                  <a:pt x="855704" y="131561"/>
                </a:cubicBezTo>
                <a:cubicBezTo>
                  <a:pt x="856459" y="129907"/>
                  <a:pt x="856836" y="125563"/>
                  <a:pt x="856836" y="118530"/>
                </a:cubicBezTo>
                <a:lnTo>
                  <a:pt x="856836" y="26752"/>
                </a:lnTo>
                <a:cubicBezTo>
                  <a:pt x="856836" y="19581"/>
                  <a:pt x="856459" y="15100"/>
                  <a:pt x="855704" y="13308"/>
                </a:cubicBezTo>
                <a:cubicBezTo>
                  <a:pt x="854950" y="11514"/>
                  <a:pt x="853423" y="9945"/>
                  <a:pt x="851125" y="8601"/>
                </a:cubicBezTo>
                <a:cubicBezTo>
                  <a:pt x="848828" y="7257"/>
                  <a:pt x="845724" y="6585"/>
                  <a:pt x="841814" y="6585"/>
                </a:cubicBezTo>
                <a:lnTo>
                  <a:pt x="837184" y="6585"/>
                </a:lnTo>
                <a:lnTo>
                  <a:pt x="837184" y="2881"/>
                </a:lnTo>
                <a:lnTo>
                  <a:pt x="954890" y="2881"/>
                </a:lnTo>
                <a:lnTo>
                  <a:pt x="954890" y="43008"/>
                </a:lnTo>
                <a:lnTo>
                  <a:pt x="950672" y="43008"/>
                </a:lnTo>
                <a:cubicBezTo>
                  <a:pt x="949712" y="33581"/>
                  <a:pt x="947259" y="26596"/>
                  <a:pt x="943315" y="22054"/>
                </a:cubicBezTo>
                <a:cubicBezTo>
                  <a:pt x="939371" y="17512"/>
                  <a:pt x="933661" y="14312"/>
                  <a:pt x="926184" y="12456"/>
                </a:cubicBezTo>
                <a:cubicBezTo>
                  <a:pt x="922068" y="11423"/>
                  <a:pt x="914455" y="10906"/>
                  <a:pt x="903342" y="10906"/>
                </a:cubicBezTo>
                <a:lnTo>
                  <a:pt x="890378" y="10906"/>
                </a:lnTo>
                <a:close/>
                <a:moveTo>
                  <a:pt x="1013744" y="43214"/>
                </a:moveTo>
                <a:cubicBezTo>
                  <a:pt x="1022113" y="43214"/>
                  <a:pt x="1029898" y="45377"/>
                  <a:pt x="1037100" y="49702"/>
                </a:cubicBezTo>
                <a:cubicBezTo>
                  <a:pt x="1044303" y="54028"/>
                  <a:pt x="1049773" y="60174"/>
                  <a:pt x="1053511" y="68139"/>
                </a:cubicBezTo>
                <a:cubicBezTo>
                  <a:pt x="1057250" y="76105"/>
                  <a:pt x="1059119" y="84825"/>
                  <a:pt x="1059119" y="94299"/>
                </a:cubicBezTo>
                <a:cubicBezTo>
                  <a:pt x="1059119" y="107962"/>
                  <a:pt x="1055655" y="119395"/>
                  <a:pt x="1048727" y="128597"/>
                </a:cubicBezTo>
                <a:cubicBezTo>
                  <a:pt x="1040359" y="139720"/>
                  <a:pt x="1028801" y="145281"/>
                  <a:pt x="1014053" y="145281"/>
                </a:cubicBezTo>
                <a:cubicBezTo>
                  <a:pt x="999580" y="145281"/>
                  <a:pt x="988433" y="140200"/>
                  <a:pt x="980614" y="130037"/>
                </a:cubicBezTo>
                <a:cubicBezTo>
                  <a:pt x="972794" y="119875"/>
                  <a:pt x="968884" y="108099"/>
                  <a:pt x="968884" y="94711"/>
                </a:cubicBezTo>
                <a:cubicBezTo>
                  <a:pt x="968884" y="80910"/>
                  <a:pt x="972880" y="68878"/>
                  <a:pt x="980871" y="58612"/>
                </a:cubicBezTo>
                <a:cubicBezTo>
                  <a:pt x="988862" y="48347"/>
                  <a:pt x="999820" y="43214"/>
                  <a:pt x="1013744" y="43214"/>
                </a:cubicBezTo>
                <a:moveTo>
                  <a:pt x="1014156" y="50416"/>
                </a:moveTo>
                <a:cubicBezTo>
                  <a:pt x="1010657" y="50416"/>
                  <a:pt x="1007657" y="51739"/>
                  <a:pt x="1005153" y="54384"/>
                </a:cubicBezTo>
                <a:cubicBezTo>
                  <a:pt x="1002649" y="57027"/>
                  <a:pt x="1001003" y="62245"/>
                  <a:pt x="1000214" y="70039"/>
                </a:cubicBezTo>
                <a:cubicBezTo>
                  <a:pt x="999425" y="77833"/>
                  <a:pt x="999031" y="88667"/>
                  <a:pt x="999031" y="102540"/>
                </a:cubicBezTo>
                <a:cubicBezTo>
                  <a:pt x="999031" y="109888"/>
                  <a:pt x="999511" y="116756"/>
                  <a:pt x="1000471" y="123144"/>
                </a:cubicBezTo>
                <a:cubicBezTo>
                  <a:pt x="1001226" y="128018"/>
                  <a:pt x="1002838" y="131727"/>
                  <a:pt x="1005307" y="134269"/>
                </a:cubicBezTo>
                <a:cubicBezTo>
                  <a:pt x="1007777" y="136809"/>
                  <a:pt x="1010589" y="138079"/>
                  <a:pt x="1013744" y="138079"/>
                </a:cubicBezTo>
                <a:cubicBezTo>
                  <a:pt x="1016831" y="138079"/>
                  <a:pt x="1019403" y="137220"/>
                  <a:pt x="1021461" y="135503"/>
                </a:cubicBezTo>
                <a:cubicBezTo>
                  <a:pt x="1024136" y="133169"/>
                  <a:pt x="1025920" y="129907"/>
                  <a:pt x="1026811" y="125716"/>
                </a:cubicBezTo>
                <a:cubicBezTo>
                  <a:pt x="1028183" y="119193"/>
                  <a:pt x="1028869" y="106008"/>
                  <a:pt x="1028869" y="86161"/>
                </a:cubicBezTo>
                <a:cubicBezTo>
                  <a:pt x="1028869" y="74487"/>
                  <a:pt x="1028217" y="66470"/>
                  <a:pt x="1026914" y="62110"/>
                </a:cubicBezTo>
                <a:cubicBezTo>
                  <a:pt x="1025611" y="57748"/>
                  <a:pt x="1023690" y="54572"/>
                  <a:pt x="1021152" y="52580"/>
                </a:cubicBezTo>
                <a:cubicBezTo>
                  <a:pt x="1019369" y="51138"/>
                  <a:pt x="1017037" y="50416"/>
                  <a:pt x="1014156" y="50416"/>
                </a:cubicBezTo>
                <a:close/>
                <a:moveTo>
                  <a:pt x="1113650" y="46095"/>
                </a:moveTo>
                <a:lnTo>
                  <a:pt x="1113650" y="67908"/>
                </a:lnTo>
                <a:cubicBezTo>
                  <a:pt x="1120030" y="57962"/>
                  <a:pt x="1125620" y="51359"/>
                  <a:pt x="1130422" y="48101"/>
                </a:cubicBezTo>
                <a:cubicBezTo>
                  <a:pt x="1135223" y="44843"/>
                  <a:pt x="1139853" y="43214"/>
                  <a:pt x="1144312" y="43214"/>
                </a:cubicBezTo>
                <a:cubicBezTo>
                  <a:pt x="1148153" y="43214"/>
                  <a:pt x="1151223" y="44402"/>
                  <a:pt x="1153521" y="46777"/>
                </a:cubicBezTo>
                <a:cubicBezTo>
                  <a:pt x="1155818" y="49152"/>
                  <a:pt x="1156967" y="52507"/>
                  <a:pt x="1156967" y="56844"/>
                </a:cubicBezTo>
                <a:cubicBezTo>
                  <a:pt x="1156967" y="61457"/>
                  <a:pt x="1155853" y="65037"/>
                  <a:pt x="1153623" y="67586"/>
                </a:cubicBezTo>
                <a:cubicBezTo>
                  <a:pt x="1151394" y="70133"/>
                  <a:pt x="1148702" y="71406"/>
                  <a:pt x="1145547" y="71406"/>
                </a:cubicBezTo>
                <a:cubicBezTo>
                  <a:pt x="1141911" y="71406"/>
                  <a:pt x="1138756" y="70240"/>
                  <a:pt x="1136081" y="67908"/>
                </a:cubicBezTo>
                <a:cubicBezTo>
                  <a:pt x="1133405" y="65575"/>
                  <a:pt x="1131828" y="64272"/>
                  <a:pt x="1131348" y="63998"/>
                </a:cubicBezTo>
                <a:cubicBezTo>
                  <a:pt x="1130662" y="63586"/>
                  <a:pt x="1129873" y="63380"/>
                  <a:pt x="1128981" y="63380"/>
                </a:cubicBezTo>
                <a:cubicBezTo>
                  <a:pt x="1126992" y="63380"/>
                  <a:pt x="1125106" y="64135"/>
                  <a:pt x="1123322" y="65644"/>
                </a:cubicBezTo>
                <a:cubicBezTo>
                  <a:pt x="1120510" y="67976"/>
                  <a:pt x="1118383" y="71303"/>
                  <a:pt x="1116943" y="75624"/>
                </a:cubicBezTo>
                <a:cubicBezTo>
                  <a:pt x="1114748" y="82278"/>
                  <a:pt x="1113650" y="89618"/>
                  <a:pt x="1113650" y="97643"/>
                </a:cubicBezTo>
                <a:lnTo>
                  <a:pt x="1113650" y="119764"/>
                </a:lnTo>
                <a:lnTo>
                  <a:pt x="1113753" y="125526"/>
                </a:lnTo>
                <a:cubicBezTo>
                  <a:pt x="1113753" y="129436"/>
                  <a:pt x="1113993" y="131940"/>
                  <a:pt x="1114474" y="133037"/>
                </a:cubicBezTo>
                <a:cubicBezTo>
                  <a:pt x="1115297" y="134889"/>
                  <a:pt x="1116514" y="136244"/>
                  <a:pt x="1118126" y="137101"/>
                </a:cubicBezTo>
                <a:cubicBezTo>
                  <a:pt x="1119738" y="137959"/>
                  <a:pt x="1122465" y="138490"/>
                  <a:pt x="1126306" y="138696"/>
                </a:cubicBezTo>
                <a:lnTo>
                  <a:pt x="1126306" y="142400"/>
                </a:lnTo>
                <a:lnTo>
                  <a:pt x="1074346" y="142400"/>
                </a:lnTo>
                <a:lnTo>
                  <a:pt x="1074346" y="138696"/>
                </a:lnTo>
                <a:cubicBezTo>
                  <a:pt x="1078531" y="138353"/>
                  <a:pt x="1081360" y="137204"/>
                  <a:pt x="1082835" y="135249"/>
                </a:cubicBezTo>
                <a:cubicBezTo>
                  <a:pt x="1084310" y="133295"/>
                  <a:pt x="1085047" y="128133"/>
                  <a:pt x="1085047" y="119764"/>
                </a:cubicBezTo>
                <a:lnTo>
                  <a:pt x="1085047" y="66467"/>
                </a:lnTo>
                <a:cubicBezTo>
                  <a:pt x="1085047" y="60945"/>
                  <a:pt x="1084773" y="57426"/>
                  <a:pt x="1084224" y="55908"/>
                </a:cubicBezTo>
                <a:cubicBezTo>
                  <a:pt x="1083538" y="53975"/>
                  <a:pt x="1082543" y="52560"/>
                  <a:pt x="1081240" y="51664"/>
                </a:cubicBezTo>
                <a:cubicBezTo>
                  <a:pt x="1079937" y="50766"/>
                  <a:pt x="1077639" y="50144"/>
                  <a:pt x="1074346" y="49799"/>
                </a:cubicBezTo>
                <a:lnTo>
                  <a:pt x="1074346" y="46095"/>
                </a:lnTo>
                <a:lnTo>
                  <a:pt x="1113650" y="46095"/>
                </a:lnTo>
                <a:close/>
                <a:moveTo>
                  <a:pt x="1262669" y="145281"/>
                </a:moveTo>
                <a:lnTo>
                  <a:pt x="1236329" y="74631"/>
                </a:lnTo>
                <a:lnTo>
                  <a:pt x="1210503" y="145281"/>
                </a:lnTo>
                <a:lnTo>
                  <a:pt x="1205153" y="145281"/>
                </a:lnTo>
                <a:lnTo>
                  <a:pt x="1179533" y="75489"/>
                </a:lnTo>
                <a:cubicBezTo>
                  <a:pt x="1175692" y="64785"/>
                  <a:pt x="1172434" y="57809"/>
                  <a:pt x="1169759" y="54564"/>
                </a:cubicBezTo>
                <a:cubicBezTo>
                  <a:pt x="1168044" y="52354"/>
                  <a:pt x="1165437" y="50766"/>
                  <a:pt x="1161939" y="49799"/>
                </a:cubicBezTo>
                <a:lnTo>
                  <a:pt x="1161939" y="46095"/>
                </a:lnTo>
                <a:lnTo>
                  <a:pt x="1210503" y="46095"/>
                </a:lnTo>
                <a:lnTo>
                  <a:pt x="1210503" y="49799"/>
                </a:lnTo>
                <a:cubicBezTo>
                  <a:pt x="1207211" y="49799"/>
                  <a:pt x="1204947" y="50283"/>
                  <a:pt x="1203712" y="51252"/>
                </a:cubicBezTo>
                <a:cubicBezTo>
                  <a:pt x="1202478" y="52219"/>
                  <a:pt x="1201860" y="53325"/>
                  <a:pt x="1201860" y="54571"/>
                </a:cubicBezTo>
                <a:cubicBezTo>
                  <a:pt x="1201860" y="55745"/>
                  <a:pt x="1202958" y="59271"/>
                  <a:pt x="1205153" y="65149"/>
                </a:cubicBezTo>
                <a:lnTo>
                  <a:pt x="1219249" y="102743"/>
                </a:lnTo>
                <a:lnTo>
                  <a:pt x="1232830" y="65265"/>
                </a:lnTo>
                <a:lnTo>
                  <a:pt x="1231802" y="62628"/>
                </a:lnTo>
                <a:cubicBezTo>
                  <a:pt x="1229744" y="57456"/>
                  <a:pt x="1227943" y="54162"/>
                  <a:pt x="1226400" y="52747"/>
                </a:cubicBezTo>
                <a:cubicBezTo>
                  <a:pt x="1224856" y="51333"/>
                  <a:pt x="1222473" y="50350"/>
                  <a:pt x="1219249" y="49799"/>
                </a:cubicBezTo>
                <a:lnTo>
                  <a:pt x="1219249" y="46095"/>
                </a:lnTo>
                <a:lnTo>
                  <a:pt x="1268533" y="46095"/>
                </a:lnTo>
                <a:lnTo>
                  <a:pt x="1268533" y="49799"/>
                </a:lnTo>
                <a:cubicBezTo>
                  <a:pt x="1264692" y="50007"/>
                  <a:pt x="1262257" y="50543"/>
                  <a:pt x="1261228" y="51407"/>
                </a:cubicBezTo>
                <a:cubicBezTo>
                  <a:pt x="1260199" y="52270"/>
                  <a:pt x="1259685" y="53498"/>
                  <a:pt x="1259685" y="55088"/>
                </a:cubicBezTo>
                <a:cubicBezTo>
                  <a:pt x="1259685" y="56610"/>
                  <a:pt x="1260679" y="59964"/>
                  <a:pt x="1262669" y="65149"/>
                </a:cubicBezTo>
                <a:lnTo>
                  <a:pt x="1276250" y="102743"/>
                </a:lnTo>
                <a:lnTo>
                  <a:pt x="1288597" y="68136"/>
                </a:lnTo>
                <a:cubicBezTo>
                  <a:pt x="1290380" y="63163"/>
                  <a:pt x="1291272" y="59778"/>
                  <a:pt x="1291272" y="57982"/>
                </a:cubicBezTo>
                <a:cubicBezTo>
                  <a:pt x="1291272" y="55290"/>
                  <a:pt x="1290621" y="53322"/>
                  <a:pt x="1289317" y="52079"/>
                </a:cubicBezTo>
                <a:cubicBezTo>
                  <a:pt x="1288014" y="50835"/>
                  <a:pt x="1285476" y="50075"/>
                  <a:pt x="1281703" y="49799"/>
                </a:cubicBezTo>
                <a:lnTo>
                  <a:pt x="1281703" y="46095"/>
                </a:lnTo>
                <a:lnTo>
                  <a:pt x="1310204" y="46095"/>
                </a:lnTo>
                <a:lnTo>
                  <a:pt x="1310204" y="49799"/>
                </a:lnTo>
                <a:cubicBezTo>
                  <a:pt x="1307049" y="50215"/>
                  <a:pt x="1304545" y="51339"/>
                  <a:pt x="1302693" y="53172"/>
                </a:cubicBezTo>
                <a:cubicBezTo>
                  <a:pt x="1300841" y="55005"/>
                  <a:pt x="1298440" y="60211"/>
                  <a:pt x="1295491" y="68792"/>
                </a:cubicBezTo>
                <a:lnTo>
                  <a:pt x="1268533" y="145281"/>
                </a:lnTo>
                <a:lnTo>
                  <a:pt x="1262669" y="145281"/>
                </a:lnTo>
                <a:close/>
                <a:moveTo>
                  <a:pt x="1372520" y="128201"/>
                </a:moveTo>
                <a:cubicBezTo>
                  <a:pt x="1360790" y="138628"/>
                  <a:pt x="1350261" y="143841"/>
                  <a:pt x="1340932" y="143841"/>
                </a:cubicBezTo>
                <a:cubicBezTo>
                  <a:pt x="1335445" y="143841"/>
                  <a:pt x="1330883" y="142035"/>
                  <a:pt x="1327248" y="138423"/>
                </a:cubicBezTo>
                <a:cubicBezTo>
                  <a:pt x="1323612" y="134809"/>
                  <a:pt x="1321795" y="130284"/>
                  <a:pt x="1321795" y="124848"/>
                </a:cubicBezTo>
                <a:cubicBezTo>
                  <a:pt x="1321795" y="117483"/>
                  <a:pt x="1324950" y="110858"/>
                  <a:pt x="1331261" y="104974"/>
                </a:cubicBezTo>
                <a:cubicBezTo>
                  <a:pt x="1337571" y="99090"/>
                  <a:pt x="1351324" y="91262"/>
                  <a:pt x="1372520" y="81489"/>
                </a:cubicBezTo>
                <a:lnTo>
                  <a:pt x="1372520" y="71818"/>
                </a:lnTo>
                <a:cubicBezTo>
                  <a:pt x="1372520" y="64547"/>
                  <a:pt x="1372125" y="59968"/>
                  <a:pt x="1371336" y="58082"/>
                </a:cubicBezTo>
                <a:cubicBezTo>
                  <a:pt x="1370548" y="56195"/>
                  <a:pt x="1369056" y="54549"/>
                  <a:pt x="1366861" y="53143"/>
                </a:cubicBezTo>
                <a:cubicBezTo>
                  <a:pt x="1364666" y="51737"/>
                  <a:pt x="1362196" y="51034"/>
                  <a:pt x="1359453" y="51034"/>
                </a:cubicBezTo>
                <a:cubicBezTo>
                  <a:pt x="1354994" y="51034"/>
                  <a:pt x="1351324" y="52028"/>
                  <a:pt x="1348443" y="54017"/>
                </a:cubicBezTo>
                <a:cubicBezTo>
                  <a:pt x="1346660" y="55252"/>
                  <a:pt x="1345768" y="56693"/>
                  <a:pt x="1345768" y="58339"/>
                </a:cubicBezTo>
                <a:cubicBezTo>
                  <a:pt x="1345768" y="59779"/>
                  <a:pt x="1346729" y="61563"/>
                  <a:pt x="1348649" y="63689"/>
                </a:cubicBezTo>
                <a:cubicBezTo>
                  <a:pt x="1351256" y="66639"/>
                  <a:pt x="1352559" y="69485"/>
                  <a:pt x="1352559" y="72229"/>
                </a:cubicBezTo>
                <a:cubicBezTo>
                  <a:pt x="1352559" y="75590"/>
                  <a:pt x="1351307" y="78454"/>
                  <a:pt x="1348803" y="80820"/>
                </a:cubicBezTo>
                <a:cubicBezTo>
                  <a:pt x="1346300" y="83187"/>
                  <a:pt x="1343024" y="84370"/>
                  <a:pt x="1338977" y="84370"/>
                </a:cubicBezTo>
                <a:cubicBezTo>
                  <a:pt x="1334656" y="84370"/>
                  <a:pt x="1331038" y="83067"/>
                  <a:pt x="1328123" y="80460"/>
                </a:cubicBezTo>
                <a:cubicBezTo>
                  <a:pt x="1325207" y="77854"/>
                  <a:pt x="1323750" y="74801"/>
                  <a:pt x="1323750" y="71303"/>
                </a:cubicBezTo>
                <a:cubicBezTo>
                  <a:pt x="1323750" y="66364"/>
                  <a:pt x="1325705" y="61649"/>
                  <a:pt x="1329614" y="57156"/>
                </a:cubicBezTo>
                <a:cubicBezTo>
                  <a:pt x="1333524" y="52663"/>
                  <a:pt x="1338977" y="49216"/>
                  <a:pt x="1345974" y="46815"/>
                </a:cubicBezTo>
                <a:cubicBezTo>
                  <a:pt x="1352971" y="44414"/>
                  <a:pt x="1360241" y="43214"/>
                  <a:pt x="1367787" y="43214"/>
                </a:cubicBezTo>
                <a:cubicBezTo>
                  <a:pt x="1376910" y="43214"/>
                  <a:pt x="1384129" y="45157"/>
                  <a:pt x="1389445" y="49043"/>
                </a:cubicBezTo>
                <a:cubicBezTo>
                  <a:pt x="1394761" y="52927"/>
                  <a:pt x="1398208" y="57138"/>
                  <a:pt x="1399786" y="61676"/>
                </a:cubicBezTo>
                <a:cubicBezTo>
                  <a:pt x="1400746" y="64564"/>
                  <a:pt x="1401226" y="71198"/>
                  <a:pt x="1401226" y="81579"/>
                </a:cubicBezTo>
                <a:lnTo>
                  <a:pt x="1401226" y="119015"/>
                </a:lnTo>
                <a:cubicBezTo>
                  <a:pt x="1401226" y="123416"/>
                  <a:pt x="1401398" y="126184"/>
                  <a:pt x="1401741" y="127320"/>
                </a:cubicBezTo>
                <a:cubicBezTo>
                  <a:pt x="1402084" y="128454"/>
                  <a:pt x="1402598" y="129297"/>
                  <a:pt x="1403284" y="129848"/>
                </a:cubicBezTo>
                <a:cubicBezTo>
                  <a:pt x="1403970" y="130396"/>
                  <a:pt x="1404759" y="130671"/>
                  <a:pt x="1405650" y="130671"/>
                </a:cubicBezTo>
                <a:cubicBezTo>
                  <a:pt x="1407434" y="130671"/>
                  <a:pt x="1409252" y="129402"/>
                  <a:pt x="1411104" y="126864"/>
                </a:cubicBezTo>
                <a:lnTo>
                  <a:pt x="1414190" y="129333"/>
                </a:lnTo>
                <a:cubicBezTo>
                  <a:pt x="1410761" y="134409"/>
                  <a:pt x="1407211" y="138096"/>
                  <a:pt x="1403541" y="140394"/>
                </a:cubicBezTo>
                <a:cubicBezTo>
                  <a:pt x="1399871" y="142692"/>
                  <a:pt x="1395704" y="143841"/>
                  <a:pt x="1391040" y="143841"/>
                </a:cubicBezTo>
                <a:cubicBezTo>
                  <a:pt x="1385553" y="143841"/>
                  <a:pt x="1381265" y="142546"/>
                  <a:pt x="1378179" y="139957"/>
                </a:cubicBezTo>
                <a:cubicBezTo>
                  <a:pt x="1375092" y="137367"/>
                  <a:pt x="1373206" y="133449"/>
                  <a:pt x="1372520" y="128201"/>
                </a:cubicBezTo>
                <a:moveTo>
                  <a:pt x="1372520" y="120588"/>
                </a:moveTo>
                <a:lnTo>
                  <a:pt x="1372520" y="88402"/>
                </a:lnTo>
                <a:cubicBezTo>
                  <a:pt x="1364220" y="93296"/>
                  <a:pt x="1358046" y="98535"/>
                  <a:pt x="1353999" y="104119"/>
                </a:cubicBezTo>
                <a:cubicBezTo>
                  <a:pt x="1351324" y="107840"/>
                  <a:pt x="1349987" y="111596"/>
                  <a:pt x="1349987" y="115388"/>
                </a:cubicBezTo>
                <a:cubicBezTo>
                  <a:pt x="1349987" y="118559"/>
                  <a:pt x="1351119" y="121351"/>
                  <a:pt x="1353382" y="123764"/>
                </a:cubicBezTo>
                <a:cubicBezTo>
                  <a:pt x="1355097" y="125625"/>
                  <a:pt x="1357498" y="126555"/>
                  <a:pt x="1360584" y="126555"/>
                </a:cubicBezTo>
                <a:cubicBezTo>
                  <a:pt x="1364014" y="126555"/>
                  <a:pt x="1367993" y="124566"/>
                  <a:pt x="1372520" y="120588"/>
                </a:cubicBezTo>
                <a:close/>
                <a:moveTo>
                  <a:pt x="1464710" y="46095"/>
                </a:moveTo>
                <a:lnTo>
                  <a:pt x="1464710" y="67908"/>
                </a:lnTo>
                <a:cubicBezTo>
                  <a:pt x="1471089" y="57962"/>
                  <a:pt x="1476679" y="51359"/>
                  <a:pt x="1481481" y="48101"/>
                </a:cubicBezTo>
                <a:cubicBezTo>
                  <a:pt x="1486282" y="44843"/>
                  <a:pt x="1490913" y="43214"/>
                  <a:pt x="1495371" y="43214"/>
                </a:cubicBezTo>
                <a:cubicBezTo>
                  <a:pt x="1499212" y="43214"/>
                  <a:pt x="1502282" y="44402"/>
                  <a:pt x="1504580" y="46777"/>
                </a:cubicBezTo>
                <a:cubicBezTo>
                  <a:pt x="1506878" y="49152"/>
                  <a:pt x="1508027" y="52507"/>
                  <a:pt x="1508027" y="56844"/>
                </a:cubicBezTo>
                <a:cubicBezTo>
                  <a:pt x="1508027" y="61457"/>
                  <a:pt x="1506912" y="65037"/>
                  <a:pt x="1504683" y="67586"/>
                </a:cubicBezTo>
                <a:cubicBezTo>
                  <a:pt x="1502453" y="70133"/>
                  <a:pt x="1499761" y="71406"/>
                  <a:pt x="1496606" y="71406"/>
                </a:cubicBezTo>
                <a:cubicBezTo>
                  <a:pt x="1492970" y="71406"/>
                  <a:pt x="1489815" y="70240"/>
                  <a:pt x="1487140" y="67908"/>
                </a:cubicBezTo>
                <a:cubicBezTo>
                  <a:pt x="1484465" y="65575"/>
                  <a:pt x="1482887" y="64272"/>
                  <a:pt x="1482407" y="63998"/>
                </a:cubicBezTo>
                <a:cubicBezTo>
                  <a:pt x="1481721" y="63586"/>
                  <a:pt x="1480932" y="63380"/>
                  <a:pt x="1480040" y="63380"/>
                </a:cubicBezTo>
                <a:cubicBezTo>
                  <a:pt x="1478051" y="63380"/>
                  <a:pt x="1476165" y="64135"/>
                  <a:pt x="1474381" y="65644"/>
                </a:cubicBezTo>
                <a:cubicBezTo>
                  <a:pt x="1471569" y="67976"/>
                  <a:pt x="1469443" y="71303"/>
                  <a:pt x="1468002" y="75624"/>
                </a:cubicBezTo>
                <a:cubicBezTo>
                  <a:pt x="1465807" y="82278"/>
                  <a:pt x="1464710" y="89618"/>
                  <a:pt x="1464710" y="97643"/>
                </a:cubicBezTo>
                <a:lnTo>
                  <a:pt x="1464710" y="119764"/>
                </a:lnTo>
                <a:lnTo>
                  <a:pt x="1464813" y="125526"/>
                </a:lnTo>
                <a:cubicBezTo>
                  <a:pt x="1464813" y="129436"/>
                  <a:pt x="1465053" y="131940"/>
                  <a:pt x="1465533" y="133037"/>
                </a:cubicBezTo>
                <a:cubicBezTo>
                  <a:pt x="1466356" y="134889"/>
                  <a:pt x="1467574" y="136244"/>
                  <a:pt x="1469186" y="137101"/>
                </a:cubicBezTo>
                <a:cubicBezTo>
                  <a:pt x="1470797" y="137959"/>
                  <a:pt x="1473524" y="138490"/>
                  <a:pt x="1477365" y="138696"/>
                </a:cubicBezTo>
                <a:lnTo>
                  <a:pt x="1477365" y="142400"/>
                </a:lnTo>
                <a:lnTo>
                  <a:pt x="1425406" y="142400"/>
                </a:lnTo>
                <a:lnTo>
                  <a:pt x="1425406" y="138696"/>
                </a:lnTo>
                <a:cubicBezTo>
                  <a:pt x="1429590" y="138353"/>
                  <a:pt x="1432419" y="137204"/>
                  <a:pt x="1433894" y="135249"/>
                </a:cubicBezTo>
                <a:cubicBezTo>
                  <a:pt x="1435369" y="133295"/>
                  <a:pt x="1436106" y="128133"/>
                  <a:pt x="1436106" y="119764"/>
                </a:cubicBezTo>
                <a:lnTo>
                  <a:pt x="1436106" y="66467"/>
                </a:lnTo>
                <a:cubicBezTo>
                  <a:pt x="1436106" y="60945"/>
                  <a:pt x="1435832" y="57426"/>
                  <a:pt x="1435283" y="55908"/>
                </a:cubicBezTo>
                <a:cubicBezTo>
                  <a:pt x="1434597" y="53975"/>
                  <a:pt x="1433603" y="52560"/>
                  <a:pt x="1432299" y="51664"/>
                </a:cubicBezTo>
                <a:cubicBezTo>
                  <a:pt x="1430996" y="50766"/>
                  <a:pt x="1428698" y="50144"/>
                  <a:pt x="1425406" y="49799"/>
                </a:cubicBezTo>
                <a:lnTo>
                  <a:pt x="1425406" y="46095"/>
                </a:lnTo>
                <a:lnTo>
                  <a:pt x="1464710" y="46095"/>
                </a:lnTo>
                <a:close/>
                <a:moveTo>
                  <a:pt x="1611875" y="2881"/>
                </a:moveTo>
                <a:lnTo>
                  <a:pt x="1611875" y="113591"/>
                </a:lnTo>
                <a:cubicBezTo>
                  <a:pt x="1611875" y="120993"/>
                  <a:pt x="1612081" y="125372"/>
                  <a:pt x="1612492" y="126729"/>
                </a:cubicBezTo>
                <a:cubicBezTo>
                  <a:pt x="1613041" y="128971"/>
                  <a:pt x="1614087" y="130635"/>
                  <a:pt x="1615630" y="131722"/>
                </a:cubicBezTo>
                <a:cubicBezTo>
                  <a:pt x="1617174" y="132807"/>
                  <a:pt x="1619866" y="133485"/>
                  <a:pt x="1623707" y="133758"/>
                </a:cubicBezTo>
                <a:lnTo>
                  <a:pt x="1623707" y="137462"/>
                </a:lnTo>
                <a:lnTo>
                  <a:pt x="1583065" y="145281"/>
                </a:lnTo>
                <a:lnTo>
                  <a:pt x="1583065" y="130053"/>
                </a:lnTo>
                <a:cubicBezTo>
                  <a:pt x="1578195" y="135953"/>
                  <a:pt x="1573857" y="139965"/>
                  <a:pt x="1570050" y="142092"/>
                </a:cubicBezTo>
                <a:cubicBezTo>
                  <a:pt x="1566243" y="144218"/>
                  <a:pt x="1561939" y="145281"/>
                  <a:pt x="1557137" y="145281"/>
                </a:cubicBezTo>
                <a:cubicBezTo>
                  <a:pt x="1544859" y="145281"/>
                  <a:pt x="1535153" y="139788"/>
                  <a:pt x="1528019" y="128803"/>
                </a:cubicBezTo>
                <a:cubicBezTo>
                  <a:pt x="1522257" y="119877"/>
                  <a:pt x="1519376" y="108926"/>
                  <a:pt x="1519376" y="95949"/>
                </a:cubicBezTo>
                <a:cubicBezTo>
                  <a:pt x="1519376" y="85580"/>
                  <a:pt x="1521160" y="76293"/>
                  <a:pt x="1524727" y="68088"/>
                </a:cubicBezTo>
                <a:cubicBezTo>
                  <a:pt x="1528293" y="59882"/>
                  <a:pt x="1533181" y="53685"/>
                  <a:pt x="1539389" y="49497"/>
                </a:cubicBezTo>
                <a:cubicBezTo>
                  <a:pt x="1545596" y="45308"/>
                  <a:pt x="1552267" y="43214"/>
                  <a:pt x="1559401" y="43214"/>
                </a:cubicBezTo>
                <a:cubicBezTo>
                  <a:pt x="1563996" y="43214"/>
                  <a:pt x="1568078" y="44113"/>
                  <a:pt x="1571645" y="45912"/>
                </a:cubicBezTo>
                <a:cubicBezTo>
                  <a:pt x="1575212" y="47710"/>
                  <a:pt x="1579018" y="50858"/>
                  <a:pt x="1583065" y="55355"/>
                </a:cubicBezTo>
                <a:lnTo>
                  <a:pt x="1583065" y="26340"/>
                </a:lnTo>
                <a:cubicBezTo>
                  <a:pt x="1583065" y="19000"/>
                  <a:pt x="1582757" y="14576"/>
                  <a:pt x="1582139" y="13067"/>
                </a:cubicBezTo>
                <a:cubicBezTo>
                  <a:pt x="1581316" y="11078"/>
                  <a:pt x="1580082" y="9603"/>
                  <a:pt x="1578435" y="8643"/>
                </a:cubicBezTo>
                <a:cubicBezTo>
                  <a:pt x="1576789" y="7682"/>
                  <a:pt x="1573702" y="7202"/>
                  <a:pt x="1569175" y="7202"/>
                </a:cubicBezTo>
                <a:lnTo>
                  <a:pt x="1569175" y="2881"/>
                </a:lnTo>
                <a:lnTo>
                  <a:pt x="1611875" y="2881"/>
                </a:lnTo>
                <a:moveTo>
                  <a:pt x="1583065" y="67908"/>
                </a:moveTo>
                <a:cubicBezTo>
                  <a:pt x="1577990" y="58305"/>
                  <a:pt x="1571782" y="53503"/>
                  <a:pt x="1564442" y="53503"/>
                </a:cubicBezTo>
                <a:cubicBezTo>
                  <a:pt x="1561904" y="53503"/>
                  <a:pt x="1559812" y="54189"/>
                  <a:pt x="1558166" y="55561"/>
                </a:cubicBezTo>
                <a:cubicBezTo>
                  <a:pt x="1555628" y="57687"/>
                  <a:pt x="1553553" y="61426"/>
                  <a:pt x="1551941" y="66776"/>
                </a:cubicBezTo>
                <a:cubicBezTo>
                  <a:pt x="1550329" y="72126"/>
                  <a:pt x="1549523" y="80323"/>
                  <a:pt x="1549523" y="91367"/>
                </a:cubicBezTo>
                <a:cubicBezTo>
                  <a:pt x="1549523" y="103508"/>
                  <a:pt x="1550415" y="112494"/>
                  <a:pt x="1552198" y="118324"/>
                </a:cubicBezTo>
                <a:cubicBezTo>
                  <a:pt x="1553982" y="124154"/>
                  <a:pt x="1556417" y="128373"/>
                  <a:pt x="1559504" y="130979"/>
                </a:cubicBezTo>
                <a:cubicBezTo>
                  <a:pt x="1561081" y="132283"/>
                  <a:pt x="1563242" y="132934"/>
                  <a:pt x="1565986" y="132934"/>
                </a:cubicBezTo>
                <a:cubicBezTo>
                  <a:pt x="1572022" y="132934"/>
                  <a:pt x="1577715" y="128186"/>
                  <a:pt x="1583065" y="118691"/>
                </a:cubicBezTo>
                <a:lnTo>
                  <a:pt x="1583065" y="67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31DB0-AFC6-4B89-BA7E-FFF3780E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5304046"/>
            <a:ext cx="257780" cy="4449"/>
          </a:xfrm>
          <a:custGeom xmlns:a="http://schemas.openxmlformats.org/drawingml/2006/main">
            <a:pathLst>
              <a:path w="257780" h="4449" fill="none">
                <a:moveTo>
                  <a:pt x="0" y="0"/>
                </a:moveTo>
                <a:lnTo>
                  <a:pt x="257780" y="4449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6FF06-5AF8-4AE0-9728-A69F699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5254878"/>
            <a:ext cx="160147" cy="106062"/>
          </a:xfrm>
          <a:custGeom xmlns:a="http://schemas.openxmlformats.org/drawingml/2006/main">
            <a:pathLst>
              <a:path w="160147" h="106062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2C686-5973-4195-B7FB-46777812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5254878"/>
            <a:ext cx="160147" cy="106062"/>
          </a:xfrm>
          <a:custGeom xmlns:a="http://schemas.openxmlformats.org/drawingml/2006/main">
            <a:pathLst>
              <a:path w="160147" h="106062" fill="none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53D1B-1F10-486B-8079-B1086ABB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5608419"/>
            <a:ext cx="257780" cy="4449"/>
          </a:xfrm>
          <a:custGeom xmlns:a="http://schemas.openxmlformats.org/drawingml/2006/main">
            <a:pathLst>
              <a:path w="257780" h="4449" fill="none">
                <a:moveTo>
                  <a:pt x="0" y="0"/>
                </a:moveTo>
                <a:lnTo>
                  <a:pt x="257780" y="4449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3B823-7F8F-4D34-96D4-1BB3FFF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5559251"/>
            <a:ext cx="160147" cy="106062"/>
          </a:xfrm>
          <a:custGeom xmlns:a="http://schemas.openxmlformats.org/drawingml/2006/main">
            <a:pathLst>
              <a:path w="160147" h="106062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2E0E1-32AD-45CA-B751-618A8E5A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5559251"/>
            <a:ext cx="160147" cy="106062"/>
          </a:xfrm>
          <a:custGeom xmlns:a="http://schemas.openxmlformats.org/drawingml/2006/main">
            <a:pathLst>
              <a:path w="160147" h="106062" fill="none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1FBD0-6792-4035-8DC4-1C82A91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6217164"/>
            <a:ext cx="257780" cy="4449"/>
          </a:xfrm>
          <a:custGeom xmlns:a="http://schemas.openxmlformats.org/drawingml/2006/main">
            <a:pathLst>
              <a:path w="257780" h="4449" fill="none">
                <a:moveTo>
                  <a:pt x="0" y="0"/>
                </a:moveTo>
                <a:lnTo>
                  <a:pt x="257780" y="4449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853EB-7E78-4C20-B79F-CEF1405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6167996"/>
            <a:ext cx="160147" cy="106062"/>
          </a:xfrm>
          <a:custGeom xmlns:a="http://schemas.openxmlformats.org/drawingml/2006/main">
            <a:pathLst>
              <a:path w="160147" h="106062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057E3-B930-4674-B539-D0827029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6167996"/>
            <a:ext cx="160147" cy="106062"/>
          </a:xfrm>
          <a:custGeom xmlns:a="http://schemas.openxmlformats.org/drawingml/2006/main">
            <a:pathLst>
              <a:path w="160147" h="106062" fill="none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07C67-84C4-44AE-89CC-9D28CB6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7141521"/>
            <a:ext cx="257780" cy="7492"/>
          </a:xfrm>
          <a:custGeom xmlns:a="http://schemas.openxmlformats.org/drawingml/2006/main">
            <a:pathLst>
              <a:path w="257780" h="7492" fill="none">
                <a:moveTo>
                  <a:pt x="0" y="7492"/>
                </a:moveTo>
                <a:lnTo>
                  <a:pt x="257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46DE8-4716-4DA0-A584-751C9005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06" y="7089543"/>
            <a:ext cx="160849" cy="106062"/>
          </a:xfrm>
          <a:custGeom xmlns:a="http://schemas.openxmlformats.org/drawingml/2006/main">
            <a:pathLst>
              <a:path w="160849" h="106062">
                <a:moveTo>
                  <a:pt x="160849" y="48465"/>
                </a:moveTo>
                <a:lnTo>
                  <a:pt x="3278" y="106062"/>
                </a:lnTo>
                <a:lnTo>
                  <a:pt x="41442" y="51977"/>
                </a:lnTo>
                <a:lnTo>
                  <a:pt x="0" y="0"/>
                </a:lnTo>
                <a:lnTo>
                  <a:pt x="160849" y="48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21DFA-1E8D-495C-933E-62A0758A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06" y="7089543"/>
            <a:ext cx="160849" cy="106062"/>
          </a:xfrm>
          <a:custGeom xmlns:a="http://schemas.openxmlformats.org/drawingml/2006/main">
            <a:pathLst>
              <a:path w="160849" h="106062" fill="none">
                <a:moveTo>
                  <a:pt x="160849" y="48465"/>
                </a:moveTo>
                <a:lnTo>
                  <a:pt x="3278" y="106062"/>
                </a:lnTo>
                <a:lnTo>
                  <a:pt x="41442" y="51977"/>
                </a:lnTo>
                <a:lnTo>
                  <a:pt x="0" y="0"/>
                </a:lnTo>
                <a:lnTo>
                  <a:pt x="160849" y="484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2148B-2234-4DBD-A2C5-66998332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5006697"/>
            <a:ext cx="257780" cy="10"/>
          </a:xfrm>
          <a:custGeom xmlns:a="http://schemas.openxmlformats.org/drawingml/2006/main">
            <a:pathLst>
              <a:path w="257780" h="1" fill="none">
                <a:moveTo>
                  <a:pt x="0" y="0"/>
                </a:moveTo>
                <a:lnTo>
                  <a:pt x="257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46351-2C47-4164-98DD-AA4CDEDA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44" y="4953549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13BFE-37C4-4093-813F-DC9557F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44" y="4953549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pic>
        <p:nvPicPr>
          <p:cNvPr id="9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ee1290f414682"/>
          <a:stretch xmlns:a="http://schemas.openxmlformats.org/drawingml/2006/main"/>
        </p:blipFill>
        <p:spPr>
          <a:xfrm xmlns:a="http://schemas.openxmlformats.org/drawingml/2006/main">
            <a:off x="4734406" y="6423201"/>
            <a:ext cx="468266" cy="468266"/>
          </a:xfrm>
          <a:prstGeom xmlns:a="http://schemas.openxmlformats.org/drawingml/2006/main" prst="rect">
            <a:avLst/>
          </a:prstGeom>
        </p:spPr>
      </p:pic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5E085-2166-4F60-A090-E3D79CD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4854511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76A90-4106-4DA3-825A-D84AFBEE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4854511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289" name="Text guest">
            <a:extLst xmlns:a="http://schemas.openxmlformats.org/drawingml/2006/main">
              <a:ext uri="{FF2B5EF4-FFF2-40B4-BE49-F238E27FC236}">
                <a16:creationId xmlns:a16="http://schemas.microsoft.com/office/drawing/2014/main" id="{615EE2BB-91E0-4937-A1D6-9EED902D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11" y="4939910"/>
            <a:ext cx="438826" cy="170798"/>
          </a:xfrm>
          <a:custGeom xmlns:a="http://schemas.openxmlformats.org/drawingml/2006/main">
            <a:pathLst>
              <a:path w="438826" h="170798">
                <a:moveTo>
                  <a:pt x="25517" y="90978"/>
                </a:moveTo>
                <a:cubicBezTo>
                  <a:pt x="19755" y="88170"/>
                  <a:pt x="15331" y="84248"/>
                  <a:pt x="12244" y="79213"/>
                </a:cubicBezTo>
                <a:cubicBezTo>
                  <a:pt x="9157" y="74178"/>
                  <a:pt x="7614" y="68611"/>
                  <a:pt x="7614" y="62512"/>
                </a:cubicBezTo>
                <a:cubicBezTo>
                  <a:pt x="7614" y="53196"/>
                  <a:pt x="11129" y="45182"/>
                  <a:pt x="18160" y="38468"/>
                </a:cubicBezTo>
                <a:cubicBezTo>
                  <a:pt x="25191" y="31755"/>
                  <a:pt x="34194" y="28398"/>
                  <a:pt x="45169" y="28398"/>
                </a:cubicBezTo>
                <a:cubicBezTo>
                  <a:pt x="54155" y="28398"/>
                  <a:pt x="61940" y="30593"/>
                  <a:pt x="68525" y="34983"/>
                </a:cubicBezTo>
                <a:lnTo>
                  <a:pt x="88486" y="34983"/>
                </a:lnTo>
                <a:cubicBezTo>
                  <a:pt x="91435" y="34983"/>
                  <a:pt x="93150" y="35067"/>
                  <a:pt x="93630" y="35237"/>
                </a:cubicBezTo>
                <a:cubicBezTo>
                  <a:pt x="94110" y="35406"/>
                  <a:pt x="94453" y="35694"/>
                  <a:pt x="94659" y="36102"/>
                </a:cubicBezTo>
                <a:cubicBezTo>
                  <a:pt x="95071" y="36713"/>
                  <a:pt x="95277" y="37798"/>
                  <a:pt x="95277" y="39359"/>
                </a:cubicBezTo>
                <a:cubicBezTo>
                  <a:pt x="95277" y="41121"/>
                  <a:pt x="95105" y="42342"/>
                  <a:pt x="94762" y="43021"/>
                </a:cubicBezTo>
                <a:cubicBezTo>
                  <a:pt x="94556" y="43360"/>
                  <a:pt x="94196" y="43631"/>
                  <a:pt x="93682" y="43835"/>
                </a:cubicBezTo>
                <a:cubicBezTo>
                  <a:pt x="93167" y="44038"/>
                  <a:pt x="91435" y="44140"/>
                  <a:pt x="88486" y="44140"/>
                </a:cubicBezTo>
                <a:lnTo>
                  <a:pt x="76242" y="44140"/>
                </a:lnTo>
                <a:cubicBezTo>
                  <a:pt x="80083" y="49089"/>
                  <a:pt x="82004" y="55413"/>
                  <a:pt x="82004" y="63110"/>
                </a:cubicBezTo>
                <a:cubicBezTo>
                  <a:pt x="82004" y="71908"/>
                  <a:pt x="78643" y="79434"/>
                  <a:pt x="71920" y="85688"/>
                </a:cubicBezTo>
                <a:cubicBezTo>
                  <a:pt x="65198" y="91943"/>
                  <a:pt x="56178" y="95071"/>
                  <a:pt x="44860" y="95071"/>
                </a:cubicBezTo>
                <a:cubicBezTo>
                  <a:pt x="40196" y="95071"/>
                  <a:pt x="35429" y="94371"/>
                  <a:pt x="30558" y="92971"/>
                </a:cubicBezTo>
                <a:cubicBezTo>
                  <a:pt x="27540" y="95576"/>
                  <a:pt x="25500" y="97855"/>
                  <a:pt x="24436" y="99810"/>
                </a:cubicBezTo>
                <a:cubicBezTo>
                  <a:pt x="23373" y="101763"/>
                  <a:pt x="22842" y="103424"/>
                  <a:pt x="22842" y="104794"/>
                </a:cubicBezTo>
                <a:cubicBezTo>
                  <a:pt x="22842" y="105960"/>
                  <a:pt x="23408" y="107092"/>
                  <a:pt x="24539" y="108189"/>
                </a:cubicBezTo>
                <a:cubicBezTo>
                  <a:pt x="25671" y="109285"/>
                  <a:pt x="27883" y="110072"/>
                  <a:pt x="31176" y="110553"/>
                </a:cubicBezTo>
                <a:cubicBezTo>
                  <a:pt x="33096" y="110827"/>
                  <a:pt x="37898" y="111067"/>
                  <a:pt x="45580" y="111273"/>
                </a:cubicBezTo>
                <a:cubicBezTo>
                  <a:pt x="59711" y="111614"/>
                  <a:pt x="68868" y="112093"/>
                  <a:pt x="73052" y="112710"/>
                </a:cubicBezTo>
                <a:cubicBezTo>
                  <a:pt x="79431" y="113602"/>
                  <a:pt x="84524" y="115967"/>
                  <a:pt x="88331" y="119806"/>
                </a:cubicBezTo>
                <a:cubicBezTo>
                  <a:pt x="92138" y="123643"/>
                  <a:pt x="94042" y="128372"/>
                  <a:pt x="94042" y="133992"/>
                </a:cubicBezTo>
                <a:cubicBezTo>
                  <a:pt x="94042" y="141737"/>
                  <a:pt x="90406" y="149002"/>
                  <a:pt x="83135" y="155789"/>
                </a:cubicBezTo>
                <a:cubicBezTo>
                  <a:pt x="72435" y="165795"/>
                  <a:pt x="58476" y="170798"/>
                  <a:pt x="41259" y="170798"/>
                </a:cubicBezTo>
                <a:cubicBezTo>
                  <a:pt x="28020" y="170798"/>
                  <a:pt x="16840" y="167819"/>
                  <a:pt x="7717" y="161859"/>
                </a:cubicBezTo>
                <a:cubicBezTo>
                  <a:pt x="2572" y="158434"/>
                  <a:pt x="0" y="154872"/>
                  <a:pt x="0" y="151172"/>
                </a:cubicBezTo>
                <a:cubicBezTo>
                  <a:pt x="0" y="149530"/>
                  <a:pt x="377" y="147887"/>
                  <a:pt x="1132" y="146243"/>
                </a:cubicBezTo>
                <a:cubicBezTo>
                  <a:pt x="2298" y="143707"/>
                  <a:pt x="4699" y="140179"/>
                  <a:pt x="8334" y="135658"/>
                </a:cubicBezTo>
                <a:cubicBezTo>
                  <a:pt x="8814" y="135043"/>
                  <a:pt x="12313" y="131344"/>
                  <a:pt x="18829" y="124562"/>
                </a:cubicBezTo>
                <a:cubicBezTo>
                  <a:pt x="15262" y="122433"/>
                  <a:pt x="12741" y="120528"/>
                  <a:pt x="11266" y="118845"/>
                </a:cubicBezTo>
                <a:cubicBezTo>
                  <a:pt x="9792" y="117162"/>
                  <a:pt x="9054" y="115257"/>
                  <a:pt x="9054" y="113128"/>
                </a:cubicBezTo>
                <a:cubicBezTo>
                  <a:pt x="9054" y="110723"/>
                  <a:pt x="10032" y="107906"/>
                  <a:pt x="11987" y="104678"/>
                </a:cubicBezTo>
                <a:cubicBezTo>
                  <a:pt x="13942" y="101450"/>
                  <a:pt x="18452" y="96883"/>
                  <a:pt x="25517" y="90978"/>
                </a:cubicBezTo>
                <a:moveTo>
                  <a:pt x="43420" y="33542"/>
                </a:moveTo>
                <a:cubicBezTo>
                  <a:pt x="38344" y="33542"/>
                  <a:pt x="34091" y="35555"/>
                  <a:pt x="30661" y="39581"/>
                </a:cubicBezTo>
                <a:cubicBezTo>
                  <a:pt x="27232" y="43604"/>
                  <a:pt x="25517" y="49778"/>
                  <a:pt x="25517" y="58101"/>
                </a:cubicBezTo>
                <a:cubicBezTo>
                  <a:pt x="25517" y="68881"/>
                  <a:pt x="27849" y="77237"/>
                  <a:pt x="32513" y="83171"/>
                </a:cubicBezTo>
                <a:cubicBezTo>
                  <a:pt x="36080" y="87674"/>
                  <a:pt x="40607" y="89926"/>
                  <a:pt x="46095" y="89926"/>
                </a:cubicBezTo>
                <a:cubicBezTo>
                  <a:pt x="51308" y="89926"/>
                  <a:pt x="55595" y="87982"/>
                  <a:pt x="58956" y="84094"/>
                </a:cubicBezTo>
                <a:cubicBezTo>
                  <a:pt x="62317" y="80205"/>
                  <a:pt x="63998" y="74099"/>
                  <a:pt x="63998" y="65776"/>
                </a:cubicBezTo>
                <a:cubicBezTo>
                  <a:pt x="63998" y="54930"/>
                  <a:pt x="61631" y="46436"/>
                  <a:pt x="56898" y="40294"/>
                </a:cubicBezTo>
                <a:cubicBezTo>
                  <a:pt x="53400" y="35793"/>
                  <a:pt x="48907" y="33542"/>
                  <a:pt x="43420" y="33542"/>
                </a:cubicBezTo>
                <a:moveTo>
                  <a:pt x="24488" y="125382"/>
                </a:moveTo>
                <a:cubicBezTo>
                  <a:pt x="21264" y="128873"/>
                  <a:pt x="18829" y="132125"/>
                  <a:pt x="17183" y="135137"/>
                </a:cubicBezTo>
                <a:cubicBezTo>
                  <a:pt x="15536" y="138151"/>
                  <a:pt x="14713" y="140924"/>
                  <a:pt x="14713" y="143458"/>
                </a:cubicBezTo>
                <a:cubicBezTo>
                  <a:pt x="14713" y="146744"/>
                  <a:pt x="16703" y="149620"/>
                  <a:pt x="20681" y="152085"/>
                </a:cubicBezTo>
                <a:cubicBezTo>
                  <a:pt x="27540" y="156329"/>
                  <a:pt x="37452" y="158451"/>
                  <a:pt x="50416" y="158451"/>
                </a:cubicBezTo>
                <a:cubicBezTo>
                  <a:pt x="62763" y="158451"/>
                  <a:pt x="71869" y="156277"/>
                  <a:pt x="77734" y="151927"/>
                </a:cubicBezTo>
                <a:cubicBezTo>
                  <a:pt x="83598" y="147580"/>
                  <a:pt x="86531" y="142943"/>
                  <a:pt x="86531" y="138015"/>
                </a:cubicBezTo>
                <a:cubicBezTo>
                  <a:pt x="86531" y="134454"/>
                  <a:pt x="84782" y="131921"/>
                  <a:pt x="81283" y="130414"/>
                </a:cubicBezTo>
                <a:cubicBezTo>
                  <a:pt x="77717" y="128907"/>
                  <a:pt x="70651" y="128017"/>
                  <a:pt x="60088" y="127745"/>
                </a:cubicBezTo>
                <a:cubicBezTo>
                  <a:pt x="44654" y="127333"/>
                  <a:pt x="32788" y="126546"/>
                  <a:pt x="24488" y="125382"/>
                </a:cubicBezTo>
                <a:close/>
                <a:moveTo>
                  <a:pt x="188289" y="31073"/>
                </a:moveTo>
                <a:lnTo>
                  <a:pt x="188289" y="88177"/>
                </a:lnTo>
                <a:cubicBezTo>
                  <a:pt x="188289" y="99083"/>
                  <a:pt x="188547" y="105754"/>
                  <a:pt x="189061" y="108189"/>
                </a:cubicBezTo>
                <a:cubicBezTo>
                  <a:pt x="189576" y="110624"/>
                  <a:pt x="190399" y="112322"/>
                  <a:pt x="191530" y="113282"/>
                </a:cubicBezTo>
                <a:cubicBezTo>
                  <a:pt x="192662" y="114243"/>
                  <a:pt x="193983" y="114723"/>
                  <a:pt x="195492" y="114723"/>
                </a:cubicBezTo>
                <a:cubicBezTo>
                  <a:pt x="197618" y="114723"/>
                  <a:pt x="200019" y="114140"/>
                  <a:pt x="202694" y="112974"/>
                </a:cubicBezTo>
                <a:lnTo>
                  <a:pt x="204135" y="116575"/>
                </a:lnTo>
                <a:lnTo>
                  <a:pt x="175943" y="128201"/>
                </a:lnTo>
                <a:lnTo>
                  <a:pt x="171312" y="128201"/>
                </a:lnTo>
                <a:lnTo>
                  <a:pt x="171312" y="108241"/>
                </a:lnTo>
                <a:cubicBezTo>
                  <a:pt x="163218" y="117021"/>
                  <a:pt x="157045" y="122542"/>
                  <a:pt x="152792" y="124806"/>
                </a:cubicBezTo>
                <a:cubicBezTo>
                  <a:pt x="148539" y="127070"/>
                  <a:pt x="144047" y="128201"/>
                  <a:pt x="139314" y="128201"/>
                </a:cubicBezTo>
                <a:cubicBezTo>
                  <a:pt x="134032" y="128201"/>
                  <a:pt x="129453" y="126675"/>
                  <a:pt x="125578" y="123623"/>
                </a:cubicBezTo>
                <a:cubicBezTo>
                  <a:pt x="121702" y="120570"/>
                  <a:pt x="119010" y="116643"/>
                  <a:pt x="117501" y="111842"/>
                </a:cubicBezTo>
                <a:cubicBezTo>
                  <a:pt x="115992" y="107040"/>
                  <a:pt x="115237" y="100250"/>
                  <a:pt x="115237" y="91470"/>
                </a:cubicBezTo>
                <a:lnTo>
                  <a:pt x="115237" y="49387"/>
                </a:lnTo>
                <a:cubicBezTo>
                  <a:pt x="115237" y="44929"/>
                  <a:pt x="114757" y="41842"/>
                  <a:pt x="113797" y="40127"/>
                </a:cubicBezTo>
                <a:cubicBezTo>
                  <a:pt x="112836" y="38412"/>
                  <a:pt x="111413" y="37092"/>
                  <a:pt x="109527" y="36166"/>
                </a:cubicBezTo>
                <a:cubicBezTo>
                  <a:pt x="107640" y="35240"/>
                  <a:pt x="104228" y="34811"/>
                  <a:pt x="99289" y="34880"/>
                </a:cubicBezTo>
                <a:lnTo>
                  <a:pt x="99289" y="31073"/>
                </a:lnTo>
                <a:lnTo>
                  <a:pt x="132317" y="31073"/>
                </a:lnTo>
                <a:lnTo>
                  <a:pt x="132317" y="93990"/>
                </a:lnTo>
                <a:cubicBezTo>
                  <a:pt x="132317" y="102749"/>
                  <a:pt x="133843" y="108497"/>
                  <a:pt x="136896" y="111234"/>
                </a:cubicBezTo>
                <a:cubicBezTo>
                  <a:pt x="139948" y="113971"/>
                  <a:pt x="143635" y="115340"/>
                  <a:pt x="147956" y="115340"/>
                </a:cubicBezTo>
                <a:cubicBezTo>
                  <a:pt x="150906" y="115340"/>
                  <a:pt x="154250" y="114416"/>
                  <a:pt x="157988" y="112569"/>
                </a:cubicBezTo>
                <a:cubicBezTo>
                  <a:pt x="161727" y="110721"/>
                  <a:pt x="166168" y="107198"/>
                  <a:pt x="171312" y="102000"/>
                </a:cubicBezTo>
                <a:lnTo>
                  <a:pt x="171312" y="48735"/>
                </a:lnTo>
                <a:cubicBezTo>
                  <a:pt x="171312" y="43397"/>
                  <a:pt x="170335" y="39789"/>
                  <a:pt x="168380" y="37909"/>
                </a:cubicBezTo>
                <a:cubicBezTo>
                  <a:pt x="166425" y="36027"/>
                  <a:pt x="162361" y="35017"/>
                  <a:pt x="156188" y="34880"/>
                </a:cubicBezTo>
                <a:lnTo>
                  <a:pt x="156188" y="31073"/>
                </a:lnTo>
                <a:lnTo>
                  <a:pt x="188289" y="31073"/>
                </a:lnTo>
                <a:close/>
                <a:moveTo>
                  <a:pt x="226873" y="66673"/>
                </a:moveTo>
                <a:cubicBezTo>
                  <a:pt x="226805" y="80634"/>
                  <a:pt x="230200" y="91584"/>
                  <a:pt x="237059" y="99524"/>
                </a:cubicBezTo>
                <a:cubicBezTo>
                  <a:pt x="243919" y="107462"/>
                  <a:pt x="251979" y="111430"/>
                  <a:pt x="261239" y="111430"/>
                </a:cubicBezTo>
                <a:cubicBezTo>
                  <a:pt x="267412" y="111430"/>
                  <a:pt x="272780" y="109733"/>
                  <a:pt x="277341" y="106337"/>
                </a:cubicBezTo>
                <a:cubicBezTo>
                  <a:pt x="281903" y="102942"/>
                  <a:pt x="285727" y="97129"/>
                  <a:pt x="288813" y="88897"/>
                </a:cubicBezTo>
                <a:lnTo>
                  <a:pt x="292003" y="90955"/>
                </a:lnTo>
                <a:cubicBezTo>
                  <a:pt x="290562" y="100352"/>
                  <a:pt x="286378" y="108910"/>
                  <a:pt x="279450" y="116626"/>
                </a:cubicBezTo>
                <a:cubicBezTo>
                  <a:pt x="272522" y="124343"/>
                  <a:pt x="263845" y="128201"/>
                  <a:pt x="253419" y="128201"/>
                </a:cubicBezTo>
                <a:cubicBezTo>
                  <a:pt x="242101" y="128201"/>
                  <a:pt x="232412" y="123804"/>
                  <a:pt x="224352" y="115009"/>
                </a:cubicBezTo>
                <a:cubicBezTo>
                  <a:pt x="216293" y="106212"/>
                  <a:pt x="212263" y="94386"/>
                  <a:pt x="212263" y="79531"/>
                </a:cubicBezTo>
                <a:cubicBezTo>
                  <a:pt x="212263" y="63446"/>
                  <a:pt x="216396" y="50903"/>
                  <a:pt x="224661" y="41902"/>
                </a:cubicBezTo>
                <a:cubicBezTo>
                  <a:pt x="232927" y="32899"/>
                  <a:pt x="243301" y="28398"/>
                  <a:pt x="255786" y="28398"/>
                </a:cubicBezTo>
                <a:cubicBezTo>
                  <a:pt x="266349" y="28398"/>
                  <a:pt x="275026" y="31870"/>
                  <a:pt x="281817" y="38815"/>
                </a:cubicBezTo>
                <a:cubicBezTo>
                  <a:pt x="288608" y="45758"/>
                  <a:pt x="292003" y="55044"/>
                  <a:pt x="292003" y="66673"/>
                </a:cubicBezTo>
                <a:lnTo>
                  <a:pt x="226873" y="66673"/>
                </a:lnTo>
                <a:moveTo>
                  <a:pt x="226873" y="60705"/>
                </a:moveTo>
                <a:lnTo>
                  <a:pt x="270499" y="60705"/>
                </a:lnTo>
                <a:cubicBezTo>
                  <a:pt x="270156" y="54669"/>
                  <a:pt x="269436" y="50416"/>
                  <a:pt x="268338" y="47947"/>
                </a:cubicBezTo>
                <a:cubicBezTo>
                  <a:pt x="266623" y="44106"/>
                  <a:pt x="264068" y="41088"/>
                  <a:pt x="260673" y="38893"/>
                </a:cubicBezTo>
                <a:cubicBezTo>
                  <a:pt x="257277" y="36698"/>
                  <a:pt x="253728" y="35600"/>
                  <a:pt x="250024" y="35600"/>
                </a:cubicBezTo>
                <a:cubicBezTo>
                  <a:pt x="244330" y="35600"/>
                  <a:pt x="239237" y="37812"/>
                  <a:pt x="234744" y="42237"/>
                </a:cubicBezTo>
                <a:cubicBezTo>
                  <a:pt x="230252" y="46661"/>
                  <a:pt x="227628" y="52817"/>
                  <a:pt x="226873" y="60705"/>
                </a:cubicBezTo>
                <a:close/>
                <a:moveTo>
                  <a:pt x="365499" y="28398"/>
                </a:moveTo>
                <a:lnTo>
                  <a:pt x="365499" y="60294"/>
                </a:lnTo>
                <a:lnTo>
                  <a:pt x="362103" y="60294"/>
                </a:lnTo>
                <a:cubicBezTo>
                  <a:pt x="359497" y="50290"/>
                  <a:pt x="356153" y="43485"/>
                  <a:pt x="352072" y="39880"/>
                </a:cubicBezTo>
                <a:cubicBezTo>
                  <a:pt x="347990" y="36272"/>
                  <a:pt x="342794" y="34468"/>
                  <a:pt x="336484" y="34468"/>
                </a:cubicBezTo>
                <a:cubicBezTo>
                  <a:pt x="331682" y="34468"/>
                  <a:pt x="327807" y="35736"/>
                  <a:pt x="324857" y="38272"/>
                </a:cubicBezTo>
                <a:cubicBezTo>
                  <a:pt x="321908" y="40806"/>
                  <a:pt x="320433" y="43615"/>
                  <a:pt x="320433" y="46699"/>
                </a:cubicBezTo>
                <a:cubicBezTo>
                  <a:pt x="320433" y="50536"/>
                  <a:pt x="321530" y="53825"/>
                  <a:pt x="323725" y="56564"/>
                </a:cubicBezTo>
                <a:cubicBezTo>
                  <a:pt x="325852" y="59374"/>
                  <a:pt x="330173" y="62355"/>
                  <a:pt x="336690" y="65506"/>
                </a:cubicBezTo>
                <a:lnTo>
                  <a:pt x="351712" y="72805"/>
                </a:lnTo>
                <a:cubicBezTo>
                  <a:pt x="365636" y="79587"/>
                  <a:pt x="372598" y="88529"/>
                  <a:pt x="372598" y="99630"/>
                </a:cubicBezTo>
                <a:cubicBezTo>
                  <a:pt x="372598" y="108194"/>
                  <a:pt x="369357" y="115097"/>
                  <a:pt x="362875" y="120340"/>
                </a:cubicBezTo>
                <a:cubicBezTo>
                  <a:pt x="356393" y="125581"/>
                  <a:pt x="349139" y="128201"/>
                  <a:pt x="341114" y="128201"/>
                </a:cubicBezTo>
                <a:cubicBezTo>
                  <a:pt x="335352" y="128201"/>
                  <a:pt x="328767" y="127173"/>
                  <a:pt x="321359" y="125115"/>
                </a:cubicBezTo>
                <a:cubicBezTo>
                  <a:pt x="319095" y="124429"/>
                  <a:pt x="317243" y="124086"/>
                  <a:pt x="315803" y="124086"/>
                </a:cubicBezTo>
                <a:cubicBezTo>
                  <a:pt x="314225" y="124086"/>
                  <a:pt x="312990" y="124978"/>
                  <a:pt x="312099" y="126761"/>
                </a:cubicBezTo>
                <a:lnTo>
                  <a:pt x="308703" y="126761"/>
                </a:lnTo>
                <a:lnTo>
                  <a:pt x="308703" y="93013"/>
                </a:lnTo>
                <a:lnTo>
                  <a:pt x="312099" y="93013"/>
                </a:lnTo>
                <a:cubicBezTo>
                  <a:pt x="314019" y="102650"/>
                  <a:pt x="317689" y="109913"/>
                  <a:pt x="323108" y="114800"/>
                </a:cubicBezTo>
                <a:cubicBezTo>
                  <a:pt x="328527" y="119687"/>
                  <a:pt x="334597" y="122131"/>
                  <a:pt x="341320" y="122131"/>
                </a:cubicBezTo>
                <a:cubicBezTo>
                  <a:pt x="346053" y="122131"/>
                  <a:pt x="349911" y="120744"/>
                  <a:pt x="352895" y="117970"/>
                </a:cubicBezTo>
                <a:cubicBezTo>
                  <a:pt x="355879" y="115194"/>
                  <a:pt x="357370" y="111854"/>
                  <a:pt x="357370" y="107948"/>
                </a:cubicBezTo>
                <a:cubicBezTo>
                  <a:pt x="357370" y="103219"/>
                  <a:pt x="355707" y="99245"/>
                  <a:pt x="352380" y="96026"/>
                </a:cubicBezTo>
                <a:cubicBezTo>
                  <a:pt x="349054" y="92806"/>
                  <a:pt x="342417" y="88730"/>
                  <a:pt x="332471" y="83798"/>
                </a:cubicBezTo>
                <a:cubicBezTo>
                  <a:pt x="322525" y="78863"/>
                  <a:pt x="316009" y="74409"/>
                  <a:pt x="312922" y="70435"/>
                </a:cubicBezTo>
                <a:cubicBezTo>
                  <a:pt x="309835" y="66529"/>
                  <a:pt x="308292" y="61596"/>
                  <a:pt x="308292" y="55635"/>
                </a:cubicBezTo>
                <a:cubicBezTo>
                  <a:pt x="308292" y="47892"/>
                  <a:pt x="310950" y="41418"/>
                  <a:pt x="316266" y="36211"/>
                </a:cubicBezTo>
                <a:cubicBezTo>
                  <a:pt x="321582" y="31002"/>
                  <a:pt x="328458" y="28398"/>
                  <a:pt x="336895" y="28398"/>
                </a:cubicBezTo>
                <a:cubicBezTo>
                  <a:pt x="340599" y="28398"/>
                  <a:pt x="345092" y="29187"/>
                  <a:pt x="350374" y="30764"/>
                </a:cubicBezTo>
                <a:cubicBezTo>
                  <a:pt x="353872" y="31793"/>
                  <a:pt x="356204" y="32308"/>
                  <a:pt x="357370" y="32308"/>
                </a:cubicBezTo>
                <a:cubicBezTo>
                  <a:pt x="358468" y="32308"/>
                  <a:pt x="359325" y="32068"/>
                  <a:pt x="359943" y="31587"/>
                </a:cubicBezTo>
                <a:cubicBezTo>
                  <a:pt x="360560" y="31107"/>
                  <a:pt x="361280" y="30044"/>
                  <a:pt x="362103" y="28398"/>
                </a:cubicBezTo>
                <a:lnTo>
                  <a:pt x="365499" y="28398"/>
                </a:lnTo>
                <a:close/>
                <a:moveTo>
                  <a:pt x="413927" y="0"/>
                </a:moveTo>
                <a:lnTo>
                  <a:pt x="413927" y="31073"/>
                </a:lnTo>
                <a:lnTo>
                  <a:pt x="435945" y="31073"/>
                </a:lnTo>
                <a:lnTo>
                  <a:pt x="435945" y="38275"/>
                </a:lnTo>
                <a:lnTo>
                  <a:pt x="413927" y="38275"/>
                </a:lnTo>
                <a:lnTo>
                  <a:pt x="413927" y="99309"/>
                </a:lnTo>
                <a:cubicBezTo>
                  <a:pt x="413927" y="105407"/>
                  <a:pt x="414801" y="109518"/>
                  <a:pt x="416550" y="111643"/>
                </a:cubicBezTo>
                <a:cubicBezTo>
                  <a:pt x="418299" y="113765"/>
                  <a:pt x="420546" y="114826"/>
                  <a:pt x="423290" y="114826"/>
                </a:cubicBezTo>
                <a:cubicBezTo>
                  <a:pt x="425553" y="114826"/>
                  <a:pt x="427748" y="114123"/>
                  <a:pt x="429875" y="112716"/>
                </a:cubicBezTo>
                <a:cubicBezTo>
                  <a:pt x="432001" y="111310"/>
                  <a:pt x="433647" y="109235"/>
                  <a:pt x="434813" y="106492"/>
                </a:cubicBezTo>
                <a:lnTo>
                  <a:pt x="438826" y="106492"/>
                </a:lnTo>
                <a:cubicBezTo>
                  <a:pt x="436425" y="113233"/>
                  <a:pt x="433030" y="118331"/>
                  <a:pt x="428640" y="121787"/>
                </a:cubicBezTo>
                <a:cubicBezTo>
                  <a:pt x="424250" y="125240"/>
                  <a:pt x="419723" y="126967"/>
                  <a:pt x="415058" y="126967"/>
                </a:cubicBezTo>
                <a:cubicBezTo>
                  <a:pt x="411903" y="126967"/>
                  <a:pt x="408816" y="126091"/>
                  <a:pt x="405798" y="124340"/>
                </a:cubicBezTo>
                <a:cubicBezTo>
                  <a:pt x="402780" y="122589"/>
                  <a:pt x="400551" y="120083"/>
                  <a:pt x="399110" y="116822"/>
                </a:cubicBezTo>
                <a:cubicBezTo>
                  <a:pt x="397670" y="113560"/>
                  <a:pt x="396950" y="108529"/>
                  <a:pt x="396950" y="101730"/>
                </a:cubicBezTo>
                <a:lnTo>
                  <a:pt x="396950" y="38275"/>
                </a:lnTo>
                <a:lnTo>
                  <a:pt x="382030" y="38275"/>
                </a:lnTo>
                <a:lnTo>
                  <a:pt x="382030" y="34880"/>
                </a:lnTo>
                <a:cubicBezTo>
                  <a:pt x="385803" y="33367"/>
                  <a:pt x="389662" y="30804"/>
                  <a:pt x="393606" y="27192"/>
                </a:cubicBezTo>
                <a:cubicBezTo>
                  <a:pt x="397550" y="23580"/>
                  <a:pt x="401065" y="19297"/>
                  <a:pt x="404152" y="14344"/>
                </a:cubicBezTo>
                <a:cubicBezTo>
                  <a:pt x="405730" y="11731"/>
                  <a:pt x="407925" y="6949"/>
                  <a:pt x="410737" y="0"/>
                </a:cubicBezTo>
                <a:lnTo>
                  <a:pt x="4139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389F5-20C5-4CDA-8C40-79369527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4854511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16F51-22B3-4DAC-B84C-983F886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4854511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92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2F677236-A890-40CF-8692-783B3D77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875" y="4918920"/>
            <a:ext cx="634588" cy="191376"/>
          </a:xfrm>
          <a:custGeom xmlns:a="http://schemas.openxmlformats.org/drawingml/2006/main">
            <a:pathLst>
              <a:path w="634588" h="191376">
                <a:moveTo>
                  <a:pt x="57207" y="49387"/>
                </a:moveTo>
                <a:lnTo>
                  <a:pt x="57207" y="81283"/>
                </a:lnTo>
                <a:lnTo>
                  <a:pt x="53812" y="81283"/>
                </a:lnTo>
                <a:cubicBezTo>
                  <a:pt x="51205" y="71279"/>
                  <a:pt x="47861" y="64475"/>
                  <a:pt x="43780" y="60869"/>
                </a:cubicBezTo>
                <a:cubicBezTo>
                  <a:pt x="39699" y="57262"/>
                  <a:pt x="34503" y="55458"/>
                  <a:pt x="28192" y="55458"/>
                </a:cubicBezTo>
                <a:cubicBezTo>
                  <a:pt x="23390" y="55458"/>
                  <a:pt x="19515" y="56726"/>
                  <a:pt x="16565" y="59262"/>
                </a:cubicBezTo>
                <a:cubicBezTo>
                  <a:pt x="13616" y="61795"/>
                  <a:pt x="12141" y="64604"/>
                  <a:pt x="12141" y="67689"/>
                </a:cubicBezTo>
                <a:cubicBezTo>
                  <a:pt x="12141" y="71526"/>
                  <a:pt x="13239" y="74814"/>
                  <a:pt x="15434" y="77554"/>
                </a:cubicBezTo>
                <a:cubicBezTo>
                  <a:pt x="17560" y="80364"/>
                  <a:pt x="21881" y="83344"/>
                  <a:pt x="28398" y="86495"/>
                </a:cubicBezTo>
                <a:lnTo>
                  <a:pt x="43420" y="93794"/>
                </a:lnTo>
                <a:cubicBezTo>
                  <a:pt x="57344" y="100576"/>
                  <a:pt x="64307" y="109518"/>
                  <a:pt x="64307" y="120620"/>
                </a:cubicBezTo>
                <a:cubicBezTo>
                  <a:pt x="64307" y="129183"/>
                  <a:pt x="61065" y="136086"/>
                  <a:pt x="54583" y="141330"/>
                </a:cubicBezTo>
                <a:cubicBezTo>
                  <a:pt x="48101" y="146571"/>
                  <a:pt x="40847" y="149191"/>
                  <a:pt x="32822" y="149191"/>
                </a:cubicBezTo>
                <a:cubicBezTo>
                  <a:pt x="27060" y="149191"/>
                  <a:pt x="20475" y="148162"/>
                  <a:pt x="13067" y="146104"/>
                </a:cubicBezTo>
                <a:cubicBezTo>
                  <a:pt x="10803" y="145418"/>
                  <a:pt x="8951" y="145075"/>
                  <a:pt x="7511" y="145075"/>
                </a:cubicBezTo>
                <a:cubicBezTo>
                  <a:pt x="5933" y="145075"/>
                  <a:pt x="4699" y="145967"/>
                  <a:pt x="3807" y="147751"/>
                </a:cubicBezTo>
                <a:lnTo>
                  <a:pt x="412" y="147751"/>
                </a:lnTo>
                <a:lnTo>
                  <a:pt x="412" y="114003"/>
                </a:lnTo>
                <a:lnTo>
                  <a:pt x="3807" y="114003"/>
                </a:lnTo>
                <a:cubicBezTo>
                  <a:pt x="5728" y="123640"/>
                  <a:pt x="9397" y="130902"/>
                  <a:pt x="14816" y="135790"/>
                </a:cubicBezTo>
                <a:cubicBezTo>
                  <a:pt x="20235" y="140677"/>
                  <a:pt x="26306" y="143121"/>
                  <a:pt x="33028" y="143121"/>
                </a:cubicBezTo>
                <a:cubicBezTo>
                  <a:pt x="37761" y="143121"/>
                  <a:pt x="41619" y="141734"/>
                  <a:pt x="44603" y="138960"/>
                </a:cubicBezTo>
                <a:cubicBezTo>
                  <a:pt x="47587" y="136184"/>
                  <a:pt x="49079" y="132843"/>
                  <a:pt x="49079" y="128938"/>
                </a:cubicBezTo>
                <a:cubicBezTo>
                  <a:pt x="49079" y="124209"/>
                  <a:pt x="47415" y="120235"/>
                  <a:pt x="44089" y="117015"/>
                </a:cubicBezTo>
                <a:cubicBezTo>
                  <a:pt x="40762" y="113796"/>
                  <a:pt x="34125" y="109720"/>
                  <a:pt x="24179" y="104787"/>
                </a:cubicBezTo>
                <a:cubicBezTo>
                  <a:pt x="14233" y="99853"/>
                  <a:pt x="7717" y="95399"/>
                  <a:pt x="4630" y="91425"/>
                </a:cubicBezTo>
                <a:cubicBezTo>
                  <a:pt x="1543" y="87519"/>
                  <a:pt x="0" y="82586"/>
                  <a:pt x="0" y="76624"/>
                </a:cubicBezTo>
                <a:cubicBezTo>
                  <a:pt x="0" y="68882"/>
                  <a:pt x="2658" y="62407"/>
                  <a:pt x="7974" y="57201"/>
                </a:cubicBezTo>
                <a:cubicBezTo>
                  <a:pt x="13290" y="51992"/>
                  <a:pt x="20167" y="49387"/>
                  <a:pt x="28604" y="49387"/>
                </a:cubicBezTo>
                <a:cubicBezTo>
                  <a:pt x="32308" y="49387"/>
                  <a:pt x="36800" y="50176"/>
                  <a:pt x="42082" y="51754"/>
                </a:cubicBezTo>
                <a:cubicBezTo>
                  <a:pt x="45580" y="52783"/>
                  <a:pt x="47913" y="53297"/>
                  <a:pt x="49079" y="53297"/>
                </a:cubicBezTo>
                <a:cubicBezTo>
                  <a:pt x="50176" y="53297"/>
                  <a:pt x="51034" y="53057"/>
                  <a:pt x="51651" y="52577"/>
                </a:cubicBezTo>
                <a:cubicBezTo>
                  <a:pt x="52268" y="52097"/>
                  <a:pt x="52989" y="51034"/>
                  <a:pt x="53812" y="49387"/>
                </a:cubicBezTo>
                <a:lnTo>
                  <a:pt x="57207" y="49387"/>
                </a:lnTo>
                <a:close/>
                <a:moveTo>
                  <a:pt x="71475" y="61332"/>
                </a:moveTo>
                <a:lnTo>
                  <a:pt x="100490" y="49593"/>
                </a:lnTo>
                <a:lnTo>
                  <a:pt x="104400" y="49593"/>
                </a:lnTo>
                <a:lnTo>
                  <a:pt x="104400" y="71612"/>
                </a:lnTo>
                <a:cubicBezTo>
                  <a:pt x="109270" y="63312"/>
                  <a:pt x="114157" y="57533"/>
                  <a:pt x="119062" y="54275"/>
                </a:cubicBezTo>
                <a:cubicBezTo>
                  <a:pt x="123966" y="51016"/>
                  <a:pt x="129128" y="49387"/>
                  <a:pt x="134547" y="49387"/>
                </a:cubicBezTo>
                <a:cubicBezTo>
                  <a:pt x="144013" y="49387"/>
                  <a:pt x="151901" y="53087"/>
                  <a:pt x="158212" y="60487"/>
                </a:cubicBezTo>
                <a:cubicBezTo>
                  <a:pt x="165963" y="69532"/>
                  <a:pt x="169838" y="81319"/>
                  <a:pt x="169838" y="95846"/>
                </a:cubicBezTo>
                <a:cubicBezTo>
                  <a:pt x="169838" y="112085"/>
                  <a:pt x="165174" y="125516"/>
                  <a:pt x="155845" y="136137"/>
                </a:cubicBezTo>
                <a:cubicBezTo>
                  <a:pt x="148163" y="144840"/>
                  <a:pt x="138491" y="149191"/>
                  <a:pt x="126830" y="149191"/>
                </a:cubicBezTo>
                <a:cubicBezTo>
                  <a:pt x="121754" y="149191"/>
                  <a:pt x="117364" y="148471"/>
                  <a:pt x="113660" y="147030"/>
                </a:cubicBezTo>
                <a:cubicBezTo>
                  <a:pt x="110916" y="146001"/>
                  <a:pt x="107830" y="143944"/>
                  <a:pt x="104400" y="140857"/>
                </a:cubicBezTo>
                <a:lnTo>
                  <a:pt x="104400" y="169563"/>
                </a:lnTo>
                <a:cubicBezTo>
                  <a:pt x="104400" y="176011"/>
                  <a:pt x="104794" y="180110"/>
                  <a:pt x="105583" y="181859"/>
                </a:cubicBezTo>
                <a:cubicBezTo>
                  <a:pt x="106372" y="183608"/>
                  <a:pt x="107744" y="184997"/>
                  <a:pt x="109699" y="186026"/>
                </a:cubicBezTo>
                <a:cubicBezTo>
                  <a:pt x="111654" y="187055"/>
                  <a:pt x="115203" y="187569"/>
                  <a:pt x="120348" y="187569"/>
                </a:cubicBezTo>
                <a:lnTo>
                  <a:pt x="120348" y="191376"/>
                </a:lnTo>
                <a:lnTo>
                  <a:pt x="70961" y="191376"/>
                </a:lnTo>
                <a:lnTo>
                  <a:pt x="70961" y="187569"/>
                </a:lnTo>
                <a:lnTo>
                  <a:pt x="73533" y="187569"/>
                </a:lnTo>
                <a:cubicBezTo>
                  <a:pt x="77305" y="187638"/>
                  <a:pt x="80529" y="186917"/>
                  <a:pt x="83205" y="185405"/>
                </a:cubicBezTo>
                <a:cubicBezTo>
                  <a:pt x="84508" y="184651"/>
                  <a:pt x="85520" y="183432"/>
                  <a:pt x="86240" y="181749"/>
                </a:cubicBezTo>
                <a:cubicBezTo>
                  <a:pt x="86960" y="180069"/>
                  <a:pt x="87320" y="175797"/>
                  <a:pt x="87320" y="168933"/>
                </a:cubicBezTo>
                <a:lnTo>
                  <a:pt x="87320" y="79763"/>
                </a:lnTo>
                <a:cubicBezTo>
                  <a:pt x="87320" y="73653"/>
                  <a:pt x="87046" y="69776"/>
                  <a:pt x="86497" y="68130"/>
                </a:cubicBezTo>
                <a:cubicBezTo>
                  <a:pt x="85948" y="66481"/>
                  <a:pt x="85074" y="65245"/>
                  <a:pt x="83873" y="64422"/>
                </a:cubicBezTo>
                <a:cubicBezTo>
                  <a:pt x="82673" y="63597"/>
                  <a:pt x="81044" y="63184"/>
                  <a:pt x="78986" y="63184"/>
                </a:cubicBezTo>
                <a:cubicBezTo>
                  <a:pt x="77340" y="63184"/>
                  <a:pt x="75248" y="63665"/>
                  <a:pt x="72710" y="64625"/>
                </a:cubicBezTo>
                <a:lnTo>
                  <a:pt x="71475" y="61332"/>
                </a:lnTo>
                <a:moveTo>
                  <a:pt x="104400" y="77869"/>
                </a:moveTo>
                <a:lnTo>
                  <a:pt x="104400" y="113012"/>
                </a:lnTo>
                <a:cubicBezTo>
                  <a:pt x="104400" y="120618"/>
                  <a:pt x="104709" y="125618"/>
                  <a:pt x="105326" y="128015"/>
                </a:cubicBezTo>
                <a:cubicBezTo>
                  <a:pt x="106286" y="131989"/>
                  <a:pt x="108636" y="135483"/>
                  <a:pt x="112374" y="138497"/>
                </a:cubicBezTo>
                <a:cubicBezTo>
                  <a:pt x="116112" y="141511"/>
                  <a:pt x="120828" y="143018"/>
                  <a:pt x="126521" y="143018"/>
                </a:cubicBezTo>
                <a:cubicBezTo>
                  <a:pt x="133381" y="143018"/>
                  <a:pt x="138937" y="140346"/>
                  <a:pt x="143190" y="135002"/>
                </a:cubicBezTo>
                <a:cubicBezTo>
                  <a:pt x="148746" y="128016"/>
                  <a:pt x="151524" y="118186"/>
                  <a:pt x="151524" y="105511"/>
                </a:cubicBezTo>
                <a:cubicBezTo>
                  <a:pt x="151524" y="91126"/>
                  <a:pt x="148368" y="80063"/>
                  <a:pt x="142058" y="72322"/>
                </a:cubicBezTo>
                <a:cubicBezTo>
                  <a:pt x="137668" y="66978"/>
                  <a:pt x="132455" y="64307"/>
                  <a:pt x="126419" y="64307"/>
                </a:cubicBezTo>
                <a:cubicBezTo>
                  <a:pt x="123126" y="64307"/>
                  <a:pt x="119868" y="65129"/>
                  <a:pt x="116644" y="66773"/>
                </a:cubicBezTo>
                <a:cubicBezTo>
                  <a:pt x="114175" y="68005"/>
                  <a:pt x="110093" y="71704"/>
                  <a:pt x="104400" y="77869"/>
                </a:cubicBezTo>
                <a:close/>
                <a:moveTo>
                  <a:pt x="199471" y="87663"/>
                </a:moveTo>
                <a:cubicBezTo>
                  <a:pt x="199402" y="101624"/>
                  <a:pt x="202798" y="112574"/>
                  <a:pt x="209657" y="120514"/>
                </a:cubicBezTo>
                <a:cubicBezTo>
                  <a:pt x="216516" y="128451"/>
                  <a:pt x="224576" y="132420"/>
                  <a:pt x="233836" y="132420"/>
                </a:cubicBezTo>
                <a:cubicBezTo>
                  <a:pt x="240010" y="132420"/>
                  <a:pt x="245377" y="130722"/>
                  <a:pt x="249939" y="127327"/>
                </a:cubicBezTo>
                <a:cubicBezTo>
                  <a:pt x="254500" y="123931"/>
                  <a:pt x="258324" y="118118"/>
                  <a:pt x="261411" y="109887"/>
                </a:cubicBezTo>
                <a:lnTo>
                  <a:pt x="264600" y="111945"/>
                </a:lnTo>
                <a:cubicBezTo>
                  <a:pt x="263160" y="121342"/>
                  <a:pt x="258976" y="129899"/>
                  <a:pt x="252048" y="137616"/>
                </a:cubicBezTo>
                <a:cubicBezTo>
                  <a:pt x="245120" y="145333"/>
                  <a:pt x="236443" y="149191"/>
                  <a:pt x="226016" y="149191"/>
                </a:cubicBezTo>
                <a:cubicBezTo>
                  <a:pt x="214699" y="149191"/>
                  <a:pt x="205010" y="144794"/>
                  <a:pt x="196950" y="135999"/>
                </a:cubicBezTo>
                <a:cubicBezTo>
                  <a:pt x="188890" y="127201"/>
                  <a:pt x="184860" y="115376"/>
                  <a:pt x="184860" y="100521"/>
                </a:cubicBezTo>
                <a:cubicBezTo>
                  <a:pt x="184860" y="84436"/>
                  <a:pt x="188993" y="71893"/>
                  <a:pt x="197259" y="62892"/>
                </a:cubicBezTo>
                <a:cubicBezTo>
                  <a:pt x="205524" y="53889"/>
                  <a:pt x="215899" y="49387"/>
                  <a:pt x="228383" y="49387"/>
                </a:cubicBezTo>
                <a:cubicBezTo>
                  <a:pt x="238946" y="49387"/>
                  <a:pt x="247623" y="52860"/>
                  <a:pt x="254414" y="59805"/>
                </a:cubicBezTo>
                <a:cubicBezTo>
                  <a:pt x="261205" y="66748"/>
                  <a:pt x="264600" y="76034"/>
                  <a:pt x="264600" y="87663"/>
                </a:cubicBezTo>
                <a:lnTo>
                  <a:pt x="199471" y="87663"/>
                </a:lnTo>
                <a:moveTo>
                  <a:pt x="199471" y="81695"/>
                </a:moveTo>
                <a:lnTo>
                  <a:pt x="243096" y="81695"/>
                </a:lnTo>
                <a:cubicBezTo>
                  <a:pt x="242753" y="75659"/>
                  <a:pt x="242033" y="71406"/>
                  <a:pt x="240936" y="68937"/>
                </a:cubicBezTo>
                <a:cubicBezTo>
                  <a:pt x="239221" y="65095"/>
                  <a:pt x="236666" y="62077"/>
                  <a:pt x="233270" y="59882"/>
                </a:cubicBezTo>
                <a:cubicBezTo>
                  <a:pt x="229875" y="57687"/>
                  <a:pt x="226325" y="56590"/>
                  <a:pt x="222621" y="56590"/>
                </a:cubicBezTo>
                <a:cubicBezTo>
                  <a:pt x="216928" y="56590"/>
                  <a:pt x="211835" y="58802"/>
                  <a:pt x="207342" y="63226"/>
                </a:cubicBezTo>
                <a:cubicBezTo>
                  <a:pt x="202849" y="67650"/>
                  <a:pt x="200225" y="73807"/>
                  <a:pt x="199471" y="81695"/>
                </a:cubicBezTo>
                <a:close/>
                <a:moveTo>
                  <a:pt x="330585" y="132729"/>
                </a:moveTo>
                <a:cubicBezTo>
                  <a:pt x="320913" y="140205"/>
                  <a:pt x="314843" y="144527"/>
                  <a:pt x="312374" y="145693"/>
                </a:cubicBezTo>
                <a:cubicBezTo>
                  <a:pt x="308670" y="147476"/>
                  <a:pt x="304725" y="148368"/>
                  <a:pt x="300541" y="148368"/>
                </a:cubicBezTo>
                <a:cubicBezTo>
                  <a:pt x="294025" y="148368"/>
                  <a:pt x="288657" y="146139"/>
                  <a:pt x="284439" y="141680"/>
                </a:cubicBezTo>
                <a:cubicBezTo>
                  <a:pt x="280220" y="137222"/>
                  <a:pt x="278111" y="131357"/>
                  <a:pt x="278111" y="124086"/>
                </a:cubicBezTo>
                <a:cubicBezTo>
                  <a:pt x="278111" y="119490"/>
                  <a:pt x="279140" y="115512"/>
                  <a:pt x="281198" y="112151"/>
                </a:cubicBezTo>
                <a:cubicBezTo>
                  <a:pt x="284010" y="107486"/>
                  <a:pt x="288897" y="103096"/>
                  <a:pt x="295860" y="98981"/>
                </a:cubicBezTo>
                <a:cubicBezTo>
                  <a:pt x="302822" y="94865"/>
                  <a:pt x="314397" y="89858"/>
                  <a:pt x="330585" y="83959"/>
                </a:cubicBezTo>
                <a:lnTo>
                  <a:pt x="330585" y="80255"/>
                </a:lnTo>
                <a:cubicBezTo>
                  <a:pt x="330585" y="70857"/>
                  <a:pt x="329093" y="64409"/>
                  <a:pt x="326109" y="60911"/>
                </a:cubicBezTo>
                <a:cubicBezTo>
                  <a:pt x="323126" y="57413"/>
                  <a:pt x="318787" y="55664"/>
                  <a:pt x="313094" y="55664"/>
                </a:cubicBezTo>
                <a:cubicBezTo>
                  <a:pt x="308772" y="55664"/>
                  <a:pt x="305343" y="56826"/>
                  <a:pt x="302805" y="59149"/>
                </a:cubicBezTo>
                <a:cubicBezTo>
                  <a:pt x="300198" y="61473"/>
                  <a:pt x="298895" y="64138"/>
                  <a:pt x="298895" y="67146"/>
                </a:cubicBezTo>
                <a:lnTo>
                  <a:pt x="299101" y="73091"/>
                </a:lnTo>
                <a:cubicBezTo>
                  <a:pt x="299101" y="76233"/>
                  <a:pt x="298295" y="78659"/>
                  <a:pt x="296683" y="80367"/>
                </a:cubicBezTo>
                <a:cubicBezTo>
                  <a:pt x="295071" y="82075"/>
                  <a:pt x="292962" y="82930"/>
                  <a:pt x="290355" y="82930"/>
                </a:cubicBezTo>
                <a:cubicBezTo>
                  <a:pt x="287817" y="82930"/>
                  <a:pt x="285742" y="82041"/>
                  <a:pt x="284130" y="80264"/>
                </a:cubicBezTo>
                <a:cubicBezTo>
                  <a:pt x="282518" y="78485"/>
                  <a:pt x="281712" y="76056"/>
                  <a:pt x="281712" y="72978"/>
                </a:cubicBezTo>
                <a:cubicBezTo>
                  <a:pt x="281712" y="67098"/>
                  <a:pt x="284730" y="61697"/>
                  <a:pt x="290767" y="56773"/>
                </a:cubicBezTo>
                <a:cubicBezTo>
                  <a:pt x="296803" y="51849"/>
                  <a:pt x="305274" y="49387"/>
                  <a:pt x="316181" y="49387"/>
                </a:cubicBezTo>
                <a:cubicBezTo>
                  <a:pt x="324549" y="49387"/>
                  <a:pt x="331408" y="50791"/>
                  <a:pt x="336759" y="53599"/>
                </a:cubicBezTo>
                <a:cubicBezTo>
                  <a:pt x="340806" y="55724"/>
                  <a:pt x="343789" y="59047"/>
                  <a:pt x="345710" y="63570"/>
                </a:cubicBezTo>
                <a:cubicBezTo>
                  <a:pt x="346945" y="66515"/>
                  <a:pt x="347562" y="72544"/>
                  <a:pt x="347562" y="81656"/>
                </a:cubicBezTo>
                <a:lnTo>
                  <a:pt x="347562" y="113617"/>
                </a:lnTo>
                <a:cubicBezTo>
                  <a:pt x="347562" y="122592"/>
                  <a:pt x="347734" y="128090"/>
                  <a:pt x="348077" y="130111"/>
                </a:cubicBezTo>
                <a:cubicBezTo>
                  <a:pt x="348420" y="132133"/>
                  <a:pt x="348985" y="133486"/>
                  <a:pt x="349774" y="134172"/>
                </a:cubicBezTo>
                <a:cubicBezTo>
                  <a:pt x="350563" y="134856"/>
                  <a:pt x="351472" y="135198"/>
                  <a:pt x="352501" y="135198"/>
                </a:cubicBezTo>
                <a:cubicBezTo>
                  <a:pt x="353598" y="135198"/>
                  <a:pt x="354559" y="134958"/>
                  <a:pt x="355382" y="134478"/>
                </a:cubicBezTo>
                <a:cubicBezTo>
                  <a:pt x="356822" y="133586"/>
                  <a:pt x="359600" y="131082"/>
                  <a:pt x="363716" y="126967"/>
                </a:cubicBezTo>
                <a:lnTo>
                  <a:pt x="363716" y="132729"/>
                </a:lnTo>
                <a:cubicBezTo>
                  <a:pt x="356033" y="143018"/>
                  <a:pt x="348694" y="148162"/>
                  <a:pt x="341697" y="148162"/>
                </a:cubicBezTo>
                <a:cubicBezTo>
                  <a:pt x="338336" y="148162"/>
                  <a:pt x="335661" y="146996"/>
                  <a:pt x="333672" y="144664"/>
                </a:cubicBezTo>
                <a:cubicBezTo>
                  <a:pt x="331683" y="142332"/>
                  <a:pt x="330654" y="138353"/>
                  <a:pt x="330585" y="132729"/>
                </a:cubicBezTo>
                <a:moveTo>
                  <a:pt x="330585" y="125983"/>
                </a:moveTo>
                <a:lnTo>
                  <a:pt x="330585" y="90235"/>
                </a:lnTo>
                <a:cubicBezTo>
                  <a:pt x="320228" y="94331"/>
                  <a:pt x="313540" y="97234"/>
                  <a:pt x="310522" y="98942"/>
                </a:cubicBezTo>
                <a:cubicBezTo>
                  <a:pt x="305103" y="101947"/>
                  <a:pt x="301227" y="105089"/>
                  <a:pt x="298895" y="108366"/>
                </a:cubicBezTo>
                <a:cubicBezTo>
                  <a:pt x="296563" y="111644"/>
                  <a:pt x="295397" y="115229"/>
                  <a:pt x="295397" y="119121"/>
                </a:cubicBezTo>
                <a:cubicBezTo>
                  <a:pt x="295397" y="124039"/>
                  <a:pt x="296871" y="128119"/>
                  <a:pt x="299821" y="131362"/>
                </a:cubicBezTo>
                <a:cubicBezTo>
                  <a:pt x="302770" y="134605"/>
                  <a:pt x="306166" y="136227"/>
                  <a:pt x="310007" y="136227"/>
                </a:cubicBezTo>
                <a:cubicBezTo>
                  <a:pt x="315220" y="136227"/>
                  <a:pt x="322080" y="132812"/>
                  <a:pt x="330585" y="125983"/>
                </a:cubicBezTo>
                <a:close/>
                <a:moveTo>
                  <a:pt x="398628" y="0"/>
                </a:moveTo>
                <a:lnTo>
                  <a:pt x="398628" y="93733"/>
                </a:lnTo>
                <a:lnTo>
                  <a:pt x="422601" y="71920"/>
                </a:lnTo>
                <a:cubicBezTo>
                  <a:pt x="427677" y="67256"/>
                  <a:pt x="430627" y="64307"/>
                  <a:pt x="431450" y="63072"/>
                </a:cubicBezTo>
                <a:cubicBezTo>
                  <a:pt x="431999" y="62249"/>
                  <a:pt x="432273" y="61426"/>
                  <a:pt x="432273" y="60602"/>
                </a:cubicBezTo>
                <a:cubicBezTo>
                  <a:pt x="432273" y="59231"/>
                  <a:pt x="431707" y="58047"/>
                  <a:pt x="430575" y="57053"/>
                </a:cubicBezTo>
                <a:cubicBezTo>
                  <a:pt x="429444" y="56058"/>
                  <a:pt x="427575" y="55492"/>
                  <a:pt x="424968" y="55355"/>
                </a:cubicBezTo>
                <a:lnTo>
                  <a:pt x="424968" y="52063"/>
                </a:lnTo>
                <a:lnTo>
                  <a:pt x="465918" y="52063"/>
                </a:lnTo>
                <a:lnTo>
                  <a:pt x="465918" y="55355"/>
                </a:lnTo>
                <a:cubicBezTo>
                  <a:pt x="460294" y="55492"/>
                  <a:pt x="455612" y="56350"/>
                  <a:pt x="451874" y="57927"/>
                </a:cubicBezTo>
                <a:cubicBezTo>
                  <a:pt x="448135" y="59505"/>
                  <a:pt x="444037" y="62317"/>
                  <a:pt x="439578" y="66364"/>
                </a:cubicBezTo>
                <a:lnTo>
                  <a:pt x="415399" y="88692"/>
                </a:lnTo>
                <a:lnTo>
                  <a:pt x="439578" y="119192"/>
                </a:lnTo>
                <a:cubicBezTo>
                  <a:pt x="446301" y="127612"/>
                  <a:pt x="450828" y="132952"/>
                  <a:pt x="453160" y="135211"/>
                </a:cubicBezTo>
                <a:cubicBezTo>
                  <a:pt x="456452" y="138428"/>
                  <a:pt x="459333" y="140517"/>
                  <a:pt x="461803" y="141478"/>
                </a:cubicBezTo>
                <a:cubicBezTo>
                  <a:pt x="463518" y="142161"/>
                  <a:pt x="466501" y="142503"/>
                  <a:pt x="470754" y="142503"/>
                </a:cubicBezTo>
                <a:lnTo>
                  <a:pt x="470754" y="146310"/>
                </a:lnTo>
                <a:lnTo>
                  <a:pt x="424968" y="146310"/>
                </a:lnTo>
                <a:lnTo>
                  <a:pt x="424968" y="142503"/>
                </a:lnTo>
                <a:cubicBezTo>
                  <a:pt x="427575" y="142435"/>
                  <a:pt x="429341" y="142041"/>
                  <a:pt x="430267" y="141323"/>
                </a:cubicBezTo>
                <a:cubicBezTo>
                  <a:pt x="431193" y="140603"/>
                  <a:pt x="431656" y="139593"/>
                  <a:pt x="431656" y="138294"/>
                </a:cubicBezTo>
                <a:cubicBezTo>
                  <a:pt x="431656" y="136719"/>
                  <a:pt x="430284" y="134186"/>
                  <a:pt x="427540" y="130697"/>
                </a:cubicBezTo>
                <a:lnTo>
                  <a:pt x="398628" y="93836"/>
                </a:lnTo>
                <a:lnTo>
                  <a:pt x="398628" y="125047"/>
                </a:lnTo>
                <a:cubicBezTo>
                  <a:pt x="398628" y="131139"/>
                  <a:pt x="399057" y="135144"/>
                  <a:pt x="399914" y="137063"/>
                </a:cubicBezTo>
                <a:cubicBezTo>
                  <a:pt x="400772" y="138979"/>
                  <a:pt x="401989" y="140348"/>
                  <a:pt x="403567" y="141169"/>
                </a:cubicBezTo>
                <a:cubicBezTo>
                  <a:pt x="405144" y="141990"/>
                  <a:pt x="408574" y="142435"/>
                  <a:pt x="413856" y="142503"/>
                </a:cubicBezTo>
                <a:lnTo>
                  <a:pt x="413856" y="146310"/>
                </a:lnTo>
                <a:lnTo>
                  <a:pt x="365909" y="146310"/>
                </a:lnTo>
                <a:lnTo>
                  <a:pt x="365909" y="142503"/>
                </a:lnTo>
                <a:cubicBezTo>
                  <a:pt x="370710" y="142503"/>
                  <a:pt x="374312" y="141920"/>
                  <a:pt x="376712" y="140754"/>
                </a:cubicBezTo>
                <a:cubicBezTo>
                  <a:pt x="378153" y="140002"/>
                  <a:pt x="379250" y="138837"/>
                  <a:pt x="380005" y="137259"/>
                </a:cubicBezTo>
                <a:cubicBezTo>
                  <a:pt x="381034" y="134998"/>
                  <a:pt x="381548" y="131091"/>
                  <a:pt x="381548" y="125539"/>
                </a:cubicBezTo>
                <a:lnTo>
                  <a:pt x="381548" y="39790"/>
                </a:lnTo>
                <a:cubicBezTo>
                  <a:pt x="381548" y="28892"/>
                  <a:pt x="381308" y="22226"/>
                  <a:pt x="380828" y="19794"/>
                </a:cubicBezTo>
                <a:cubicBezTo>
                  <a:pt x="380348" y="17358"/>
                  <a:pt x="379559" y="15679"/>
                  <a:pt x="378461" y="14755"/>
                </a:cubicBezTo>
                <a:cubicBezTo>
                  <a:pt x="377364" y="13829"/>
                  <a:pt x="375924" y="13366"/>
                  <a:pt x="374140" y="13366"/>
                </a:cubicBezTo>
                <a:cubicBezTo>
                  <a:pt x="372700" y="13366"/>
                  <a:pt x="370539" y="13949"/>
                  <a:pt x="367658" y="15115"/>
                </a:cubicBezTo>
                <a:lnTo>
                  <a:pt x="365909" y="11514"/>
                </a:lnTo>
                <a:lnTo>
                  <a:pt x="393895" y="0"/>
                </a:lnTo>
                <a:lnTo>
                  <a:pt x="398628" y="0"/>
                </a:lnTo>
                <a:close/>
                <a:moveTo>
                  <a:pt x="491949" y="87663"/>
                </a:moveTo>
                <a:cubicBezTo>
                  <a:pt x="491881" y="101624"/>
                  <a:pt x="495276" y="112574"/>
                  <a:pt x="502135" y="120514"/>
                </a:cubicBezTo>
                <a:cubicBezTo>
                  <a:pt x="508995" y="128451"/>
                  <a:pt x="517055" y="132420"/>
                  <a:pt x="526315" y="132420"/>
                </a:cubicBezTo>
                <a:cubicBezTo>
                  <a:pt x="532488" y="132420"/>
                  <a:pt x="537856" y="130722"/>
                  <a:pt x="542417" y="127327"/>
                </a:cubicBezTo>
                <a:cubicBezTo>
                  <a:pt x="546979" y="123931"/>
                  <a:pt x="550803" y="118118"/>
                  <a:pt x="553889" y="109887"/>
                </a:cubicBezTo>
                <a:lnTo>
                  <a:pt x="557079" y="111945"/>
                </a:lnTo>
                <a:cubicBezTo>
                  <a:pt x="555638" y="121342"/>
                  <a:pt x="551454" y="129899"/>
                  <a:pt x="544526" y="137616"/>
                </a:cubicBezTo>
                <a:cubicBezTo>
                  <a:pt x="537598" y="145333"/>
                  <a:pt x="528921" y="149191"/>
                  <a:pt x="518495" y="149191"/>
                </a:cubicBezTo>
                <a:cubicBezTo>
                  <a:pt x="507177" y="149191"/>
                  <a:pt x="497488" y="144794"/>
                  <a:pt x="489429" y="135999"/>
                </a:cubicBezTo>
                <a:cubicBezTo>
                  <a:pt x="481369" y="127201"/>
                  <a:pt x="477339" y="115376"/>
                  <a:pt x="477339" y="100521"/>
                </a:cubicBezTo>
                <a:cubicBezTo>
                  <a:pt x="477339" y="84436"/>
                  <a:pt x="481472" y="71893"/>
                  <a:pt x="489737" y="62892"/>
                </a:cubicBezTo>
                <a:cubicBezTo>
                  <a:pt x="498003" y="53889"/>
                  <a:pt x="508377" y="49387"/>
                  <a:pt x="520862" y="49387"/>
                </a:cubicBezTo>
                <a:cubicBezTo>
                  <a:pt x="531425" y="49387"/>
                  <a:pt x="540102" y="52860"/>
                  <a:pt x="546893" y="59805"/>
                </a:cubicBezTo>
                <a:cubicBezTo>
                  <a:pt x="553684" y="66748"/>
                  <a:pt x="557079" y="76034"/>
                  <a:pt x="557079" y="87663"/>
                </a:cubicBezTo>
                <a:lnTo>
                  <a:pt x="491949" y="87663"/>
                </a:lnTo>
                <a:moveTo>
                  <a:pt x="491949" y="81695"/>
                </a:moveTo>
                <a:lnTo>
                  <a:pt x="535575" y="81695"/>
                </a:lnTo>
                <a:cubicBezTo>
                  <a:pt x="535232" y="75659"/>
                  <a:pt x="534512" y="71406"/>
                  <a:pt x="533414" y="68937"/>
                </a:cubicBezTo>
                <a:cubicBezTo>
                  <a:pt x="531699" y="65095"/>
                  <a:pt x="529144" y="62077"/>
                  <a:pt x="525749" y="59882"/>
                </a:cubicBezTo>
                <a:cubicBezTo>
                  <a:pt x="522353" y="57687"/>
                  <a:pt x="518804" y="56590"/>
                  <a:pt x="515100" y="56590"/>
                </a:cubicBezTo>
                <a:cubicBezTo>
                  <a:pt x="509406" y="56590"/>
                  <a:pt x="504313" y="58802"/>
                  <a:pt x="499820" y="63226"/>
                </a:cubicBezTo>
                <a:cubicBezTo>
                  <a:pt x="495328" y="67650"/>
                  <a:pt x="492704" y="73807"/>
                  <a:pt x="491949" y="81695"/>
                </a:cubicBezTo>
                <a:close/>
                <a:moveTo>
                  <a:pt x="597239" y="49387"/>
                </a:moveTo>
                <a:lnTo>
                  <a:pt x="597239" y="70583"/>
                </a:lnTo>
                <a:cubicBezTo>
                  <a:pt x="605127" y="56453"/>
                  <a:pt x="613221" y="49387"/>
                  <a:pt x="621521" y="49387"/>
                </a:cubicBezTo>
                <a:cubicBezTo>
                  <a:pt x="625293" y="49387"/>
                  <a:pt x="628414" y="50536"/>
                  <a:pt x="630884" y="52834"/>
                </a:cubicBezTo>
                <a:cubicBezTo>
                  <a:pt x="633353" y="55132"/>
                  <a:pt x="634588" y="57790"/>
                  <a:pt x="634588" y="60808"/>
                </a:cubicBezTo>
                <a:cubicBezTo>
                  <a:pt x="634588" y="63483"/>
                  <a:pt x="633696" y="65747"/>
                  <a:pt x="631913" y="67599"/>
                </a:cubicBezTo>
                <a:cubicBezTo>
                  <a:pt x="630129" y="69451"/>
                  <a:pt x="628003" y="70377"/>
                  <a:pt x="625533" y="70377"/>
                </a:cubicBezTo>
                <a:cubicBezTo>
                  <a:pt x="623133" y="70377"/>
                  <a:pt x="620440" y="69194"/>
                  <a:pt x="617456" y="66827"/>
                </a:cubicBezTo>
                <a:cubicBezTo>
                  <a:pt x="614473" y="64461"/>
                  <a:pt x="612261" y="63278"/>
                  <a:pt x="610820" y="63278"/>
                </a:cubicBezTo>
                <a:cubicBezTo>
                  <a:pt x="609585" y="63278"/>
                  <a:pt x="608248" y="63961"/>
                  <a:pt x="606807" y="65329"/>
                </a:cubicBezTo>
                <a:cubicBezTo>
                  <a:pt x="603721" y="68135"/>
                  <a:pt x="600531" y="72753"/>
                  <a:pt x="597239" y="79184"/>
                </a:cubicBezTo>
                <a:lnTo>
                  <a:pt x="597239" y="124237"/>
                </a:lnTo>
                <a:cubicBezTo>
                  <a:pt x="597239" y="129435"/>
                  <a:pt x="597890" y="133368"/>
                  <a:pt x="599193" y="136037"/>
                </a:cubicBezTo>
                <a:cubicBezTo>
                  <a:pt x="600085" y="137885"/>
                  <a:pt x="601663" y="139425"/>
                  <a:pt x="603926" y="140658"/>
                </a:cubicBezTo>
                <a:cubicBezTo>
                  <a:pt x="606190" y="141888"/>
                  <a:pt x="609448" y="142503"/>
                  <a:pt x="613701" y="142503"/>
                </a:cubicBezTo>
                <a:lnTo>
                  <a:pt x="613701" y="146310"/>
                </a:lnTo>
                <a:lnTo>
                  <a:pt x="565445" y="146310"/>
                </a:lnTo>
                <a:lnTo>
                  <a:pt x="565445" y="142503"/>
                </a:lnTo>
                <a:cubicBezTo>
                  <a:pt x="570247" y="142503"/>
                  <a:pt x="573814" y="141751"/>
                  <a:pt x="576146" y="140246"/>
                </a:cubicBezTo>
                <a:cubicBezTo>
                  <a:pt x="577861" y="139151"/>
                  <a:pt x="579061" y="137405"/>
                  <a:pt x="579747" y="135008"/>
                </a:cubicBezTo>
                <a:cubicBezTo>
                  <a:pt x="580090" y="133844"/>
                  <a:pt x="580262" y="130525"/>
                  <a:pt x="580262" y="125050"/>
                </a:cubicBezTo>
                <a:lnTo>
                  <a:pt x="580262" y="88605"/>
                </a:lnTo>
                <a:cubicBezTo>
                  <a:pt x="580262" y="77653"/>
                  <a:pt x="580039" y="71135"/>
                  <a:pt x="579593" y="69049"/>
                </a:cubicBezTo>
                <a:cubicBezTo>
                  <a:pt x="579147" y="66961"/>
                  <a:pt x="578324" y="65438"/>
                  <a:pt x="577123" y="64480"/>
                </a:cubicBezTo>
                <a:cubicBezTo>
                  <a:pt x="575923" y="63522"/>
                  <a:pt x="574431" y="63043"/>
                  <a:pt x="572648" y="63043"/>
                </a:cubicBezTo>
                <a:cubicBezTo>
                  <a:pt x="570521" y="63043"/>
                  <a:pt x="568121" y="63556"/>
                  <a:pt x="565445" y="64583"/>
                </a:cubicBezTo>
                <a:lnTo>
                  <a:pt x="564416" y="60885"/>
                </a:lnTo>
                <a:lnTo>
                  <a:pt x="592917" y="49387"/>
                </a:lnTo>
                <a:lnTo>
                  <a:pt x="597239" y="49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B457D-4A4B-4789-B48E-EBE3220D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4854511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6E6A7-DA11-4CD4-9B2F-618C9F4D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4854511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95" name="Text event">
            <a:extLst xmlns:a="http://schemas.openxmlformats.org/drawingml/2006/main">
              <a:ext uri="{FF2B5EF4-FFF2-40B4-BE49-F238E27FC236}">
                <a16:creationId xmlns:a16="http://schemas.microsoft.com/office/drawing/2014/main" id="{3C2C5111-C2F4-4E57-BC47-B4782939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523" y="4939910"/>
            <a:ext cx="448872" cy="128201"/>
          </a:xfrm>
          <a:custGeom xmlns:a="http://schemas.openxmlformats.org/drawingml/2006/main">
            <a:pathLst>
              <a:path w="448872" h="128201">
                <a:moveTo>
                  <a:pt x="14610" y="66673"/>
                </a:moveTo>
                <a:cubicBezTo>
                  <a:pt x="14542" y="80634"/>
                  <a:pt x="17937" y="91584"/>
                  <a:pt x="24797" y="99524"/>
                </a:cubicBezTo>
                <a:cubicBezTo>
                  <a:pt x="31656" y="107462"/>
                  <a:pt x="39716" y="111430"/>
                  <a:pt x="48976" y="111430"/>
                </a:cubicBezTo>
                <a:cubicBezTo>
                  <a:pt x="55149" y="111430"/>
                  <a:pt x="60517" y="109733"/>
                  <a:pt x="65078" y="106337"/>
                </a:cubicBezTo>
                <a:cubicBezTo>
                  <a:pt x="69640" y="102942"/>
                  <a:pt x="73464" y="97129"/>
                  <a:pt x="76550" y="88897"/>
                </a:cubicBezTo>
                <a:lnTo>
                  <a:pt x="79740" y="90955"/>
                </a:lnTo>
                <a:cubicBezTo>
                  <a:pt x="78300" y="100352"/>
                  <a:pt x="74115" y="108910"/>
                  <a:pt x="67187" y="116626"/>
                </a:cubicBezTo>
                <a:cubicBezTo>
                  <a:pt x="60259" y="124343"/>
                  <a:pt x="51582" y="128201"/>
                  <a:pt x="41156" y="128201"/>
                </a:cubicBezTo>
                <a:cubicBezTo>
                  <a:pt x="29838" y="128201"/>
                  <a:pt x="20149" y="123804"/>
                  <a:pt x="12090" y="115009"/>
                </a:cubicBezTo>
                <a:cubicBezTo>
                  <a:pt x="4030" y="106212"/>
                  <a:pt x="0" y="94386"/>
                  <a:pt x="0" y="79531"/>
                </a:cubicBezTo>
                <a:cubicBezTo>
                  <a:pt x="0" y="63446"/>
                  <a:pt x="4133" y="50903"/>
                  <a:pt x="12398" y="41902"/>
                </a:cubicBezTo>
                <a:cubicBezTo>
                  <a:pt x="20664" y="32899"/>
                  <a:pt x="31039" y="28398"/>
                  <a:pt x="43523" y="28398"/>
                </a:cubicBezTo>
                <a:cubicBezTo>
                  <a:pt x="54086" y="28398"/>
                  <a:pt x="62763" y="31870"/>
                  <a:pt x="69554" y="38815"/>
                </a:cubicBezTo>
                <a:cubicBezTo>
                  <a:pt x="76345" y="45758"/>
                  <a:pt x="79740" y="55044"/>
                  <a:pt x="79740" y="66673"/>
                </a:cubicBezTo>
                <a:lnTo>
                  <a:pt x="14610" y="66673"/>
                </a:lnTo>
                <a:moveTo>
                  <a:pt x="14610" y="60705"/>
                </a:moveTo>
                <a:lnTo>
                  <a:pt x="58236" y="60705"/>
                </a:lnTo>
                <a:cubicBezTo>
                  <a:pt x="57893" y="54669"/>
                  <a:pt x="57173" y="50416"/>
                  <a:pt x="56075" y="47947"/>
                </a:cubicBezTo>
                <a:cubicBezTo>
                  <a:pt x="54360" y="44106"/>
                  <a:pt x="51805" y="41088"/>
                  <a:pt x="48410" y="38893"/>
                </a:cubicBezTo>
                <a:cubicBezTo>
                  <a:pt x="45015" y="36698"/>
                  <a:pt x="41465" y="35600"/>
                  <a:pt x="37761" y="35600"/>
                </a:cubicBezTo>
                <a:cubicBezTo>
                  <a:pt x="32068" y="35600"/>
                  <a:pt x="26974" y="37812"/>
                  <a:pt x="22482" y="42237"/>
                </a:cubicBezTo>
                <a:cubicBezTo>
                  <a:pt x="17989" y="46661"/>
                  <a:pt x="15365" y="52817"/>
                  <a:pt x="14610" y="60705"/>
                </a:cubicBezTo>
                <a:close/>
                <a:moveTo>
                  <a:pt x="87489" y="31073"/>
                </a:moveTo>
                <a:lnTo>
                  <a:pt x="131835" y="31073"/>
                </a:lnTo>
                <a:lnTo>
                  <a:pt x="131835" y="34880"/>
                </a:lnTo>
                <a:lnTo>
                  <a:pt x="128954" y="34880"/>
                </a:lnTo>
                <a:cubicBezTo>
                  <a:pt x="126279" y="34880"/>
                  <a:pt x="124238" y="35531"/>
                  <a:pt x="122832" y="36835"/>
                </a:cubicBezTo>
                <a:cubicBezTo>
                  <a:pt x="121426" y="38138"/>
                  <a:pt x="120723" y="39887"/>
                  <a:pt x="120723" y="42082"/>
                </a:cubicBezTo>
                <a:cubicBezTo>
                  <a:pt x="120723" y="44483"/>
                  <a:pt x="121443" y="47330"/>
                  <a:pt x="122883" y="50622"/>
                </a:cubicBezTo>
                <a:lnTo>
                  <a:pt x="144799" y="102685"/>
                </a:lnTo>
                <a:lnTo>
                  <a:pt x="166818" y="48667"/>
                </a:lnTo>
                <a:cubicBezTo>
                  <a:pt x="168395" y="44826"/>
                  <a:pt x="169184" y="41911"/>
                  <a:pt x="169184" y="39921"/>
                </a:cubicBezTo>
                <a:cubicBezTo>
                  <a:pt x="169184" y="38961"/>
                  <a:pt x="168910" y="38172"/>
                  <a:pt x="168361" y="37555"/>
                </a:cubicBezTo>
                <a:cubicBezTo>
                  <a:pt x="167606" y="36526"/>
                  <a:pt x="166646" y="35823"/>
                  <a:pt x="165480" y="35446"/>
                </a:cubicBezTo>
                <a:cubicBezTo>
                  <a:pt x="164314" y="35068"/>
                  <a:pt x="161948" y="34880"/>
                  <a:pt x="158381" y="34880"/>
                </a:cubicBezTo>
                <a:lnTo>
                  <a:pt x="158381" y="31073"/>
                </a:lnTo>
                <a:lnTo>
                  <a:pt x="189145" y="31073"/>
                </a:lnTo>
                <a:lnTo>
                  <a:pt x="189145" y="34880"/>
                </a:lnTo>
                <a:cubicBezTo>
                  <a:pt x="185578" y="35154"/>
                  <a:pt x="183109" y="35874"/>
                  <a:pt x="181737" y="37041"/>
                </a:cubicBezTo>
                <a:cubicBezTo>
                  <a:pt x="179336" y="39098"/>
                  <a:pt x="177175" y="42528"/>
                  <a:pt x="175255" y="47330"/>
                </a:cubicBezTo>
                <a:lnTo>
                  <a:pt x="141815" y="128201"/>
                </a:lnTo>
                <a:lnTo>
                  <a:pt x="137597" y="128201"/>
                </a:lnTo>
                <a:lnTo>
                  <a:pt x="103952" y="48667"/>
                </a:lnTo>
                <a:cubicBezTo>
                  <a:pt x="102443" y="44963"/>
                  <a:pt x="101002" y="42305"/>
                  <a:pt x="99630" y="40693"/>
                </a:cubicBezTo>
                <a:cubicBezTo>
                  <a:pt x="98258" y="39081"/>
                  <a:pt x="96509" y="37726"/>
                  <a:pt x="94383" y="36629"/>
                </a:cubicBezTo>
                <a:cubicBezTo>
                  <a:pt x="93217" y="36012"/>
                  <a:pt x="90919" y="35429"/>
                  <a:pt x="87489" y="34880"/>
                </a:cubicBezTo>
                <a:lnTo>
                  <a:pt x="87489" y="31073"/>
                </a:lnTo>
                <a:close/>
                <a:moveTo>
                  <a:pt x="213530" y="66673"/>
                </a:moveTo>
                <a:cubicBezTo>
                  <a:pt x="213461" y="80634"/>
                  <a:pt x="216857" y="91584"/>
                  <a:pt x="223716" y="99524"/>
                </a:cubicBezTo>
                <a:cubicBezTo>
                  <a:pt x="230575" y="107462"/>
                  <a:pt x="238635" y="111430"/>
                  <a:pt x="247895" y="111430"/>
                </a:cubicBezTo>
                <a:cubicBezTo>
                  <a:pt x="254069" y="111430"/>
                  <a:pt x="259436" y="109733"/>
                  <a:pt x="263998" y="106337"/>
                </a:cubicBezTo>
                <a:cubicBezTo>
                  <a:pt x="268559" y="102942"/>
                  <a:pt x="272383" y="97129"/>
                  <a:pt x="275470" y="88897"/>
                </a:cubicBezTo>
                <a:lnTo>
                  <a:pt x="278659" y="90955"/>
                </a:lnTo>
                <a:cubicBezTo>
                  <a:pt x="277219" y="100352"/>
                  <a:pt x="273035" y="108910"/>
                  <a:pt x="266107" y="116626"/>
                </a:cubicBezTo>
                <a:cubicBezTo>
                  <a:pt x="259179" y="124343"/>
                  <a:pt x="250502" y="128201"/>
                  <a:pt x="240076" y="128201"/>
                </a:cubicBezTo>
                <a:cubicBezTo>
                  <a:pt x="228758" y="128201"/>
                  <a:pt x="219069" y="123804"/>
                  <a:pt x="211009" y="115009"/>
                </a:cubicBezTo>
                <a:cubicBezTo>
                  <a:pt x="202949" y="106212"/>
                  <a:pt x="198919" y="94386"/>
                  <a:pt x="198919" y="79531"/>
                </a:cubicBezTo>
                <a:cubicBezTo>
                  <a:pt x="198919" y="63446"/>
                  <a:pt x="203052" y="50903"/>
                  <a:pt x="211318" y="41902"/>
                </a:cubicBezTo>
                <a:cubicBezTo>
                  <a:pt x="219583" y="32899"/>
                  <a:pt x="229958" y="28398"/>
                  <a:pt x="242442" y="28398"/>
                </a:cubicBezTo>
                <a:cubicBezTo>
                  <a:pt x="253005" y="28398"/>
                  <a:pt x="261683" y="31870"/>
                  <a:pt x="268473" y="38815"/>
                </a:cubicBezTo>
                <a:cubicBezTo>
                  <a:pt x="275264" y="45758"/>
                  <a:pt x="278659" y="55044"/>
                  <a:pt x="278659" y="66673"/>
                </a:cubicBezTo>
                <a:lnTo>
                  <a:pt x="213530" y="66673"/>
                </a:lnTo>
                <a:moveTo>
                  <a:pt x="213530" y="60705"/>
                </a:moveTo>
                <a:lnTo>
                  <a:pt x="257155" y="60705"/>
                </a:lnTo>
                <a:cubicBezTo>
                  <a:pt x="256812" y="54669"/>
                  <a:pt x="256092" y="50416"/>
                  <a:pt x="254995" y="47947"/>
                </a:cubicBezTo>
                <a:cubicBezTo>
                  <a:pt x="253280" y="44106"/>
                  <a:pt x="250725" y="41088"/>
                  <a:pt x="247329" y="38893"/>
                </a:cubicBezTo>
                <a:cubicBezTo>
                  <a:pt x="243934" y="36698"/>
                  <a:pt x="240384" y="35600"/>
                  <a:pt x="236680" y="35600"/>
                </a:cubicBezTo>
                <a:cubicBezTo>
                  <a:pt x="230987" y="35600"/>
                  <a:pt x="225894" y="37812"/>
                  <a:pt x="221401" y="42237"/>
                </a:cubicBezTo>
                <a:cubicBezTo>
                  <a:pt x="216908" y="46661"/>
                  <a:pt x="214284" y="52817"/>
                  <a:pt x="213530" y="60705"/>
                </a:cubicBezTo>
                <a:close/>
                <a:moveTo>
                  <a:pt x="318716" y="48358"/>
                </a:moveTo>
                <a:cubicBezTo>
                  <a:pt x="329759" y="35051"/>
                  <a:pt x="340289" y="28398"/>
                  <a:pt x="350303" y="28398"/>
                </a:cubicBezTo>
                <a:cubicBezTo>
                  <a:pt x="355448" y="28398"/>
                  <a:pt x="359872" y="29682"/>
                  <a:pt x="363576" y="32250"/>
                </a:cubicBezTo>
                <a:cubicBezTo>
                  <a:pt x="367280" y="34816"/>
                  <a:pt x="370230" y="39042"/>
                  <a:pt x="372425" y="44928"/>
                </a:cubicBezTo>
                <a:cubicBezTo>
                  <a:pt x="373934" y="49033"/>
                  <a:pt x="374688" y="55329"/>
                  <a:pt x="374688" y="63818"/>
                </a:cubicBezTo>
                <a:lnTo>
                  <a:pt x="374688" y="103958"/>
                </a:lnTo>
                <a:cubicBezTo>
                  <a:pt x="374688" y="109913"/>
                  <a:pt x="375168" y="113951"/>
                  <a:pt x="376129" y="116073"/>
                </a:cubicBezTo>
                <a:cubicBezTo>
                  <a:pt x="376883" y="117784"/>
                  <a:pt x="378101" y="119118"/>
                  <a:pt x="379781" y="120076"/>
                </a:cubicBezTo>
                <a:cubicBezTo>
                  <a:pt x="381462" y="121034"/>
                  <a:pt x="384566" y="121514"/>
                  <a:pt x="389093" y="121514"/>
                </a:cubicBezTo>
                <a:lnTo>
                  <a:pt x="389093" y="125321"/>
                </a:lnTo>
                <a:lnTo>
                  <a:pt x="342484" y="125321"/>
                </a:lnTo>
                <a:lnTo>
                  <a:pt x="342484" y="121514"/>
                </a:lnTo>
                <a:lnTo>
                  <a:pt x="344438" y="121514"/>
                </a:lnTo>
                <a:cubicBezTo>
                  <a:pt x="348828" y="121514"/>
                  <a:pt x="351898" y="120848"/>
                  <a:pt x="353647" y="119517"/>
                </a:cubicBezTo>
                <a:cubicBezTo>
                  <a:pt x="355396" y="118186"/>
                  <a:pt x="356614" y="116224"/>
                  <a:pt x="357300" y="113633"/>
                </a:cubicBezTo>
                <a:cubicBezTo>
                  <a:pt x="357574" y="112608"/>
                  <a:pt x="357711" y="109400"/>
                  <a:pt x="357711" y="104009"/>
                </a:cubicBezTo>
                <a:lnTo>
                  <a:pt x="357711" y="65622"/>
                </a:lnTo>
                <a:cubicBezTo>
                  <a:pt x="357711" y="57092"/>
                  <a:pt x="356597" y="50900"/>
                  <a:pt x="354367" y="47043"/>
                </a:cubicBezTo>
                <a:cubicBezTo>
                  <a:pt x="352138" y="43187"/>
                  <a:pt x="348383" y="41259"/>
                  <a:pt x="343101" y="41259"/>
                </a:cubicBezTo>
                <a:cubicBezTo>
                  <a:pt x="334938" y="41259"/>
                  <a:pt x="326810" y="45695"/>
                  <a:pt x="318716" y="54567"/>
                </a:cubicBezTo>
                <a:lnTo>
                  <a:pt x="318716" y="104009"/>
                </a:lnTo>
                <a:cubicBezTo>
                  <a:pt x="318716" y="110356"/>
                  <a:pt x="319093" y="114280"/>
                  <a:pt x="319848" y="115781"/>
                </a:cubicBezTo>
                <a:cubicBezTo>
                  <a:pt x="320808" y="117759"/>
                  <a:pt x="322128" y="119209"/>
                  <a:pt x="323809" y="120131"/>
                </a:cubicBezTo>
                <a:cubicBezTo>
                  <a:pt x="325490" y="121053"/>
                  <a:pt x="328902" y="121514"/>
                  <a:pt x="334047" y="121514"/>
                </a:cubicBezTo>
                <a:lnTo>
                  <a:pt x="334047" y="125321"/>
                </a:lnTo>
                <a:lnTo>
                  <a:pt x="287437" y="125321"/>
                </a:lnTo>
                <a:lnTo>
                  <a:pt x="287437" y="121514"/>
                </a:lnTo>
                <a:lnTo>
                  <a:pt x="289495" y="121514"/>
                </a:lnTo>
                <a:cubicBezTo>
                  <a:pt x="294297" y="121514"/>
                  <a:pt x="297538" y="120299"/>
                  <a:pt x="299218" y="117871"/>
                </a:cubicBezTo>
                <a:cubicBezTo>
                  <a:pt x="300899" y="115440"/>
                  <a:pt x="301739" y="110802"/>
                  <a:pt x="301739" y="103958"/>
                </a:cubicBezTo>
                <a:lnTo>
                  <a:pt x="301739" y="69052"/>
                </a:lnTo>
                <a:cubicBezTo>
                  <a:pt x="301739" y="57760"/>
                  <a:pt x="301482" y="50883"/>
                  <a:pt x="300967" y="48420"/>
                </a:cubicBezTo>
                <a:cubicBezTo>
                  <a:pt x="300453" y="45955"/>
                  <a:pt x="299664" y="44277"/>
                  <a:pt x="298601" y="43388"/>
                </a:cubicBezTo>
                <a:cubicBezTo>
                  <a:pt x="297538" y="42498"/>
                  <a:pt x="296114" y="42053"/>
                  <a:pt x="294331" y="42053"/>
                </a:cubicBezTo>
                <a:cubicBezTo>
                  <a:pt x="292410" y="42053"/>
                  <a:pt x="290112" y="42567"/>
                  <a:pt x="287437" y="43593"/>
                </a:cubicBezTo>
                <a:lnTo>
                  <a:pt x="285894" y="39896"/>
                </a:lnTo>
                <a:lnTo>
                  <a:pt x="314292" y="28398"/>
                </a:lnTo>
                <a:lnTo>
                  <a:pt x="318716" y="28398"/>
                </a:lnTo>
                <a:lnTo>
                  <a:pt x="318716" y="48358"/>
                </a:lnTo>
                <a:close/>
                <a:moveTo>
                  <a:pt x="423973" y="0"/>
                </a:moveTo>
                <a:lnTo>
                  <a:pt x="423973" y="31073"/>
                </a:lnTo>
                <a:lnTo>
                  <a:pt x="445991" y="31073"/>
                </a:lnTo>
                <a:lnTo>
                  <a:pt x="445991" y="38275"/>
                </a:lnTo>
                <a:lnTo>
                  <a:pt x="423973" y="38275"/>
                </a:lnTo>
                <a:lnTo>
                  <a:pt x="423973" y="99309"/>
                </a:lnTo>
                <a:cubicBezTo>
                  <a:pt x="423973" y="105407"/>
                  <a:pt x="424847" y="109518"/>
                  <a:pt x="426596" y="111643"/>
                </a:cubicBezTo>
                <a:cubicBezTo>
                  <a:pt x="428346" y="113765"/>
                  <a:pt x="430592" y="114826"/>
                  <a:pt x="433336" y="114826"/>
                </a:cubicBezTo>
                <a:cubicBezTo>
                  <a:pt x="435599" y="114826"/>
                  <a:pt x="437794" y="114123"/>
                  <a:pt x="439921" y="112716"/>
                </a:cubicBezTo>
                <a:cubicBezTo>
                  <a:pt x="442047" y="111310"/>
                  <a:pt x="443693" y="109235"/>
                  <a:pt x="444859" y="106492"/>
                </a:cubicBezTo>
                <a:lnTo>
                  <a:pt x="448872" y="106492"/>
                </a:lnTo>
                <a:cubicBezTo>
                  <a:pt x="446471" y="113233"/>
                  <a:pt x="443076" y="118331"/>
                  <a:pt x="438686" y="121787"/>
                </a:cubicBezTo>
                <a:cubicBezTo>
                  <a:pt x="434296" y="125240"/>
                  <a:pt x="429769" y="126967"/>
                  <a:pt x="425105" y="126967"/>
                </a:cubicBezTo>
                <a:cubicBezTo>
                  <a:pt x="421949" y="126967"/>
                  <a:pt x="418863" y="126091"/>
                  <a:pt x="415844" y="124340"/>
                </a:cubicBezTo>
                <a:cubicBezTo>
                  <a:pt x="412826" y="122589"/>
                  <a:pt x="410597" y="120083"/>
                  <a:pt x="409157" y="116822"/>
                </a:cubicBezTo>
                <a:cubicBezTo>
                  <a:pt x="407716" y="113560"/>
                  <a:pt x="406996" y="108529"/>
                  <a:pt x="406996" y="101730"/>
                </a:cubicBezTo>
                <a:lnTo>
                  <a:pt x="406996" y="38275"/>
                </a:lnTo>
                <a:lnTo>
                  <a:pt x="392077" y="38275"/>
                </a:lnTo>
                <a:lnTo>
                  <a:pt x="392077" y="34880"/>
                </a:lnTo>
                <a:cubicBezTo>
                  <a:pt x="395849" y="33367"/>
                  <a:pt x="399708" y="30804"/>
                  <a:pt x="403652" y="27192"/>
                </a:cubicBezTo>
                <a:cubicBezTo>
                  <a:pt x="407596" y="23580"/>
                  <a:pt x="411111" y="19297"/>
                  <a:pt x="414198" y="14344"/>
                </a:cubicBezTo>
                <a:cubicBezTo>
                  <a:pt x="415776" y="11731"/>
                  <a:pt x="417971" y="6949"/>
                  <a:pt x="420783" y="0"/>
                </a:cubicBezTo>
                <a:lnTo>
                  <a:pt x="4239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45954-7870-4E55-95A6-743601C5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4854511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749BD-FCE2-4DDD-801E-A275463D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4854511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298" name="Text speaking">
            <a:extLst xmlns:a="http://schemas.openxmlformats.org/drawingml/2006/main">
              <a:ext uri="{FF2B5EF4-FFF2-40B4-BE49-F238E27FC236}">
                <a16:creationId xmlns:a16="http://schemas.microsoft.com/office/drawing/2014/main" id="{448FDE6D-64B3-45DA-A2CE-5049F856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125" y="4918920"/>
            <a:ext cx="735013" cy="191788"/>
          </a:xfrm>
          <a:custGeom xmlns:a="http://schemas.openxmlformats.org/drawingml/2006/main">
            <a:pathLst>
              <a:path w="735013" h="191788">
                <a:moveTo>
                  <a:pt x="57207" y="49387"/>
                </a:moveTo>
                <a:lnTo>
                  <a:pt x="57207" y="81283"/>
                </a:lnTo>
                <a:lnTo>
                  <a:pt x="53812" y="81283"/>
                </a:lnTo>
                <a:cubicBezTo>
                  <a:pt x="51205" y="71279"/>
                  <a:pt x="47861" y="64475"/>
                  <a:pt x="43780" y="60869"/>
                </a:cubicBezTo>
                <a:cubicBezTo>
                  <a:pt x="39699" y="57262"/>
                  <a:pt x="34503" y="55458"/>
                  <a:pt x="28192" y="55458"/>
                </a:cubicBezTo>
                <a:cubicBezTo>
                  <a:pt x="23390" y="55458"/>
                  <a:pt x="19515" y="56726"/>
                  <a:pt x="16565" y="59262"/>
                </a:cubicBezTo>
                <a:cubicBezTo>
                  <a:pt x="13616" y="61795"/>
                  <a:pt x="12141" y="64604"/>
                  <a:pt x="12141" y="67689"/>
                </a:cubicBezTo>
                <a:cubicBezTo>
                  <a:pt x="12141" y="71526"/>
                  <a:pt x="13239" y="74814"/>
                  <a:pt x="15434" y="77554"/>
                </a:cubicBezTo>
                <a:cubicBezTo>
                  <a:pt x="17560" y="80364"/>
                  <a:pt x="21881" y="83344"/>
                  <a:pt x="28398" y="86495"/>
                </a:cubicBezTo>
                <a:lnTo>
                  <a:pt x="43420" y="93794"/>
                </a:lnTo>
                <a:cubicBezTo>
                  <a:pt x="57344" y="100576"/>
                  <a:pt x="64307" y="109518"/>
                  <a:pt x="64307" y="120620"/>
                </a:cubicBezTo>
                <a:cubicBezTo>
                  <a:pt x="64307" y="129183"/>
                  <a:pt x="61065" y="136086"/>
                  <a:pt x="54583" y="141330"/>
                </a:cubicBezTo>
                <a:cubicBezTo>
                  <a:pt x="48101" y="146571"/>
                  <a:pt x="40847" y="149191"/>
                  <a:pt x="32822" y="149191"/>
                </a:cubicBezTo>
                <a:cubicBezTo>
                  <a:pt x="27060" y="149191"/>
                  <a:pt x="20475" y="148162"/>
                  <a:pt x="13067" y="146104"/>
                </a:cubicBezTo>
                <a:cubicBezTo>
                  <a:pt x="10803" y="145418"/>
                  <a:pt x="8951" y="145075"/>
                  <a:pt x="7511" y="145075"/>
                </a:cubicBezTo>
                <a:cubicBezTo>
                  <a:pt x="5933" y="145075"/>
                  <a:pt x="4699" y="145967"/>
                  <a:pt x="3807" y="147751"/>
                </a:cubicBezTo>
                <a:lnTo>
                  <a:pt x="412" y="147751"/>
                </a:lnTo>
                <a:lnTo>
                  <a:pt x="412" y="114003"/>
                </a:lnTo>
                <a:lnTo>
                  <a:pt x="3807" y="114003"/>
                </a:lnTo>
                <a:cubicBezTo>
                  <a:pt x="5728" y="123640"/>
                  <a:pt x="9397" y="130902"/>
                  <a:pt x="14816" y="135790"/>
                </a:cubicBezTo>
                <a:cubicBezTo>
                  <a:pt x="20235" y="140677"/>
                  <a:pt x="26306" y="143121"/>
                  <a:pt x="33028" y="143121"/>
                </a:cubicBezTo>
                <a:cubicBezTo>
                  <a:pt x="37761" y="143121"/>
                  <a:pt x="41619" y="141734"/>
                  <a:pt x="44603" y="138960"/>
                </a:cubicBezTo>
                <a:cubicBezTo>
                  <a:pt x="47587" y="136184"/>
                  <a:pt x="49079" y="132843"/>
                  <a:pt x="49079" y="128938"/>
                </a:cubicBezTo>
                <a:cubicBezTo>
                  <a:pt x="49079" y="124209"/>
                  <a:pt x="47415" y="120235"/>
                  <a:pt x="44089" y="117015"/>
                </a:cubicBezTo>
                <a:cubicBezTo>
                  <a:pt x="40762" y="113796"/>
                  <a:pt x="34125" y="109720"/>
                  <a:pt x="24179" y="104787"/>
                </a:cubicBezTo>
                <a:cubicBezTo>
                  <a:pt x="14233" y="99853"/>
                  <a:pt x="7717" y="95399"/>
                  <a:pt x="4630" y="91425"/>
                </a:cubicBezTo>
                <a:cubicBezTo>
                  <a:pt x="1543" y="87519"/>
                  <a:pt x="0" y="82586"/>
                  <a:pt x="0" y="76624"/>
                </a:cubicBezTo>
                <a:cubicBezTo>
                  <a:pt x="0" y="68882"/>
                  <a:pt x="2658" y="62407"/>
                  <a:pt x="7974" y="57201"/>
                </a:cubicBezTo>
                <a:cubicBezTo>
                  <a:pt x="13290" y="51992"/>
                  <a:pt x="20167" y="49387"/>
                  <a:pt x="28604" y="49387"/>
                </a:cubicBezTo>
                <a:cubicBezTo>
                  <a:pt x="32308" y="49387"/>
                  <a:pt x="36800" y="50176"/>
                  <a:pt x="42082" y="51754"/>
                </a:cubicBezTo>
                <a:cubicBezTo>
                  <a:pt x="45580" y="52783"/>
                  <a:pt x="47913" y="53297"/>
                  <a:pt x="49079" y="53297"/>
                </a:cubicBezTo>
                <a:cubicBezTo>
                  <a:pt x="50176" y="53297"/>
                  <a:pt x="51034" y="53057"/>
                  <a:pt x="51651" y="52577"/>
                </a:cubicBezTo>
                <a:cubicBezTo>
                  <a:pt x="52268" y="52097"/>
                  <a:pt x="52989" y="51034"/>
                  <a:pt x="53812" y="49387"/>
                </a:cubicBezTo>
                <a:lnTo>
                  <a:pt x="57207" y="49387"/>
                </a:lnTo>
                <a:close/>
                <a:moveTo>
                  <a:pt x="71475" y="61332"/>
                </a:moveTo>
                <a:lnTo>
                  <a:pt x="100490" y="49593"/>
                </a:lnTo>
                <a:lnTo>
                  <a:pt x="104400" y="49593"/>
                </a:lnTo>
                <a:lnTo>
                  <a:pt x="104400" y="71612"/>
                </a:lnTo>
                <a:cubicBezTo>
                  <a:pt x="109270" y="63312"/>
                  <a:pt x="114158" y="57533"/>
                  <a:pt x="119062" y="54275"/>
                </a:cubicBezTo>
                <a:cubicBezTo>
                  <a:pt x="123967" y="51016"/>
                  <a:pt x="129128" y="49387"/>
                  <a:pt x="134547" y="49387"/>
                </a:cubicBezTo>
                <a:cubicBezTo>
                  <a:pt x="144013" y="49387"/>
                  <a:pt x="151901" y="53087"/>
                  <a:pt x="158212" y="60487"/>
                </a:cubicBezTo>
                <a:cubicBezTo>
                  <a:pt x="165963" y="69532"/>
                  <a:pt x="169839" y="81319"/>
                  <a:pt x="169839" y="95846"/>
                </a:cubicBezTo>
                <a:cubicBezTo>
                  <a:pt x="169839" y="112085"/>
                  <a:pt x="165174" y="125516"/>
                  <a:pt x="155846" y="136137"/>
                </a:cubicBezTo>
                <a:cubicBezTo>
                  <a:pt x="148163" y="144840"/>
                  <a:pt x="138491" y="149191"/>
                  <a:pt x="126830" y="149191"/>
                </a:cubicBezTo>
                <a:cubicBezTo>
                  <a:pt x="121754" y="149191"/>
                  <a:pt x="117364" y="148471"/>
                  <a:pt x="113660" y="147030"/>
                </a:cubicBezTo>
                <a:cubicBezTo>
                  <a:pt x="110917" y="146001"/>
                  <a:pt x="107830" y="143944"/>
                  <a:pt x="104400" y="140857"/>
                </a:cubicBezTo>
                <a:lnTo>
                  <a:pt x="104400" y="169563"/>
                </a:lnTo>
                <a:cubicBezTo>
                  <a:pt x="104400" y="176011"/>
                  <a:pt x="104795" y="180110"/>
                  <a:pt x="105584" y="181859"/>
                </a:cubicBezTo>
                <a:cubicBezTo>
                  <a:pt x="106372" y="183608"/>
                  <a:pt x="107744" y="184997"/>
                  <a:pt x="109699" y="186026"/>
                </a:cubicBezTo>
                <a:cubicBezTo>
                  <a:pt x="111654" y="187055"/>
                  <a:pt x="115204" y="187569"/>
                  <a:pt x="120348" y="187569"/>
                </a:cubicBezTo>
                <a:lnTo>
                  <a:pt x="120348" y="191376"/>
                </a:lnTo>
                <a:lnTo>
                  <a:pt x="70961" y="191376"/>
                </a:lnTo>
                <a:lnTo>
                  <a:pt x="70961" y="187569"/>
                </a:lnTo>
                <a:lnTo>
                  <a:pt x="73533" y="187569"/>
                </a:lnTo>
                <a:cubicBezTo>
                  <a:pt x="77306" y="187638"/>
                  <a:pt x="80530" y="186917"/>
                  <a:pt x="83205" y="185405"/>
                </a:cubicBezTo>
                <a:cubicBezTo>
                  <a:pt x="84508" y="184651"/>
                  <a:pt x="85520" y="183432"/>
                  <a:pt x="86240" y="181749"/>
                </a:cubicBezTo>
                <a:cubicBezTo>
                  <a:pt x="86960" y="180069"/>
                  <a:pt x="87320" y="175797"/>
                  <a:pt x="87320" y="168933"/>
                </a:cubicBezTo>
                <a:lnTo>
                  <a:pt x="87320" y="79763"/>
                </a:lnTo>
                <a:cubicBezTo>
                  <a:pt x="87320" y="73653"/>
                  <a:pt x="87046" y="69776"/>
                  <a:pt x="86497" y="68130"/>
                </a:cubicBezTo>
                <a:cubicBezTo>
                  <a:pt x="85949" y="66481"/>
                  <a:pt x="85074" y="65245"/>
                  <a:pt x="83874" y="64422"/>
                </a:cubicBezTo>
                <a:cubicBezTo>
                  <a:pt x="82673" y="63597"/>
                  <a:pt x="81044" y="63184"/>
                  <a:pt x="78986" y="63184"/>
                </a:cubicBezTo>
                <a:cubicBezTo>
                  <a:pt x="77340" y="63184"/>
                  <a:pt x="75248" y="63665"/>
                  <a:pt x="72710" y="64625"/>
                </a:cubicBezTo>
                <a:lnTo>
                  <a:pt x="71475" y="61332"/>
                </a:lnTo>
                <a:moveTo>
                  <a:pt x="104400" y="77869"/>
                </a:moveTo>
                <a:lnTo>
                  <a:pt x="104400" y="113012"/>
                </a:lnTo>
                <a:cubicBezTo>
                  <a:pt x="104400" y="120618"/>
                  <a:pt x="104709" y="125618"/>
                  <a:pt x="105326" y="128015"/>
                </a:cubicBezTo>
                <a:cubicBezTo>
                  <a:pt x="106287" y="131989"/>
                  <a:pt x="108636" y="135483"/>
                  <a:pt x="112374" y="138497"/>
                </a:cubicBezTo>
                <a:cubicBezTo>
                  <a:pt x="116113" y="141511"/>
                  <a:pt x="120828" y="143018"/>
                  <a:pt x="126522" y="143018"/>
                </a:cubicBezTo>
                <a:cubicBezTo>
                  <a:pt x="133381" y="143018"/>
                  <a:pt x="138937" y="140346"/>
                  <a:pt x="143190" y="135002"/>
                </a:cubicBezTo>
                <a:cubicBezTo>
                  <a:pt x="148746" y="128016"/>
                  <a:pt x="151524" y="118186"/>
                  <a:pt x="151524" y="105511"/>
                </a:cubicBezTo>
                <a:cubicBezTo>
                  <a:pt x="151524" y="91126"/>
                  <a:pt x="148369" y="80063"/>
                  <a:pt x="142058" y="72322"/>
                </a:cubicBezTo>
                <a:cubicBezTo>
                  <a:pt x="137668" y="66978"/>
                  <a:pt x="132455" y="64307"/>
                  <a:pt x="126419" y="64307"/>
                </a:cubicBezTo>
                <a:cubicBezTo>
                  <a:pt x="123126" y="64307"/>
                  <a:pt x="119868" y="65129"/>
                  <a:pt x="116644" y="66773"/>
                </a:cubicBezTo>
                <a:cubicBezTo>
                  <a:pt x="114175" y="68005"/>
                  <a:pt x="110094" y="71704"/>
                  <a:pt x="104400" y="77869"/>
                </a:cubicBezTo>
                <a:close/>
                <a:moveTo>
                  <a:pt x="199471" y="87663"/>
                </a:moveTo>
                <a:cubicBezTo>
                  <a:pt x="199402" y="101624"/>
                  <a:pt x="202798" y="112574"/>
                  <a:pt x="209657" y="120514"/>
                </a:cubicBezTo>
                <a:cubicBezTo>
                  <a:pt x="216517" y="128451"/>
                  <a:pt x="224576" y="132420"/>
                  <a:pt x="233836" y="132420"/>
                </a:cubicBezTo>
                <a:cubicBezTo>
                  <a:pt x="240010" y="132420"/>
                  <a:pt x="245377" y="130722"/>
                  <a:pt x="249939" y="127327"/>
                </a:cubicBezTo>
                <a:cubicBezTo>
                  <a:pt x="254500" y="123931"/>
                  <a:pt x="258324" y="118118"/>
                  <a:pt x="261411" y="109887"/>
                </a:cubicBezTo>
                <a:lnTo>
                  <a:pt x="264601" y="111945"/>
                </a:lnTo>
                <a:cubicBezTo>
                  <a:pt x="263160" y="121342"/>
                  <a:pt x="258976" y="129899"/>
                  <a:pt x="252048" y="137616"/>
                </a:cubicBezTo>
                <a:cubicBezTo>
                  <a:pt x="245120" y="145333"/>
                  <a:pt x="236443" y="149191"/>
                  <a:pt x="226017" y="149191"/>
                </a:cubicBezTo>
                <a:cubicBezTo>
                  <a:pt x="214699" y="149191"/>
                  <a:pt x="205010" y="144794"/>
                  <a:pt x="196950" y="135999"/>
                </a:cubicBezTo>
                <a:cubicBezTo>
                  <a:pt x="188890" y="127201"/>
                  <a:pt x="184861" y="115376"/>
                  <a:pt x="184861" y="100521"/>
                </a:cubicBezTo>
                <a:cubicBezTo>
                  <a:pt x="184861" y="84436"/>
                  <a:pt x="188993" y="71893"/>
                  <a:pt x="197259" y="62892"/>
                </a:cubicBezTo>
                <a:cubicBezTo>
                  <a:pt x="205524" y="53889"/>
                  <a:pt x="215899" y="49387"/>
                  <a:pt x="228383" y="49387"/>
                </a:cubicBezTo>
                <a:cubicBezTo>
                  <a:pt x="238947" y="49387"/>
                  <a:pt x="247624" y="52860"/>
                  <a:pt x="254415" y="59805"/>
                </a:cubicBezTo>
                <a:cubicBezTo>
                  <a:pt x="261205" y="66748"/>
                  <a:pt x="264601" y="76034"/>
                  <a:pt x="264601" y="87663"/>
                </a:cubicBezTo>
                <a:lnTo>
                  <a:pt x="199471" y="87663"/>
                </a:lnTo>
                <a:moveTo>
                  <a:pt x="199471" y="81695"/>
                </a:moveTo>
                <a:lnTo>
                  <a:pt x="243097" y="81695"/>
                </a:lnTo>
                <a:cubicBezTo>
                  <a:pt x="242754" y="75659"/>
                  <a:pt x="242033" y="71406"/>
                  <a:pt x="240936" y="68937"/>
                </a:cubicBezTo>
                <a:cubicBezTo>
                  <a:pt x="239221" y="65095"/>
                  <a:pt x="236666" y="62077"/>
                  <a:pt x="233271" y="59882"/>
                </a:cubicBezTo>
                <a:cubicBezTo>
                  <a:pt x="229875" y="57687"/>
                  <a:pt x="226325" y="56590"/>
                  <a:pt x="222621" y="56590"/>
                </a:cubicBezTo>
                <a:cubicBezTo>
                  <a:pt x="216928" y="56590"/>
                  <a:pt x="211835" y="58802"/>
                  <a:pt x="207342" y="63226"/>
                </a:cubicBezTo>
                <a:cubicBezTo>
                  <a:pt x="202849" y="67650"/>
                  <a:pt x="200226" y="73807"/>
                  <a:pt x="199471" y="81695"/>
                </a:cubicBezTo>
                <a:close/>
                <a:moveTo>
                  <a:pt x="330586" y="132729"/>
                </a:moveTo>
                <a:cubicBezTo>
                  <a:pt x="320914" y="140205"/>
                  <a:pt x="314843" y="144527"/>
                  <a:pt x="312374" y="145693"/>
                </a:cubicBezTo>
                <a:cubicBezTo>
                  <a:pt x="308670" y="147476"/>
                  <a:pt x="304726" y="148368"/>
                  <a:pt x="300542" y="148368"/>
                </a:cubicBezTo>
                <a:cubicBezTo>
                  <a:pt x="294025" y="148368"/>
                  <a:pt x="288658" y="146139"/>
                  <a:pt x="284439" y="141680"/>
                </a:cubicBezTo>
                <a:cubicBezTo>
                  <a:pt x="280221" y="137222"/>
                  <a:pt x="278112" y="131357"/>
                  <a:pt x="278112" y="124086"/>
                </a:cubicBezTo>
                <a:cubicBezTo>
                  <a:pt x="278112" y="119490"/>
                  <a:pt x="279141" y="115512"/>
                  <a:pt x="281198" y="112151"/>
                </a:cubicBezTo>
                <a:cubicBezTo>
                  <a:pt x="284011" y="107486"/>
                  <a:pt x="288898" y="103096"/>
                  <a:pt x="295860" y="98981"/>
                </a:cubicBezTo>
                <a:cubicBezTo>
                  <a:pt x="302822" y="94865"/>
                  <a:pt x="314398" y="89858"/>
                  <a:pt x="330586" y="83959"/>
                </a:cubicBezTo>
                <a:lnTo>
                  <a:pt x="330586" y="80255"/>
                </a:lnTo>
                <a:cubicBezTo>
                  <a:pt x="330586" y="70857"/>
                  <a:pt x="329094" y="64409"/>
                  <a:pt x="326110" y="60911"/>
                </a:cubicBezTo>
                <a:cubicBezTo>
                  <a:pt x="323126" y="57413"/>
                  <a:pt x="318788" y="55664"/>
                  <a:pt x="313094" y="55664"/>
                </a:cubicBezTo>
                <a:cubicBezTo>
                  <a:pt x="308773" y="55664"/>
                  <a:pt x="305343" y="56826"/>
                  <a:pt x="302805" y="59149"/>
                </a:cubicBezTo>
                <a:cubicBezTo>
                  <a:pt x="300199" y="61473"/>
                  <a:pt x="298895" y="64138"/>
                  <a:pt x="298895" y="67146"/>
                </a:cubicBezTo>
                <a:lnTo>
                  <a:pt x="299101" y="73091"/>
                </a:lnTo>
                <a:cubicBezTo>
                  <a:pt x="299101" y="76233"/>
                  <a:pt x="298295" y="78659"/>
                  <a:pt x="296683" y="80367"/>
                </a:cubicBezTo>
                <a:cubicBezTo>
                  <a:pt x="295071" y="82075"/>
                  <a:pt x="292962" y="82930"/>
                  <a:pt x="290356" y="82930"/>
                </a:cubicBezTo>
                <a:cubicBezTo>
                  <a:pt x="287818" y="82930"/>
                  <a:pt x="285743" y="82041"/>
                  <a:pt x="284131" y="80264"/>
                </a:cubicBezTo>
                <a:cubicBezTo>
                  <a:pt x="282519" y="78485"/>
                  <a:pt x="281713" y="76056"/>
                  <a:pt x="281713" y="72978"/>
                </a:cubicBezTo>
                <a:cubicBezTo>
                  <a:pt x="281713" y="67098"/>
                  <a:pt x="284731" y="61697"/>
                  <a:pt x="290767" y="56773"/>
                </a:cubicBezTo>
                <a:cubicBezTo>
                  <a:pt x="296803" y="51849"/>
                  <a:pt x="305275" y="49387"/>
                  <a:pt x="316181" y="49387"/>
                </a:cubicBezTo>
                <a:cubicBezTo>
                  <a:pt x="324549" y="49387"/>
                  <a:pt x="331409" y="50791"/>
                  <a:pt x="336759" y="53599"/>
                </a:cubicBezTo>
                <a:cubicBezTo>
                  <a:pt x="340806" y="55724"/>
                  <a:pt x="343790" y="59047"/>
                  <a:pt x="345711" y="63570"/>
                </a:cubicBezTo>
                <a:cubicBezTo>
                  <a:pt x="346945" y="66515"/>
                  <a:pt x="347563" y="72544"/>
                  <a:pt x="347563" y="81656"/>
                </a:cubicBezTo>
                <a:lnTo>
                  <a:pt x="347563" y="113617"/>
                </a:lnTo>
                <a:cubicBezTo>
                  <a:pt x="347563" y="122592"/>
                  <a:pt x="347734" y="128090"/>
                  <a:pt x="348077" y="130111"/>
                </a:cubicBezTo>
                <a:cubicBezTo>
                  <a:pt x="348420" y="132133"/>
                  <a:pt x="348986" y="133486"/>
                  <a:pt x="349775" y="134172"/>
                </a:cubicBezTo>
                <a:cubicBezTo>
                  <a:pt x="350564" y="134856"/>
                  <a:pt x="351472" y="135198"/>
                  <a:pt x="352501" y="135198"/>
                </a:cubicBezTo>
                <a:cubicBezTo>
                  <a:pt x="353599" y="135198"/>
                  <a:pt x="354559" y="134958"/>
                  <a:pt x="355382" y="134478"/>
                </a:cubicBezTo>
                <a:cubicBezTo>
                  <a:pt x="356823" y="133586"/>
                  <a:pt x="359601" y="131082"/>
                  <a:pt x="363716" y="126967"/>
                </a:cubicBezTo>
                <a:lnTo>
                  <a:pt x="363716" y="132729"/>
                </a:lnTo>
                <a:cubicBezTo>
                  <a:pt x="356034" y="143018"/>
                  <a:pt x="348694" y="148162"/>
                  <a:pt x="341698" y="148162"/>
                </a:cubicBezTo>
                <a:cubicBezTo>
                  <a:pt x="338337" y="148162"/>
                  <a:pt x="335662" y="146996"/>
                  <a:pt x="333672" y="144664"/>
                </a:cubicBezTo>
                <a:cubicBezTo>
                  <a:pt x="331683" y="142332"/>
                  <a:pt x="330654" y="138353"/>
                  <a:pt x="330586" y="132729"/>
                </a:cubicBezTo>
                <a:moveTo>
                  <a:pt x="330586" y="125983"/>
                </a:moveTo>
                <a:lnTo>
                  <a:pt x="330586" y="90235"/>
                </a:lnTo>
                <a:cubicBezTo>
                  <a:pt x="320228" y="94331"/>
                  <a:pt x="313540" y="97234"/>
                  <a:pt x="310522" y="98942"/>
                </a:cubicBezTo>
                <a:cubicBezTo>
                  <a:pt x="305103" y="101947"/>
                  <a:pt x="301228" y="105089"/>
                  <a:pt x="298895" y="108366"/>
                </a:cubicBezTo>
                <a:cubicBezTo>
                  <a:pt x="296563" y="111644"/>
                  <a:pt x="295397" y="115229"/>
                  <a:pt x="295397" y="119121"/>
                </a:cubicBezTo>
                <a:cubicBezTo>
                  <a:pt x="295397" y="124039"/>
                  <a:pt x="296872" y="128119"/>
                  <a:pt x="299821" y="131362"/>
                </a:cubicBezTo>
                <a:cubicBezTo>
                  <a:pt x="302771" y="134605"/>
                  <a:pt x="306166" y="136227"/>
                  <a:pt x="310008" y="136227"/>
                </a:cubicBezTo>
                <a:cubicBezTo>
                  <a:pt x="315221" y="136227"/>
                  <a:pt x="322080" y="132812"/>
                  <a:pt x="330586" y="125983"/>
                </a:cubicBezTo>
                <a:close/>
                <a:moveTo>
                  <a:pt x="398628" y="0"/>
                </a:moveTo>
                <a:lnTo>
                  <a:pt x="398628" y="93733"/>
                </a:lnTo>
                <a:lnTo>
                  <a:pt x="422602" y="71920"/>
                </a:lnTo>
                <a:cubicBezTo>
                  <a:pt x="427678" y="67256"/>
                  <a:pt x="430627" y="64307"/>
                  <a:pt x="431450" y="63072"/>
                </a:cubicBezTo>
                <a:cubicBezTo>
                  <a:pt x="431999" y="62249"/>
                  <a:pt x="432273" y="61426"/>
                  <a:pt x="432273" y="60602"/>
                </a:cubicBezTo>
                <a:cubicBezTo>
                  <a:pt x="432273" y="59231"/>
                  <a:pt x="431708" y="58047"/>
                  <a:pt x="430576" y="57053"/>
                </a:cubicBezTo>
                <a:cubicBezTo>
                  <a:pt x="429444" y="56058"/>
                  <a:pt x="427575" y="55492"/>
                  <a:pt x="424968" y="55355"/>
                </a:cubicBezTo>
                <a:lnTo>
                  <a:pt x="424968" y="52063"/>
                </a:lnTo>
                <a:lnTo>
                  <a:pt x="465919" y="52063"/>
                </a:lnTo>
                <a:lnTo>
                  <a:pt x="465919" y="55355"/>
                </a:lnTo>
                <a:cubicBezTo>
                  <a:pt x="460294" y="55492"/>
                  <a:pt x="455612" y="56350"/>
                  <a:pt x="451874" y="57927"/>
                </a:cubicBezTo>
                <a:cubicBezTo>
                  <a:pt x="448136" y="59505"/>
                  <a:pt x="444037" y="62317"/>
                  <a:pt x="439579" y="66364"/>
                </a:cubicBezTo>
                <a:lnTo>
                  <a:pt x="415399" y="88692"/>
                </a:lnTo>
                <a:lnTo>
                  <a:pt x="439579" y="119192"/>
                </a:lnTo>
                <a:cubicBezTo>
                  <a:pt x="446301" y="127612"/>
                  <a:pt x="450828" y="132952"/>
                  <a:pt x="453160" y="135211"/>
                </a:cubicBezTo>
                <a:cubicBezTo>
                  <a:pt x="456453" y="138428"/>
                  <a:pt x="459334" y="140517"/>
                  <a:pt x="461803" y="141478"/>
                </a:cubicBezTo>
                <a:cubicBezTo>
                  <a:pt x="463518" y="142161"/>
                  <a:pt x="466502" y="142503"/>
                  <a:pt x="470754" y="142503"/>
                </a:cubicBezTo>
                <a:lnTo>
                  <a:pt x="470754" y="146310"/>
                </a:lnTo>
                <a:lnTo>
                  <a:pt x="424968" y="146310"/>
                </a:lnTo>
                <a:lnTo>
                  <a:pt x="424968" y="142503"/>
                </a:lnTo>
                <a:cubicBezTo>
                  <a:pt x="427575" y="142435"/>
                  <a:pt x="429341" y="142041"/>
                  <a:pt x="430267" y="141323"/>
                </a:cubicBezTo>
                <a:cubicBezTo>
                  <a:pt x="431193" y="140603"/>
                  <a:pt x="431656" y="139593"/>
                  <a:pt x="431656" y="138294"/>
                </a:cubicBezTo>
                <a:cubicBezTo>
                  <a:pt x="431656" y="136719"/>
                  <a:pt x="430284" y="134186"/>
                  <a:pt x="427541" y="130697"/>
                </a:cubicBezTo>
                <a:lnTo>
                  <a:pt x="398628" y="93836"/>
                </a:lnTo>
                <a:lnTo>
                  <a:pt x="398628" y="125047"/>
                </a:lnTo>
                <a:cubicBezTo>
                  <a:pt x="398628" y="131139"/>
                  <a:pt x="399057" y="135144"/>
                  <a:pt x="399914" y="137063"/>
                </a:cubicBezTo>
                <a:cubicBezTo>
                  <a:pt x="400772" y="138979"/>
                  <a:pt x="401989" y="140348"/>
                  <a:pt x="403567" y="141169"/>
                </a:cubicBezTo>
                <a:cubicBezTo>
                  <a:pt x="405145" y="141990"/>
                  <a:pt x="408574" y="142435"/>
                  <a:pt x="413856" y="142503"/>
                </a:cubicBezTo>
                <a:lnTo>
                  <a:pt x="413856" y="146310"/>
                </a:lnTo>
                <a:lnTo>
                  <a:pt x="365909" y="146310"/>
                </a:lnTo>
                <a:lnTo>
                  <a:pt x="365909" y="142503"/>
                </a:lnTo>
                <a:cubicBezTo>
                  <a:pt x="370711" y="142503"/>
                  <a:pt x="374312" y="141920"/>
                  <a:pt x="376713" y="140754"/>
                </a:cubicBezTo>
                <a:cubicBezTo>
                  <a:pt x="378153" y="140002"/>
                  <a:pt x="379251" y="138837"/>
                  <a:pt x="380005" y="137259"/>
                </a:cubicBezTo>
                <a:cubicBezTo>
                  <a:pt x="381034" y="134998"/>
                  <a:pt x="381548" y="131091"/>
                  <a:pt x="381548" y="125539"/>
                </a:cubicBezTo>
                <a:lnTo>
                  <a:pt x="381548" y="39790"/>
                </a:lnTo>
                <a:cubicBezTo>
                  <a:pt x="381548" y="28892"/>
                  <a:pt x="381308" y="22226"/>
                  <a:pt x="380828" y="19794"/>
                </a:cubicBezTo>
                <a:cubicBezTo>
                  <a:pt x="380348" y="17358"/>
                  <a:pt x="379559" y="15679"/>
                  <a:pt x="378462" y="14755"/>
                </a:cubicBezTo>
                <a:cubicBezTo>
                  <a:pt x="377364" y="13829"/>
                  <a:pt x="375924" y="13366"/>
                  <a:pt x="374140" y="13366"/>
                </a:cubicBezTo>
                <a:cubicBezTo>
                  <a:pt x="372700" y="13366"/>
                  <a:pt x="370539" y="13949"/>
                  <a:pt x="367658" y="15115"/>
                </a:cubicBezTo>
                <a:lnTo>
                  <a:pt x="365909" y="11514"/>
                </a:lnTo>
                <a:lnTo>
                  <a:pt x="393895" y="0"/>
                </a:lnTo>
                <a:lnTo>
                  <a:pt x="398628" y="0"/>
                </a:lnTo>
                <a:close/>
                <a:moveTo>
                  <a:pt x="500079" y="0"/>
                </a:moveTo>
                <a:cubicBezTo>
                  <a:pt x="502959" y="0"/>
                  <a:pt x="505412" y="1017"/>
                  <a:pt x="507435" y="3051"/>
                </a:cubicBezTo>
                <a:cubicBezTo>
                  <a:pt x="509459" y="5083"/>
                  <a:pt x="510470" y="7547"/>
                  <a:pt x="510470" y="10443"/>
                </a:cubicBezTo>
                <a:cubicBezTo>
                  <a:pt x="510470" y="13339"/>
                  <a:pt x="509459" y="15822"/>
                  <a:pt x="507435" y="17890"/>
                </a:cubicBezTo>
                <a:cubicBezTo>
                  <a:pt x="505412" y="19956"/>
                  <a:pt x="502959" y="20990"/>
                  <a:pt x="500079" y="20990"/>
                </a:cubicBezTo>
                <a:cubicBezTo>
                  <a:pt x="497198" y="20990"/>
                  <a:pt x="494728" y="19956"/>
                  <a:pt x="492670" y="17890"/>
                </a:cubicBezTo>
                <a:cubicBezTo>
                  <a:pt x="490613" y="15822"/>
                  <a:pt x="489584" y="13339"/>
                  <a:pt x="489584" y="10443"/>
                </a:cubicBezTo>
                <a:cubicBezTo>
                  <a:pt x="489584" y="7547"/>
                  <a:pt x="490595" y="5083"/>
                  <a:pt x="492619" y="3051"/>
                </a:cubicBezTo>
                <a:cubicBezTo>
                  <a:pt x="494642" y="1017"/>
                  <a:pt x="497129" y="0"/>
                  <a:pt x="500079" y="0"/>
                </a:cubicBezTo>
                <a:moveTo>
                  <a:pt x="508618" y="49387"/>
                </a:moveTo>
                <a:lnTo>
                  <a:pt x="508618" y="124948"/>
                </a:lnTo>
                <a:cubicBezTo>
                  <a:pt x="508618" y="130834"/>
                  <a:pt x="509047" y="134752"/>
                  <a:pt x="509905" y="136703"/>
                </a:cubicBezTo>
                <a:cubicBezTo>
                  <a:pt x="510762" y="138653"/>
                  <a:pt x="512031" y="140108"/>
                  <a:pt x="513712" y="141066"/>
                </a:cubicBezTo>
                <a:cubicBezTo>
                  <a:pt x="515392" y="142024"/>
                  <a:pt x="518462" y="142503"/>
                  <a:pt x="522920" y="142503"/>
                </a:cubicBezTo>
                <a:lnTo>
                  <a:pt x="522920" y="146310"/>
                </a:lnTo>
                <a:lnTo>
                  <a:pt x="477134" y="146310"/>
                </a:lnTo>
                <a:lnTo>
                  <a:pt x="477134" y="142503"/>
                </a:lnTo>
                <a:cubicBezTo>
                  <a:pt x="481730" y="142503"/>
                  <a:pt x="484816" y="142058"/>
                  <a:pt x="486394" y="141169"/>
                </a:cubicBezTo>
                <a:cubicBezTo>
                  <a:pt x="487972" y="140279"/>
                  <a:pt x="489224" y="138808"/>
                  <a:pt x="490150" y="136754"/>
                </a:cubicBezTo>
                <a:cubicBezTo>
                  <a:pt x="491076" y="134701"/>
                  <a:pt x="491539" y="130765"/>
                  <a:pt x="491539" y="124948"/>
                </a:cubicBezTo>
                <a:lnTo>
                  <a:pt x="491539" y="88708"/>
                </a:lnTo>
                <a:cubicBezTo>
                  <a:pt x="491539" y="78509"/>
                  <a:pt x="491230" y="71904"/>
                  <a:pt x="490613" y="68895"/>
                </a:cubicBezTo>
                <a:cubicBezTo>
                  <a:pt x="490132" y="66704"/>
                  <a:pt x="489378" y="65181"/>
                  <a:pt x="488349" y="64326"/>
                </a:cubicBezTo>
                <a:cubicBezTo>
                  <a:pt x="487320" y="63471"/>
                  <a:pt x="485914" y="63043"/>
                  <a:pt x="484131" y="63043"/>
                </a:cubicBezTo>
                <a:cubicBezTo>
                  <a:pt x="482210" y="63043"/>
                  <a:pt x="479878" y="63556"/>
                  <a:pt x="477134" y="64583"/>
                </a:cubicBezTo>
                <a:lnTo>
                  <a:pt x="475693" y="60885"/>
                </a:lnTo>
                <a:lnTo>
                  <a:pt x="504091" y="49387"/>
                </a:lnTo>
                <a:lnTo>
                  <a:pt x="508618" y="49387"/>
                </a:lnTo>
                <a:close/>
                <a:moveTo>
                  <a:pt x="562157" y="69348"/>
                </a:moveTo>
                <a:cubicBezTo>
                  <a:pt x="573200" y="56041"/>
                  <a:pt x="583729" y="49387"/>
                  <a:pt x="593744" y="49387"/>
                </a:cubicBezTo>
                <a:cubicBezTo>
                  <a:pt x="598889" y="49387"/>
                  <a:pt x="603313" y="50671"/>
                  <a:pt x="607017" y="53239"/>
                </a:cubicBezTo>
                <a:cubicBezTo>
                  <a:pt x="610721" y="55805"/>
                  <a:pt x="613670" y="60031"/>
                  <a:pt x="615865" y="65917"/>
                </a:cubicBezTo>
                <a:cubicBezTo>
                  <a:pt x="617375" y="70022"/>
                  <a:pt x="618129" y="76319"/>
                  <a:pt x="618129" y="84807"/>
                </a:cubicBezTo>
                <a:lnTo>
                  <a:pt x="618129" y="124948"/>
                </a:lnTo>
                <a:cubicBezTo>
                  <a:pt x="618129" y="130902"/>
                  <a:pt x="618609" y="134941"/>
                  <a:pt x="619570" y="137063"/>
                </a:cubicBezTo>
                <a:cubicBezTo>
                  <a:pt x="620324" y="138773"/>
                  <a:pt x="621542" y="140108"/>
                  <a:pt x="623222" y="141066"/>
                </a:cubicBezTo>
                <a:cubicBezTo>
                  <a:pt x="624903" y="142024"/>
                  <a:pt x="628007" y="142503"/>
                  <a:pt x="632534" y="142503"/>
                </a:cubicBezTo>
                <a:lnTo>
                  <a:pt x="632534" y="146310"/>
                </a:lnTo>
                <a:lnTo>
                  <a:pt x="585924" y="146310"/>
                </a:lnTo>
                <a:lnTo>
                  <a:pt x="585924" y="142503"/>
                </a:lnTo>
                <a:lnTo>
                  <a:pt x="587879" y="142503"/>
                </a:lnTo>
                <a:cubicBezTo>
                  <a:pt x="592269" y="142503"/>
                  <a:pt x="595339" y="141838"/>
                  <a:pt x="597088" y="140506"/>
                </a:cubicBezTo>
                <a:cubicBezTo>
                  <a:pt x="598837" y="139175"/>
                  <a:pt x="600055" y="137214"/>
                  <a:pt x="600741" y="134622"/>
                </a:cubicBezTo>
                <a:cubicBezTo>
                  <a:pt x="601015" y="133598"/>
                  <a:pt x="601152" y="130390"/>
                  <a:pt x="601152" y="124999"/>
                </a:cubicBezTo>
                <a:lnTo>
                  <a:pt x="601152" y="86611"/>
                </a:lnTo>
                <a:cubicBezTo>
                  <a:pt x="601152" y="78082"/>
                  <a:pt x="600038" y="71889"/>
                  <a:pt x="597808" y="68033"/>
                </a:cubicBezTo>
                <a:cubicBezTo>
                  <a:pt x="595579" y="64177"/>
                  <a:pt x="591823" y="62249"/>
                  <a:pt x="586542" y="62249"/>
                </a:cubicBezTo>
                <a:cubicBezTo>
                  <a:pt x="578379" y="62249"/>
                  <a:pt x="570251" y="66685"/>
                  <a:pt x="562157" y="75557"/>
                </a:cubicBezTo>
                <a:lnTo>
                  <a:pt x="562157" y="124999"/>
                </a:lnTo>
                <a:cubicBezTo>
                  <a:pt x="562157" y="131346"/>
                  <a:pt x="562534" y="135270"/>
                  <a:pt x="563288" y="136770"/>
                </a:cubicBezTo>
                <a:cubicBezTo>
                  <a:pt x="564249" y="138749"/>
                  <a:pt x="565569" y="140199"/>
                  <a:pt x="567250" y="141121"/>
                </a:cubicBezTo>
                <a:cubicBezTo>
                  <a:pt x="568930" y="142042"/>
                  <a:pt x="572343" y="142503"/>
                  <a:pt x="577487" y="142503"/>
                </a:cubicBezTo>
                <a:lnTo>
                  <a:pt x="577487" y="146310"/>
                </a:lnTo>
                <a:lnTo>
                  <a:pt x="530878" y="146310"/>
                </a:lnTo>
                <a:lnTo>
                  <a:pt x="530878" y="142503"/>
                </a:lnTo>
                <a:lnTo>
                  <a:pt x="532936" y="142503"/>
                </a:lnTo>
                <a:cubicBezTo>
                  <a:pt x="537737" y="142503"/>
                  <a:pt x="540978" y="141289"/>
                  <a:pt x="542659" y="138860"/>
                </a:cubicBezTo>
                <a:cubicBezTo>
                  <a:pt x="544339" y="136429"/>
                  <a:pt x="545180" y="131792"/>
                  <a:pt x="545180" y="124948"/>
                </a:cubicBezTo>
                <a:lnTo>
                  <a:pt x="545180" y="90042"/>
                </a:lnTo>
                <a:cubicBezTo>
                  <a:pt x="545180" y="78750"/>
                  <a:pt x="544923" y="71872"/>
                  <a:pt x="544408" y="69409"/>
                </a:cubicBezTo>
                <a:cubicBezTo>
                  <a:pt x="543894" y="66944"/>
                  <a:pt x="543105" y="65267"/>
                  <a:pt x="542042" y="64377"/>
                </a:cubicBezTo>
                <a:cubicBezTo>
                  <a:pt x="540978" y="63488"/>
                  <a:pt x="539555" y="63043"/>
                  <a:pt x="537772" y="63043"/>
                </a:cubicBezTo>
                <a:cubicBezTo>
                  <a:pt x="535851" y="63043"/>
                  <a:pt x="533553" y="63556"/>
                  <a:pt x="530878" y="64583"/>
                </a:cubicBezTo>
                <a:lnTo>
                  <a:pt x="529335" y="60885"/>
                </a:lnTo>
                <a:lnTo>
                  <a:pt x="557732" y="49387"/>
                </a:lnTo>
                <a:lnTo>
                  <a:pt x="562157" y="49387"/>
                </a:lnTo>
                <a:lnTo>
                  <a:pt x="562157" y="69348"/>
                </a:lnTo>
                <a:close/>
                <a:moveTo>
                  <a:pt x="665253" y="111967"/>
                </a:moveTo>
                <a:cubicBezTo>
                  <a:pt x="659491" y="109159"/>
                  <a:pt x="655067" y="105238"/>
                  <a:pt x="651980" y="100202"/>
                </a:cubicBezTo>
                <a:cubicBezTo>
                  <a:pt x="648893" y="95167"/>
                  <a:pt x="647350" y="89600"/>
                  <a:pt x="647350" y="83502"/>
                </a:cubicBezTo>
                <a:cubicBezTo>
                  <a:pt x="647350" y="74186"/>
                  <a:pt x="650865" y="66171"/>
                  <a:pt x="657896" y="59458"/>
                </a:cubicBezTo>
                <a:cubicBezTo>
                  <a:pt x="664927" y="52744"/>
                  <a:pt x="673930" y="49387"/>
                  <a:pt x="684905" y="49387"/>
                </a:cubicBezTo>
                <a:cubicBezTo>
                  <a:pt x="693891" y="49387"/>
                  <a:pt x="701676" y="51582"/>
                  <a:pt x="708261" y="55972"/>
                </a:cubicBezTo>
                <a:lnTo>
                  <a:pt x="728222" y="55972"/>
                </a:lnTo>
                <a:cubicBezTo>
                  <a:pt x="731171" y="55972"/>
                  <a:pt x="732886" y="56057"/>
                  <a:pt x="733366" y="56226"/>
                </a:cubicBezTo>
                <a:cubicBezTo>
                  <a:pt x="733846" y="56396"/>
                  <a:pt x="734189" y="56684"/>
                  <a:pt x="734395" y="57091"/>
                </a:cubicBezTo>
                <a:cubicBezTo>
                  <a:pt x="734807" y="57702"/>
                  <a:pt x="735013" y="58788"/>
                  <a:pt x="735013" y="60348"/>
                </a:cubicBezTo>
                <a:cubicBezTo>
                  <a:pt x="735013" y="62110"/>
                  <a:pt x="734841" y="63331"/>
                  <a:pt x="734498" y="64011"/>
                </a:cubicBezTo>
                <a:cubicBezTo>
                  <a:pt x="734292" y="64349"/>
                  <a:pt x="733932" y="64621"/>
                  <a:pt x="733418" y="64824"/>
                </a:cubicBezTo>
                <a:cubicBezTo>
                  <a:pt x="732903" y="65028"/>
                  <a:pt x="731171" y="65130"/>
                  <a:pt x="728222" y="65130"/>
                </a:cubicBezTo>
                <a:lnTo>
                  <a:pt x="715978" y="65130"/>
                </a:lnTo>
                <a:cubicBezTo>
                  <a:pt x="719819" y="70079"/>
                  <a:pt x="721740" y="76403"/>
                  <a:pt x="721740" y="84100"/>
                </a:cubicBezTo>
                <a:cubicBezTo>
                  <a:pt x="721740" y="92897"/>
                  <a:pt x="718379" y="100423"/>
                  <a:pt x="711656" y="106678"/>
                </a:cubicBezTo>
                <a:cubicBezTo>
                  <a:pt x="704934" y="112933"/>
                  <a:pt x="695914" y="116060"/>
                  <a:pt x="684596" y="116060"/>
                </a:cubicBezTo>
                <a:cubicBezTo>
                  <a:pt x="679932" y="116060"/>
                  <a:pt x="675165" y="115361"/>
                  <a:pt x="670294" y="113961"/>
                </a:cubicBezTo>
                <a:cubicBezTo>
                  <a:pt x="667276" y="116565"/>
                  <a:pt x="665236" y="118845"/>
                  <a:pt x="664172" y="120800"/>
                </a:cubicBezTo>
                <a:cubicBezTo>
                  <a:pt x="663109" y="122753"/>
                  <a:pt x="662578" y="124414"/>
                  <a:pt x="662578" y="125784"/>
                </a:cubicBezTo>
                <a:cubicBezTo>
                  <a:pt x="662578" y="126950"/>
                  <a:pt x="663144" y="128081"/>
                  <a:pt x="664275" y="129179"/>
                </a:cubicBezTo>
                <a:cubicBezTo>
                  <a:pt x="665407" y="130274"/>
                  <a:pt x="667619" y="131062"/>
                  <a:pt x="670912" y="131542"/>
                </a:cubicBezTo>
                <a:cubicBezTo>
                  <a:pt x="672832" y="131817"/>
                  <a:pt x="677634" y="132057"/>
                  <a:pt x="685316" y="132262"/>
                </a:cubicBezTo>
                <a:cubicBezTo>
                  <a:pt x="699447" y="132603"/>
                  <a:pt x="708604" y="133082"/>
                  <a:pt x="712788" y="133700"/>
                </a:cubicBezTo>
                <a:cubicBezTo>
                  <a:pt x="719167" y="134591"/>
                  <a:pt x="724260" y="136957"/>
                  <a:pt x="728067" y="140796"/>
                </a:cubicBezTo>
                <a:cubicBezTo>
                  <a:pt x="731874" y="144633"/>
                  <a:pt x="733778" y="149362"/>
                  <a:pt x="733778" y="154982"/>
                </a:cubicBezTo>
                <a:cubicBezTo>
                  <a:pt x="733778" y="162727"/>
                  <a:pt x="730142" y="169992"/>
                  <a:pt x="722871" y="176779"/>
                </a:cubicBezTo>
                <a:cubicBezTo>
                  <a:pt x="712171" y="186785"/>
                  <a:pt x="698212" y="191788"/>
                  <a:pt x="680995" y="191788"/>
                </a:cubicBezTo>
                <a:cubicBezTo>
                  <a:pt x="667757" y="191788"/>
                  <a:pt x="656576" y="188808"/>
                  <a:pt x="647453" y="182849"/>
                </a:cubicBezTo>
                <a:cubicBezTo>
                  <a:pt x="642308" y="179424"/>
                  <a:pt x="639736" y="175861"/>
                  <a:pt x="639736" y="172161"/>
                </a:cubicBezTo>
                <a:cubicBezTo>
                  <a:pt x="639736" y="170519"/>
                  <a:pt x="640113" y="168876"/>
                  <a:pt x="640868" y="167232"/>
                </a:cubicBezTo>
                <a:cubicBezTo>
                  <a:pt x="642034" y="164696"/>
                  <a:pt x="644435" y="161168"/>
                  <a:pt x="648070" y="156647"/>
                </a:cubicBezTo>
                <a:cubicBezTo>
                  <a:pt x="648550" y="156032"/>
                  <a:pt x="652049" y="152334"/>
                  <a:pt x="658565" y="145551"/>
                </a:cubicBezTo>
                <a:cubicBezTo>
                  <a:pt x="654998" y="143423"/>
                  <a:pt x="652477" y="141517"/>
                  <a:pt x="651003" y="139834"/>
                </a:cubicBezTo>
                <a:cubicBezTo>
                  <a:pt x="649528" y="138152"/>
                  <a:pt x="648790" y="136246"/>
                  <a:pt x="648790" y="134118"/>
                </a:cubicBezTo>
                <a:cubicBezTo>
                  <a:pt x="648790" y="131713"/>
                  <a:pt x="649768" y="128896"/>
                  <a:pt x="651723" y="125668"/>
                </a:cubicBezTo>
                <a:cubicBezTo>
                  <a:pt x="653678" y="122440"/>
                  <a:pt x="658188" y="117873"/>
                  <a:pt x="665253" y="111967"/>
                </a:cubicBezTo>
                <a:moveTo>
                  <a:pt x="683156" y="54532"/>
                </a:moveTo>
                <a:cubicBezTo>
                  <a:pt x="678080" y="54532"/>
                  <a:pt x="673827" y="56545"/>
                  <a:pt x="670397" y="60570"/>
                </a:cubicBezTo>
                <a:cubicBezTo>
                  <a:pt x="666968" y="64594"/>
                  <a:pt x="665253" y="70767"/>
                  <a:pt x="665253" y="79091"/>
                </a:cubicBezTo>
                <a:cubicBezTo>
                  <a:pt x="665253" y="89870"/>
                  <a:pt x="667585" y="98227"/>
                  <a:pt x="672249" y="104160"/>
                </a:cubicBezTo>
                <a:cubicBezTo>
                  <a:pt x="675816" y="108664"/>
                  <a:pt x="680343" y="110916"/>
                  <a:pt x="685831" y="110916"/>
                </a:cubicBezTo>
                <a:cubicBezTo>
                  <a:pt x="691044" y="110916"/>
                  <a:pt x="695331" y="108972"/>
                  <a:pt x="698692" y="105083"/>
                </a:cubicBezTo>
                <a:cubicBezTo>
                  <a:pt x="702053" y="101195"/>
                  <a:pt x="703734" y="95089"/>
                  <a:pt x="703734" y="86766"/>
                </a:cubicBezTo>
                <a:cubicBezTo>
                  <a:pt x="703734" y="75919"/>
                  <a:pt x="701367" y="67425"/>
                  <a:pt x="696634" y="61284"/>
                </a:cubicBezTo>
                <a:cubicBezTo>
                  <a:pt x="693136" y="56783"/>
                  <a:pt x="688643" y="54532"/>
                  <a:pt x="683156" y="54532"/>
                </a:cubicBezTo>
                <a:moveTo>
                  <a:pt x="664224" y="146371"/>
                </a:moveTo>
                <a:cubicBezTo>
                  <a:pt x="661000" y="149863"/>
                  <a:pt x="658565" y="153115"/>
                  <a:pt x="656919" y="156127"/>
                </a:cubicBezTo>
                <a:cubicBezTo>
                  <a:pt x="655272" y="159140"/>
                  <a:pt x="654449" y="161914"/>
                  <a:pt x="654449" y="164448"/>
                </a:cubicBezTo>
                <a:cubicBezTo>
                  <a:pt x="654449" y="167734"/>
                  <a:pt x="656439" y="170609"/>
                  <a:pt x="660417" y="173075"/>
                </a:cubicBezTo>
                <a:cubicBezTo>
                  <a:pt x="667276" y="177319"/>
                  <a:pt x="677188" y="179441"/>
                  <a:pt x="690152" y="179441"/>
                </a:cubicBezTo>
                <a:cubicBezTo>
                  <a:pt x="702499" y="179441"/>
                  <a:pt x="711605" y="177266"/>
                  <a:pt x="717470" y="172917"/>
                </a:cubicBezTo>
                <a:cubicBezTo>
                  <a:pt x="723334" y="168570"/>
                  <a:pt x="726267" y="163932"/>
                  <a:pt x="726267" y="159004"/>
                </a:cubicBezTo>
                <a:cubicBezTo>
                  <a:pt x="726267" y="155444"/>
                  <a:pt x="724518" y="152910"/>
                  <a:pt x="721019" y="151403"/>
                </a:cubicBezTo>
                <a:cubicBezTo>
                  <a:pt x="717453" y="149896"/>
                  <a:pt x="710387" y="149007"/>
                  <a:pt x="699824" y="148735"/>
                </a:cubicBezTo>
                <a:cubicBezTo>
                  <a:pt x="684390" y="148323"/>
                  <a:pt x="672524" y="147535"/>
                  <a:pt x="664224" y="1463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292B7-0F8A-4891-94CF-142AA658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5158884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00EA7-0801-4ED0-ACC5-64A89BD6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5158884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301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EB034BA3-BB06-4650-B26C-5D7A154C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7" y="5223293"/>
            <a:ext cx="634588" cy="191376"/>
          </a:xfrm>
          <a:custGeom xmlns:a="http://schemas.openxmlformats.org/drawingml/2006/main">
            <a:pathLst>
              <a:path w="634588" h="191376">
                <a:moveTo>
                  <a:pt x="57207" y="49387"/>
                </a:moveTo>
                <a:lnTo>
                  <a:pt x="57207" y="81283"/>
                </a:lnTo>
                <a:lnTo>
                  <a:pt x="53812" y="81283"/>
                </a:lnTo>
                <a:cubicBezTo>
                  <a:pt x="51205" y="71279"/>
                  <a:pt x="47861" y="64475"/>
                  <a:pt x="43780" y="60869"/>
                </a:cubicBezTo>
                <a:cubicBezTo>
                  <a:pt x="39699" y="57262"/>
                  <a:pt x="34503" y="55458"/>
                  <a:pt x="28192" y="55458"/>
                </a:cubicBezTo>
                <a:cubicBezTo>
                  <a:pt x="23390" y="55458"/>
                  <a:pt x="19515" y="56726"/>
                  <a:pt x="16565" y="59262"/>
                </a:cubicBezTo>
                <a:cubicBezTo>
                  <a:pt x="13616" y="61795"/>
                  <a:pt x="12141" y="64604"/>
                  <a:pt x="12141" y="67689"/>
                </a:cubicBezTo>
                <a:cubicBezTo>
                  <a:pt x="12141" y="71526"/>
                  <a:pt x="13239" y="74814"/>
                  <a:pt x="15434" y="77554"/>
                </a:cubicBezTo>
                <a:cubicBezTo>
                  <a:pt x="17560" y="80364"/>
                  <a:pt x="21881" y="83344"/>
                  <a:pt x="28398" y="86495"/>
                </a:cubicBezTo>
                <a:lnTo>
                  <a:pt x="43420" y="93794"/>
                </a:lnTo>
                <a:cubicBezTo>
                  <a:pt x="57344" y="100576"/>
                  <a:pt x="64307" y="109518"/>
                  <a:pt x="64307" y="120620"/>
                </a:cubicBezTo>
                <a:cubicBezTo>
                  <a:pt x="64307" y="129183"/>
                  <a:pt x="61065" y="136086"/>
                  <a:pt x="54583" y="141330"/>
                </a:cubicBezTo>
                <a:cubicBezTo>
                  <a:pt x="48101" y="146571"/>
                  <a:pt x="40847" y="149191"/>
                  <a:pt x="32822" y="149191"/>
                </a:cubicBezTo>
                <a:cubicBezTo>
                  <a:pt x="27060" y="149191"/>
                  <a:pt x="20475" y="148162"/>
                  <a:pt x="13067" y="146104"/>
                </a:cubicBezTo>
                <a:cubicBezTo>
                  <a:pt x="10803" y="145418"/>
                  <a:pt x="8951" y="145075"/>
                  <a:pt x="7511" y="145075"/>
                </a:cubicBezTo>
                <a:cubicBezTo>
                  <a:pt x="5933" y="145075"/>
                  <a:pt x="4699" y="145967"/>
                  <a:pt x="3807" y="147751"/>
                </a:cubicBezTo>
                <a:lnTo>
                  <a:pt x="412" y="147751"/>
                </a:lnTo>
                <a:lnTo>
                  <a:pt x="412" y="114003"/>
                </a:lnTo>
                <a:lnTo>
                  <a:pt x="3807" y="114003"/>
                </a:lnTo>
                <a:cubicBezTo>
                  <a:pt x="5728" y="123640"/>
                  <a:pt x="9397" y="130902"/>
                  <a:pt x="14816" y="135790"/>
                </a:cubicBezTo>
                <a:cubicBezTo>
                  <a:pt x="20235" y="140677"/>
                  <a:pt x="26306" y="143121"/>
                  <a:pt x="33028" y="143121"/>
                </a:cubicBezTo>
                <a:cubicBezTo>
                  <a:pt x="37761" y="143121"/>
                  <a:pt x="41619" y="141734"/>
                  <a:pt x="44603" y="138960"/>
                </a:cubicBezTo>
                <a:cubicBezTo>
                  <a:pt x="47587" y="136184"/>
                  <a:pt x="49079" y="132843"/>
                  <a:pt x="49079" y="128938"/>
                </a:cubicBezTo>
                <a:cubicBezTo>
                  <a:pt x="49079" y="124209"/>
                  <a:pt x="47415" y="120235"/>
                  <a:pt x="44089" y="117015"/>
                </a:cubicBezTo>
                <a:cubicBezTo>
                  <a:pt x="40762" y="113796"/>
                  <a:pt x="34125" y="109720"/>
                  <a:pt x="24179" y="104787"/>
                </a:cubicBezTo>
                <a:cubicBezTo>
                  <a:pt x="14233" y="99853"/>
                  <a:pt x="7717" y="95399"/>
                  <a:pt x="4630" y="91425"/>
                </a:cubicBezTo>
                <a:cubicBezTo>
                  <a:pt x="1543" y="87519"/>
                  <a:pt x="0" y="82586"/>
                  <a:pt x="0" y="76624"/>
                </a:cubicBezTo>
                <a:cubicBezTo>
                  <a:pt x="0" y="68882"/>
                  <a:pt x="2658" y="62407"/>
                  <a:pt x="7974" y="57201"/>
                </a:cubicBezTo>
                <a:cubicBezTo>
                  <a:pt x="13290" y="51992"/>
                  <a:pt x="20167" y="49387"/>
                  <a:pt x="28604" y="49387"/>
                </a:cubicBezTo>
                <a:cubicBezTo>
                  <a:pt x="32308" y="49387"/>
                  <a:pt x="36800" y="50176"/>
                  <a:pt x="42082" y="51754"/>
                </a:cubicBezTo>
                <a:cubicBezTo>
                  <a:pt x="45580" y="52783"/>
                  <a:pt x="47913" y="53297"/>
                  <a:pt x="49079" y="53297"/>
                </a:cubicBezTo>
                <a:cubicBezTo>
                  <a:pt x="50176" y="53297"/>
                  <a:pt x="51034" y="53057"/>
                  <a:pt x="51651" y="52577"/>
                </a:cubicBezTo>
                <a:cubicBezTo>
                  <a:pt x="52268" y="52097"/>
                  <a:pt x="52989" y="51034"/>
                  <a:pt x="53812" y="49387"/>
                </a:cubicBezTo>
                <a:lnTo>
                  <a:pt x="57207" y="49387"/>
                </a:lnTo>
                <a:close/>
                <a:moveTo>
                  <a:pt x="71475" y="61332"/>
                </a:moveTo>
                <a:lnTo>
                  <a:pt x="100490" y="49593"/>
                </a:lnTo>
                <a:lnTo>
                  <a:pt x="104400" y="49593"/>
                </a:lnTo>
                <a:lnTo>
                  <a:pt x="104400" y="71612"/>
                </a:lnTo>
                <a:cubicBezTo>
                  <a:pt x="109270" y="63312"/>
                  <a:pt x="114157" y="57533"/>
                  <a:pt x="119062" y="54275"/>
                </a:cubicBezTo>
                <a:cubicBezTo>
                  <a:pt x="123966" y="51016"/>
                  <a:pt x="129128" y="49387"/>
                  <a:pt x="134547" y="49387"/>
                </a:cubicBezTo>
                <a:cubicBezTo>
                  <a:pt x="144013" y="49387"/>
                  <a:pt x="151901" y="53087"/>
                  <a:pt x="158212" y="60487"/>
                </a:cubicBezTo>
                <a:cubicBezTo>
                  <a:pt x="165963" y="69532"/>
                  <a:pt x="169838" y="81319"/>
                  <a:pt x="169838" y="95846"/>
                </a:cubicBezTo>
                <a:cubicBezTo>
                  <a:pt x="169838" y="112085"/>
                  <a:pt x="165174" y="125516"/>
                  <a:pt x="155845" y="136137"/>
                </a:cubicBezTo>
                <a:cubicBezTo>
                  <a:pt x="148163" y="144840"/>
                  <a:pt x="138491" y="149191"/>
                  <a:pt x="126830" y="149191"/>
                </a:cubicBezTo>
                <a:cubicBezTo>
                  <a:pt x="121754" y="149191"/>
                  <a:pt x="117364" y="148471"/>
                  <a:pt x="113660" y="147030"/>
                </a:cubicBezTo>
                <a:cubicBezTo>
                  <a:pt x="110916" y="146001"/>
                  <a:pt x="107830" y="143944"/>
                  <a:pt x="104400" y="140857"/>
                </a:cubicBezTo>
                <a:lnTo>
                  <a:pt x="104400" y="169563"/>
                </a:lnTo>
                <a:cubicBezTo>
                  <a:pt x="104400" y="176011"/>
                  <a:pt x="104794" y="180110"/>
                  <a:pt x="105583" y="181859"/>
                </a:cubicBezTo>
                <a:cubicBezTo>
                  <a:pt x="106372" y="183608"/>
                  <a:pt x="107744" y="184997"/>
                  <a:pt x="109699" y="186026"/>
                </a:cubicBezTo>
                <a:cubicBezTo>
                  <a:pt x="111654" y="187055"/>
                  <a:pt x="115204" y="187569"/>
                  <a:pt x="120348" y="187569"/>
                </a:cubicBezTo>
                <a:lnTo>
                  <a:pt x="120348" y="191376"/>
                </a:lnTo>
                <a:lnTo>
                  <a:pt x="70961" y="191376"/>
                </a:lnTo>
                <a:lnTo>
                  <a:pt x="70961" y="187569"/>
                </a:lnTo>
                <a:lnTo>
                  <a:pt x="73533" y="187569"/>
                </a:lnTo>
                <a:cubicBezTo>
                  <a:pt x="77306" y="187638"/>
                  <a:pt x="80529" y="186917"/>
                  <a:pt x="83205" y="185405"/>
                </a:cubicBezTo>
                <a:cubicBezTo>
                  <a:pt x="84508" y="184651"/>
                  <a:pt x="85520" y="183432"/>
                  <a:pt x="86240" y="181749"/>
                </a:cubicBezTo>
                <a:cubicBezTo>
                  <a:pt x="86960" y="180069"/>
                  <a:pt x="87320" y="175797"/>
                  <a:pt x="87320" y="168933"/>
                </a:cubicBezTo>
                <a:lnTo>
                  <a:pt x="87320" y="79763"/>
                </a:lnTo>
                <a:cubicBezTo>
                  <a:pt x="87320" y="73653"/>
                  <a:pt x="87046" y="69776"/>
                  <a:pt x="86497" y="68130"/>
                </a:cubicBezTo>
                <a:cubicBezTo>
                  <a:pt x="85948" y="66481"/>
                  <a:pt x="85074" y="65245"/>
                  <a:pt x="83873" y="64422"/>
                </a:cubicBezTo>
                <a:cubicBezTo>
                  <a:pt x="82673" y="63597"/>
                  <a:pt x="81044" y="63184"/>
                  <a:pt x="78986" y="63184"/>
                </a:cubicBezTo>
                <a:cubicBezTo>
                  <a:pt x="77340" y="63184"/>
                  <a:pt x="75248" y="63665"/>
                  <a:pt x="72710" y="64625"/>
                </a:cubicBezTo>
                <a:lnTo>
                  <a:pt x="71475" y="61332"/>
                </a:lnTo>
                <a:moveTo>
                  <a:pt x="104400" y="77869"/>
                </a:moveTo>
                <a:lnTo>
                  <a:pt x="104400" y="113012"/>
                </a:lnTo>
                <a:cubicBezTo>
                  <a:pt x="104400" y="120618"/>
                  <a:pt x="104709" y="125618"/>
                  <a:pt x="105326" y="128015"/>
                </a:cubicBezTo>
                <a:cubicBezTo>
                  <a:pt x="106286" y="131989"/>
                  <a:pt x="108636" y="135483"/>
                  <a:pt x="112374" y="138497"/>
                </a:cubicBezTo>
                <a:cubicBezTo>
                  <a:pt x="116112" y="141511"/>
                  <a:pt x="120828" y="143018"/>
                  <a:pt x="126521" y="143018"/>
                </a:cubicBezTo>
                <a:cubicBezTo>
                  <a:pt x="133381" y="143018"/>
                  <a:pt x="138937" y="140346"/>
                  <a:pt x="143190" y="135002"/>
                </a:cubicBezTo>
                <a:cubicBezTo>
                  <a:pt x="148746" y="128016"/>
                  <a:pt x="151524" y="118186"/>
                  <a:pt x="151524" y="105511"/>
                </a:cubicBezTo>
                <a:cubicBezTo>
                  <a:pt x="151524" y="91126"/>
                  <a:pt x="148369" y="80063"/>
                  <a:pt x="142058" y="72322"/>
                </a:cubicBezTo>
                <a:cubicBezTo>
                  <a:pt x="137668" y="66978"/>
                  <a:pt x="132455" y="64307"/>
                  <a:pt x="126419" y="64307"/>
                </a:cubicBezTo>
                <a:cubicBezTo>
                  <a:pt x="123126" y="64307"/>
                  <a:pt x="119868" y="65129"/>
                  <a:pt x="116644" y="66773"/>
                </a:cubicBezTo>
                <a:cubicBezTo>
                  <a:pt x="114175" y="68005"/>
                  <a:pt x="110093" y="71704"/>
                  <a:pt x="104400" y="77869"/>
                </a:cubicBezTo>
                <a:close/>
                <a:moveTo>
                  <a:pt x="199471" y="87663"/>
                </a:moveTo>
                <a:cubicBezTo>
                  <a:pt x="199402" y="101624"/>
                  <a:pt x="202798" y="112574"/>
                  <a:pt x="209657" y="120514"/>
                </a:cubicBezTo>
                <a:cubicBezTo>
                  <a:pt x="216516" y="128451"/>
                  <a:pt x="224576" y="132420"/>
                  <a:pt x="233836" y="132420"/>
                </a:cubicBezTo>
                <a:cubicBezTo>
                  <a:pt x="240010" y="132420"/>
                  <a:pt x="245377" y="130722"/>
                  <a:pt x="249939" y="127327"/>
                </a:cubicBezTo>
                <a:cubicBezTo>
                  <a:pt x="254500" y="123931"/>
                  <a:pt x="258324" y="118118"/>
                  <a:pt x="261411" y="109887"/>
                </a:cubicBezTo>
                <a:lnTo>
                  <a:pt x="264600" y="111945"/>
                </a:lnTo>
                <a:cubicBezTo>
                  <a:pt x="263160" y="121342"/>
                  <a:pt x="258976" y="129899"/>
                  <a:pt x="252048" y="137616"/>
                </a:cubicBezTo>
                <a:cubicBezTo>
                  <a:pt x="245120" y="145333"/>
                  <a:pt x="236443" y="149191"/>
                  <a:pt x="226016" y="149191"/>
                </a:cubicBezTo>
                <a:cubicBezTo>
                  <a:pt x="214699" y="149191"/>
                  <a:pt x="205010" y="144794"/>
                  <a:pt x="196950" y="135999"/>
                </a:cubicBezTo>
                <a:cubicBezTo>
                  <a:pt x="188890" y="127201"/>
                  <a:pt x="184860" y="115376"/>
                  <a:pt x="184860" y="100521"/>
                </a:cubicBezTo>
                <a:cubicBezTo>
                  <a:pt x="184860" y="84436"/>
                  <a:pt x="188993" y="71893"/>
                  <a:pt x="197259" y="62892"/>
                </a:cubicBezTo>
                <a:cubicBezTo>
                  <a:pt x="205524" y="53889"/>
                  <a:pt x="215899" y="49387"/>
                  <a:pt x="228383" y="49387"/>
                </a:cubicBezTo>
                <a:cubicBezTo>
                  <a:pt x="238946" y="49387"/>
                  <a:pt x="247623" y="52860"/>
                  <a:pt x="254414" y="59805"/>
                </a:cubicBezTo>
                <a:cubicBezTo>
                  <a:pt x="261205" y="66748"/>
                  <a:pt x="264600" y="76034"/>
                  <a:pt x="264600" y="87663"/>
                </a:cubicBezTo>
                <a:lnTo>
                  <a:pt x="199471" y="87663"/>
                </a:lnTo>
                <a:moveTo>
                  <a:pt x="199471" y="81695"/>
                </a:moveTo>
                <a:lnTo>
                  <a:pt x="243096" y="81695"/>
                </a:lnTo>
                <a:cubicBezTo>
                  <a:pt x="242753" y="75659"/>
                  <a:pt x="242033" y="71406"/>
                  <a:pt x="240936" y="68937"/>
                </a:cubicBezTo>
                <a:cubicBezTo>
                  <a:pt x="239221" y="65095"/>
                  <a:pt x="236666" y="62077"/>
                  <a:pt x="233270" y="59882"/>
                </a:cubicBezTo>
                <a:cubicBezTo>
                  <a:pt x="229875" y="57687"/>
                  <a:pt x="226325" y="56590"/>
                  <a:pt x="222621" y="56590"/>
                </a:cubicBezTo>
                <a:cubicBezTo>
                  <a:pt x="216928" y="56590"/>
                  <a:pt x="211835" y="58802"/>
                  <a:pt x="207342" y="63226"/>
                </a:cubicBezTo>
                <a:cubicBezTo>
                  <a:pt x="202849" y="67650"/>
                  <a:pt x="200225" y="73807"/>
                  <a:pt x="199471" y="81695"/>
                </a:cubicBezTo>
                <a:close/>
                <a:moveTo>
                  <a:pt x="330585" y="132729"/>
                </a:moveTo>
                <a:cubicBezTo>
                  <a:pt x="320914" y="140205"/>
                  <a:pt x="314843" y="144527"/>
                  <a:pt x="312374" y="145693"/>
                </a:cubicBezTo>
                <a:cubicBezTo>
                  <a:pt x="308670" y="147476"/>
                  <a:pt x="304725" y="148368"/>
                  <a:pt x="300541" y="148368"/>
                </a:cubicBezTo>
                <a:cubicBezTo>
                  <a:pt x="294025" y="148368"/>
                  <a:pt x="288657" y="146139"/>
                  <a:pt x="284439" y="141680"/>
                </a:cubicBezTo>
                <a:cubicBezTo>
                  <a:pt x="280220" y="137222"/>
                  <a:pt x="278111" y="131357"/>
                  <a:pt x="278111" y="124086"/>
                </a:cubicBezTo>
                <a:cubicBezTo>
                  <a:pt x="278111" y="119490"/>
                  <a:pt x="279140" y="115512"/>
                  <a:pt x="281198" y="112151"/>
                </a:cubicBezTo>
                <a:cubicBezTo>
                  <a:pt x="284010" y="107486"/>
                  <a:pt x="288897" y="103096"/>
                  <a:pt x="295860" y="98981"/>
                </a:cubicBezTo>
                <a:cubicBezTo>
                  <a:pt x="302822" y="94865"/>
                  <a:pt x="314397" y="89858"/>
                  <a:pt x="330585" y="83959"/>
                </a:cubicBezTo>
                <a:lnTo>
                  <a:pt x="330585" y="80255"/>
                </a:lnTo>
                <a:cubicBezTo>
                  <a:pt x="330585" y="70857"/>
                  <a:pt x="329093" y="64409"/>
                  <a:pt x="326110" y="60911"/>
                </a:cubicBezTo>
                <a:cubicBezTo>
                  <a:pt x="323126" y="57413"/>
                  <a:pt x="318787" y="55664"/>
                  <a:pt x="313094" y="55664"/>
                </a:cubicBezTo>
                <a:cubicBezTo>
                  <a:pt x="308772" y="55664"/>
                  <a:pt x="305343" y="56826"/>
                  <a:pt x="302805" y="59149"/>
                </a:cubicBezTo>
                <a:cubicBezTo>
                  <a:pt x="300198" y="61473"/>
                  <a:pt x="298895" y="64138"/>
                  <a:pt x="298895" y="67146"/>
                </a:cubicBezTo>
                <a:lnTo>
                  <a:pt x="299101" y="73091"/>
                </a:lnTo>
                <a:cubicBezTo>
                  <a:pt x="299101" y="76233"/>
                  <a:pt x="298295" y="78659"/>
                  <a:pt x="296683" y="80367"/>
                </a:cubicBezTo>
                <a:cubicBezTo>
                  <a:pt x="295071" y="82075"/>
                  <a:pt x="292962" y="82930"/>
                  <a:pt x="290355" y="82930"/>
                </a:cubicBezTo>
                <a:cubicBezTo>
                  <a:pt x="287817" y="82930"/>
                  <a:pt x="285742" y="82041"/>
                  <a:pt x="284130" y="80264"/>
                </a:cubicBezTo>
                <a:cubicBezTo>
                  <a:pt x="282518" y="78485"/>
                  <a:pt x="281712" y="76056"/>
                  <a:pt x="281712" y="72978"/>
                </a:cubicBezTo>
                <a:cubicBezTo>
                  <a:pt x="281712" y="67098"/>
                  <a:pt x="284730" y="61697"/>
                  <a:pt x="290767" y="56773"/>
                </a:cubicBezTo>
                <a:cubicBezTo>
                  <a:pt x="296803" y="51849"/>
                  <a:pt x="305274" y="49387"/>
                  <a:pt x="316181" y="49387"/>
                </a:cubicBezTo>
                <a:cubicBezTo>
                  <a:pt x="324549" y="49387"/>
                  <a:pt x="331408" y="50791"/>
                  <a:pt x="336759" y="53599"/>
                </a:cubicBezTo>
                <a:cubicBezTo>
                  <a:pt x="340806" y="55724"/>
                  <a:pt x="343790" y="59047"/>
                  <a:pt x="345710" y="63570"/>
                </a:cubicBezTo>
                <a:cubicBezTo>
                  <a:pt x="346945" y="66515"/>
                  <a:pt x="347562" y="72544"/>
                  <a:pt x="347562" y="81656"/>
                </a:cubicBezTo>
                <a:lnTo>
                  <a:pt x="347562" y="113617"/>
                </a:lnTo>
                <a:cubicBezTo>
                  <a:pt x="347562" y="122592"/>
                  <a:pt x="347734" y="128090"/>
                  <a:pt x="348077" y="130111"/>
                </a:cubicBezTo>
                <a:cubicBezTo>
                  <a:pt x="348420" y="132133"/>
                  <a:pt x="348985" y="133486"/>
                  <a:pt x="349774" y="134172"/>
                </a:cubicBezTo>
                <a:cubicBezTo>
                  <a:pt x="350563" y="134856"/>
                  <a:pt x="351472" y="135198"/>
                  <a:pt x="352501" y="135198"/>
                </a:cubicBezTo>
                <a:cubicBezTo>
                  <a:pt x="353598" y="135198"/>
                  <a:pt x="354559" y="134958"/>
                  <a:pt x="355382" y="134478"/>
                </a:cubicBezTo>
                <a:cubicBezTo>
                  <a:pt x="356822" y="133586"/>
                  <a:pt x="359600" y="131082"/>
                  <a:pt x="363716" y="126967"/>
                </a:cubicBezTo>
                <a:lnTo>
                  <a:pt x="363716" y="132729"/>
                </a:lnTo>
                <a:cubicBezTo>
                  <a:pt x="356033" y="143018"/>
                  <a:pt x="348694" y="148162"/>
                  <a:pt x="341697" y="148162"/>
                </a:cubicBezTo>
                <a:cubicBezTo>
                  <a:pt x="338336" y="148162"/>
                  <a:pt x="335661" y="146996"/>
                  <a:pt x="333672" y="144664"/>
                </a:cubicBezTo>
                <a:cubicBezTo>
                  <a:pt x="331683" y="142332"/>
                  <a:pt x="330654" y="138353"/>
                  <a:pt x="330585" y="132729"/>
                </a:cubicBezTo>
                <a:moveTo>
                  <a:pt x="330585" y="125983"/>
                </a:moveTo>
                <a:lnTo>
                  <a:pt x="330585" y="90235"/>
                </a:lnTo>
                <a:cubicBezTo>
                  <a:pt x="320228" y="94331"/>
                  <a:pt x="313540" y="97234"/>
                  <a:pt x="310522" y="98942"/>
                </a:cubicBezTo>
                <a:cubicBezTo>
                  <a:pt x="305103" y="101947"/>
                  <a:pt x="301227" y="105089"/>
                  <a:pt x="298895" y="108366"/>
                </a:cubicBezTo>
                <a:cubicBezTo>
                  <a:pt x="296563" y="111644"/>
                  <a:pt x="295397" y="115229"/>
                  <a:pt x="295397" y="119121"/>
                </a:cubicBezTo>
                <a:cubicBezTo>
                  <a:pt x="295397" y="124039"/>
                  <a:pt x="296872" y="128119"/>
                  <a:pt x="299821" y="131362"/>
                </a:cubicBezTo>
                <a:cubicBezTo>
                  <a:pt x="302771" y="134605"/>
                  <a:pt x="306166" y="136227"/>
                  <a:pt x="310007" y="136227"/>
                </a:cubicBezTo>
                <a:cubicBezTo>
                  <a:pt x="315220" y="136227"/>
                  <a:pt x="322080" y="132812"/>
                  <a:pt x="330585" y="125983"/>
                </a:cubicBezTo>
                <a:close/>
                <a:moveTo>
                  <a:pt x="398628" y="0"/>
                </a:moveTo>
                <a:lnTo>
                  <a:pt x="398628" y="93733"/>
                </a:lnTo>
                <a:lnTo>
                  <a:pt x="422601" y="71920"/>
                </a:lnTo>
                <a:cubicBezTo>
                  <a:pt x="427677" y="67256"/>
                  <a:pt x="430627" y="64307"/>
                  <a:pt x="431450" y="63072"/>
                </a:cubicBezTo>
                <a:cubicBezTo>
                  <a:pt x="431999" y="62249"/>
                  <a:pt x="432273" y="61426"/>
                  <a:pt x="432273" y="60602"/>
                </a:cubicBezTo>
                <a:cubicBezTo>
                  <a:pt x="432273" y="59231"/>
                  <a:pt x="431707" y="58047"/>
                  <a:pt x="430575" y="57053"/>
                </a:cubicBezTo>
                <a:cubicBezTo>
                  <a:pt x="429444" y="56058"/>
                  <a:pt x="427574" y="55492"/>
                  <a:pt x="424968" y="55355"/>
                </a:cubicBezTo>
                <a:lnTo>
                  <a:pt x="424968" y="52063"/>
                </a:lnTo>
                <a:lnTo>
                  <a:pt x="465918" y="52063"/>
                </a:lnTo>
                <a:lnTo>
                  <a:pt x="465918" y="55355"/>
                </a:lnTo>
                <a:cubicBezTo>
                  <a:pt x="460294" y="55492"/>
                  <a:pt x="455612" y="56350"/>
                  <a:pt x="451874" y="57927"/>
                </a:cubicBezTo>
                <a:cubicBezTo>
                  <a:pt x="448135" y="59505"/>
                  <a:pt x="444037" y="62317"/>
                  <a:pt x="439578" y="66364"/>
                </a:cubicBezTo>
                <a:lnTo>
                  <a:pt x="415399" y="88692"/>
                </a:lnTo>
                <a:lnTo>
                  <a:pt x="439578" y="119192"/>
                </a:lnTo>
                <a:cubicBezTo>
                  <a:pt x="446301" y="127612"/>
                  <a:pt x="450828" y="132952"/>
                  <a:pt x="453160" y="135211"/>
                </a:cubicBezTo>
                <a:cubicBezTo>
                  <a:pt x="456452" y="138428"/>
                  <a:pt x="459333" y="140517"/>
                  <a:pt x="461803" y="141478"/>
                </a:cubicBezTo>
                <a:cubicBezTo>
                  <a:pt x="463518" y="142161"/>
                  <a:pt x="466501" y="142503"/>
                  <a:pt x="470754" y="142503"/>
                </a:cubicBezTo>
                <a:lnTo>
                  <a:pt x="470754" y="146310"/>
                </a:lnTo>
                <a:lnTo>
                  <a:pt x="424968" y="146310"/>
                </a:lnTo>
                <a:lnTo>
                  <a:pt x="424968" y="142503"/>
                </a:lnTo>
                <a:cubicBezTo>
                  <a:pt x="427574" y="142435"/>
                  <a:pt x="429341" y="142041"/>
                  <a:pt x="430267" y="141323"/>
                </a:cubicBezTo>
                <a:cubicBezTo>
                  <a:pt x="431193" y="140603"/>
                  <a:pt x="431656" y="139593"/>
                  <a:pt x="431656" y="138294"/>
                </a:cubicBezTo>
                <a:cubicBezTo>
                  <a:pt x="431656" y="136719"/>
                  <a:pt x="430284" y="134186"/>
                  <a:pt x="427540" y="130697"/>
                </a:cubicBezTo>
                <a:lnTo>
                  <a:pt x="398628" y="93836"/>
                </a:lnTo>
                <a:lnTo>
                  <a:pt x="398628" y="125047"/>
                </a:lnTo>
                <a:cubicBezTo>
                  <a:pt x="398628" y="131139"/>
                  <a:pt x="399057" y="135144"/>
                  <a:pt x="399914" y="137063"/>
                </a:cubicBezTo>
                <a:cubicBezTo>
                  <a:pt x="400772" y="138979"/>
                  <a:pt x="401989" y="140348"/>
                  <a:pt x="403567" y="141169"/>
                </a:cubicBezTo>
                <a:cubicBezTo>
                  <a:pt x="405144" y="141990"/>
                  <a:pt x="408574" y="142435"/>
                  <a:pt x="413856" y="142503"/>
                </a:cubicBezTo>
                <a:lnTo>
                  <a:pt x="413856" y="146310"/>
                </a:lnTo>
                <a:lnTo>
                  <a:pt x="365909" y="146310"/>
                </a:lnTo>
                <a:lnTo>
                  <a:pt x="365909" y="142503"/>
                </a:lnTo>
                <a:cubicBezTo>
                  <a:pt x="370710" y="142503"/>
                  <a:pt x="374312" y="141920"/>
                  <a:pt x="376712" y="140754"/>
                </a:cubicBezTo>
                <a:cubicBezTo>
                  <a:pt x="378153" y="140002"/>
                  <a:pt x="379250" y="138837"/>
                  <a:pt x="380005" y="137259"/>
                </a:cubicBezTo>
                <a:cubicBezTo>
                  <a:pt x="381034" y="134998"/>
                  <a:pt x="381548" y="131091"/>
                  <a:pt x="381548" y="125539"/>
                </a:cubicBezTo>
                <a:lnTo>
                  <a:pt x="381548" y="39790"/>
                </a:lnTo>
                <a:cubicBezTo>
                  <a:pt x="381548" y="28892"/>
                  <a:pt x="381308" y="22226"/>
                  <a:pt x="380828" y="19794"/>
                </a:cubicBezTo>
                <a:cubicBezTo>
                  <a:pt x="380348" y="17358"/>
                  <a:pt x="379559" y="15679"/>
                  <a:pt x="378461" y="14755"/>
                </a:cubicBezTo>
                <a:cubicBezTo>
                  <a:pt x="377364" y="13829"/>
                  <a:pt x="375923" y="13366"/>
                  <a:pt x="374140" y="13366"/>
                </a:cubicBezTo>
                <a:cubicBezTo>
                  <a:pt x="372700" y="13366"/>
                  <a:pt x="370539" y="13949"/>
                  <a:pt x="367658" y="15115"/>
                </a:cubicBezTo>
                <a:lnTo>
                  <a:pt x="365909" y="11514"/>
                </a:lnTo>
                <a:lnTo>
                  <a:pt x="393895" y="0"/>
                </a:lnTo>
                <a:lnTo>
                  <a:pt x="398628" y="0"/>
                </a:lnTo>
                <a:close/>
                <a:moveTo>
                  <a:pt x="491950" y="87663"/>
                </a:moveTo>
                <a:cubicBezTo>
                  <a:pt x="491881" y="101624"/>
                  <a:pt x="495277" y="112574"/>
                  <a:pt x="502136" y="120514"/>
                </a:cubicBezTo>
                <a:cubicBezTo>
                  <a:pt x="508995" y="128451"/>
                  <a:pt x="517055" y="132420"/>
                  <a:pt x="526315" y="132420"/>
                </a:cubicBezTo>
                <a:cubicBezTo>
                  <a:pt x="532489" y="132420"/>
                  <a:pt x="537856" y="130722"/>
                  <a:pt x="542417" y="127327"/>
                </a:cubicBezTo>
                <a:cubicBezTo>
                  <a:pt x="546979" y="123931"/>
                  <a:pt x="550803" y="118118"/>
                  <a:pt x="553890" y="109887"/>
                </a:cubicBezTo>
                <a:lnTo>
                  <a:pt x="557079" y="111945"/>
                </a:lnTo>
                <a:cubicBezTo>
                  <a:pt x="555639" y="121342"/>
                  <a:pt x="551455" y="129899"/>
                  <a:pt x="544527" y="137616"/>
                </a:cubicBezTo>
                <a:cubicBezTo>
                  <a:pt x="537599" y="145333"/>
                  <a:pt x="528922" y="149191"/>
                  <a:pt x="518495" y="149191"/>
                </a:cubicBezTo>
                <a:cubicBezTo>
                  <a:pt x="507178" y="149191"/>
                  <a:pt x="497489" y="144794"/>
                  <a:pt x="489429" y="135999"/>
                </a:cubicBezTo>
                <a:cubicBezTo>
                  <a:pt x="481369" y="127201"/>
                  <a:pt x="477339" y="115376"/>
                  <a:pt x="477339" y="100521"/>
                </a:cubicBezTo>
                <a:cubicBezTo>
                  <a:pt x="477339" y="84436"/>
                  <a:pt x="481472" y="71893"/>
                  <a:pt x="489738" y="62892"/>
                </a:cubicBezTo>
                <a:cubicBezTo>
                  <a:pt x="498003" y="53889"/>
                  <a:pt x="508378" y="49387"/>
                  <a:pt x="520862" y="49387"/>
                </a:cubicBezTo>
                <a:cubicBezTo>
                  <a:pt x="531425" y="49387"/>
                  <a:pt x="540102" y="52860"/>
                  <a:pt x="546893" y="59805"/>
                </a:cubicBezTo>
                <a:cubicBezTo>
                  <a:pt x="553684" y="66748"/>
                  <a:pt x="557079" y="76034"/>
                  <a:pt x="557079" y="87663"/>
                </a:cubicBezTo>
                <a:lnTo>
                  <a:pt x="491950" y="87663"/>
                </a:lnTo>
                <a:moveTo>
                  <a:pt x="491950" y="81695"/>
                </a:moveTo>
                <a:lnTo>
                  <a:pt x="535575" y="81695"/>
                </a:lnTo>
                <a:cubicBezTo>
                  <a:pt x="535232" y="75659"/>
                  <a:pt x="534512" y="71406"/>
                  <a:pt x="533415" y="68937"/>
                </a:cubicBezTo>
                <a:cubicBezTo>
                  <a:pt x="531700" y="65095"/>
                  <a:pt x="529145" y="62077"/>
                  <a:pt x="525749" y="59882"/>
                </a:cubicBezTo>
                <a:cubicBezTo>
                  <a:pt x="522354" y="57687"/>
                  <a:pt x="518804" y="56590"/>
                  <a:pt x="515100" y="56590"/>
                </a:cubicBezTo>
                <a:cubicBezTo>
                  <a:pt x="509407" y="56590"/>
                  <a:pt x="504314" y="58802"/>
                  <a:pt x="499821" y="63226"/>
                </a:cubicBezTo>
                <a:cubicBezTo>
                  <a:pt x="495328" y="67650"/>
                  <a:pt x="492704" y="73807"/>
                  <a:pt x="491950" y="81695"/>
                </a:cubicBezTo>
                <a:close/>
                <a:moveTo>
                  <a:pt x="597239" y="49387"/>
                </a:moveTo>
                <a:lnTo>
                  <a:pt x="597239" y="70583"/>
                </a:lnTo>
                <a:cubicBezTo>
                  <a:pt x="605127" y="56453"/>
                  <a:pt x="613221" y="49387"/>
                  <a:pt x="621521" y="49387"/>
                </a:cubicBezTo>
                <a:cubicBezTo>
                  <a:pt x="625293" y="49387"/>
                  <a:pt x="628414" y="50536"/>
                  <a:pt x="630884" y="52834"/>
                </a:cubicBezTo>
                <a:cubicBezTo>
                  <a:pt x="633353" y="55132"/>
                  <a:pt x="634588" y="57790"/>
                  <a:pt x="634588" y="60808"/>
                </a:cubicBezTo>
                <a:cubicBezTo>
                  <a:pt x="634588" y="63483"/>
                  <a:pt x="633696" y="65747"/>
                  <a:pt x="631913" y="67599"/>
                </a:cubicBezTo>
                <a:cubicBezTo>
                  <a:pt x="630129" y="69451"/>
                  <a:pt x="628003" y="70377"/>
                  <a:pt x="625533" y="70377"/>
                </a:cubicBezTo>
                <a:cubicBezTo>
                  <a:pt x="623133" y="70377"/>
                  <a:pt x="620440" y="69194"/>
                  <a:pt x="617457" y="66827"/>
                </a:cubicBezTo>
                <a:cubicBezTo>
                  <a:pt x="614473" y="64461"/>
                  <a:pt x="612261" y="63278"/>
                  <a:pt x="610820" y="63278"/>
                </a:cubicBezTo>
                <a:cubicBezTo>
                  <a:pt x="609585" y="63278"/>
                  <a:pt x="608248" y="63961"/>
                  <a:pt x="606807" y="65329"/>
                </a:cubicBezTo>
                <a:cubicBezTo>
                  <a:pt x="603721" y="68135"/>
                  <a:pt x="600531" y="72753"/>
                  <a:pt x="597239" y="79184"/>
                </a:cubicBezTo>
                <a:lnTo>
                  <a:pt x="597239" y="124237"/>
                </a:lnTo>
                <a:cubicBezTo>
                  <a:pt x="597239" y="129435"/>
                  <a:pt x="597890" y="133368"/>
                  <a:pt x="599194" y="136037"/>
                </a:cubicBezTo>
                <a:cubicBezTo>
                  <a:pt x="600085" y="137885"/>
                  <a:pt x="601663" y="139425"/>
                  <a:pt x="603927" y="140658"/>
                </a:cubicBezTo>
                <a:cubicBezTo>
                  <a:pt x="606190" y="141888"/>
                  <a:pt x="609448" y="142503"/>
                  <a:pt x="613701" y="142503"/>
                </a:cubicBezTo>
                <a:lnTo>
                  <a:pt x="613701" y="146310"/>
                </a:lnTo>
                <a:lnTo>
                  <a:pt x="565446" y="146310"/>
                </a:lnTo>
                <a:lnTo>
                  <a:pt x="565446" y="142503"/>
                </a:lnTo>
                <a:cubicBezTo>
                  <a:pt x="570247" y="142503"/>
                  <a:pt x="573814" y="141751"/>
                  <a:pt x="576146" y="140246"/>
                </a:cubicBezTo>
                <a:cubicBezTo>
                  <a:pt x="577861" y="139151"/>
                  <a:pt x="579061" y="137405"/>
                  <a:pt x="579747" y="135008"/>
                </a:cubicBezTo>
                <a:cubicBezTo>
                  <a:pt x="580090" y="133844"/>
                  <a:pt x="580262" y="130525"/>
                  <a:pt x="580262" y="125050"/>
                </a:cubicBezTo>
                <a:lnTo>
                  <a:pt x="580262" y="88605"/>
                </a:lnTo>
                <a:cubicBezTo>
                  <a:pt x="580262" y="77653"/>
                  <a:pt x="580039" y="71135"/>
                  <a:pt x="579593" y="69049"/>
                </a:cubicBezTo>
                <a:cubicBezTo>
                  <a:pt x="579147" y="66961"/>
                  <a:pt x="578324" y="65438"/>
                  <a:pt x="577124" y="64480"/>
                </a:cubicBezTo>
                <a:cubicBezTo>
                  <a:pt x="575923" y="63522"/>
                  <a:pt x="574431" y="63043"/>
                  <a:pt x="572648" y="63043"/>
                </a:cubicBezTo>
                <a:cubicBezTo>
                  <a:pt x="570521" y="63043"/>
                  <a:pt x="568121" y="63556"/>
                  <a:pt x="565446" y="64583"/>
                </a:cubicBezTo>
                <a:lnTo>
                  <a:pt x="564417" y="60885"/>
                </a:lnTo>
                <a:lnTo>
                  <a:pt x="592917" y="49387"/>
                </a:lnTo>
                <a:lnTo>
                  <a:pt x="597239" y="49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F4B5D-ED01-412C-949C-DDC6B6FA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5158884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58569-7050-4AE6-8623-6B8D766E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5158884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04" name="Text at">
            <a:extLst xmlns:a="http://schemas.openxmlformats.org/drawingml/2006/main">
              <a:ext uri="{FF2B5EF4-FFF2-40B4-BE49-F238E27FC236}">
                <a16:creationId xmlns:a16="http://schemas.microsoft.com/office/drawing/2014/main" id="{E5C37EC5-5DD9-4653-B307-59C8010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936" y="5244283"/>
            <a:ext cx="144902" cy="127378"/>
          </a:xfrm>
          <a:custGeom xmlns:a="http://schemas.openxmlformats.org/drawingml/2006/main">
            <a:pathLst>
              <a:path w="144902" h="127378">
                <a:moveTo>
                  <a:pt x="52474" y="111739"/>
                </a:moveTo>
                <a:cubicBezTo>
                  <a:pt x="42802" y="119216"/>
                  <a:pt x="36732" y="123537"/>
                  <a:pt x="34263" y="124703"/>
                </a:cubicBezTo>
                <a:cubicBezTo>
                  <a:pt x="30558" y="126487"/>
                  <a:pt x="26614" y="127378"/>
                  <a:pt x="22430" y="127378"/>
                </a:cubicBezTo>
                <a:cubicBezTo>
                  <a:pt x="15914" y="127378"/>
                  <a:pt x="10546" y="125149"/>
                  <a:pt x="6328" y="120690"/>
                </a:cubicBezTo>
                <a:cubicBezTo>
                  <a:pt x="2109" y="116232"/>
                  <a:pt x="0" y="110367"/>
                  <a:pt x="0" y="103096"/>
                </a:cubicBezTo>
                <a:cubicBezTo>
                  <a:pt x="0" y="98500"/>
                  <a:pt x="1029" y="94522"/>
                  <a:pt x="3087" y="91161"/>
                </a:cubicBezTo>
                <a:cubicBezTo>
                  <a:pt x="5899" y="86497"/>
                  <a:pt x="10786" y="82107"/>
                  <a:pt x="17749" y="77991"/>
                </a:cubicBezTo>
                <a:cubicBezTo>
                  <a:pt x="24711" y="73875"/>
                  <a:pt x="36286" y="68868"/>
                  <a:pt x="52474" y="62969"/>
                </a:cubicBezTo>
                <a:lnTo>
                  <a:pt x="52474" y="59265"/>
                </a:lnTo>
                <a:cubicBezTo>
                  <a:pt x="52474" y="49868"/>
                  <a:pt x="50982" y="43420"/>
                  <a:pt x="47998" y="39921"/>
                </a:cubicBezTo>
                <a:cubicBezTo>
                  <a:pt x="45015" y="36423"/>
                  <a:pt x="40676" y="34674"/>
                  <a:pt x="34983" y="34674"/>
                </a:cubicBezTo>
                <a:cubicBezTo>
                  <a:pt x="30661" y="34674"/>
                  <a:pt x="27232" y="35836"/>
                  <a:pt x="24694" y="38159"/>
                </a:cubicBezTo>
                <a:cubicBezTo>
                  <a:pt x="22087" y="40483"/>
                  <a:pt x="20784" y="43149"/>
                  <a:pt x="20784" y="46156"/>
                </a:cubicBezTo>
                <a:lnTo>
                  <a:pt x="20990" y="52101"/>
                </a:lnTo>
                <a:cubicBezTo>
                  <a:pt x="20990" y="55244"/>
                  <a:pt x="20184" y="57669"/>
                  <a:pt x="18572" y="59377"/>
                </a:cubicBezTo>
                <a:cubicBezTo>
                  <a:pt x="16960" y="61086"/>
                  <a:pt x="14851" y="61940"/>
                  <a:pt x="12244" y="61940"/>
                </a:cubicBezTo>
                <a:cubicBezTo>
                  <a:pt x="9706" y="61940"/>
                  <a:pt x="7631" y="61052"/>
                  <a:pt x="6019" y="59275"/>
                </a:cubicBezTo>
                <a:cubicBezTo>
                  <a:pt x="4407" y="57495"/>
                  <a:pt x="3601" y="55067"/>
                  <a:pt x="3601" y="51989"/>
                </a:cubicBezTo>
                <a:cubicBezTo>
                  <a:pt x="3601" y="46109"/>
                  <a:pt x="6619" y="40707"/>
                  <a:pt x="12656" y="35783"/>
                </a:cubicBezTo>
                <a:cubicBezTo>
                  <a:pt x="18692" y="30860"/>
                  <a:pt x="27163" y="28398"/>
                  <a:pt x="38069" y="28398"/>
                </a:cubicBezTo>
                <a:cubicBezTo>
                  <a:pt x="46438" y="28398"/>
                  <a:pt x="53297" y="29802"/>
                  <a:pt x="58648" y="32610"/>
                </a:cubicBezTo>
                <a:cubicBezTo>
                  <a:pt x="62695" y="34734"/>
                  <a:pt x="65678" y="38058"/>
                  <a:pt x="67599" y="42581"/>
                </a:cubicBezTo>
                <a:cubicBezTo>
                  <a:pt x="68834" y="45526"/>
                  <a:pt x="69451" y="51555"/>
                  <a:pt x="69451" y="60667"/>
                </a:cubicBezTo>
                <a:lnTo>
                  <a:pt x="69451" y="92627"/>
                </a:lnTo>
                <a:cubicBezTo>
                  <a:pt x="69451" y="101602"/>
                  <a:pt x="69623" y="107100"/>
                  <a:pt x="69965" y="109122"/>
                </a:cubicBezTo>
                <a:cubicBezTo>
                  <a:pt x="70308" y="111143"/>
                  <a:pt x="70874" y="112497"/>
                  <a:pt x="71663" y="113183"/>
                </a:cubicBezTo>
                <a:cubicBezTo>
                  <a:pt x="72452" y="113866"/>
                  <a:pt x="73361" y="114208"/>
                  <a:pt x="74390" y="114208"/>
                </a:cubicBezTo>
                <a:cubicBezTo>
                  <a:pt x="75487" y="114208"/>
                  <a:pt x="76448" y="113968"/>
                  <a:pt x="77271" y="113488"/>
                </a:cubicBezTo>
                <a:cubicBezTo>
                  <a:pt x="78711" y="112596"/>
                  <a:pt x="81489" y="110093"/>
                  <a:pt x="85605" y="105977"/>
                </a:cubicBezTo>
                <a:lnTo>
                  <a:pt x="85605" y="111739"/>
                </a:lnTo>
                <a:cubicBezTo>
                  <a:pt x="77922" y="122028"/>
                  <a:pt x="70583" y="127173"/>
                  <a:pt x="63586" y="127173"/>
                </a:cubicBezTo>
                <a:cubicBezTo>
                  <a:pt x="60225" y="127173"/>
                  <a:pt x="57550" y="126006"/>
                  <a:pt x="55561" y="123674"/>
                </a:cubicBezTo>
                <a:cubicBezTo>
                  <a:pt x="53572" y="121342"/>
                  <a:pt x="52543" y="117364"/>
                  <a:pt x="52474" y="111739"/>
                </a:cubicBezTo>
                <a:moveTo>
                  <a:pt x="52474" y="104993"/>
                </a:moveTo>
                <a:lnTo>
                  <a:pt x="52474" y="69245"/>
                </a:lnTo>
                <a:cubicBezTo>
                  <a:pt x="42116" y="73342"/>
                  <a:pt x="35429" y="76244"/>
                  <a:pt x="32410" y="77952"/>
                </a:cubicBezTo>
                <a:cubicBezTo>
                  <a:pt x="26992" y="80958"/>
                  <a:pt x="23116" y="84099"/>
                  <a:pt x="20784" y="87376"/>
                </a:cubicBezTo>
                <a:cubicBezTo>
                  <a:pt x="18452" y="90654"/>
                  <a:pt x="17286" y="94239"/>
                  <a:pt x="17286" y="98132"/>
                </a:cubicBezTo>
                <a:cubicBezTo>
                  <a:pt x="17286" y="103049"/>
                  <a:pt x="18760" y="107129"/>
                  <a:pt x="21710" y="110372"/>
                </a:cubicBezTo>
                <a:cubicBezTo>
                  <a:pt x="24659" y="113616"/>
                  <a:pt x="28055" y="115237"/>
                  <a:pt x="31896" y="115237"/>
                </a:cubicBezTo>
                <a:cubicBezTo>
                  <a:pt x="37109" y="115237"/>
                  <a:pt x="43969" y="111823"/>
                  <a:pt x="52474" y="104993"/>
                </a:cubicBezTo>
                <a:close/>
                <a:moveTo>
                  <a:pt x="120003" y="0"/>
                </a:moveTo>
                <a:lnTo>
                  <a:pt x="120003" y="31073"/>
                </a:lnTo>
                <a:lnTo>
                  <a:pt x="142021" y="31073"/>
                </a:lnTo>
                <a:lnTo>
                  <a:pt x="142021" y="38275"/>
                </a:lnTo>
                <a:lnTo>
                  <a:pt x="120003" y="38275"/>
                </a:lnTo>
                <a:lnTo>
                  <a:pt x="120003" y="99309"/>
                </a:lnTo>
                <a:cubicBezTo>
                  <a:pt x="120003" y="105407"/>
                  <a:pt x="120877" y="109518"/>
                  <a:pt x="122626" y="111643"/>
                </a:cubicBezTo>
                <a:cubicBezTo>
                  <a:pt x="124375" y="113765"/>
                  <a:pt x="126622" y="114826"/>
                  <a:pt x="129366" y="114826"/>
                </a:cubicBezTo>
                <a:cubicBezTo>
                  <a:pt x="131629" y="114826"/>
                  <a:pt x="133824" y="114123"/>
                  <a:pt x="135951" y="112716"/>
                </a:cubicBezTo>
                <a:cubicBezTo>
                  <a:pt x="138077" y="111310"/>
                  <a:pt x="139723" y="109235"/>
                  <a:pt x="140889" y="106492"/>
                </a:cubicBezTo>
                <a:lnTo>
                  <a:pt x="144902" y="106492"/>
                </a:lnTo>
                <a:cubicBezTo>
                  <a:pt x="142501" y="113233"/>
                  <a:pt x="139106" y="118331"/>
                  <a:pt x="134716" y="121787"/>
                </a:cubicBezTo>
                <a:cubicBezTo>
                  <a:pt x="130326" y="125240"/>
                  <a:pt x="125799" y="126967"/>
                  <a:pt x="121134" y="126967"/>
                </a:cubicBezTo>
                <a:cubicBezTo>
                  <a:pt x="117979" y="126967"/>
                  <a:pt x="114892" y="126091"/>
                  <a:pt x="111874" y="124340"/>
                </a:cubicBezTo>
                <a:cubicBezTo>
                  <a:pt x="108856" y="122589"/>
                  <a:pt x="106627" y="120083"/>
                  <a:pt x="105186" y="116822"/>
                </a:cubicBezTo>
                <a:cubicBezTo>
                  <a:pt x="103746" y="113560"/>
                  <a:pt x="103026" y="108529"/>
                  <a:pt x="103026" y="101730"/>
                </a:cubicBezTo>
                <a:lnTo>
                  <a:pt x="103026" y="38275"/>
                </a:lnTo>
                <a:lnTo>
                  <a:pt x="88107" y="38275"/>
                </a:lnTo>
                <a:lnTo>
                  <a:pt x="88107" y="34880"/>
                </a:lnTo>
                <a:cubicBezTo>
                  <a:pt x="91879" y="33367"/>
                  <a:pt x="95738" y="30804"/>
                  <a:pt x="99682" y="27192"/>
                </a:cubicBezTo>
                <a:cubicBezTo>
                  <a:pt x="103626" y="23580"/>
                  <a:pt x="107141" y="19297"/>
                  <a:pt x="110228" y="14344"/>
                </a:cubicBezTo>
                <a:cubicBezTo>
                  <a:pt x="111806" y="11731"/>
                  <a:pt x="114001" y="6949"/>
                  <a:pt x="116813" y="0"/>
                </a:cubicBezTo>
                <a:lnTo>
                  <a:pt x="12000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8F330-E8F9-4B1C-9FA6-702A8195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5158884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EA20A-1E5F-4ABC-8186-1AFC796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5158884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07" name="Text is">
            <a:extLst xmlns:a="http://schemas.openxmlformats.org/drawingml/2006/main">
              <a:ext uri="{FF2B5EF4-FFF2-40B4-BE49-F238E27FC236}">
                <a16:creationId xmlns:a16="http://schemas.microsoft.com/office/drawing/2014/main" id="{EE89AA77-48FF-46D3-AB66-D7C3B1C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551" y="5223293"/>
            <a:ext cx="127002" cy="149191"/>
          </a:xfrm>
          <a:custGeom xmlns:a="http://schemas.openxmlformats.org/drawingml/2006/main">
            <a:pathLst>
              <a:path w="127002" h="149191">
                <a:moveTo>
                  <a:pt x="24385" y="0"/>
                </a:moveTo>
                <a:cubicBezTo>
                  <a:pt x="27266" y="0"/>
                  <a:pt x="29718" y="1017"/>
                  <a:pt x="31742" y="3051"/>
                </a:cubicBezTo>
                <a:cubicBezTo>
                  <a:pt x="33765" y="5083"/>
                  <a:pt x="34777" y="7547"/>
                  <a:pt x="34777" y="10443"/>
                </a:cubicBezTo>
                <a:cubicBezTo>
                  <a:pt x="34777" y="13339"/>
                  <a:pt x="33765" y="15822"/>
                  <a:pt x="31742" y="17890"/>
                </a:cubicBezTo>
                <a:cubicBezTo>
                  <a:pt x="29718" y="19956"/>
                  <a:pt x="27266" y="20990"/>
                  <a:pt x="24385" y="20990"/>
                </a:cubicBezTo>
                <a:cubicBezTo>
                  <a:pt x="21504" y="20990"/>
                  <a:pt x="19035" y="19956"/>
                  <a:pt x="16977" y="17890"/>
                </a:cubicBezTo>
                <a:cubicBezTo>
                  <a:pt x="14919" y="15822"/>
                  <a:pt x="13890" y="13339"/>
                  <a:pt x="13890" y="10443"/>
                </a:cubicBezTo>
                <a:cubicBezTo>
                  <a:pt x="13890" y="7547"/>
                  <a:pt x="14902" y="5083"/>
                  <a:pt x="16925" y="3051"/>
                </a:cubicBezTo>
                <a:cubicBezTo>
                  <a:pt x="18949" y="1017"/>
                  <a:pt x="21436" y="0"/>
                  <a:pt x="24385" y="0"/>
                </a:cubicBezTo>
                <a:moveTo>
                  <a:pt x="32925" y="49387"/>
                </a:moveTo>
                <a:lnTo>
                  <a:pt x="32925" y="124948"/>
                </a:lnTo>
                <a:cubicBezTo>
                  <a:pt x="32925" y="130834"/>
                  <a:pt x="33354" y="134752"/>
                  <a:pt x="34211" y="136703"/>
                </a:cubicBezTo>
                <a:cubicBezTo>
                  <a:pt x="35068" y="138653"/>
                  <a:pt x="36337" y="140108"/>
                  <a:pt x="38018" y="141066"/>
                </a:cubicBezTo>
                <a:cubicBezTo>
                  <a:pt x="39699" y="142024"/>
                  <a:pt x="42768" y="142503"/>
                  <a:pt x="47227" y="142503"/>
                </a:cubicBezTo>
                <a:lnTo>
                  <a:pt x="47227" y="146310"/>
                </a:lnTo>
                <a:lnTo>
                  <a:pt x="1440" y="146310"/>
                </a:lnTo>
                <a:lnTo>
                  <a:pt x="1440" y="142503"/>
                </a:lnTo>
                <a:cubicBezTo>
                  <a:pt x="6036" y="142503"/>
                  <a:pt x="9123" y="142058"/>
                  <a:pt x="10701" y="141169"/>
                </a:cubicBezTo>
                <a:cubicBezTo>
                  <a:pt x="12278" y="140279"/>
                  <a:pt x="13530" y="138808"/>
                  <a:pt x="14456" y="136754"/>
                </a:cubicBezTo>
                <a:cubicBezTo>
                  <a:pt x="15382" y="134701"/>
                  <a:pt x="15845" y="130765"/>
                  <a:pt x="15845" y="124948"/>
                </a:cubicBezTo>
                <a:lnTo>
                  <a:pt x="15845" y="88708"/>
                </a:lnTo>
                <a:cubicBezTo>
                  <a:pt x="15845" y="78509"/>
                  <a:pt x="15536" y="71904"/>
                  <a:pt x="14919" y="68895"/>
                </a:cubicBezTo>
                <a:cubicBezTo>
                  <a:pt x="14439" y="66704"/>
                  <a:pt x="13684" y="65181"/>
                  <a:pt x="12656" y="64326"/>
                </a:cubicBezTo>
                <a:cubicBezTo>
                  <a:pt x="11627" y="63471"/>
                  <a:pt x="10220" y="63043"/>
                  <a:pt x="8437" y="63043"/>
                </a:cubicBezTo>
                <a:cubicBezTo>
                  <a:pt x="6516" y="63043"/>
                  <a:pt x="4184" y="63556"/>
                  <a:pt x="1440" y="64583"/>
                </a:cubicBezTo>
                <a:lnTo>
                  <a:pt x="0" y="60885"/>
                </a:lnTo>
                <a:lnTo>
                  <a:pt x="28398" y="49387"/>
                </a:lnTo>
                <a:lnTo>
                  <a:pt x="32925" y="49387"/>
                </a:lnTo>
                <a:close/>
                <a:moveTo>
                  <a:pt x="119903" y="49387"/>
                </a:moveTo>
                <a:lnTo>
                  <a:pt x="119903" y="81283"/>
                </a:lnTo>
                <a:lnTo>
                  <a:pt x="116507" y="81283"/>
                </a:lnTo>
                <a:cubicBezTo>
                  <a:pt x="113901" y="71279"/>
                  <a:pt x="110557" y="64475"/>
                  <a:pt x="106476" y="60869"/>
                </a:cubicBezTo>
                <a:cubicBezTo>
                  <a:pt x="102394" y="57262"/>
                  <a:pt x="97198" y="55458"/>
                  <a:pt x="90888" y="55458"/>
                </a:cubicBezTo>
                <a:cubicBezTo>
                  <a:pt x="86086" y="55458"/>
                  <a:pt x="82211" y="56726"/>
                  <a:pt x="79261" y="59262"/>
                </a:cubicBezTo>
                <a:cubicBezTo>
                  <a:pt x="76312" y="61795"/>
                  <a:pt x="74837" y="64604"/>
                  <a:pt x="74837" y="67689"/>
                </a:cubicBezTo>
                <a:cubicBezTo>
                  <a:pt x="74837" y="71526"/>
                  <a:pt x="75934" y="74814"/>
                  <a:pt x="78129" y="77554"/>
                </a:cubicBezTo>
                <a:cubicBezTo>
                  <a:pt x="80256" y="80364"/>
                  <a:pt x="84577" y="83344"/>
                  <a:pt x="91094" y="86495"/>
                </a:cubicBezTo>
                <a:lnTo>
                  <a:pt x="106116" y="93794"/>
                </a:lnTo>
                <a:cubicBezTo>
                  <a:pt x="120040" y="100576"/>
                  <a:pt x="127002" y="109518"/>
                  <a:pt x="127002" y="120620"/>
                </a:cubicBezTo>
                <a:cubicBezTo>
                  <a:pt x="127002" y="129183"/>
                  <a:pt x="123761" y="136086"/>
                  <a:pt x="117279" y="141330"/>
                </a:cubicBezTo>
                <a:cubicBezTo>
                  <a:pt x="110797" y="146571"/>
                  <a:pt x="103543" y="149191"/>
                  <a:pt x="95518" y="149191"/>
                </a:cubicBezTo>
                <a:cubicBezTo>
                  <a:pt x="89756" y="149191"/>
                  <a:pt x="83171" y="148162"/>
                  <a:pt x="75763" y="146104"/>
                </a:cubicBezTo>
                <a:cubicBezTo>
                  <a:pt x="73499" y="145418"/>
                  <a:pt x="71647" y="145075"/>
                  <a:pt x="70207" y="145075"/>
                </a:cubicBezTo>
                <a:cubicBezTo>
                  <a:pt x="68629" y="145075"/>
                  <a:pt x="67394" y="145967"/>
                  <a:pt x="66503" y="147751"/>
                </a:cubicBezTo>
                <a:lnTo>
                  <a:pt x="63107" y="147751"/>
                </a:lnTo>
                <a:lnTo>
                  <a:pt x="63107" y="114003"/>
                </a:lnTo>
                <a:lnTo>
                  <a:pt x="66503" y="114003"/>
                </a:lnTo>
                <a:cubicBezTo>
                  <a:pt x="68423" y="123640"/>
                  <a:pt x="72093" y="130902"/>
                  <a:pt x="77512" y="135790"/>
                </a:cubicBezTo>
                <a:cubicBezTo>
                  <a:pt x="82931" y="140677"/>
                  <a:pt x="89001" y="143121"/>
                  <a:pt x="95724" y="143121"/>
                </a:cubicBezTo>
                <a:cubicBezTo>
                  <a:pt x="100457" y="143121"/>
                  <a:pt x="104315" y="141734"/>
                  <a:pt x="107299" y="138960"/>
                </a:cubicBezTo>
                <a:cubicBezTo>
                  <a:pt x="110283" y="136184"/>
                  <a:pt x="111775" y="132843"/>
                  <a:pt x="111775" y="128938"/>
                </a:cubicBezTo>
                <a:cubicBezTo>
                  <a:pt x="111775" y="124209"/>
                  <a:pt x="110111" y="120235"/>
                  <a:pt x="106784" y="117015"/>
                </a:cubicBezTo>
                <a:cubicBezTo>
                  <a:pt x="103458" y="113796"/>
                  <a:pt x="96821" y="109720"/>
                  <a:pt x="86875" y="104787"/>
                </a:cubicBezTo>
                <a:cubicBezTo>
                  <a:pt x="76929" y="99853"/>
                  <a:pt x="70413" y="95399"/>
                  <a:pt x="67326" y="91425"/>
                </a:cubicBezTo>
                <a:cubicBezTo>
                  <a:pt x="64239" y="87519"/>
                  <a:pt x="62696" y="82586"/>
                  <a:pt x="62696" y="76624"/>
                </a:cubicBezTo>
                <a:cubicBezTo>
                  <a:pt x="62696" y="68882"/>
                  <a:pt x="65354" y="62407"/>
                  <a:pt x="70670" y="57201"/>
                </a:cubicBezTo>
                <a:cubicBezTo>
                  <a:pt x="75986" y="51992"/>
                  <a:pt x="82862" y="49387"/>
                  <a:pt x="91299" y="49387"/>
                </a:cubicBezTo>
                <a:cubicBezTo>
                  <a:pt x="95003" y="49387"/>
                  <a:pt x="99496" y="50176"/>
                  <a:pt x="104778" y="51754"/>
                </a:cubicBezTo>
                <a:cubicBezTo>
                  <a:pt x="108276" y="52783"/>
                  <a:pt x="110608" y="53297"/>
                  <a:pt x="111775" y="53297"/>
                </a:cubicBezTo>
                <a:cubicBezTo>
                  <a:pt x="112872" y="53297"/>
                  <a:pt x="113729" y="53057"/>
                  <a:pt x="114347" y="52577"/>
                </a:cubicBezTo>
                <a:cubicBezTo>
                  <a:pt x="114964" y="52097"/>
                  <a:pt x="115684" y="51034"/>
                  <a:pt x="116507" y="49387"/>
                </a:cubicBezTo>
                <a:lnTo>
                  <a:pt x="119903" y="49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2A3DC-A221-4FE5-931C-8EE6F2F2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5158884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645F6-8C4E-4221-9551-CE869DE2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5158884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10" name="Text event">
            <a:extLst xmlns:a="http://schemas.openxmlformats.org/drawingml/2006/main">
              <a:ext uri="{FF2B5EF4-FFF2-40B4-BE49-F238E27FC236}">
                <a16:creationId xmlns:a16="http://schemas.microsoft.com/office/drawing/2014/main" id="{46689843-EA42-450E-B92A-771781FC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988" y="5244283"/>
            <a:ext cx="448873" cy="128201"/>
          </a:xfrm>
          <a:custGeom xmlns:a="http://schemas.openxmlformats.org/drawingml/2006/main">
            <a:pathLst>
              <a:path w="448873" h="128201">
                <a:moveTo>
                  <a:pt x="14610" y="66673"/>
                </a:moveTo>
                <a:cubicBezTo>
                  <a:pt x="14542" y="80634"/>
                  <a:pt x="17937" y="91584"/>
                  <a:pt x="24797" y="99524"/>
                </a:cubicBezTo>
                <a:cubicBezTo>
                  <a:pt x="31656" y="107462"/>
                  <a:pt x="39716" y="111430"/>
                  <a:pt x="48976" y="111430"/>
                </a:cubicBezTo>
                <a:cubicBezTo>
                  <a:pt x="55149" y="111430"/>
                  <a:pt x="60517" y="109733"/>
                  <a:pt x="65078" y="106337"/>
                </a:cubicBezTo>
                <a:cubicBezTo>
                  <a:pt x="69640" y="102942"/>
                  <a:pt x="73464" y="97129"/>
                  <a:pt x="76550" y="88897"/>
                </a:cubicBezTo>
                <a:lnTo>
                  <a:pt x="79740" y="90955"/>
                </a:lnTo>
                <a:cubicBezTo>
                  <a:pt x="78300" y="100352"/>
                  <a:pt x="74115" y="108910"/>
                  <a:pt x="67187" y="116626"/>
                </a:cubicBezTo>
                <a:cubicBezTo>
                  <a:pt x="60259" y="124343"/>
                  <a:pt x="51582" y="128201"/>
                  <a:pt x="41156" y="128201"/>
                </a:cubicBezTo>
                <a:cubicBezTo>
                  <a:pt x="29838" y="128201"/>
                  <a:pt x="20149" y="123804"/>
                  <a:pt x="12090" y="115009"/>
                </a:cubicBezTo>
                <a:cubicBezTo>
                  <a:pt x="4030" y="106212"/>
                  <a:pt x="0" y="94386"/>
                  <a:pt x="0" y="79531"/>
                </a:cubicBezTo>
                <a:cubicBezTo>
                  <a:pt x="0" y="63446"/>
                  <a:pt x="4133" y="50903"/>
                  <a:pt x="12398" y="41902"/>
                </a:cubicBezTo>
                <a:cubicBezTo>
                  <a:pt x="20664" y="32899"/>
                  <a:pt x="31039" y="28398"/>
                  <a:pt x="43523" y="28398"/>
                </a:cubicBezTo>
                <a:cubicBezTo>
                  <a:pt x="54086" y="28398"/>
                  <a:pt x="62763" y="31870"/>
                  <a:pt x="69554" y="38815"/>
                </a:cubicBezTo>
                <a:cubicBezTo>
                  <a:pt x="76345" y="45758"/>
                  <a:pt x="79740" y="55044"/>
                  <a:pt x="79740" y="66673"/>
                </a:cubicBezTo>
                <a:lnTo>
                  <a:pt x="14610" y="66673"/>
                </a:lnTo>
                <a:moveTo>
                  <a:pt x="14610" y="60705"/>
                </a:moveTo>
                <a:lnTo>
                  <a:pt x="58236" y="60705"/>
                </a:lnTo>
                <a:cubicBezTo>
                  <a:pt x="57893" y="54669"/>
                  <a:pt x="57173" y="50416"/>
                  <a:pt x="56075" y="47947"/>
                </a:cubicBezTo>
                <a:cubicBezTo>
                  <a:pt x="54360" y="44106"/>
                  <a:pt x="51805" y="41088"/>
                  <a:pt x="48410" y="38893"/>
                </a:cubicBezTo>
                <a:cubicBezTo>
                  <a:pt x="45015" y="36698"/>
                  <a:pt x="41465" y="35600"/>
                  <a:pt x="37761" y="35600"/>
                </a:cubicBezTo>
                <a:cubicBezTo>
                  <a:pt x="32068" y="35600"/>
                  <a:pt x="26974" y="37812"/>
                  <a:pt x="22482" y="42237"/>
                </a:cubicBezTo>
                <a:cubicBezTo>
                  <a:pt x="17989" y="46661"/>
                  <a:pt x="15365" y="52817"/>
                  <a:pt x="14610" y="60705"/>
                </a:cubicBezTo>
                <a:close/>
                <a:moveTo>
                  <a:pt x="87489" y="31073"/>
                </a:moveTo>
                <a:lnTo>
                  <a:pt x="131835" y="31073"/>
                </a:lnTo>
                <a:lnTo>
                  <a:pt x="131835" y="34880"/>
                </a:lnTo>
                <a:lnTo>
                  <a:pt x="128954" y="34880"/>
                </a:lnTo>
                <a:cubicBezTo>
                  <a:pt x="126279" y="34880"/>
                  <a:pt x="124238" y="35531"/>
                  <a:pt x="122832" y="36835"/>
                </a:cubicBezTo>
                <a:cubicBezTo>
                  <a:pt x="121426" y="38138"/>
                  <a:pt x="120722" y="39887"/>
                  <a:pt x="120722" y="42082"/>
                </a:cubicBezTo>
                <a:cubicBezTo>
                  <a:pt x="120722" y="44483"/>
                  <a:pt x="121443" y="47330"/>
                  <a:pt x="122883" y="50622"/>
                </a:cubicBezTo>
                <a:lnTo>
                  <a:pt x="144799" y="102685"/>
                </a:lnTo>
                <a:lnTo>
                  <a:pt x="166817" y="48667"/>
                </a:lnTo>
                <a:cubicBezTo>
                  <a:pt x="168395" y="44826"/>
                  <a:pt x="169184" y="41911"/>
                  <a:pt x="169184" y="39921"/>
                </a:cubicBezTo>
                <a:cubicBezTo>
                  <a:pt x="169184" y="38961"/>
                  <a:pt x="168909" y="38172"/>
                  <a:pt x="168361" y="37555"/>
                </a:cubicBezTo>
                <a:cubicBezTo>
                  <a:pt x="167606" y="36526"/>
                  <a:pt x="166646" y="35823"/>
                  <a:pt x="165480" y="35446"/>
                </a:cubicBezTo>
                <a:cubicBezTo>
                  <a:pt x="164314" y="35068"/>
                  <a:pt x="161947" y="34880"/>
                  <a:pt x="158380" y="34880"/>
                </a:cubicBezTo>
                <a:lnTo>
                  <a:pt x="158380" y="31073"/>
                </a:lnTo>
                <a:lnTo>
                  <a:pt x="189145" y="31073"/>
                </a:lnTo>
                <a:lnTo>
                  <a:pt x="189145" y="34880"/>
                </a:lnTo>
                <a:cubicBezTo>
                  <a:pt x="185578" y="35154"/>
                  <a:pt x="183108" y="35874"/>
                  <a:pt x="181736" y="37041"/>
                </a:cubicBezTo>
                <a:cubicBezTo>
                  <a:pt x="179336" y="39098"/>
                  <a:pt x="177175" y="42528"/>
                  <a:pt x="175254" y="47330"/>
                </a:cubicBezTo>
                <a:lnTo>
                  <a:pt x="141815" y="128201"/>
                </a:lnTo>
                <a:lnTo>
                  <a:pt x="137597" y="128201"/>
                </a:lnTo>
                <a:lnTo>
                  <a:pt x="103951" y="48667"/>
                </a:lnTo>
                <a:cubicBezTo>
                  <a:pt x="102442" y="44963"/>
                  <a:pt x="101002" y="42305"/>
                  <a:pt x="99630" y="40693"/>
                </a:cubicBezTo>
                <a:cubicBezTo>
                  <a:pt x="98258" y="39081"/>
                  <a:pt x="96509" y="37726"/>
                  <a:pt x="94383" y="36629"/>
                </a:cubicBezTo>
                <a:cubicBezTo>
                  <a:pt x="93216" y="36012"/>
                  <a:pt x="90919" y="35429"/>
                  <a:pt x="87489" y="34880"/>
                </a:cubicBezTo>
                <a:lnTo>
                  <a:pt x="87489" y="31073"/>
                </a:lnTo>
                <a:close/>
                <a:moveTo>
                  <a:pt x="213530" y="66673"/>
                </a:moveTo>
                <a:cubicBezTo>
                  <a:pt x="213461" y="80634"/>
                  <a:pt x="216857" y="91584"/>
                  <a:pt x="223716" y="99524"/>
                </a:cubicBezTo>
                <a:cubicBezTo>
                  <a:pt x="230575" y="107462"/>
                  <a:pt x="238635" y="111430"/>
                  <a:pt x="247895" y="111430"/>
                </a:cubicBezTo>
                <a:cubicBezTo>
                  <a:pt x="254069" y="111430"/>
                  <a:pt x="259436" y="109733"/>
                  <a:pt x="263998" y="106337"/>
                </a:cubicBezTo>
                <a:cubicBezTo>
                  <a:pt x="268559" y="102942"/>
                  <a:pt x="272383" y="97129"/>
                  <a:pt x="275470" y="88897"/>
                </a:cubicBezTo>
                <a:lnTo>
                  <a:pt x="278659" y="90955"/>
                </a:lnTo>
                <a:cubicBezTo>
                  <a:pt x="277219" y="100352"/>
                  <a:pt x="273035" y="108910"/>
                  <a:pt x="266107" y="116626"/>
                </a:cubicBezTo>
                <a:cubicBezTo>
                  <a:pt x="259179" y="124343"/>
                  <a:pt x="250502" y="128201"/>
                  <a:pt x="240076" y="128201"/>
                </a:cubicBezTo>
                <a:cubicBezTo>
                  <a:pt x="228758" y="128201"/>
                  <a:pt x="219069" y="123804"/>
                  <a:pt x="211009" y="115009"/>
                </a:cubicBezTo>
                <a:cubicBezTo>
                  <a:pt x="202949" y="106212"/>
                  <a:pt x="198919" y="94386"/>
                  <a:pt x="198919" y="79531"/>
                </a:cubicBezTo>
                <a:cubicBezTo>
                  <a:pt x="198919" y="63446"/>
                  <a:pt x="203052" y="50903"/>
                  <a:pt x="211318" y="41902"/>
                </a:cubicBezTo>
                <a:cubicBezTo>
                  <a:pt x="219583" y="32899"/>
                  <a:pt x="229958" y="28398"/>
                  <a:pt x="242442" y="28398"/>
                </a:cubicBezTo>
                <a:cubicBezTo>
                  <a:pt x="253005" y="28398"/>
                  <a:pt x="261683" y="31870"/>
                  <a:pt x="268473" y="38815"/>
                </a:cubicBezTo>
                <a:cubicBezTo>
                  <a:pt x="275264" y="45758"/>
                  <a:pt x="278659" y="55044"/>
                  <a:pt x="278659" y="66673"/>
                </a:cubicBezTo>
                <a:lnTo>
                  <a:pt x="213530" y="66673"/>
                </a:lnTo>
                <a:moveTo>
                  <a:pt x="213530" y="60705"/>
                </a:moveTo>
                <a:lnTo>
                  <a:pt x="257155" y="60705"/>
                </a:lnTo>
                <a:cubicBezTo>
                  <a:pt x="256812" y="54669"/>
                  <a:pt x="256092" y="50416"/>
                  <a:pt x="254995" y="47947"/>
                </a:cubicBezTo>
                <a:cubicBezTo>
                  <a:pt x="253280" y="44106"/>
                  <a:pt x="250725" y="41088"/>
                  <a:pt x="247329" y="38893"/>
                </a:cubicBezTo>
                <a:cubicBezTo>
                  <a:pt x="243934" y="36698"/>
                  <a:pt x="240384" y="35600"/>
                  <a:pt x="236680" y="35600"/>
                </a:cubicBezTo>
                <a:cubicBezTo>
                  <a:pt x="230987" y="35600"/>
                  <a:pt x="225894" y="37812"/>
                  <a:pt x="221401" y="42237"/>
                </a:cubicBezTo>
                <a:cubicBezTo>
                  <a:pt x="216908" y="46661"/>
                  <a:pt x="214284" y="52817"/>
                  <a:pt x="213530" y="60705"/>
                </a:cubicBezTo>
                <a:close/>
                <a:moveTo>
                  <a:pt x="318716" y="48358"/>
                </a:moveTo>
                <a:cubicBezTo>
                  <a:pt x="329759" y="35051"/>
                  <a:pt x="340289" y="28398"/>
                  <a:pt x="350303" y="28398"/>
                </a:cubicBezTo>
                <a:cubicBezTo>
                  <a:pt x="355448" y="28398"/>
                  <a:pt x="359872" y="29682"/>
                  <a:pt x="363576" y="32250"/>
                </a:cubicBezTo>
                <a:cubicBezTo>
                  <a:pt x="367280" y="34816"/>
                  <a:pt x="370230" y="39042"/>
                  <a:pt x="372425" y="44928"/>
                </a:cubicBezTo>
                <a:cubicBezTo>
                  <a:pt x="373934" y="49033"/>
                  <a:pt x="374688" y="55329"/>
                  <a:pt x="374688" y="63818"/>
                </a:cubicBezTo>
                <a:lnTo>
                  <a:pt x="374688" y="103958"/>
                </a:lnTo>
                <a:cubicBezTo>
                  <a:pt x="374688" y="109913"/>
                  <a:pt x="375168" y="113951"/>
                  <a:pt x="376129" y="116073"/>
                </a:cubicBezTo>
                <a:cubicBezTo>
                  <a:pt x="376883" y="117784"/>
                  <a:pt x="378101" y="119118"/>
                  <a:pt x="379781" y="120076"/>
                </a:cubicBezTo>
                <a:cubicBezTo>
                  <a:pt x="381462" y="121034"/>
                  <a:pt x="384566" y="121514"/>
                  <a:pt x="389093" y="121514"/>
                </a:cubicBezTo>
                <a:lnTo>
                  <a:pt x="389093" y="125321"/>
                </a:lnTo>
                <a:lnTo>
                  <a:pt x="342484" y="125321"/>
                </a:lnTo>
                <a:lnTo>
                  <a:pt x="342484" y="121514"/>
                </a:lnTo>
                <a:lnTo>
                  <a:pt x="344438" y="121514"/>
                </a:lnTo>
                <a:cubicBezTo>
                  <a:pt x="348828" y="121514"/>
                  <a:pt x="351898" y="120848"/>
                  <a:pt x="353647" y="119517"/>
                </a:cubicBezTo>
                <a:cubicBezTo>
                  <a:pt x="355396" y="118186"/>
                  <a:pt x="356614" y="116224"/>
                  <a:pt x="357300" y="113633"/>
                </a:cubicBezTo>
                <a:cubicBezTo>
                  <a:pt x="357574" y="112608"/>
                  <a:pt x="357711" y="109400"/>
                  <a:pt x="357711" y="104009"/>
                </a:cubicBezTo>
                <a:lnTo>
                  <a:pt x="357711" y="65622"/>
                </a:lnTo>
                <a:cubicBezTo>
                  <a:pt x="357711" y="57092"/>
                  <a:pt x="356597" y="50900"/>
                  <a:pt x="354367" y="47043"/>
                </a:cubicBezTo>
                <a:cubicBezTo>
                  <a:pt x="352138" y="43187"/>
                  <a:pt x="348383" y="41259"/>
                  <a:pt x="343101" y="41259"/>
                </a:cubicBezTo>
                <a:cubicBezTo>
                  <a:pt x="334938" y="41259"/>
                  <a:pt x="326810" y="45695"/>
                  <a:pt x="318716" y="54567"/>
                </a:cubicBezTo>
                <a:lnTo>
                  <a:pt x="318716" y="104009"/>
                </a:lnTo>
                <a:cubicBezTo>
                  <a:pt x="318716" y="110356"/>
                  <a:pt x="319093" y="114280"/>
                  <a:pt x="319848" y="115781"/>
                </a:cubicBezTo>
                <a:cubicBezTo>
                  <a:pt x="320808" y="117759"/>
                  <a:pt x="322128" y="119209"/>
                  <a:pt x="323809" y="120131"/>
                </a:cubicBezTo>
                <a:cubicBezTo>
                  <a:pt x="325490" y="121053"/>
                  <a:pt x="328902" y="121514"/>
                  <a:pt x="334047" y="121514"/>
                </a:cubicBezTo>
                <a:lnTo>
                  <a:pt x="334047" y="125321"/>
                </a:lnTo>
                <a:lnTo>
                  <a:pt x="287437" y="125321"/>
                </a:lnTo>
                <a:lnTo>
                  <a:pt x="287437" y="121514"/>
                </a:lnTo>
                <a:lnTo>
                  <a:pt x="289495" y="121514"/>
                </a:lnTo>
                <a:cubicBezTo>
                  <a:pt x="294297" y="121514"/>
                  <a:pt x="297538" y="120299"/>
                  <a:pt x="299218" y="117871"/>
                </a:cubicBezTo>
                <a:cubicBezTo>
                  <a:pt x="300899" y="115440"/>
                  <a:pt x="301739" y="110802"/>
                  <a:pt x="301739" y="103958"/>
                </a:cubicBezTo>
                <a:lnTo>
                  <a:pt x="301739" y="69052"/>
                </a:lnTo>
                <a:cubicBezTo>
                  <a:pt x="301739" y="57760"/>
                  <a:pt x="301482" y="50883"/>
                  <a:pt x="300967" y="48420"/>
                </a:cubicBezTo>
                <a:cubicBezTo>
                  <a:pt x="300453" y="45955"/>
                  <a:pt x="299664" y="44277"/>
                  <a:pt x="298601" y="43388"/>
                </a:cubicBezTo>
                <a:cubicBezTo>
                  <a:pt x="297538" y="42498"/>
                  <a:pt x="296114" y="42053"/>
                  <a:pt x="294331" y="42053"/>
                </a:cubicBezTo>
                <a:cubicBezTo>
                  <a:pt x="292410" y="42053"/>
                  <a:pt x="290112" y="42567"/>
                  <a:pt x="287437" y="43593"/>
                </a:cubicBezTo>
                <a:lnTo>
                  <a:pt x="285894" y="39896"/>
                </a:lnTo>
                <a:lnTo>
                  <a:pt x="314292" y="28398"/>
                </a:lnTo>
                <a:lnTo>
                  <a:pt x="318716" y="28398"/>
                </a:lnTo>
                <a:lnTo>
                  <a:pt x="318716" y="48358"/>
                </a:lnTo>
                <a:close/>
                <a:moveTo>
                  <a:pt x="423973" y="0"/>
                </a:moveTo>
                <a:lnTo>
                  <a:pt x="423973" y="31073"/>
                </a:lnTo>
                <a:lnTo>
                  <a:pt x="445992" y="31073"/>
                </a:lnTo>
                <a:lnTo>
                  <a:pt x="445992" y="38275"/>
                </a:lnTo>
                <a:lnTo>
                  <a:pt x="423973" y="38275"/>
                </a:lnTo>
                <a:lnTo>
                  <a:pt x="423973" y="99309"/>
                </a:lnTo>
                <a:cubicBezTo>
                  <a:pt x="423973" y="105407"/>
                  <a:pt x="424848" y="109518"/>
                  <a:pt x="426597" y="111643"/>
                </a:cubicBezTo>
                <a:cubicBezTo>
                  <a:pt x="428346" y="113765"/>
                  <a:pt x="430593" y="114826"/>
                  <a:pt x="433336" y="114826"/>
                </a:cubicBezTo>
                <a:cubicBezTo>
                  <a:pt x="435600" y="114826"/>
                  <a:pt x="437795" y="114123"/>
                  <a:pt x="439921" y="112716"/>
                </a:cubicBezTo>
                <a:cubicBezTo>
                  <a:pt x="442048" y="111310"/>
                  <a:pt x="443694" y="109235"/>
                  <a:pt x="444860" y="106492"/>
                </a:cubicBezTo>
                <a:lnTo>
                  <a:pt x="448873" y="106492"/>
                </a:lnTo>
                <a:cubicBezTo>
                  <a:pt x="446472" y="113233"/>
                  <a:pt x="443077" y="118331"/>
                  <a:pt x="438687" y="121787"/>
                </a:cubicBezTo>
                <a:cubicBezTo>
                  <a:pt x="434297" y="125240"/>
                  <a:pt x="429769" y="126967"/>
                  <a:pt x="425105" y="126967"/>
                </a:cubicBezTo>
                <a:cubicBezTo>
                  <a:pt x="421950" y="126967"/>
                  <a:pt x="418863" y="126091"/>
                  <a:pt x="415845" y="124340"/>
                </a:cubicBezTo>
                <a:cubicBezTo>
                  <a:pt x="412827" y="122589"/>
                  <a:pt x="410598" y="120083"/>
                  <a:pt x="409157" y="116822"/>
                </a:cubicBezTo>
                <a:cubicBezTo>
                  <a:pt x="407717" y="113560"/>
                  <a:pt x="406996" y="108529"/>
                  <a:pt x="406996" y="101730"/>
                </a:cubicBezTo>
                <a:lnTo>
                  <a:pt x="406996" y="38275"/>
                </a:lnTo>
                <a:lnTo>
                  <a:pt x="392077" y="38275"/>
                </a:lnTo>
                <a:lnTo>
                  <a:pt x="392077" y="34880"/>
                </a:lnTo>
                <a:cubicBezTo>
                  <a:pt x="395850" y="33367"/>
                  <a:pt x="399708" y="30804"/>
                  <a:pt x="403652" y="27192"/>
                </a:cubicBezTo>
                <a:cubicBezTo>
                  <a:pt x="407597" y="23580"/>
                  <a:pt x="411112" y="19297"/>
                  <a:pt x="414199" y="14344"/>
                </a:cubicBezTo>
                <a:cubicBezTo>
                  <a:pt x="415776" y="11731"/>
                  <a:pt x="417971" y="6949"/>
                  <a:pt x="420784" y="0"/>
                </a:cubicBezTo>
                <a:lnTo>
                  <a:pt x="4239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BFAC6-C367-43BA-B6B5-E4128995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546325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22B13-255D-42E5-BCC1-E9772C6F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546325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313" name="Text speak">
            <a:extLst xmlns:a="http://schemas.openxmlformats.org/drawingml/2006/main">
              <a:ext uri="{FF2B5EF4-FFF2-40B4-BE49-F238E27FC236}">
                <a16:creationId xmlns:a16="http://schemas.microsoft.com/office/drawing/2014/main" id="{7182833A-084B-4D9E-A73F-A210590B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64" y="5527666"/>
            <a:ext cx="470754" cy="191376"/>
          </a:xfrm>
          <a:custGeom xmlns:a="http://schemas.openxmlformats.org/drawingml/2006/main">
            <a:pathLst>
              <a:path w="470754" h="191376">
                <a:moveTo>
                  <a:pt x="57207" y="49387"/>
                </a:moveTo>
                <a:lnTo>
                  <a:pt x="57207" y="81283"/>
                </a:lnTo>
                <a:lnTo>
                  <a:pt x="53812" y="81283"/>
                </a:lnTo>
                <a:cubicBezTo>
                  <a:pt x="51205" y="71279"/>
                  <a:pt x="47861" y="64475"/>
                  <a:pt x="43780" y="60869"/>
                </a:cubicBezTo>
                <a:cubicBezTo>
                  <a:pt x="39699" y="57262"/>
                  <a:pt x="34503" y="55458"/>
                  <a:pt x="28192" y="55458"/>
                </a:cubicBezTo>
                <a:cubicBezTo>
                  <a:pt x="23390" y="55458"/>
                  <a:pt x="19515" y="56726"/>
                  <a:pt x="16565" y="59262"/>
                </a:cubicBezTo>
                <a:cubicBezTo>
                  <a:pt x="13616" y="61795"/>
                  <a:pt x="12141" y="64604"/>
                  <a:pt x="12141" y="67689"/>
                </a:cubicBezTo>
                <a:cubicBezTo>
                  <a:pt x="12141" y="71526"/>
                  <a:pt x="13239" y="74814"/>
                  <a:pt x="15434" y="77554"/>
                </a:cubicBezTo>
                <a:cubicBezTo>
                  <a:pt x="17560" y="80364"/>
                  <a:pt x="21881" y="83344"/>
                  <a:pt x="28398" y="86495"/>
                </a:cubicBezTo>
                <a:lnTo>
                  <a:pt x="43420" y="93794"/>
                </a:lnTo>
                <a:cubicBezTo>
                  <a:pt x="57344" y="100576"/>
                  <a:pt x="64307" y="109518"/>
                  <a:pt x="64307" y="120620"/>
                </a:cubicBezTo>
                <a:cubicBezTo>
                  <a:pt x="64307" y="129183"/>
                  <a:pt x="61065" y="136086"/>
                  <a:pt x="54583" y="141330"/>
                </a:cubicBezTo>
                <a:cubicBezTo>
                  <a:pt x="48101" y="146571"/>
                  <a:pt x="40847" y="149191"/>
                  <a:pt x="32822" y="149191"/>
                </a:cubicBezTo>
                <a:cubicBezTo>
                  <a:pt x="27060" y="149191"/>
                  <a:pt x="20475" y="148162"/>
                  <a:pt x="13067" y="146104"/>
                </a:cubicBezTo>
                <a:cubicBezTo>
                  <a:pt x="10803" y="145418"/>
                  <a:pt x="8951" y="145075"/>
                  <a:pt x="7511" y="145075"/>
                </a:cubicBezTo>
                <a:cubicBezTo>
                  <a:pt x="5933" y="145075"/>
                  <a:pt x="4699" y="145967"/>
                  <a:pt x="3807" y="147751"/>
                </a:cubicBezTo>
                <a:lnTo>
                  <a:pt x="412" y="147751"/>
                </a:lnTo>
                <a:lnTo>
                  <a:pt x="412" y="114003"/>
                </a:lnTo>
                <a:lnTo>
                  <a:pt x="3807" y="114003"/>
                </a:lnTo>
                <a:cubicBezTo>
                  <a:pt x="5728" y="123640"/>
                  <a:pt x="9397" y="130902"/>
                  <a:pt x="14816" y="135790"/>
                </a:cubicBezTo>
                <a:cubicBezTo>
                  <a:pt x="20235" y="140677"/>
                  <a:pt x="26306" y="143121"/>
                  <a:pt x="33028" y="143121"/>
                </a:cubicBezTo>
                <a:cubicBezTo>
                  <a:pt x="37761" y="143121"/>
                  <a:pt x="41619" y="141734"/>
                  <a:pt x="44603" y="138960"/>
                </a:cubicBezTo>
                <a:cubicBezTo>
                  <a:pt x="47587" y="136184"/>
                  <a:pt x="49079" y="132843"/>
                  <a:pt x="49079" y="128938"/>
                </a:cubicBezTo>
                <a:cubicBezTo>
                  <a:pt x="49079" y="124209"/>
                  <a:pt x="47415" y="120235"/>
                  <a:pt x="44089" y="117015"/>
                </a:cubicBezTo>
                <a:cubicBezTo>
                  <a:pt x="40762" y="113796"/>
                  <a:pt x="34125" y="109720"/>
                  <a:pt x="24179" y="104787"/>
                </a:cubicBezTo>
                <a:cubicBezTo>
                  <a:pt x="14233" y="99853"/>
                  <a:pt x="7717" y="95399"/>
                  <a:pt x="4630" y="91425"/>
                </a:cubicBezTo>
                <a:cubicBezTo>
                  <a:pt x="1543" y="87519"/>
                  <a:pt x="0" y="82586"/>
                  <a:pt x="0" y="76624"/>
                </a:cubicBezTo>
                <a:cubicBezTo>
                  <a:pt x="0" y="68882"/>
                  <a:pt x="2658" y="62407"/>
                  <a:pt x="7974" y="57201"/>
                </a:cubicBezTo>
                <a:cubicBezTo>
                  <a:pt x="13290" y="51992"/>
                  <a:pt x="20167" y="49387"/>
                  <a:pt x="28604" y="49387"/>
                </a:cubicBezTo>
                <a:cubicBezTo>
                  <a:pt x="32308" y="49387"/>
                  <a:pt x="36800" y="50176"/>
                  <a:pt x="42082" y="51754"/>
                </a:cubicBezTo>
                <a:cubicBezTo>
                  <a:pt x="45580" y="52783"/>
                  <a:pt x="47913" y="53297"/>
                  <a:pt x="49079" y="53297"/>
                </a:cubicBezTo>
                <a:cubicBezTo>
                  <a:pt x="50176" y="53297"/>
                  <a:pt x="51034" y="53057"/>
                  <a:pt x="51651" y="52577"/>
                </a:cubicBezTo>
                <a:cubicBezTo>
                  <a:pt x="52268" y="52097"/>
                  <a:pt x="52989" y="51034"/>
                  <a:pt x="53812" y="49387"/>
                </a:cubicBezTo>
                <a:lnTo>
                  <a:pt x="57207" y="49387"/>
                </a:lnTo>
                <a:close/>
                <a:moveTo>
                  <a:pt x="71475" y="61332"/>
                </a:moveTo>
                <a:lnTo>
                  <a:pt x="100490" y="49593"/>
                </a:lnTo>
                <a:lnTo>
                  <a:pt x="104400" y="49593"/>
                </a:lnTo>
                <a:lnTo>
                  <a:pt x="104400" y="71612"/>
                </a:lnTo>
                <a:cubicBezTo>
                  <a:pt x="109270" y="63312"/>
                  <a:pt x="114157" y="57533"/>
                  <a:pt x="119062" y="54275"/>
                </a:cubicBezTo>
                <a:cubicBezTo>
                  <a:pt x="123966" y="51016"/>
                  <a:pt x="129128" y="49387"/>
                  <a:pt x="134547" y="49387"/>
                </a:cubicBezTo>
                <a:cubicBezTo>
                  <a:pt x="144013" y="49387"/>
                  <a:pt x="151901" y="53087"/>
                  <a:pt x="158212" y="60487"/>
                </a:cubicBezTo>
                <a:cubicBezTo>
                  <a:pt x="165963" y="69532"/>
                  <a:pt x="169838" y="81319"/>
                  <a:pt x="169838" y="95846"/>
                </a:cubicBezTo>
                <a:cubicBezTo>
                  <a:pt x="169838" y="112085"/>
                  <a:pt x="165174" y="125516"/>
                  <a:pt x="155845" y="136137"/>
                </a:cubicBezTo>
                <a:cubicBezTo>
                  <a:pt x="148163" y="144840"/>
                  <a:pt x="138491" y="149191"/>
                  <a:pt x="126830" y="149191"/>
                </a:cubicBezTo>
                <a:cubicBezTo>
                  <a:pt x="121754" y="149191"/>
                  <a:pt x="117364" y="148471"/>
                  <a:pt x="113660" y="147030"/>
                </a:cubicBezTo>
                <a:cubicBezTo>
                  <a:pt x="110916" y="146001"/>
                  <a:pt x="107830" y="143944"/>
                  <a:pt x="104400" y="140857"/>
                </a:cubicBezTo>
                <a:lnTo>
                  <a:pt x="104400" y="169563"/>
                </a:lnTo>
                <a:cubicBezTo>
                  <a:pt x="104400" y="176011"/>
                  <a:pt x="104794" y="180110"/>
                  <a:pt x="105583" y="181859"/>
                </a:cubicBezTo>
                <a:cubicBezTo>
                  <a:pt x="106372" y="183608"/>
                  <a:pt x="107744" y="184997"/>
                  <a:pt x="109699" y="186026"/>
                </a:cubicBezTo>
                <a:cubicBezTo>
                  <a:pt x="111654" y="187055"/>
                  <a:pt x="115203" y="187569"/>
                  <a:pt x="120348" y="187569"/>
                </a:cubicBezTo>
                <a:lnTo>
                  <a:pt x="120348" y="191376"/>
                </a:lnTo>
                <a:lnTo>
                  <a:pt x="70961" y="191376"/>
                </a:lnTo>
                <a:lnTo>
                  <a:pt x="70961" y="187569"/>
                </a:lnTo>
                <a:lnTo>
                  <a:pt x="73533" y="187569"/>
                </a:lnTo>
                <a:cubicBezTo>
                  <a:pt x="77306" y="187638"/>
                  <a:pt x="80529" y="186917"/>
                  <a:pt x="83205" y="185405"/>
                </a:cubicBezTo>
                <a:cubicBezTo>
                  <a:pt x="84508" y="184651"/>
                  <a:pt x="85520" y="183432"/>
                  <a:pt x="86240" y="181749"/>
                </a:cubicBezTo>
                <a:cubicBezTo>
                  <a:pt x="86960" y="180069"/>
                  <a:pt x="87320" y="175797"/>
                  <a:pt x="87320" y="168933"/>
                </a:cubicBezTo>
                <a:lnTo>
                  <a:pt x="87320" y="79763"/>
                </a:lnTo>
                <a:cubicBezTo>
                  <a:pt x="87320" y="73653"/>
                  <a:pt x="87046" y="69776"/>
                  <a:pt x="86497" y="68130"/>
                </a:cubicBezTo>
                <a:cubicBezTo>
                  <a:pt x="85948" y="66481"/>
                  <a:pt x="85074" y="65245"/>
                  <a:pt x="83873" y="64422"/>
                </a:cubicBezTo>
                <a:cubicBezTo>
                  <a:pt x="82673" y="63597"/>
                  <a:pt x="81044" y="63184"/>
                  <a:pt x="78986" y="63184"/>
                </a:cubicBezTo>
                <a:cubicBezTo>
                  <a:pt x="77340" y="63184"/>
                  <a:pt x="75248" y="63665"/>
                  <a:pt x="72710" y="64625"/>
                </a:cubicBezTo>
                <a:lnTo>
                  <a:pt x="71475" y="61332"/>
                </a:lnTo>
                <a:moveTo>
                  <a:pt x="104400" y="77869"/>
                </a:moveTo>
                <a:lnTo>
                  <a:pt x="104400" y="113012"/>
                </a:lnTo>
                <a:cubicBezTo>
                  <a:pt x="104400" y="120618"/>
                  <a:pt x="104709" y="125618"/>
                  <a:pt x="105326" y="128015"/>
                </a:cubicBezTo>
                <a:cubicBezTo>
                  <a:pt x="106286" y="131989"/>
                  <a:pt x="108636" y="135483"/>
                  <a:pt x="112374" y="138497"/>
                </a:cubicBezTo>
                <a:cubicBezTo>
                  <a:pt x="116112" y="141511"/>
                  <a:pt x="120828" y="143018"/>
                  <a:pt x="126521" y="143018"/>
                </a:cubicBezTo>
                <a:cubicBezTo>
                  <a:pt x="133381" y="143018"/>
                  <a:pt x="138937" y="140346"/>
                  <a:pt x="143190" y="135002"/>
                </a:cubicBezTo>
                <a:cubicBezTo>
                  <a:pt x="148746" y="128016"/>
                  <a:pt x="151524" y="118186"/>
                  <a:pt x="151524" y="105511"/>
                </a:cubicBezTo>
                <a:cubicBezTo>
                  <a:pt x="151524" y="91126"/>
                  <a:pt x="148368" y="80063"/>
                  <a:pt x="142058" y="72322"/>
                </a:cubicBezTo>
                <a:cubicBezTo>
                  <a:pt x="137668" y="66978"/>
                  <a:pt x="132455" y="64307"/>
                  <a:pt x="126419" y="64307"/>
                </a:cubicBezTo>
                <a:cubicBezTo>
                  <a:pt x="123126" y="64307"/>
                  <a:pt x="119868" y="65129"/>
                  <a:pt x="116644" y="66773"/>
                </a:cubicBezTo>
                <a:cubicBezTo>
                  <a:pt x="114175" y="68005"/>
                  <a:pt x="110093" y="71704"/>
                  <a:pt x="104400" y="77869"/>
                </a:cubicBezTo>
                <a:close/>
                <a:moveTo>
                  <a:pt x="199471" y="87663"/>
                </a:moveTo>
                <a:cubicBezTo>
                  <a:pt x="199402" y="101624"/>
                  <a:pt x="202798" y="112574"/>
                  <a:pt x="209657" y="120514"/>
                </a:cubicBezTo>
                <a:cubicBezTo>
                  <a:pt x="216516" y="128451"/>
                  <a:pt x="224576" y="132420"/>
                  <a:pt x="233836" y="132420"/>
                </a:cubicBezTo>
                <a:cubicBezTo>
                  <a:pt x="240010" y="132420"/>
                  <a:pt x="245377" y="130722"/>
                  <a:pt x="249938" y="127327"/>
                </a:cubicBezTo>
                <a:cubicBezTo>
                  <a:pt x="254500" y="123931"/>
                  <a:pt x="258324" y="118118"/>
                  <a:pt x="261411" y="109887"/>
                </a:cubicBezTo>
                <a:lnTo>
                  <a:pt x="264600" y="111945"/>
                </a:lnTo>
                <a:cubicBezTo>
                  <a:pt x="263160" y="121342"/>
                  <a:pt x="258976" y="129899"/>
                  <a:pt x="252048" y="137616"/>
                </a:cubicBezTo>
                <a:cubicBezTo>
                  <a:pt x="245120" y="145333"/>
                  <a:pt x="236443" y="149191"/>
                  <a:pt x="226016" y="149191"/>
                </a:cubicBezTo>
                <a:cubicBezTo>
                  <a:pt x="214699" y="149191"/>
                  <a:pt x="205010" y="144794"/>
                  <a:pt x="196950" y="135999"/>
                </a:cubicBezTo>
                <a:cubicBezTo>
                  <a:pt x="188890" y="127201"/>
                  <a:pt x="184860" y="115376"/>
                  <a:pt x="184860" y="100521"/>
                </a:cubicBezTo>
                <a:cubicBezTo>
                  <a:pt x="184860" y="84436"/>
                  <a:pt x="188993" y="71893"/>
                  <a:pt x="197259" y="62892"/>
                </a:cubicBezTo>
                <a:cubicBezTo>
                  <a:pt x="205524" y="53889"/>
                  <a:pt x="215899" y="49387"/>
                  <a:pt x="228383" y="49387"/>
                </a:cubicBezTo>
                <a:cubicBezTo>
                  <a:pt x="238946" y="49387"/>
                  <a:pt x="247623" y="52860"/>
                  <a:pt x="254414" y="59805"/>
                </a:cubicBezTo>
                <a:cubicBezTo>
                  <a:pt x="261205" y="66748"/>
                  <a:pt x="264600" y="76034"/>
                  <a:pt x="264600" y="87663"/>
                </a:cubicBezTo>
                <a:lnTo>
                  <a:pt x="199471" y="87663"/>
                </a:lnTo>
                <a:moveTo>
                  <a:pt x="199471" y="81695"/>
                </a:moveTo>
                <a:lnTo>
                  <a:pt x="243096" y="81695"/>
                </a:lnTo>
                <a:cubicBezTo>
                  <a:pt x="242753" y="75659"/>
                  <a:pt x="242033" y="71406"/>
                  <a:pt x="240936" y="68937"/>
                </a:cubicBezTo>
                <a:cubicBezTo>
                  <a:pt x="239221" y="65095"/>
                  <a:pt x="236666" y="62077"/>
                  <a:pt x="233270" y="59882"/>
                </a:cubicBezTo>
                <a:cubicBezTo>
                  <a:pt x="229875" y="57687"/>
                  <a:pt x="226325" y="56590"/>
                  <a:pt x="222621" y="56590"/>
                </a:cubicBezTo>
                <a:cubicBezTo>
                  <a:pt x="216928" y="56590"/>
                  <a:pt x="211835" y="58802"/>
                  <a:pt x="207342" y="63226"/>
                </a:cubicBezTo>
                <a:cubicBezTo>
                  <a:pt x="202849" y="67650"/>
                  <a:pt x="200225" y="73807"/>
                  <a:pt x="199471" y="81695"/>
                </a:cubicBezTo>
                <a:close/>
                <a:moveTo>
                  <a:pt x="330585" y="132729"/>
                </a:moveTo>
                <a:cubicBezTo>
                  <a:pt x="320914" y="140205"/>
                  <a:pt x="314843" y="144527"/>
                  <a:pt x="312374" y="145693"/>
                </a:cubicBezTo>
                <a:cubicBezTo>
                  <a:pt x="308670" y="147476"/>
                  <a:pt x="304725" y="148368"/>
                  <a:pt x="300541" y="148368"/>
                </a:cubicBezTo>
                <a:cubicBezTo>
                  <a:pt x="294025" y="148368"/>
                  <a:pt x="288657" y="146139"/>
                  <a:pt x="284439" y="141680"/>
                </a:cubicBezTo>
                <a:cubicBezTo>
                  <a:pt x="280220" y="137222"/>
                  <a:pt x="278111" y="131357"/>
                  <a:pt x="278111" y="124086"/>
                </a:cubicBezTo>
                <a:cubicBezTo>
                  <a:pt x="278111" y="119490"/>
                  <a:pt x="279140" y="115512"/>
                  <a:pt x="281198" y="112151"/>
                </a:cubicBezTo>
                <a:cubicBezTo>
                  <a:pt x="284010" y="107486"/>
                  <a:pt x="288897" y="103096"/>
                  <a:pt x="295860" y="98981"/>
                </a:cubicBezTo>
                <a:cubicBezTo>
                  <a:pt x="302822" y="94865"/>
                  <a:pt x="314397" y="89858"/>
                  <a:pt x="330585" y="83959"/>
                </a:cubicBezTo>
                <a:lnTo>
                  <a:pt x="330585" y="80255"/>
                </a:lnTo>
                <a:cubicBezTo>
                  <a:pt x="330585" y="70857"/>
                  <a:pt x="329093" y="64409"/>
                  <a:pt x="326110" y="60911"/>
                </a:cubicBezTo>
                <a:cubicBezTo>
                  <a:pt x="323126" y="57413"/>
                  <a:pt x="318787" y="55664"/>
                  <a:pt x="313094" y="55664"/>
                </a:cubicBezTo>
                <a:cubicBezTo>
                  <a:pt x="308772" y="55664"/>
                  <a:pt x="305343" y="56826"/>
                  <a:pt x="302805" y="59149"/>
                </a:cubicBezTo>
                <a:cubicBezTo>
                  <a:pt x="300198" y="61473"/>
                  <a:pt x="298895" y="64138"/>
                  <a:pt x="298895" y="67146"/>
                </a:cubicBezTo>
                <a:lnTo>
                  <a:pt x="299101" y="73091"/>
                </a:lnTo>
                <a:cubicBezTo>
                  <a:pt x="299101" y="76233"/>
                  <a:pt x="298295" y="78659"/>
                  <a:pt x="296683" y="80367"/>
                </a:cubicBezTo>
                <a:cubicBezTo>
                  <a:pt x="295071" y="82075"/>
                  <a:pt x="292962" y="82930"/>
                  <a:pt x="290355" y="82930"/>
                </a:cubicBezTo>
                <a:cubicBezTo>
                  <a:pt x="287817" y="82930"/>
                  <a:pt x="285742" y="82041"/>
                  <a:pt x="284130" y="80264"/>
                </a:cubicBezTo>
                <a:cubicBezTo>
                  <a:pt x="282518" y="78485"/>
                  <a:pt x="281712" y="76056"/>
                  <a:pt x="281712" y="72978"/>
                </a:cubicBezTo>
                <a:cubicBezTo>
                  <a:pt x="281712" y="67098"/>
                  <a:pt x="284730" y="61697"/>
                  <a:pt x="290767" y="56773"/>
                </a:cubicBezTo>
                <a:cubicBezTo>
                  <a:pt x="296803" y="51849"/>
                  <a:pt x="305274" y="49387"/>
                  <a:pt x="316181" y="49387"/>
                </a:cubicBezTo>
                <a:cubicBezTo>
                  <a:pt x="324549" y="49387"/>
                  <a:pt x="331408" y="50791"/>
                  <a:pt x="336759" y="53599"/>
                </a:cubicBezTo>
                <a:cubicBezTo>
                  <a:pt x="340806" y="55724"/>
                  <a:pt x="343790" y="59047"/>
                  <a:pt x="345710" y="63570"/>
                </a:cubicBezTo>
                <a:cubicBezTo>
                  <a:pt x="346945" y="66515"/>
                  <a:pt x="347562" y="72544"/>
                  <a:pt x="347562" y="81656"/>
                </a:cubicBezTo>
                <a:lnTo>
                  <a:pt x="347562" y="113617"/>
                </a:lnTo>
                <a:cubicBezTo>
                  <a:pt x="347562" y="122592"/>
                  <a:pt x="347734" y="128090"/>
                  <a:pt x="348077" y="130111"/>
                </a:cubicBezTo>
                <a:cubicBezTo>
                  <a:pt x="348420" y="132133"/>
                  <a:pt x="348985" y="133486"/>
                  <a:pt x="349774" y="134172"/>
                </a:cubicBezTo>
                <a:cubicBezTo>
                  <a:pt x="350563" y="134856"/>
                  <a:pt x="351472" y="135198"/>
                  <a:pt x="352501" y="135198"/>
                </a:cubicBezTo>
                <a:cubicBezTo>
                  <a:pt x="353598" y="135198"/>
                  <a:pt x="354559" y="134958"/>
                  <a:pt x="355382" y="134478"/>
                </a:cubicBezTo>
                <a:cubicBezTo>
                  <a:pt x="356822" y="133586"/>
                  <a:pt x="359600" y="131082"/>
                  <a:pt x="363716" y="126967"/>
                </a:cubicBezTo>
                <a:lnTo>
                  <a:pt x="363716" y="132729"/>
                </a:lnTo>
                <a:cubicBezTo>
                  <a:pt x="356033" y="143018"/>
                  <a:pt x="348694" y="148162"/>
                  <a:pt x="341697" y="148162"/>
                </a:cubicBezTo>
                <a:cubicBezTo>
                  <a:pt x="338336" y="148162"/>
                  <a:pt x="335661" y="146996"/>
                  <a:pt x="333672" y="144664"/>
                </a:cubicBezTo>
                <a:cubicBezTo>
                  <a:pt x="331683" y="142332"/>
                  <a:pt x="330654" y="138353"/>
                  <a:pt x="330585" y="132729"/>
                </a:cubicBezTo>
                <a:moveTo>
                  <a:pt x="330585" y="125983"/>
                </a:moveTo>
                <a:lnTo>
                  <a:pt x="330585" y="90235"/>
                </a:lnTo>
                <a:cubicBezTo>
                  <a:pt x="320228" y="94331"/>
                  <a:pt x="313540" y="97234"/>
                  <a:pt x="310522" y="98942"/>
                </a:cubicBezTo>
                <a:cubicBezTo>
                  <a:pt x="305103" y="101947"/>
                  <a:pt x="301227" y="105089"/>
                  <a:pt x="298895" y="108366"/>
                </a:cubicBezTo>
                <a:cubicBezTo>
                  <a:pt x="296563" y="111644"/>
                  <a:pt x="295397" y="115229"/>
                  <a:pt x="295397" y="119121"/>
                </a:cubicBezTo>
                <a:cubicBezTo>
                  <a:pt x="295397" y="124039"/>
                  <a:pt x="296872" y="128119"/>
                  <a:pt x="299821" y="131362"/>
                </a:cubicBezTo>
                <a:cubicBezTo>
                  <a:pt x="302771" y="134605"/>
                  <a:pt x="306166" y="136227"/>
                  <a:pt x="310007" y="136227"/>
                </a:cubicBezTo>
                <a:cubicBezTo>
                  <a:pt x="315220" y="136227"/>
                  <a:pt x="322080" y="132812"/>
                  <a:pt x="330585" y="125983"/>
                </a:cubicBezTo>
                <a:close/>
                <a:moveTo>
                  <a:pt x="398628" y="0"/>
                </a:moveTo>
                <a:lnTo>
                  <a:pt x="398628" y="93733"/>
                </a:lnTo>
                <a:lnTo>
                  <a:pt x="422601" y="71920"/>
                </a:lnTo>
                <a:cubicBezTo>
                  <a:pt x="427677" y="67256"/>
                  <a:pt x="430627" y="64307"/>
                  <a:pt x="431450" y="63072"/>
                </a:cubicBezTo>
                <a:cubicBezTo>
                  <a:pt x="431999" y="62249"/>
                  <a:pt x="432273" y="61426"/>
                  <a:pt x="432273" y="60602"/>
                </a:cubicBezTo>
                <a:cubicBezTo>
                  <a:pt x="432273" y="59231"/>
                  <a:pt x="431707" y="58047"/>
                  <a:pt x="430575" y="57053"/>
                </a:cubicBezTo>
                <a:cubicBezTo>
                  <a:pt x="429444" y="56058"/>
                  <a:pt x="427574" y="55492"/>
                  <a:pt x="424968" y="55355"/>
                </a:cubicBezTo>
                <a:lnTo>
                  <a:pt x="424968" y="52063"/>
                </a:lnTo>
                <a:lnTo>
                  <a:pt x="465918" y="52063"/>
                </a:lnTo>
                <a:lnTo>
                  <a:pt x="465918" y="55355"/>
                </a:lnTo>
                <a:cubicBezTo>
                  <a:pt x="460294" y="55492"/>
                  <a:pt x="455612" y="56350"/>
                  <a:pt x="451874" y="57927"/>
                </a:cubicBezTo>
                <a:cubicBezTo>
                  <a:pt x="448135" y="59505"/>
                  <a:pt x="444037" y="62317"/>
                  <a:pt x="439578" y="66364"/>
                </a:cubicBezTo>
                <a:lnTo>
                  <a:pt x="415399" y="88692"/>
                </a:lnTo>
                <a:lnTo>
                  <a:pt x="439578" y="119192"/>
                </a:lnTo>
                <a:cubicBezTo>
                  <a:pt x="446301" y="127612"/>
                  <a:pt x="450828" y="132952"/>
                  <a:pt x="453160" y="135211"/>
                </a:cubicBezTo>
                <a:cubicBezTo>
                  <a:pt x="456452" y="138428"/>
                  <a:pt x="459333" y="140517"/>
                  <a:pt x="461803" y="141478"/>
                </a:cubicBezTo>
                <a:cubicBezTo>
                  <a:pt x="463518" y="142161"/>
                  <a:pt x="466501" y="142503"/>
                  <a:pt x="470754" y="142503"/>
                </a:cubicBezTo>
                <a:lnTo>
                  <a:pt x="470754" y="146310"/>
                </a:lnTo>
                <a:lnTo>
                  <a:pt x="424968" y="146310"/>
                </a:lnTo>
                <a:lnTo>
                  <a:pt x="424968" y="142503"/>
                </a:lnTo>
                <a:cubicBezTo>
                  <a:pt x="427574" y="142435"/>
                  <a:pt x="429341" y="142041"/>
                  <a:pt x="430267" y="141323"/>
                </a:cubicBezTo>
                <a:cubicBezTo>
                  <a:pt x="431193" y="140603"/>
                  <a:pt x="431656" y="139593"/>
                  <a:pt x="431656" y="138294"/>
                </a:cubicBezTo>
                <a:cubicBezTo>
                  <a:pt x="431656" y="136719"/>
                  <a:pt x="430284" y="134186"/>
                  <a:pt x="427540" y="130697"/>
                </a:cubicBezTo>
                <a:lnTo>
                  <a:pt x="398628" y="93836"/>
                </a:lnTo>
                <a:lnTo>
                  <a:pt x="398628" y="125047"/>
                </a:lnTo>
                <a:cubicBezTo>
                  <a:pt x="398628" y="131139"/>
                  <a:pt x="399057" y="135144"/>
                  <a:pt x="399914" y="137063"/>
                </a:cubicBezTo>
                <a:cubicBezTo>
                  <a:pt x="400772" y="138979"/>
                  <a:pt x="401989" y="140348"/>
                  <a:pt x="403567" y="141169"/>
                </a:cubicBezTo>
                <a:cubicBezTo>
                  <a:pt x="405144" y="141990"/>
                  <a:pt x="408574" y="142435"/>
                  <a:pt x="413856" y="142503"/>
                </a:cubicBezTo>
                <a:lnTo>
                  <a:pt x="413856" y="146310"/>
                </a:lnTo>
                <a:lnTo>
                  <a:pt x="365909" y="146310"/>
                </a:lnTo>
                <a:lnTo>
                  <a:pt x="365909" y="142503"/>
                </a:lnTo>
                <a:cubicBezTo>
                  <a:pt x="370710" y="142503"/>
                  <a:pt x="374312" y="141920"/>
                  <a:pt x="376712" y="140754"/>
                </a:cubicBezTo>
                <a:cubicBezTo>
                  <a:pt x="378153" y="140002"/>
                  <a:pt x="379250" y="138837"/>
                  <a:pt x="380005" y="137259"/>
                </a:cubicBezTo>
                <a:cubicBezTo>
                  <a:pt x="381034" y="134998"/>
                  <a:pt x="381548" y="131091"/>
                  <a:pt x="381548" y="125539"/>
                </a:cubicBezTo>
                <a:lnTo>
                  <a:pt x="381548" y="39790"/>
                </a:lnTo>
                <a:cubicBezTo>
                  <a:pt x="381548" y="28892"/>
                  <a:pt x="381308" y="22226"/>
                  <a:pt x="380828" y="19794"/>
                </a:cubicBezTo>
                <a:cubicBezTo>
                  <a:pt x="380348" y="17358"/>
                  <a:pt x="379559" y="15679"/>
                  <a:pt x="378461" y="14755"/>
                </a:cubicBezTo>
                <a:cubicBezTo>
                  <a:pt x="377364" y="13829"/>
                  <a:pt x="375924" y="13366"/>
                  <a:pt x="374140" y="13366"/>
                </a:cubicBezTo>
                <a:cubicBezTo>
                  <a:pt x="372700" y="13366"/>
                  <a:pt x="370539" y="13949"/>
                  <a:pt x="367658" y="15115"/>
                </a:cubicBezTo>
                <a:lnTo>
                  <a:pt x="365909" y="11514"/>
                </a:lnTo>
                <a:lnTo>
                  <a:pt x="393895" y="0"/>
                </a:lnTo>
                <a:lnTo>
                  <a:pt x="39862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53818-CD04-48A0-8B8B-4BCB65E6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5463256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16DE8-49C3-4DB7-A0D6-8CAC929E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5463256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16" name="Text ers">
            <a:extLst xmlns:a="http://schemas.openxmlformats.org/drawingml/2006/main">
              <a:ext uri="{FF2B5EF4-FFF2-40B4-BE49-F238E27FC236}">
                <a16:creationId xmlns:a16="http://schemas.microsoft.com/office/drawing/2014/main" id="{33219EF0-9D3B-468F-B07F-39D0792E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418" y="5577053"/>
            <a:ext cx="230505" cy="99804"/>
          </a:xfrm>
          <a:custGeom xmlns:a="http://schemas.openxmlformats.org/drawingml/2006/main">
            <a:pathLst>
              <a:path w="230505" h="99804">
                <a:moveTo>
                  <a:pt x="14610" y="38275"/>
                </a:moveTo>
                <a:cubicBezTo>
                  <a:pt x="14542" y="52236"/>
                  <a:pt x="17937" y="63187"/>
                  <a:pt x="24797" y="71126"/>
                </a:cubicBezTo>
                <a:cubicBezTo>
                  <a:pt x="31656" y="79064"/>
                  <a:pt x="39716" y="83033"/>
                  <a:pt x="48976" y="83033"/>
                </a:cubicBezTo>
                <a:cubicBezTo>
                  <a:pt x="55149" y="83033"/>
                  <a:pt x="60517" y="81335"/>
                  <a:pt x="65078" y="77939"/>
                </a:cubicBezTo>
                <a:cubicBezTo>
                  <a:pt x="69640" y="74544"/>
                  <a:pt x="73464" y="68731"/>
                  <a:pt x="76550" y="60500"/>
                </a:cubicBezTo>
                <a:lnTo>
                  <a:pt x="79740" y="62557"/>
                </a:lnTo>
                <a:cubicBezTo>
                  <a:pt x="78300" y="71955"/>
                  <a:pt x="74115" y="80512"/>
                  <a:pt x="67187" y="88229"/>
                </a:cubicBezTo>
                <a:cubicBezTo>
                  <a:pt x="60259" y="95945"/>
                  <a:pt x="51582" y="99804"/>
                  <a:pt x="41156" y="99804"/>
                </a:cubicBezTo>
                <a:cubicBezTo>
                  <a:pt x="29838" y="99804"/>
                  <a:pt x="20149" y="95406"/>
                  <a:pt x="12090" y="86611"/>
                </a:cubicBezTo>
                <a:cubicBezTo>
                  <a:pt x="4030" y="77814"/>
                  <a:pt x="0" y="65988"/>
                  <a:pt x="0" y="51133"/>
                </a:cubicBezTo>
                <a:cubicBezTo>
                  <a:pt x="0" y="35048"/>
                  <a:pt x="4133" y="22505"/>
                  <a:pt x="12398" y="13504"/>
                </a:cubicBezTo>
                <a:cubicBezTo>
                  <a:pt x="20664" y="4501"/>
                  <a:pt x="31039" y="0"/>
                  <a:pt x="43523" y="0"/>
                </a:cubicBezTo>
                <a:cubicBezTo>
                  <a:pt x="54086" y="0"/>
                  <a:pt x="62763" y="3473"/>
                  <a:pt x="69554" y="10418"/>
                </a:cubicBezTo>
                <a:cubicBezTo>
                  <a:pt x="76345" y="17361"/>
                  <a:pt x="79740" y="26646"/>
                  <a:pt x="79740" y="38275"/>
                </a:cubicBezTo>
                <a:lnTo>
                  <a:pt x="14610" y="38275"/>
                </a:lnTo>
                <a:moveTo>
                  <a:pt x="14610" y="32308"/>
                </a:moveTo>
                <a:lnTo>
                  <a:pt x="58236" y="32308"/>
                </a:lnTo>
                <a:cubicBezTo>
                  <a:pt x="57893" y="26271"/>
                  <a:pt x="57173" y="22019"/>
                  <a:pt x="56075" y="19549"/>
                </a:cubicBezTo>
                <a:cubicBezTo>
                  <a:pt x="54360" y="15708"/>
                  <a:pt x="51805" y="12690"/>
                  <a:pt x="48410" y="10495"/>
                </a:cubicBezTo>
                <a:cubicBezTo>
                  <a:pt x="45015" y="8300"/>
                  <a:pt x="41465" y="7202"/>
                  <a:pt x="37761" y="7202"/>
                </a:cubicBezTo>
                <a:cubicBezTo>
                  <a:pt x="32068" y="7202"/>
                  <a:pt x="26974" y="9414"/>
                  <a:pt x="22482" y="13839"/>
                </a:cubicBezTo>
                <a:cubicBezTo>
                  <a:pt x="17989" y="18263"/>
                  <a:pt x="15365" y="24419"/>
                  <a:pt x="14610" y="32308"/>
                </a:cubicBezTo>
                <a:close/>
                <a:moveTo>
                  <a:pt x="119900" y="0"/>
                </a:moveTo>
                <a:lnTo>
                  <a:pt x="119900" y="21195"/>
                </a:lnTo>
                <a:cubicBezTo>
                  <a:pt x="127788" y="7065"/>
                  <a:pt x="135882" y="0"/>
                  <a:pt x="144182" y="0"/>
                </a:cubicBezTo>
                <a:cubicBezTo>
                  <a:pt x="147954" y="0"/>
                  <a:pt x="151075" y="1149"/>
                  <a:pt x="153545" y="3447"/>
                </a:cubicBezTo>
                <a:cubicBezTo>
                  <a:pt x="156014" y="5745"/>
                  <a:pt x="157249" y="8403"/>
                  <a:pt x="157249" y="11421"/>
                </a:cubicBezTo>
                <a:cubicBezTo>
                  <a:pt x="157249" y="14096"/>
                  <a:pt x="156357" y="16360"/>
                  <a:pt x="154574" y="18212"/>
                </a:cubicBezTo>
                <a:cubicBezTo>
                  <a:pt x="152790" y="20064"/>
                  <a:pt x="150664" y="20990"/>
                  <a:pt x="148194" y="20990"/>
                </a:cubicBezTo>
                <a:cubicBezTo>
                  <a:pt x="145794" y="20990"/>
                  <a:pt x="143101" y="19806"/>
                  <a:pt x="140118" y="17440"/>
                </a:cubicBezTo>
                <a:cubicBezTo>
                  <a:pt x="137134" y="15073"/>
                  <a:pt x="134922" y="13890"/>
                  <a:pt x="133481" y="13890"/>
                </a:cubicBezTo>
                <a:cubicBezTo>
                  <a:pt x="132246" y="13890"/>
                  <a:pt x="130909" y="14574"/>
                  <a:pt x="129468" y="15942"/>
                </a:cubicBezTo>
                <a:cubicBezTo>
                  <a:pt x="126382" y="18747"/>
                  <a:pt x="123192" y="23366"/>
                  <a:pt x="119900" y="29796"/>
                </a:cubicBezTo>
                <a:lnTo>
                  <a:pt x="119900" y="74850"/>
                </a:lnTo>
                <a:cubicBezTo>
                  <a:pt x="119900" y="80048"/>
                  <a:pt x="120551" y="83981"/>
                  <a:pt x="121855" y="86650"/>
                </a:cubicBezTo>
                <a:cubicBezTo>
                  <a:pt x="122746" y="88498"/>
                  <a:pt x="124324" y="90038"/>
                  <a:pt x="126587" y="91270"/>
                </a:cubicBezTo>
                <a:cubicBezTo>
                  <a:pt x="128851" y="92501"/>
                  <a:pt x="132109" y="93116"/>
                  <a:pt x="136362" y="93116"/>
                </a:cubicBezTo>
                <a:lnTo>
                  <a:pt x="136362" y="96923"/>
                </a:lnTo>
                <a:lnTo>
                  <a:pt x="88106" y="96923"/>
                </a:lnTo>
                <a:lnTo>
                  <a:pt x="88106" y="93116"/>
                </a:lnTo>
                <a:cubicBezTo>
                  <a:pt x="92908" y="93116"/>
                  <a:pt x="96475" y="92363"/>
                  <a:pt x="98807" y="90859"/>
                </a:cubicBezTo>
                <a:cubicBezTo>
                  <a:pt x="100522" y="89763"/>
                  <a:pt x="101722" y="88017"/>
                  <a:pt x="102408" y="85621"/>
                </a:cubicBezTo>
                <a:cubicBezTo>
                  <a:pt x="102751" y="84457"/>
                  <a:pt x="102923" y="81138"/>
                  <a:pt x="102923" y="75663"/>
                </a:cubicBezTo>
                <a:lnTo>
                  <a:pt x="102923" y="39217"/>
                </a:lnTo>
                <a:cubicBezTo>
                  <a:pt x="102923" y="28266"/>
                  <a:pt x="102700" y="21747"/>
                  <a:pt x="102254" y="19662"/>
                </a:cubicBezTo>
                <a:cubicBezTo>
                  <a:pt x="101808" y="17574"/>
                  <a:pt x="100985" y="16051"/>
                  <a:pt x="99785" y="15093"/>
                </a:cubicBezTo>
                <a:cubicBezTo>
                  <a:pt x="98584" y="14135"/>
                  <a:pt x="97092" y="13655"/>
                  <a:pt x="95309" y="13655"/>
                </a:cubicBezTo>
                <a:cubicBezTo>
                  <a:pt x="93182" y="13655"/>
                  <a:pt x="90782" y="14169"/>
                  <a:pt x="88106" y="15196"/>
                </a:cubicBezTo>
                <a:lnTo>
                  <a:pt x="87078" y="11498"/>
                </a:lnTo>
                <a:lnTo>
                  <a:pt x="115578" y="0"/>
                </a:lnTo>
                <a:lnTo>
                  <a:pt x="119900" y="0"/>
                </a:lnTo>
                <a:close/>
                <a:moveTo>
                  <a:pt x="223405" y="0"/>
                </a:moveTo>
                <a:lnTo>
                  <a:pt x="223405" y="31896"/>
                </a:lnTo>
                <a:lnTo>
                  <a:pt x="220010" y="31896"/>
                </a:lnTo>
                <a:cubicBezTo>
                  <a:pt x="217404" y="21892"/>
                  <a:pt x="214060" y="15087"/>
                  <a:pt x="209978" y="11482"/>
                </a:cubicBezTo>
                <a:cubicBezTo>
                  <a:pt x="205897" y="7874"/>
                  <a:pt x="200701" y="6071"/>
                  <a:pt x="194390" y="6071"/>
                </a:cubicBezTo>
                <a:cubicBezTo>
                  <a:pt x="189589" y="6071"/>
                  <a:pt x="185713" y="7338"/>
                  <a:pt x="182764" y="9874"/>
                </a:cubicBezTo>
                <a:cubicBezTo>
                  <a:pt x="179814" y="12408"/>
                  <a:pt x="178340" y="15217"/>
                  <a:pt x="178340" y="18302"/>
                </a:cubicBezTo>
                <a:cubicBezTo>
                  <a:pt x="178340" y="22139"/>
                  <a:pt x="179437" y="25427"/>
                  <a:pt x="181632" y="28166"/>
                </a:cubicBezTo>
                <a:cubicBezTo>
                  <a:pt x="183758" y="30976"/>
                  <a:pt x="188080" y="33957"/>
                  <a:pt x="194596" y="37108"/>
                </a:cubicBezTo>
                <a:lnTo>
                  <a:pt x="209618" y="44407"/>
                </a:lnTo>
                <a:cubicBezTo>
                  <a:pt x="223543" y="51189"/>
                  <a:pt x="230505" y="60131"/>
                  <a:pt x="230505" y="71232"/>
                </a:cubicBezTo>
                <a:cubicBezTo>
                  <a:pt x="230505" y="79796"/>
                  <a:pt x="227264" y="86699"/>
                  <a:pt x="220782" y="91942"/>
                </a:cubicBezTo>
                <a:cubicBezTo>
                  <a:pt x="214300" y="97183"/>
                  <a:pt x="207046" y="99804"/>
                  <a:pt x="199020" y="99804"/>
                </a:cubicBezTo>
                <a:cubicBezTo>
                  <a:pt x="193259" y="99804"/>
                  <a:pt x="186674" y="98775"/>
                  <a:pt x="179266" y="96717"/>
                </a:cubicBezTo>
                <a:cubicBezTo>
                  <a:pt x="177002" y="96031"/>
                  <a:pt x="175150" y="95688"/>
                  <a:pt x="173709" y="95688"/>
                </a:cubicBezTo>
                <a:cubicBezTo>
                  <a:pt x="172132" y="95688"/>
                  <a:pt x="170897" y="96580"/>
                  <a:pt x="170005" y="98363"/>
                </a:cubicBezTo>
                <a:lnTo>
                  <a:pt x="166610" y="98363"/>
                </a:lnTo>
                <a:lnTo>
                  <a:pt x="166610" y="64615"/>
                </a:lnTo>
                <a:lnTo>
                  <a:pt x="170005" y="64615"/>
                </a:lnTo>
                <a:cubicBezTo>
                  <a:pt x="171926" y="74253"/>
                  <a:pt x="175596" y="81515"/>
                  <a:pt x="181015" y="86402"/>
                </a:cubicBezTo>
                <a:cubicBezTo>
                  <a:pt x="186434" y="91290"/>
                  <a:pt x="192504" y="93733"/>
                  <a:pt x="199226" y="93733"/>
                </a:cubicBezTo>
                <a:cubicBezTo>
                  <a:pt x="203959" y="93733"/>
                  <a:pt x="207818" y="92346"/>
                  <a:pt x="210801" y="89573"/>
                </a:cubicBezTo>
                <a:cubicBezTo>
                  <a:pt x="213785" y="86797"/>
                  <a:pt x="215277" y="83456"/>
                  <a:pt x="215277" y="79550"/>
                </a:cubicBezTo>
                <a:cubicBezTo>
                  <a:pt x="215277" y="74822"/>
                  <a:pt x="213614" y="70848"/>
                  <a:pt x="210287" y="67628"/>
                </a:cubicBezTo>
                <a:cubicBezTo>
                  <a:pt x="206960" y="64408"/>
                  <a:pt x="200324" y="60332"/>
                  <a:pt x="190378" y="55400"/>
                </a:cubicBezTo>
                <a:cubicBezTo>
                  <a:pt x="180432" y="50466"/>
                  <a:pt x="173915" y="46011"/>
                  <a:pt x="170829" y="42037"/>
                </a:cubicBezTo>
                <a:cubicBezTo>
                  <a:pt x="167742" y="38132"/>
                  <a:pt x="166198" y="33198"/>
                  <a:pt x="166198" y="27237"/>
                </a:cubicBezTo>
                <a:cubicBezTo>
                  <a:pt x="166198" y="19495"/>
                  <a:pt x="168856" y="13020"/>
                  <a:pt x="174172" y="7813"/>
                </a:cubicBezTo>
                <a:cubicBezTo>
                  <a:pt x="179488" y="2604"/>
                  <a:pt x="186365" y="0"/>
                  <a:pt x="194802" y="0"/>
                </a:cubicBezTo>
                <a:cubicBezTo>
                  <a:pt x="198506" y="0"/>
                  <a:pt x="202999" y="789"/>
                  <a:pt x="208281" y="2366"/>
                </a:cubicBezTo>
                <a:cubicBezTo>
                  <a:pt x="211779" y="3395"/>
                  <a:pt x="214111" y="3910"/>
                  <a:pt x="215277" y="3910"/>
                </a:cubicBezTo>
                <a:cubicBezTo>
                  <a:pt x="216375" y="3910"/>
                  <a:pt x="217232" y="3670"/>
                  <a:pt x="217849" y="3190"/>
                </a:cubicBezTo>
                <a:cubicBezTo>
                  <a:pt x="218467" y="2709"/>
                  <a:pt x="219187" y="1646"/>
                  <a:pt x="220010" y="0"/>
                </a:cubicBezTo>
                <a:lnTo>
                  <a:pt x="2234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CA97A-04F6-4A8F-B5A1-D9FF5520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5463256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56744-F19D-4018-B0C1-A5F02198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5463256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19" name="Text at">
            <a:extLst xmlns:a="http://schemas.openxmlformats.org/drawingml/2006/main">
              <a:ext uri="{FF2B5EF4-FFF2-40B4-BE49-F238E27FC236}">
                <a16:creationId xmlns:a16="http://schemas.microsoft.com/office/drawing/2014/main" id="{66A53CA6-0589-42C2-9683-05E694F5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401" y="5548655"/>
            <a:ext cx="144902" cy="127378"/>
          </a:xfrm>
          <a:custGeom xmlns:a="http://schemas.openxmlformats.org/drawingml/2006/main">
            <a:pathLst>
              <a:path w="144902" h="127378">
                <a:moveTo>
                  <a:pt x="52474" y="111739"/>
                </a:moveTo>
                <a:cubicBezTo>
                  <a:pt x="42802" y="119216"/>
                  <a:pt x="36732" y="123537"/>
                  <a:pt x="34263" y="124703"/>
                </a:cubicBezTo>
                <a:cubicBezTo>
                  <a:pt x="30558" y="126487"/>
                  <a:pt x="26614" y="127378"/>
                  <a:pt x="22430" y="127378"/>
                </a:cubicBezTo>
                <a:cubicBezTo>
                  <a:pt x="15914" y="127378"/>
                  <a:pt x="10546" y="125149"/>
                  <a:pt x="6328" y="120690"/>
                </a:cubicBezTo>
                <a:cubicBezTo>
                  <a:pt x="2109" y="116232"/>
                  <a:pt x="0" y="110367"/>
                  <a:pt x="0" y="103096"/>
                </a:cubicBezTo>
                <a:cubicBezTo>
                  <a:pt x="0" y="98500"/>
                  <a:pt x="1029" y="94522"/>
                  <a:pt x="3087" y="91161"/>
                </a:cubicBezTo>
                <a:cubicBezTo>
                  <a:pt x="5899" y="86497"/>
                  <a:pt x="10786" y="82107"/>
                  <a:pt x="17749" y="77991"/>
                </a:cubicBezTo>
                <a:cubicBezTo>
                  <a:pt x="24711" y="73875"/>
                  <a:pt x="36286" y="68868"/>
                  <a:pt x="52474" y="62969"/>
                </a:cubicBezTo>
                <a:lnTo>
                  <a:pt x="52474" y="59265"/>
                </a:lnTo>
                <a:cubicBezTo>
                  <a:pt x="52474" y="49868"/>
                  <a:pt x="50982" y="43420"/>
                  <a:pt x="47998" y="39921"/>
                </a:cubicBezTo>
                <a:cubicBezTo>
                  <a:pt x="45015" y="36423"/>
                  <a:pt x="40676" y="34674"/>
                  <a:pt x="34983" y="34674"/>
                </a:cubicBezTo>
                <a:cubicBezTo>
                  <a:pt x="30661" y="34674"/>
                  <a:pt x="27232" y="35836"/>
                  <a:pt x="24694" y="38159"/>
                </a:cubicBezTo>
                <a:cubicBezTo>
                  <a:pt x="22087" y="40483"/>
                  <a:pt x="20784" y="43149"/>
                  <a:pt x="20784" y="46156"/>
                </a:cubicBezTo>
                <a:lnTo>
                  <a:pt x="20990" y="52101"/>
                </a:lnTo>
                <a:cubicBezTo>
                  <a:pt x="20990" y="55244"/>
                  <a:pt x="20184" y="57669"/>
                  <a:pt x="18572" y="59377"/>
                </a:cubicBezTo>
                <a:cubicBezTo>
                  <a:pt x="16960" y="61086"/>
                  <a:pt x="14851" y="61940"/>
                  <a:pt x="12244" y="61940"/>
                </a:cubicBezTo>
                <a:cubicBezTo>
                  <a:pt x="9706" y="61940"/>
                  <a:pt x="7631" y="61052"/>
                  <a:pt x="6019" y="59275"/>
                </a:cubicBezTo>
                <a:cubicBezTo>
                  <a:pt x="4407" y="57495"/>
                  <a:pt x="3601" y="55067"/>
                  <a:pt x="3601" y="51989"/>
                </a:cubicBezTo>
                <a:cubicBezTo>
                  <a:pt x="3601" y="46109"/>
                  <a:pt x="6619" y="40707"/>
                  <a:pt x="12656" y="35783"/>
                </a:cubicBezTo>
                <a:cubicBezTo>
                  <a:pt x="18692" y="30860"/>
                  <a:pt x="27163" y="28398"/>
                  <a:pt x="38069" y="28398"/>
                </a:cubicBezTo>
                <a:cubicBezTo>
                  <a:pt x="46438" y="28398"/>
                  <a:pt x="53297" y="29802"/>
                  <a:pt x="58648" y="32610"/>
                </a:cubicBezTo>
                <a:cubicBezTo>
                  <a:pt x="62695" y="34734"/>
                  <a:pt x="65678" y="38058"/>
                  <a:pt x="67599" y="42581"/>
                </a:cubicBezTo>
                <a:cubicBezTo>
                  <a:pt x="68834" y="45526"/>
                  <a:pt x="69451" y="51555"/>
                  <a:pt x="69451" y="60667"/>
                </a:cubicBezTo>
                <a:lnTo>
                  <a:pt x="69451" y="92627"/>
                </a:lnTo>
                <a:cubicBezTo>
                  <a:pt x="69451" y="101602"/>
                  <a:pt x="69623" y="107100"/>
                  <a:pt x="69965" y="109122"/>
                </a:cubicBezTo>
                <a:cubicBezTo>
                  <a:pt x="70308" y="111143"/>
                  <a:pt x="70874" y="112497"/>
                  <a:pt x="71663" y="113183"/>
                </a:cubicBezTo>
                <a:cubicBezTo>
                  <a:pt x="72452" y="113866"/>
                  <a:pt x="73361" y="114208"/>
                  <a:pt x="74390" y="114208"/>
                </a:cubicBezTo>
                <a:cubicBezTo>
                  <a:pt x="75487" y="114208"/>
                  <a:pt x="76448" y="113968"/>
                  <a:pt x="77271" y="113488"/>
                </a:cubicBezTo>
                <a:cubicBezTo>
                  <a:pt x="78711" y="112596"/>
                  <a:pt x="81489" y="110093"/>
                  <a:pt x="85605" y="105977"/>
                </a:cubicBezTo>
                <a:lnTo>
                  <a:pt x="85605" y="111739"/>
                </a:lnTo>
                <a:cubicBezTo>
                  <a:pt x="77922" y="122028"/>
                  <a:pt x="70583" y="127173"/>
                  <a:pt x="63586" y="127173"/>
                </a:cubicBezTo>
                <a:cubicBezTo>
                  <a:pt x="60225" y="127173"/>
                  <a:pt x="57550" y="126006"/>
                  <a:pt x="55561" y="123674"/>
                </a:cubicBezTo>
                <a:cubicBezTo>
                  <a:pt x="53572" y="121342"/>
                  <a:pt x="52543" y="117364"/>
                  <a:pt x="52474" y="111739"/>
                </a:cubicBezTo>
                <a:moveTo>
                  <a:pt x="52474" y="104993"/>
                </a:moveTo>
                <a:lnTo>
                  <a:pt x="52474" y="69245"/>
                </a:lnTo>
                <a:cubicBezTo>
                  <a:pt x="42116" y="73342"/>
                  <a:pt x="35429" y="76244"/>
                  <a:pt x="32410" y="77952"/>
                </a:cubicBezTo>
                <a:cubicBezTo>
                  <a:pt x="26992" y="80958"/>
                  <a:pt x="23116" y="84099"/>
                  <a:pt x="20784" y="87376"/>
                </a:cubicBezTo>
                <a:cubicBezTo>
                  <a:pt x="18452" y="90654"/>
                  <a:pt x="17286" y="94239"/>
                  <a:pt x="17286" y="98132"/>
                </a:cubicBezTo>
                <a:cubicBezTo>
                  <a:pt x="17286" y="103049"/>
                  <a:pt x="18760" y="107129"/>
                  <a:pt x="21710" y="110372"/>
                </a:cubicBezTo>
                <a:cubicBezTo>
                  <a:pt x="24659" y="113616"/>
                  <a:pt x="28055" y="115237"/>
                  <a:pt x="31896" y="115237"/>
                </a:cubicBezTo>
                <a:cubicBezTo>
                  <a:pt x="37109" y="115237"/>
                  <a:pt x="43969" y="111823"/>
                  <a:pt x="52474" y="104993"/>
                </a:cubicBezTo>
                <a:close/>
                <a:moveTo>
                  <a:pt x="120002" y="0"/>
                </a:moveTo>
                <a:lnTo>
                  <a:pt x="120002" y="31073"/>
                </a:lnTo>
                <a:lnTo>
                  <a:pt x="142021" y="31073"/>
                </a:lnTo>
                <a:lnTo>
                  <a:pt x="142021" y="38275"/>
                </a:lnTo>
                <a:lnTo>
                  <a:pt x="120002" y="38275"/>
                </a:lnTo>
                <a:lnTo>
                  <a:pt x="120002" y="99309"/>
                </a:lnTo>
                <a:cubicBezTo>
                  <a:pt x="120002" y="105407"/>
                  <a:pt x="120877" y="109518"/>
                  <a:pt x="122626" y="111643"/>
                </a:cubicBezTo>
                <a:cubicBezTo>
                  <a:pt x="124375" y="113765"/>
                  <a:pt x="126622" y="114826"/>
                  <a:pt x="129365" y="114826"/>
                </a:cubicBezTo>
                <a:cubicBezTo>
                  <a:pt x="131629" y="114826"/>
                  <a:pt x="133824" y="114123"/>
                  <a:pt x="135950" y="112716"/>
                </a:cubicBezTo>
                <a:cubicBezTo>
                  <a:pt x="138077" y="111310"/>
                  <a:pt x="139723" y="109235"/>
                  <a:pt x="140889" y="106492"/>
                </a:cubicBezTo>
                <a:lnTo>
                  <a:pt x="144902" y="106492"/>
                </a:lnTo>
                <a:cubicBezTo>
                  <a:pt x="142501" y="113233"/>
                  <a:pt x="139106" y="118331"/>
                  <a:pt x="134716" y="121787"/>
                </a:cubicBezTo>
                <a:cubicBezTo>
                  <a:pt x="130326" y="125240"/>
                  <a:pt x="125798" y="126967"/>
                  <a:pt x="121134" y="126967"/>
                </a:cubicBezTo>
                <a:cubicBezTo>
                  <a:pt x="117979" y="126967"/>
                  <a:pt x="114892" y="126091"/>
                  <a:pt x="111874" y="124340"/>
                </a:cubicBezTo>
                <a:cubicBezTo>
                  <a:pt x="108856" y="122589"/>
                  <a:pt x="106626" y="120083"/>
                  <a:pt x="105186" y="116822"/>
                </a:cubicBezTo>
                <a:cubicBezTo>
                  <a:pt x="103746" y="113560"/>
                  <a:pt x="103025" y="108529"/>
                  <a:pt x="103025" y="101730"/>
                </a:cubicBezTo>
                <a:lnTo>
                  <a:pt x="103025" y="38275"/>
                </a:lnTo>
                <a:lnTo>
                  <a:pt x="88106" y="38275"/>
                </a:lnTo>
                <a:lnTo>
                  <a:pt x="88106" y="34880"/>
                </a:lnTo>
                <a:cubicBezTo>
                  <a:pt x="91879" y="33367"/>
                  <a:pt x="95737" y="30804"/>
                  <a:pt x="99681" y="27192"/>
                </a:cubicBezTo>
                <a:cubicBezTo>
                  <a:pt x="103626" y="23580"/>
                  <a:pt x="107141" y="19297"/>
                  <a:pt x="110228" y="14344"/>
                </a:cubicBezTo>
                <a:cubicBezTo>
                  <a:pt x="111805" y="11731"/>
                  <a:pt x="114000" y="6949"/>
                  <a:pt x="116813" y="0"/>
                </a:cubicBezTo>
                <a:lnTo>
                  <a:pt x="12000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9458D-58EC-4511-95A7-2EEE95D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5463256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E909E-E524-4255-BBC5-5F13CD2E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5463256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22" name="Text ER">
            <a:extLst xmlns:a="http://schemas.openxmlformats.org/drawingml/2006/main">
              <a:ext uri="{FF2B5EF4-FFF2-40B4-BE49-F238E27FC236}">
                <a16:creationId xmlns:a16="http://schemas.microsoft.com/office/drawing/2014/main" id="{38C79752-9A4D-41F8-B445-B4AC5D46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777" y="5534456"/>
            <a:ext cx="266828" cy="139519"/>
          </a:xfrm>
          <a:custGeom xmlns:a="http://schemas.openxmlformats.org/drawingml/2006/main">
            <a:pathLst>
              <a:path w="266828" h="139519">
                <a:moveTo>
                  <a:pt x="39716" y="7614"/>
                </a:moveTo>
                <a:lnTo>
                  <a:pt x="39716" y="62763"/>
                </a:lnTo>
                <a:lnTo>
                  <a:pt x="70377" y="62763"/>
                </a:lnTo>
                <a:cubicBezTo>
                  <a:pt x="78334" y="62763"/>
                  <a:pt x="83650" y="61556"/>
                  <a:pt x="86325" y="59143"/>
                </a:cubicBezTo>
                <a:cubicBezTo>
                  <a:pt x="89892" y="55972"/>
                  <a:pt x="91881" y="50388"/>
                  <a:pt x="92293" y="42391"/>
                </a:cubicBezTo>
                <a:lnTo>
                  <a:pt x="96100" y="42391"/>
                </a:lnTo>
                <a:lnTo>
                  <a:pt x="96100" y="90955"/>
                </a:lnTo>
                <a:lnTo>
                  <a:pt x="92293" y="90955"/>
                </a:lnTo>
                <a:cubicBezTo>
                  <a:pt x="91332" y="84231"/>
                  <a:pt x="90372" y="79918"/>
                  <a:pt x="89412" y="78017"/>
                </a:cubicBezTo>
                <a:cubicBezTo>
                  <a:pt x="88177" y="75639"/>
                  <a:pt x="86154" y="73772"/>
                  <a:pt x="83341" y="72416"/>
                </a:cubicBezTo>
                <a:cubicBezTo>
                  <a:pt x="80529" y="71057"/>
                  <a:pt x="76207" y="70377"/>
                  <a:pt x="70377" y="70377"/>
                </a:cubicBezTo>
                <a:lnTo>
                  <a:pt x="39716" y="70377"/>
                </a:lnTo>
                <a:lnTo>
                  <a:pt x="39716" y="116292"/>
                </a:lnTo>
                <a:cubicBezTo>
                  <a:pt x="39716" y="122455"/>
                  <a:pt x="39990" y="126204"/>
                  <a:pt x="40539" y="127539"/>
                </a:cubicBezTo>
                <a:cubicBezTo>
                  <a:pt x="41088" y="128875"/>
                  <a:pt x="42048" y="129937"/>
                  <a:pt x="43420" y="130725"/>
                </a:cubicBezTo>
                <a:cubicBezTo>
                  <a:pt x="44792" y="131512"/>
                  <a:pt x="47398" y="131906"/>
                  <a:pt x="51239" y="131906"/>
                </a:cubicBezTo>
                <a:lnTo>
                  <a:pt x="74904" y="131906"/>
                </a:lnTo>
                <a:cubicBezTo>
                  <a:pt x="82792" y="131906"/>
                  <a:pt x="88520" y="131357"/>
                  <a:pt x="92087" y="130259"/>
                </a:cubicBezTo>
                <a:cubicBezTo>
                  <a:pt x="95654" y="129162"/>
                  <a:pt x="99083" y="127001"/>
                  <a:pt x="102376" y="123777"/>
                </a:cubicBezTo>
                <a:cubicBezTo>
                  <a:pt x="106629" y="119524"/>
                  <a:pt x="110984" y="113111"/>
                  <a:pt x="115443" y="104537"/>
                </a:cubicBezTo>
                <a:lnTo>
                  <a:pt x="119559" y="104537"/>
                </a:lnTo>
                <a:lnTo>
                  <a:pt x="107520" y="139519"/>
                </a:lnTo>
                <a:lnTo>
                  <a:pt x="0" y="139519"/>
                </a:lnTo>
                <a:lnTo>
                  <a:pt x="0" y="135712"/>
                </a:lnTo>
                <a:lnTo>
                  <a:pt x="4939" y="135712"/>
                </a:lnTo>
                <a:cubicBezTo>
                  <a:pt x="8231" y="135712"/>
                  <a:pt x="11352" y="134924"/>
                  <a:pt x="14302" y="133346"/>
                </a:cubicBezTo>
                <a:cubicBezTo>
                  <a:pt x="16497" y="132248"/>
                  <a:pt x="17989" y="130602"/>
                  <a:pt x="18777" y="128407"/>
                </a:cubicBezTo>
                <a:cubicBezTo>
                  <a:pt x="19566" y="126212"/>
                  <a:pt x="19961" y="121719"/>
                  <a:pt x="19961" y="114929"/>
                </a:cubicBezTo>
                <a:lnTo>
                  <a:pt x="19961" y="24282"/>
                </a:lnTo>
                <a:cubicBezTo>
                  <a:pt x="19961" y="15434"/>
                  <a:pt x="19069" y="9980"/>
                  <a:pt x="17286" y="7923"/>
                </a:cubicBezTo>
                <a:cubicBezTo>
                  <a:pt x="14816" y="5179"/>
                  <a:pt x="10701" y="3807"/>
                  <a:pt x="4939" y="3807"/>
                </a:cubicBezTo>
                <a:lnTo>
                  <a:pt x="0" y="3807"/>
                </a:lnTo>
                <a:lnTo>
                  <a:pt x="0" y="0"/>
                </a:lnTo>
                <a:lnTo>
                  <a:pt x="107520" y="0"/>
                </a:lnTo>
                <a:lnTo>
                  <a:pt x="109064" y="30456"/>
                </a:lnTo>
                <a:lnTo>
                  <a:pt x="105051" y="30456"/>
                </a:lnTo>
                <a:cubicBezTo>
                  <a:pt x="103611" y="23148"/>
                  <a:pt x="102016" y="18129"/>
                  <a:pt x="100267" y="15398"/>
                </a:cubicBezTo>
                <a:cubicBezTo>
                  <a:pt x="98518" y="12667"/>
                  <a:pt x="95928" y="10585"/>
                  <a:pt x="92498" y="9151"/>
                </a:cubicBezTo>
                <a:cubicBezTo>
                  <a:pt x="89755" y="8126"/>
                  <a:pt x="84919" y="7614"/>
                  <a:pt x="77991" y="7614"/>
                </a:cubicBezTo>
                <a:lnTo>
                  <a:pt x="39716" y="7614"/>
                </a:lnTo>
                <a:close/>
                <a:moveTo>
                  <a:pt x="266828" y="139519"/>
                </a:moveTo>
                <a:lnTo>
                  <a:pt x="229582" y="139519"/>
                </a:lnTo>
                <a:lnTo>
                  <a:pt x="182355" y="74081"/>
                </a:lnTo>
                <a:cubicBezTo>
                  <a:pt x="178857" y="74218"/>
                  <a:pt x="176011" y="74287"/>
                  <a:pt x="173816" y="74287"/>
                </a:cubicBezTo>
                <a:cubicBezTo>
                  <a:pt x="172924" y="74287"/>
                  <a:pt x="171963" y="74270"/>
                  <a:pt x="170935" y="74235"/>
                </a:cubicBezTo>
                <a:cubicBezTo>
                  <a:pt x="169906" y="74201"/>
                  <a:pt x="168842" y="74150"/>
                  <a:pt x="167745" y="74081"/>
                </a:cubicBezTo>
                <a:lnTo>
                  <a:pt x="167745" y="114755"/>
                </a:lnTo>
                <a:cubicBezTo>
                  <a:pt x="167745" y="123565"/>
                  <a:pt x="168705" y="129036"/>
                  <a:pt x="170626" y="131169"/>
                </a:cubicBezTo>
                <a:cubicBezTo>
                  <a:pt x="173232" y="134198"/>
                  <a:pt x="177142" y="135712"/>
                  <a:pt x="182355" y="135712"/>
                </a:cubicBezTo>
                <a:lnTo>
                  <a:pt x="187809" y="135712"/>
                </a:lnTo>
                <a:lnTo>
                  <a:pt x="187809" y="139519"/>
                </a:lnTo>
                <a:lnTo>
                  <a:pt x="128029" y="139519"/>
                </a:lnTo>
                <a:lnTo>
                  <a:pt x="128029" y="135712"/>
                </a:lnTo>
                <a:lnTo>
                  <a:pt x="133277" y="135712"/>
                </a:lnTo>
                <a:cubicBezTo>
                  <a:pt x="139176" y="135712"/>
                  <a:pt x="143394" y="133792"/>
                  <a:pt x="145932" y="129951"/>
                </a:cubicBezTo>
                <a:cubicBezTo>
                  <a:pt x="147373" y="127824"/>
                  <a:pt x="148093" y="122783"/>
                  <a:pt x="148093" y="114826"/>
                </a:cubicBezTo>
                <a:lnTo>
                  <a:pt x="148093" y="24694"/>
                </a:lnTo>
                <a:cubicBezTo>
                  <a:pt x="148093" y="15914"/>
                  <a:pt x="147133" y="10461"/>
                  <a:pt x="145212" y="8334"/>
                </a:cubicBezTo>
                <a:cubicBezTo>
                  <a:pt x="142537" y="5316"/>
                  <a:pt x="138558" y="3807"/>
                  <a:pt x="133277" y="3807"/>
                </a:cubicBezTo>
                <a:lnTo>
                  <a:pt x="128029" y="3807"/>
                </a:lnTo>
                <a:lnTo>
                  <a:pt x="128029" y="0"/>
                </a:lnTo>
                <a:lnTo>
                  <a:pt x="178857" y="0"/>
                </a:lnTo>
                <a:cubicBezTo>
                  <a:pt x="193673" y="0"/>
                  <a:pt x="204597" y="1077"/>
                  <a:pt x="211628" y="3231"/>
                </a:cubicBezTo>
                <a:cubicBezTo>
                  <a:pt x="218659" y="5386"/>
                  <a:pt x="224626" y="9353"/>
                  <a:pt x="229531" y="15135"/>
                </a:cubicBezTo>
                <a:cubicBezTo>
                  <a:pt x="234435" y="20914"/>
                  <a:pt x="236887" y="27804"/>
                  <a:pt x="236887" y="35806"/>
                </a:cubicBezTo>
                <a:cubicBezTo>
                  <a:pt x="236887" y="44354"/>
                  <a:pt x="234092" y="51775"/>
                  <a:pt x="228502" y="58069"/>
                </a:cubicBezTo>
                <a:cubicBezTo>
                  <a:pt x="222911" y="64360"/>
                  <a:pt x="214251" y="68806"/>
                  <a:pt x="202522" y="71406"/>
                </a:cubicBezTo>
                <a:lnTo>
                  <a:pt x="231331" y="111559"/>
                </a:lnTo>
                <a:cubicBezTo>
                  <a:pt x="237916" y="120780"/>
                  <a:pt x="243575" y="126906"/>
                  <a:pt x="248308" y="129935"/>
                </a:cubicBezTo>
                <a:cubicBezTo>
                  <a:pt x="253041" y="132961"/>
                  <a:pt x="259215" y="134887"/>
                  <a:pt x="266828" y="135712"/>
                </a:cubicBezTo>
                <a:lnTo>
                  <a:pt x="266828" y="139519"/>
                </a:lnTo>
                <a:moveTo>
                  <a:pt x="167745" y="67805"/>
                </a:moveTo>
                <a:cubicBezTo>
                  <a:pt x="169048" y="67805"/>
                  <a:pt x="170180" y="67822"/>
                  <a:pt x="171140" y="67856"/>
                </a:cubicBezTo>
                <a:cubicBezTo>
                  <a:pt x="172101" y="67891"/>
                  <a:pt x="172890" y="67908"/>
                  <a:pt x="173507" y="67908"/>
                </a:cubicBezTo>
                <a:cubicBezTo>
                  <a:pt x="186814" y="67908"/>
                  <a:pt x="196846" y="65027"/>
                  <a:pt x="203602" y="59265"/>
                </a:cubicBezTo>
                <a:cubicBezTo>
                  <a:pt x="210359" y="53503"/>
                  <a:pt x="213737" y="46164"/>
                  <a:pt x="213737" y="37246"/>
                </a:cubicBezTo>
                <a:cubicBezTo>
                  <a:pt x="213737" y="28535"/>
                  <a:pt x="211010" y="21453"/>
                  <a:pt x="205557" y="15999"/>
                </a:cubicBezTo>
                <a:cubicBezTo>
                  <a:pt x="200104" y="10546"/>
                  <a:pt x="192885" y="7820"/>
                  <a:pt x="183899" y="7820"/>
                </a:cubicBezTo>
                <a:cubicBezTo>
                  <a:pt x="179920" y="7820"/>
                  <a:pt x="174536" y="8471"/>
                  <a:pt x="167745" y="9775"/>
                </a:cubicBezTo>
                <a:lnTo>
                  <a:pt x="167745" y="678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C468B-37B4-4A7B-9224-30953039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5767629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A2256-8445-4A46-8710-B5F59F00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5767629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325" name="Text at">
            <a:extLst xmlns:a="http://schemas.openxmlformats.org/drawingml/2006/main">
              <a:ext uri="{FF2B5EF4-FFF2-40B4-BE49-F238E27FC236}">
                <a16:creationId xmlns:a16="http://schemas.microsoft.com/office/drawing/2014/main" id="{5B722F64-951F-4F56-90E7-7610EC83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79" y="5853028"/>
            <a:ext cx="144902" cy="127378"/>
          </a:xfrm>
          <a:custGeom xmlns:a="http://schemas.openxmlformats.org/drawingml/2006/main">
            <a:pathLst>
              <a:path w="144902" h="127378">
                <a:moveTo>
                  <a:pt x="52474" y="111739"/>
                </a:moveTo>
                <a:cubicBezTo>
                  <a:pt x="42802" y="119216"/>
                  <a:pt x="36732" y="123537"/>
                  <a:pt x="34263" y="124703"/>
                </a:cubicBezTo>
                <a:cubicBezTo>
                  <a:pt x="30558" y="126487"/>
                  <a:pt x="26614" y="127378"/>
                  <a:pt x="22430" y="127378"/>
                </a:cubicBezTo>
                <a:cubicBezTo>
                  <a:pt x="15914" y="127378"/>
                  <a:pt x="10546" y="125149"/>
                  <a:pt x="6328" y="120690"/>
                </a:cubicBezTo>
                <a:cubicBezTo>
                  <a:pt x="2109" y="116232"/>
                  <a:pt x="0" y="110367"/>
                  <a:pt x="0" y="103096"/>
                </a:cubicBezTo>
                <a:cubicBezTo>
                  <a:pt x="0" y="98500"/>
                  <a:pt x="1029" y="94522"/>
                  <a:pt x="3087" y="91161"/>
                </a:cubicBezTo>
                <a:cubicBezTo>
                  <a:pt x="5899" y="86497"/>
                  <a:pt x="10786" y="82107"/>
                  <a:pt x="17749" y="77991"/>
                </a:cubicBezTo>
                <a:cubicBezTo>
                  <a:pt x="24711" y="73875"/>
                  <a:pt x="36286" y="68868"/>
                  <a:pt x="52474" y="62969"/>
                </a:cubicBezTo>
                <a:lnTo>
                  <a:pt x="52474" y="59265"/>
                </a:lnTo>
                <a:cubicBezTo>
                  <a:pt x="52474" y="49868"/>
                  <a:pt x="50982" y="43420"/>
                  <a:pt x="47998" y="39921"/>
                </a:cubicBezTo>
                <a:cubicBezTo>
                  <a:pt x="45015" y="36423"/>
                  <a:pt x="40676" y="34674"/>
                  <a:pt x="34983" y="34674"/>
                </a:cubicBezTo>
                <a:cubicBezTo>
                  <a:pt x="30661" y="34674"/>
                  <a:pt x="27232" y="35836"/>
                  <a:pt x="24694" y="38159"/>
                </a:cubicBezTo>
                <a:cubicBezTo>
                  <a:pt x="22087" y="40483"/>
                  <a:pt x="20784" y="43149"/>
                  <a:pt x="20784" y="46156"/>
                </a:cubicBezTo>
                <a:lnTo>
                  <a:pt x="20990" y="52101"/>
                </a:lnTo>
                <a:cubicBezTo>
                  <a:pt x="20990" y="55244"/>
                  <a:pt x="20184" y="57669"/>
                  <a:pt x="18572" y="59377"/>
                </a:cubicBezTo>
                <a:cubicBezTo>
                  <a:pt x="16960" y="61086"/>
                  <a:pt x="14851" y="61940"/>
                  <a:pt x="12244" y="61940"/>
                </a:cubicBezTo>
                <a:cubicBezTo>
                  <a:pt x="9706" y="61940"/>
                  <a:pt x="7631" y="61052"/>
                  <a:pt x="6019" y="59275"/>
                </a:cubicBezTo>
                <a:cubicBezTo>
                  <a:pt x="4407" y="57495"/>
                  <a:pt x="3601" y="55067"/>
                  <a:pt x="3601" y="51989"/>
                </a:cubicBezTo>
                <a:cubicBezTo>
                  <a:pt x="3601" y="46109"/>
                  <a:pt x="6619" y="40707"/>
                  <a:pt x="12656" y="35783"/>
                </a:cubicBezTo>
                <a:cubicBezTo>
                  <a:pt x="18692" y="30860"/>
                  <a:pt x="27163" y="28398"/>
                  <a:pt x="38069" y="28398"/>
                </a:cubicBezTo>
                <a:cubicBezTo>
                  <a:pt x="46438" y="28398"/>
                  <a:pt x="53297" y="29802"/>
                  <a:pt x="58648" y="32610"/>
                </a:cubicBezTo>
                <a:cubicBezTo>
                  <a:pt x="62695" y="34734"/>
                  <a:pt x="65678" y="38058"/>
                  <a:pt x="67599" y="42581"/>
                </a:cubicBezTo>
                <a:cubicBezTo>
                  <a:pt x="68834" y="45526"/>
                  <a:pt x="69451" y="51555"/>
                  <a:pt x="69451" y="60667"/>
                </a:cubicBezTo>
                <a:lnTo>
                  <a:pt x="69451" y="92627"/>
                </a:lnTo>
                <a:cubicBezTo>
                  <a:pt x="69451" y="101602"/>
                  <a:pt x="69623" y="107100"/>
                  <a:pt x="69965" y="109122"/>
                </a:cubicBezTo>
                <a:cubicBezTo>
                  <a:pt x="70308" y="111143"/>
                  <a:pt x="70874" y="112497"/>
                  <a:pt x="71663" y="113183"/>
                </a:cubicBezTo>
                <a:cubicBezTo>
                  <a:pt x="72452" y="113866"/>
                  <a:pt x="73361" y="114208"/>
                  <a:pt x="74390" y="114208"/>
                </a:cubicBezTo>
                <a:cubicBezTo>
                  <a:pt x="75487" y="114208"/>
                  <a:pt x="76448" y="113968"/>
                  <a:pt x="77271" y="113488"/>
                </a:cubicBezTo>
                <a:cubicBezTo>
                  <a:pt x="78711" y="112596"/>
                  <a:pt x="81489" y="110093"/>
                  <a:pt x="85605" y="105977"/>
                </a:cubicBezTo>
                <a:lnTo>
                  <a:pt x="85605" y="111739"/>
                </a:lnTo>
                <a:cubicBezTo>
                  <a:pt x="77922" y="122028"/>
                  <a:pt x="70583" y="127173"/>
                  <a:pt x="63586" y="127173"/>
                </a:cubicBezTo>
                <a:cubicBezTo>
                  <a:pt x="60225" y="127173"/>
                  <a:pt x="57550" y="126006"/>
                  <a:pt x="55561" y="123674"/>
                </a:cubicBezTo>
                <a:cubicBezTo>
                  <a:pt x="53572" y="121342"/>
                  <a:pt x="52543" y="117364"/>
                  <a:pt x="52474" y="111739"/>
                </a:cubicBezTo>
                <a:moveTo>
                  <a:pt x="52474" y="104993"/>
                </a:moveTo>
                <a:lnTo>
                  <a:pt x="52474" y="69245"/>
                </a:lnTo>
                <a:cubicBezTo>
                  <a:pt x="42116" y="73342"/>
                  <a:pt x="35429" y="76244"/>
                  <a:pt x="32410" y="77952"/>
                </a:cubicBezTo>
                <a:cubicBezTo>
                  <a:pt x="26992" y="80958"/>
                  <a:pt x="23116" y="84099"/>
                  <a:pt x="20784" y="87376"/>
                </a:cubicBezTo>
                <a:cubicBezTo>
                  <a:pt x="18452" y="90654"/>
                  <a:pt x="17286" y="94239"/>
                  <a:pt x="17286" y="98132"/>
                </a:cubicBezTo>
                <a:cubicBezTo>
                  <a:pt x="17286" y="103049"/>
                  <a:pt x="18760" y="107129"/>
                  <a:pt x="21710" y="110372"/>
                </a:cubicBezTo>
                <a:cubicBezTo>
                  <a:pt x="24659" y="113616"/>
                  <a:pt x="28055" y="115237"/>
                  <a:pt x="31896" y="115237"/>
                </a:cubicBezTo>
                <a:cubicBezTo>
                  <a:pt x="37109" y="115237"/>
                  <a:pt x="43969" y="111823"/>
                  <a:pt x="52474" y="104993"/>
                </a:cubicBezTo>
                <a:close/>
                <a:moveTo>
                  <a:pt x="120002" y="0"/>
                </a:moveTo>
                <a:lnTo>
                  <a:pt x="120002" y="31073"/>
                </a:lnTo>
                <a:lnTo>
                  <a:pt x="142021" y="31073"/>
                </a:lnTo>
                <a:lnTo>
                  <a:pt x="142021" y="38275"/>
                </a:lnTo>
                <a:lnTo>
                  <a:pt x="120002" y="38275"/>
                </a:lnTo>
                <a:lnTo>
                  <a:pt x="120002" y="99309"/>
                </a:lnTo>
                <a:cubicBezTo>
                  <a:pt x="120002" y="105407"/>
                  <a:pt x="120877" y="109518"/>
                  <a:pt x="122626" y="111643"/>
                </a:cubicBezTo>
                <a:cubicBezTo>
                  <a:pt x="124375" y="113765"/>
                  <a:pt x="126622" y="114826"/>
                  <a:pt x="129365" y="114826"/>
                </a:cubicBezTo>
                <a:cubicBezTo>
                  <a:pt x="131629" y="114826"/>
                  <a:pt x="133824" y="114123"/>
                  <a:pt x="135950" y="112716"/>
                </a:cubicBezTo>
                <a:cubicBezTo>
                  <a:pt x="138077" y="111310"/>
                  <a:pt x="139723" y="109235"/>
                  <a:pt x="140889" y="106492"/>
                </a:cubicBezTo>
                <a:lnTo>
                  <a:pt x="144902" y="106492"/>
                </a:lnTo>
                <a:cubicBezTo>
                  <a:pt x="142501" y="113233"/>
                  <a:pt x="139106" y="118331"/>
                  <a:pt x="134716" y="121787"/>
                </a:cubicBezTo>
                <a:cubicBezTo>
                  <a:pt x="130326" y="125240"/>
                  <a:pt x="125799" y="126967"/>
                  <a:pt x="121134" y="126967"/>
                </a:cubicBezTo>
                <a:cubicBezTo>
                  <a:pt x="117979" y="126967"/>
                  <a:pt x="114892" y="126091"/>
                  <a:pt x="111874" y="124340"/>
                </a:cubicBezTo>
                <a:cubicBezTo>
                  <a:pt x="108856" y="122589"/>
                  <a:pt x="106627" y="120083"/>
                  <a:pt x="105186" y="116822"/>
                </a:cubicBezTo>
                <a:cubicBezTo>
                  <a:pt x="103746" y="113560"/>
                  <a:pt x="103025" y="108529"/>
                  <a:pt x="103025" y="101730"/>
                </a:cubicBezTo>
                <a:lnTo>
                  <a:pt x="103025" y="38275"/>
                </a:lnTo>
                <a:lnTo>
                  <a:pt x="88106" y="38275"/>
                </a:lnTo>
                <a:lnTo>
                  <a:pt x="88106" y="34880"/>
                </a:lnTo>
                <a:cubicBezTo>
                  <a:pt x="91879" y="33367"/>
                  <a:pt x="95737" y="30804"/>
                  <a:pt x="99682" y="27192"/>
                </a:cubicBezTo>
                <a:cubicBezTo>
                  <a:pt x="103626" y="23580"/>
                  <a:pt x="107141" y="19297"/>
                  <a:pt x="110228" y="14344"/>
                </a:cubicBezTo>
                <a:cubicBezTo>
                  <a:pt x="111805" y="11731"/>
                  <a:pt x="114000" y="6949"/>
                  <a:pt x="116813" y="0"/>
                </a:cubicBezTo>
                <a:lnTo>
                  <a:pt x="12000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700C3-1C11-486A-A3C7-0E289A8C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5767629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AFF09-37C0-49FF-A6B4-978D67F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5767629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28" name="Text a">
            <a:extLst xmlns:a="http://schemas.openxmlformats.org/drawingml/2006/main">
              <a:ext uri="{FF2B5EF4-FFF2-40B4-BE49-F238E27FC236}">
                <a16:creationId xmlns:a16="http://schemas.microsoft.com/office/drawing/2014/main" id="{3392C038-D4EB-46B1-937D-5B87DBB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203" y="5881426"/>
            <a:ext cx="85605" cy="98981"/>
          </a:xfrm>
          <a:custGeom xmlns:a="http://schemas.openxmlformats.org/drawingml/2006/main">
            <a:pathLst>
              <a:path w="85605" h="98981">
                <a:moveTo>
                  <a:pt x="52474" y="83341"/>
                </a:moveTo>
                <a:cubicBezTo>
                  <a:pt x="42802" y="90818"/>
                  <a:pt x="36732" y="95139"/>
                  <a:pt x="34263" y="96305"/>
                </a:cubicBezTo>
                <a:cubicBezTo>
                  <a:pt x="30558" y="98089"/>
                  <a:pt x="26614" y="98981"/>
                  <a:pt x="22430" y="98981"/>
                </a:cubicBezTo>
                <a:cubicBezTo>
                  <a:pt x="15914" y="98981"/>
                  <a:pt x="10546" y="96751"/>
                  <a:pt x="6328" y="92293"/>
                </a:cubicBezTo>
                <a:cubicBezTo>
                  <a:pt x="2109" y="87834"/>
                  <a:pt x="0" y="81969"/>
                  <a:pt x="0" y="74698"/>
                </a:cubicBezTo>
                <a:cubicBezTo>
                  <a:pt x="0" y="70103"/>
                  <a:pt x="1029" y="66124"/>
                  <a:pt x="3087" y="62763"/>
                </a:cubicBezTo>
                <a:cubicBezTo>
                  <a:pt x="5899" y="58099"/>
                  <a:pt x="10786" y="53709"/>
                  <a:pt x="17749" y="49593"/>
                </a:cubicBezTo>
                <a:cubicBezTo>
                  <a:pt x="24711" y="45478"/>
                  <a:pt x="36286" y="40470"/>
                  <a:pt x="52474" y="34571"/>
                </a:cubicBezTo>
                <a:lnTo>
                  <a:pt x="52474" y="30867"/>
                </a:lnTo>
                <a:cubicBezTo>
                  <a:pt x="52474" y="21470"/>
                  <a:pt x="50982" y="15022"/>
                  <a:pt x="47998" y="11524"/>
                </a:cubicBezTo>
                <a:cubicBezTo>
                  <a:pt x="45015" y="8025"/>
                  <a:pt x="40676" y="6276"/>
                  <a:pt x="34983" y="6276"/>
                </a:cubicBezTo>
                <a:cubicBezTo>
                  <a:pt x="30661" y="6276"/>
                  <a:pt x="27232" y="7438"/>
                  <a:pt x="24694" y="9762"/>
                </a:cubicBezTo>
                <a:cubicBezTo>
                  <a:pt x="22087" y="12085"/>
                  <a:pt x="20784" y="14751"/>
                  <a:pt x="20784" y="17758"/>
                </a:cubicBezTo>
                <a:lnTo>
                  <a:pt x="20990" y="23703"/>
                </a:lnTo>
                <a:cubicBezTo>
                  <a:pt x="20990" y="26846"/>
                  <a:pt x="20184" y="29271"/>
                  <a:pt x="18572" y="30980"/>
                </a:cubicBezTo>
                <a:cubicBezTo>
                  <a:pt x="16960" y="32688"/>
                  <a:pt x="14851" y="33542"/>
                  <a:pt x="12244" y="33542"/>
                </a:cubicBezTo>
                <a:cubicBezTo>
                  <a:pt x="9706" y="33542"/>
                  <a:pt x="7631" y="32654"/>
                  <a:pt x="6019" y="30877"/>
                </a:cubicBezTo>
                <a:cubicBezTo>
                  <a:pt x="4407" y="29098"/>
                  <a:pt x="3601" y="26669"/>
                  <a:pt x="3601" y="23591"/>
                </a:cubicBezTo>
                <a:cubicBezTo>
                  <a:pt x="3601" y="17711"/>
                  <a:pt x="6619" y="12309"/>
                  <a:pt x="12656" y="7386"/>
                </a:cubicBezTo>
                <a:cubicBezTo>
                  <a:pt x="18692" y="2462"/>
                  <a:pt x="27163" y="0"/>
                  <a:pt x="38069" y="0"/>
                </a:cubicBezTo>
                <a:cubicBezTo>
                  <a:pt x="46438" y="0"/>
                  <a:pt x="53297" y="1404"/>
                  <a:pt x="58648" y="4212"/>
                </a:cubicBezTo>
                <a:cubicBezTo>
                  <a:pt x="62695" y="6336"/>
                  <a:pt x="65678" y="9660"/>
                  <a:pt x="67599" y="14183"/>
                </a:cubicBezTo>
                <a:cubicBezTo>
                  <a:pt x="68834" y="17128"/>
                  <a:pt x="69451" y="23157"/>
                  <a:pt x="69451" y="32269"/>
                </a:cubicBezTo>
                <a:lnTo>
                  <a:pt x="69451" y="64229"/>
                </a:lnTo>
                <a:cubicBezTo>
                  <a:pt x="69451" y="73204"/>
                  <a:pt x="69623" y="78703"/>
                  <a:pt x="69965" y="80724"/>
                </a:cubicBezTo>
                <a:cubicBezTo>
                  <a:pt x="70308" y="82745"/>
                  <a:pt x="70874" y="84099"/>
                  <a:pt x="71663" y="84785"/>
                </a:cubicBezTo>
                <a:cubicBezTo>
                  <a:pt x="72452" y="85469"/>
                  <a:pt x="73361" y="85811"/>
                  <a:pt x="74390" y="85811"/>
                </a:cubicBezTo>
                <a:cubicBezTo>
                  <a:pt x="75487" y="85811"/>
                  <a:pt x="76448" y="85571"/>
                  <a:pt x="77271" y="85090"/>
                </a:cubicBezTo>
                <a:cubicBezTo>
                  <a:pt x="78711" y="84199"/>
                  <a:pt x="81489" y="81695"/>
                  <a:pt x="85605" y="77579"/>
                </a:cubicBezTo>
                <a:lnTo>
                  <a:pt x="85605" y="83341"/>
                </a:lnTo>
                <a:cubicBezTo>
                  <a:pt x="77922" y="93630"/>
                  <a:pt x="70583" y="98775"/>
                  <a:pt x="63586" y="98775"/>
                </a:cubicBezTo>
                <a:cubicBezTo>
                  <a:pt x="60225" y="98775"/>
                  <a:pt x="57550" y="97609"/>
                  <a:pt x="55561" y="95277"/>
                </a:cubicBezTo>
                <a:cubicBezTo>
                  <a:pt x="53572" y="92944"/>
                  <a:pt x="52543" y="88966"/>
                  <a:pt x="52474" y="83341"/>
                </a:cubicBezTo>
                <a:moveTo>
                  <a:pt x="52474" y="76595"/>
                </a:moveTo>
                <a:lnTo>
                  <a:pt x="52474" y="40847"/>
                </a:lnTo>
                <a:cubicBezTo>
                  <a:pt x="42116" y="44944"/>
                  <a:pt x="35429" y="47846"/>
                  <a:pt x="32410" y="49555"/>
                </a:cubicBezTo>
                <a:cubicBezTo>
                  <a:pt x="26992" y="52560"/>
                  <a:pt x="23116" y="55701"/>
                  <a:pt x="20784" y="58979"/>
                </a:cubicBezTo>
                <a:cubicBezTo>
                  <a:pt x="18452" y="62256"/>
                  <a:pt x="17286" y="65841"/>
                  <a:pt x="17286" y="69734"/>
                </a:cubicBezTo>
                <a:cubicBezTo>
                  <a:pt x="17286" y="74651"/>
                  <a:pt x="18760" y="78732"/>
                  <a:pt x="21710" y="81975"/>
                </a:cubicBezTo>
                <a:cubicBezTo>
                  <a:pt x="24659" y="85218"/>
                  <a:pt x="28055" y="86840"/>
                  <a:pt x="31896" y="86840"/>
                </a:cubicBezTo>
                <a:cubicBezTo>
                  <a:pt x="37109" y="86840"/>
                  <a:pt x="43969" y="83425"/>
                  <a:pt x="52474" y="76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AEA1E-B12E-4031-AD4D-15BF394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5767629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625FF-DF6B-432E-A4C6-43FDCE64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5767629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31" name="Text an">
            <a:extLst xmlns:a="http://schemas.openxmlformats.org/drawingml/2006/main">
              <a:ext uri="{FF2B5EF4-FFF2-40B4-BE49-F238E27FC236}">
                <a16:creationId xmlns:a16="http://schemas.microsoft.com/office/drawing/2014/main" id="{138BB2BF-E96A-4BBC-8F99-7FB63539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988" y="5881426"/>
            <a:ext cx="190482" cy="98981"/>
          </a:xfrm>
          <a:custGeom xmlns:a="http://schemas.openxmlformats.org/drawingml/2006/main">
            <a:pathLst>
              <a:path w="190482" h="98981">
                <a:moveTo>
                  <a:pt x="52474" y="83341"/>
                </a:moveTo>
                <a:cubicBezTo>
                  <a:pt x="42802" y="90818"/>
                  <a:pt x="36732" y="95139"/>
                  <a:pt x="34263" y="96305"/>
                </a:cubicBezTo>
                <a:cubicBezTo>
                  <a:pt x="30558" y="98089"/>
                  <a:pt x="26614" y="98981"/>
                  <a:pt x="22430" y="98981"/>
                </a:cubicBezTo>
                <a:cubicBezTo>
                  <a:pt x="15914" y="98981"/>
                  <a:pt x="10546" y="96751"/>
                  <a:pt x="6328" y="92293"/>
                </a:cubicBezTo>
                <a:cubicBezTo>
                  <a:pt x="2109" y="87834"/>
                  <a:pt x="0" y="81969"/>
                  <a:pt x="0" y="74698"/>
                </a:cubicBezTo>
                <a:cubicBezTo>
                  <a:pt x="0" y="70103"/>
                  <a:pt x="1029" y="66124"/>
                  <a:pt x="3087" y="62763"/>
                </a:cubicBezTo>
                <a:cubicBezTo>
                  <a:pt x="5899" y="58099"/>
                  <a:pt x="10786" y="53709"/>
                  <a:pt x="17749" y="49593"/>
                </a:cubicBezTo>
                <a:cubicBezTo>
                  <a:pt x="24711" y="45478"/>
                  <a:pt x="36286" y="40470"/>
                  <a:pt x="52474" y="34571"/>
                </a:cubicBezTo>
                <a:lnTo>
                  <a:pt x="52474" y="30867"/>
                </a:lnTo>
                <a:cubicBezTo>
                  <a:pt x="52474" y="21470"/>
                  <a:pt x="50982" y="15022"/>
                  <a:pt x="47998" y="11524"/>
                </a:cubicBezTo>
                <a:cubicBezTo>
                  <a:pt x="45015" y="8025"/>
                  <a:pt x="40676" y="6276"/>
                  <a:pt x="34983" y="6276"/>
                </a:cubicBezTo>
                <a:cubicBezTo>
                  <a:pt x="30661" y="6276"/>
                  <a:pt x="27232" y="7438"/>
                  <a:pt x="24694" y="9762"/>
                </a:cubicBezTo>
                <a:cubicBezTo>
                  <a:pt x="22087" y="12085"/>
                  <a:pt x="20784" y="14751"/>
                  <a:pt x="20784" y="17758"/>
                </a:cubicBezTo>
                <a:lnTo>
                  <a:pt x="20990" y="23703"/>
                </a:lnTo>
                <a:cubicBezTo>
                  <a:pt x="20990" y="26846"/>
                  <a:pt x="20184" y="29271"/>
                  <a:pt x="18572" y="30980"/>
                </a:cubicBezTo>
                <a:cubicBezTo>
                  <a:pt x="16960" y="32688"/>
                  <a:pt x="14851" y="33542"/>
                  <a:pt x="12244" y="33542"/>
                </a:cubicBezTo>
                <a:cubicBezTo>
                  <a:pt x="9706" y="33542"/>
                  <a:pt x="7631" y="32654"/>
                  <a:pt x="6019" y="30877"/>
                </a:cubicBezTo>
                <a:cubicBezTo>
                  <a:pt x="4407" y="29098"/>
                  <a:pt x="3601" y="26669"/>
                  <a:pt x="3601" y="23591"/>
                </a:cubicBezTo>
                <a:cubicBezTo>
                  <a:pt x="3601" y="17711"/>
                  <a:pt x="6619" y="12309"/>
                  <a:pt x="12656" y="7386"/>
                </a:cubicBezTo>
                <a:cubicBezTo>
                  <a:pt x="18692" y="2462"/>
                  <a:pt x="27163" y="0"/>
                  <a:pt x="38069" y="0"/>
                </a:cubicBezTo>
                <a:cubicBezTo>
                  <a:pt x="46438" y="0"/>
                  <a:pt x="53297" y="1404"/>
                  <a:pt x="58648" y="4212"/>
                </a:cubicBezTo>
                <a:cubicBezTo>
                  <a:pt x="62695" y="6336"/>
                  <a:pt x="65678" y="9660"/>
                  <a:pt x="67599" y="14183"/>
                </a:cubicBezTo>
                <a:cubicBezTo>
                  <a:pt x="68834" y="17128"/>
                  <a:pt x="69451" y="23157"/>
                  <a:pt x="69451" y="32269"/>
                </a:cubicBezTo>
                <a:lnTo>
                  <a:pt x="69451" y="64229"/>
                </a:lnTo>
                <a:cubicBezTo>
                  <a:pt x="69451" y="73204"/>
                  <a:pt x="69623" y="78703"/>
                  <a:pt x="69965" y="80724"/>
                </a:cubicBezTo>
                <a:cubicBezTo>
                  <a:pt x="70308" y="82745"/>
                  <a:pt x="70874" y="84099"/>
                  <a:pt x="71663" y="84785"/>
                </a:cubicBezTo>
                <a:cubicBezTo>
                  <a:pt x="72452" y="85469"/>
                  <a:pt x="73361" y="85811"/>
                  <a:pt x="74390" y="85811"/>
                </a:cubicBezTo>
                <a:cubicBezTo>
                  <a:pt x="75487" y="85811"/>
                  <a:pt x="76448" y="85571"/>
                  <a:pt x="77271" y="85090"/>
                </a:cubicBezTo>
                <a:cubicBezTo>
                  <a:pt x="78711" y="84199"/>
                  <a:pt x="81489" y="81695"/>
                  <a:pt x="85605" y="77579"/>
                </a:cubicBezTo>
                <a:lnTo>
                  <a:pt x="85605" y="83341"/>
                </a:lnTo>
                <a:cubicBezTo>
                  <a:pt x="77922" y="93630"/>
                  <a:pt x="70583" y="98775"/>
                  <a:pt x="63586" y="98775"/>
                </a:cubicBezTo>
                <a:cubicBezTo>
                  <a:pt x="60225" y="98775"/>
                  <a:pt x="57550" y="97609"/>
                  <a:pt x="55561" y="95277"/>
                </a:cubicBezTo>
                <a:cubicBezTo>
                  <a:pt x="53572" y="92944"/>
                  <a:pt x="52543" y="88966"/>
                  <a:pt x="52474" y="83341"/>
                </a:cubicBezTo>
                <a:moveTo>
                  <a:pt x="52474" y="76595"/>
                </a:moveTo>
                <a:lnTo>
                  <a:pt x="52474" y="40847"/>
                </a:lnTo>
                <a:cubicBezTo>
                  <a:pt x="42116" y="44944"/>
                  <a:pt x="35429" y="47846"/>
                  <a:pt x="32410" y="49555"/>
                </a:cubicBezTo>
                <a:cubicBezTo>
                  <a:pt x="26992" y="52560"/>
                  <a:pt x="23116" y="55701"/>
                  <a:pt x="20784" y="58979"/>
                </a:cubicBezTo>
                <a:cubicBezTo>
                  <a:pt x="18452" y="62256"/>
                  <a:pt x="17286" y="65841"/>
                  <a:pt x="17286" y="69734"/>
                </a:cubicBezTo>
                <a:cubicBezTo>
                  <a:pt x="17286" y="74651"/>
                  <a:pt x="18760" y="78732"/>
                  <a:pt x="21710" y="81975"/>
                </a:cubicBezTo>
                <a:cubicBezTo>
                  <a:pt x="24659" y="85218"/>
                  <a:pt x="28055" y="86840"/>
                  <a:pt x="31896" y="86840"/>
                </a:cubicBezTo>
                <a:cubicBezTo>
                  <a:pt x="37109" y="86840"/>
                  <a:pt x="43969" y="83425"/>
                  <a:pt x="52474" y="76595"/>
                </a:cubicBezTo>
                <a:close/>
                <a:moveTo>
                  <a:pt x="120105" y="19961"/>
                </a:moveTo>
                <a:cubicBezTo>
                  <a:pt x="131149" y="6654"/>
                  <a:pt x="141678" y="0"/>
                  <a:pt x="151693" y="0"/>
                </a:cubicBezTo>
                <a:cubicBezTo>
                  <a:pt x="156837" y="0"/>
                  <a:pt x="161261" y="1284"/>
                  <a:pt x="164965" y="3852"/>
                </a:cubicBezTo>
                <a:cubicBezTo>
                  <a:pt x="168669" y="6418"/>
                  <a:pt x="171619" y="10644"/>
                  <a:pt x="173814" y="16530"/>
                </a:cubicBezTo>
                <a:cubicBezTo>
                  <a:pt x="175323" y="20635"/>
                  <a:pt x="176078" y="26932"/>
                  <a:pt x="176078" y="35420"/>
                </a:cubicBezTo>
                <a:lnTo>
                  <a:pt x="176078" y="75560"/>
                </a:lnTo>
                <a:cubicBezTo>
                  <a:pt x="176078" y="81515"/>
                  <a:pt x="176558" y="85553"/>
                  <a:pt x="177518" y="87675"/>
                </a:cubicBezTo>
                <a:cubicBezTo>
                  <a:pt x="178273" y="89386"/>
                  <a:pt x="179490" y="90720"/>
                  <a:pt x="181171" y="91679"/>
                </a:cubicBezTo>
                <a:cubicBezTo>
                  <a:pt x="182851" y="92637"/>
                  <a:pt x="185955" y="93116"/>
                  <a:pt x="190482" y="93116"/>
                </a:cubicBezTo>
                <a:lnTo>
                  <a:pt x="190482" y="96923"/>
                </a:lnTo>
                <a:lnTo>
                  <a:pt x="143873" y="96923"/>
                </a:lnTo>
                <a:lnTo>
                  <a:pt x="143873" y="93116"/>
                </a:lnTo>
                <a:lnTo>
                  <a:pt x="145828" y="93116"/>
                </a:lnTo>
                <a:cubicBezTo>
                  <a:pt x="150218" y="93116"/>
                  <a:pt x="153287" y="92450"/>
                  <a:pt x="155036" y="91119"/>
                </a:cubicBezTo>
                <a:cubicBezTo>
                  <a:pt x="156786" y="89788"/>
                  <a:pt x="158003" y="87827"/>
                  <a:pt x="158689" y="85235"/>
                </a:cubicBezTo>
                <a:cubicBezTo>
                  <a:pt x="158963" y="84210"/>
                  <a:pt x="159101" y="81003"/>
                  <a:pt x="159101" y="75612"/>
                </a:cubicBezTo>
                <a:lnTo>
                  <a:pt x="159101" y="37224"/>
                </a:lnTo>
                <a:cubicBezTo>
                  <a:pt x="159101" y="28695"/>
                  <a:pt x="157986" y="22502"/>
                  <a:pt x="155757" y="18646"/>
                </a:cubicBezTo>
                <a:cubicBezTo>
                  <a:pt x="153527" y="14789"/>
                  <a:pt x="149772" y="12861"/>
                  <a:pt x="144490" y="12861"/>
                </a:cubicBezTo>
                <a:cubicBezTo>
                  <a:pt x="136328" y="12861"/>
                  <a:pt x="128199" y="17297"/>
                  <a:pt x="120105" y="26170"/>
                </a:cubicBezTo>
                <a:lnTo>
                  <a:pt x="120105" y="75612"/>
                </a:lnTo>
                <a:cubicBezTo>
                  <a:pt x="120105" y="81959"/>
                  <a:pt x="120482" y="85882"/>
                  <a:pt x="121237" y="87383"/>
                </a:cubicBezTo>
                <a:cubicBezTo>
                  <a:pt x="122197" y="89361"/>
                  <a:pt x="123518" y="90812"/>
                  <a:pt x="125198" y="91733"/>
                </a:cubicBezTo>
                <a:cubicBezTo>
                  <a:pt x="126879" y="92655"/>
                  <a:pt x="130291" y="93116"/>
                  <a:pt x="135436" y="93116"/>
                </a:cubicBezTo>
                <a:lnTo>
                  <a:pt x="135436" y="96923"/>
                </a:lnTo>
                <a:lnTo>
                  <a:pt x="88827" y="96923"/>
                </a:lnTo>
                <a:lnTo>
                  <a:pt x="88827" y="93116"/>
                </a:lnTo>
                <a:lnTo>
                  <a:pt x="90884" y="93116"/>
                </a:lnTo>
                <a:cubicBezTo>
                  <a:pt x="95686" y="93116"/>
                  <a:pt x="98927" y="91901"/>
                  <a:pt x="100607" y="89473"/>
                </a:cubicBezTo>
                <a:cubicBezTo>
                  <a:pt x="102288" y="87042"/>
                  <a:pt x="103128" y="82404"/>
                  <a:pt x="103128" y="75560"/>
                </a:cubicBezTo>
                <a:lnTo>
                  <a:pt x="103128" y="40655"/>
                </a:lnTo>
                <a:cubicBezTo>
                  <a:pt x="103128" y="29362"/>
                  <a:pt x="102871" y="22485"/>
                  <a:pt x="102357" y="20022"/>
                </a:cubicBezTo>
                <a:cubicBezTo>
                  <a:pt x="101842" y="17557"/>
                  <a:pt x="101053" y="15879"/>
                  <a:pt x="99990" y="14990"/>
                </a:cubicBezTo>
                <a:cubicBezTo>
                  <a:pt x="98927" y="14100"/>
                  <a:pt x="97504" y="13655"/>
                  <a:pt x="95720" y="13655"/>
                </a:cubicBezTo>
                <a:cubicBezTo>
                  <a:pt x="93800" y="13655"/>
                  <a:pt x="91502" y="14169"/>
                  <a:pt x="88827" y="15196"/>
                </a:cubicBezTo>
                <a:lnTo>
                  <a:pt x="87283" y="11498"/>
                </a:lnTo>
                <a:lnTo>
                  <a:pt x="115681" y="0"/>
                </a:lnTo>
                <a:lnTo>
                  <a:pt x="120105" y="0"/>
                </a:lnTo>
                <a:lnTo>
                  <a:pt x="120105" y="199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298BE-C61D-4778-A86B-3E96AF64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5767629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D8F11-DBC5-403E-B41F-1456B7E0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5767629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34" name="Text the">
            <a:extLst xmlns:a="http://schemas.openxmlformats.org/drawingml/2006/main">
              <a:ext uri="{FF2B5EF4-FFF2-40B4-BE49-F238E27FC236}">
                <a16:creationId xmlns:a16="http://schemas.microsoft.com/office/drawing/2014/main" id="{2524CE5D-EE5E-445D-9996-D2D4152E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733" y="5832038"/>
            <a:ext cx="249442" cy="149191"/>
          </a:xfrm>
          <a:custGeom xmlns:a="http://schemas.openxmlformats.org/drawingml/2006/main">
            <a:pathLst>
              <a:path w="249442" h="149191">
                <a:moveTo>
                  <a:pt x="31896" y="20990"/>
                </a:moveTo>
                <a:lnTo>
                  <a:pt x="31896" y="52063"/>
                </a:lnTo>
                <a:lnTo>
                  <a:pt x="53915" y="52063"/>
                </a:lnTo>
                <a:lnTo>
                  <a:pt x="53915" y="59265"/>
                </a:lnTo>
                <a:lnTo>
                  <a:pt x="31896" y="59265"/>
                </a:lnTo>
                <a:lnTo>
                  <a:pt x="31896" y="120298"/>
                </a:lnTo>
                <a:cubicBezTo>
                  <a:pt x="31896" y="126397"/>
                  <a:pt x="32771" y="130508"/>
                  <a:pt x="34520" y="132632"/>
                </a:cubicBezTo>
                <a:cubicBezTo>
                  <a:pt x="36269" y="134754"/>
                  <a:pt x="38515" y="135815"/>
                  <a:pt x="41259" y="135815"/>
                </a:cubicBezTo>
                <a:cubicBezTo>
                  <a:pt x="43523" y="135815"/>
                  <a:pt x="45718" y="135112"/>
                  <a:pt x="47844" y="133706"/>
                </a:cubicBezTo>
                <a:cubicBezTo>
                  <a:pt x="49970" y="132300"/>
                  <a:pt x="51617" y="130225"/>
                  <a:pt x="52783" y="127481"/>
                </a:cubicBezTo>
                <a:lnTo>
                  <a:pt x="56796" y="127481"/>
                </a:lnTo>
                <a:cubicBezTo>
                  <a:pt x="54395" y="134223"/>
                  <a:pt x="50999" y="139321"/>
                  <a:pt x="46609" y="142777"/>
                </a:cubicBezTo>
                <a:cubicBezTo>
                  <a:pt x="42219" y="146230"/>
                  <a:pt x="37692" y="147956"/>
                  <a:pt x="33028" y="147956"/>
                </a:cubicBezTo>
                <a:cubicBezTo>
                  <a:pt x="29873" y="147956"/>
                  <a:pt x="26786" y="147081"/>
                  <a:pt x="23768" y="145329"/>
                </a:cubicBezTo>
                <a:cubicBezTo>
                  <a:pt x="20750" y="143578"/>
                  <a:pt x="18520" y="141072"/>
                  <a:pt x="17080" y="137812"/>
                </a:cubicBezTo>
                <a:cubicBezTo>
                  <a:pt x="15639" y="134550"/>
                  <a:pt x="14919" y="129519"/>
                  <a:pt x="14919" y="122719"/>
                </a:cubicBezTo>
                <a:lnTo>
                  <a:pt x="14919" y="59265"/>
                </a:lnTo>
                <a:lnTo>
                  <a:pt x="0" y="59265"/>
                </a:lnTo>
                <a:lnTo>
                  <a:pt x="0" y="55869"/>
                </a:lnTo>
                <a:cubicBezTo>
                  <a:pt x="3773" y="54356"/>
                  <a:pt x="7631" y="51794"/>
                  <a:pt x="11575" y="48182"/>
                </a:cubicBezTo>
                <a:cubicBezTo>
                  <a:pt x="15519" y="44570"/>
                  <a:pt x="19035" y="40287"/>
                  <a:pt x="22121" y="35333"/>
                </a:cubicBezTo>
                <a:cubicBezTo>
                  <a:pt x="23699" y="32720"/>
                  <a:pt x="25894" y="27939"/>
                  <a:pt x="28706" y="20990"/>
                </a:cubicBezTo>
                <a:lnTo>
                  <a:pt x="31896" y="20990"/>
                </a:lnTo>
                <a:close/>
                <a:moveTo>
                  <a:pt x="90785" y="0"/>
                </a:moveTo>
                <a:lnTo>
                  <a:pt x="90785" y="69039"/>
                </a:lnTo>
                <a:cubicBezTo>
                  <a:pt x="98399" y="60671"/>
                  <a:pt x="104435" y="55304"/>
                  <a:pt x="108894" y="52937"/>
                </a:cubicBezTo>
                <a:cubicBezTo>
                  <a:pt x="113352" y="50571"/>
                  <a:pt x="117811" y="49387"/>
                  <a:pt x="122269" y="49387"/>
                </a:cubicBezTo>
                <a:cubicBezTo>
                  <a:pt x="127620" y="49387"/>
                  <a:pt x="132215" y="50859"/>
                  <a:pt x="136057" y="53802"/>
                </a:cubicBezTo>
                <a:cubicBezTo>
                  <a:pt x="139898" y="56745"/>
                  <a:pt x="142745" y="61364"/>
                  <a:pt x="144597" y="67660"/>
                </a:cubicBezTo>
                <a:cubicBezTo>
                  <a:pt x="145900" y="72042"/>
                  <a:pt x="146551" y="80050"/>
                  <a:pt x="146551" y="91685"/>
                </a:cubicBezTo>
                <a:lnTo>
                  <a:pt x="146551" y="124948"/>
                </a:lnTo>
                <a:cubicBezTo>
                  <a:pt x="146551" y="130902"/>
                  <a:pt x="147032" y="134975"/>
                  <a:pt x="147992" y="137166"/>
                </a:cubicBezTo>
                <a:cubicBezTo>
                  <a:pt x="148678" y="138808"/>
                  <a:pt x="149844" y="140108"/>
                  <a:pt x="151490" y="141066"/>
                </a:cubicBezTo>
                <a:cubicBezTo>
                  <a:pt x="153136" y="142024"/>
                  <a:pt x="156155" y="142503"/>
                  <a:pt x="160545" y="142503"/>
                </a:cubicBezTo>
                <a:lnTo>
                  <a:pt x="160545" y="146310"/>
                </a:lnTo>
                <a:lnTo>
                  <a:pt x="114244" y="146310"/>
                </a:lnTo>
                <a:lnTo>
                  <a:pt x="114244" y="142503"/>
                </a:lnTo>
                <a:lnTo>
                  <a:pt x="116405" y="142503"/>
                </a:lnTo>
                <a:cubicBezTo>
                  <a:pt x="120795" y="142503"/>
                  <a:pt x="123847" y="141834"/>
                  <a:pt x="125562" y="140497"/>
                </a:cubicBezTo>
                <a:cubicBezTo>
                  <a:pt x="127277" y="139159"/>
                  <a:pt x="128477" y="137187"/>
                  <a:pt x="129163" y="134581"/>
                </a:cubicBezTo>
                <a:cubicBezTo>
                  <a:pt x="129369" y="133483"/>
                  <a:pt x="129472" y="130259"/>
                  <a:pt x="129472" y="124909"/>
                </a:cubicBezTo>
                <a:lnTo>
                  <a:pt x="129472" y="91572"/>
                </a:lnTo>
                <a:cubicBezTo>
                  <a:pt x="129472" y="81283"/>
                  <a:pt x="128940" y="74527"/>
                  <a:pt x="127877" y="71303"/>
                </a:cubicBezTo>
                <a:cubicBezTo>
                  <a:pt x="126814" y="68079"/>
                  <a:pt x="125116" y="65661"/>
                  <a:pt x="122784" y="64049"/>
                </a:cubicBezTo>
                <a:cubicBezTo>
                  <a:pt x="120452" y="62437"/>
                  <a:pt x="117639" y="61631"/>
                  <a:pt x="114347" y="61631"/>
                </a:cubicBezTo>
                <a:cubicBezTo>
                  <a:pt x="110986" y="61631"/>
                  <a:pt x="107487" y="62523"/>
                  <a:pt x="103852" y="64307"/>
                </a:cubicBezTo>
                <a:cubicBezTo>
                  <a:pt x="100216" y="66090"/>
                  <a:pt x="95861" y="69691"/>
                  <a:pt x="90785" y="75110"/>
                </a:cubicBezTo>
                <a:lnTo>
                  <a:pt x="90785" y="124909"/>
                </a:lnTo>
                <a:cubicBezTo>
                  <a:pt x="90785" y="131357"/>
                  <a:pt x="91145" y="135369"/>
                  <a:pt x="91865" y="136947"/>
                </a:cubicBezTo>
                <a:cubicBezTo>
                  <a:pt x="92585" y="138525"/>
                  <a:pt x="93923" y="139845"/>
                  <a:pt x="95878" y="140908"/>
                </a:cubicBezTo>
                <a:cubicBezTo>
                  <a:pt x="97833" y="141972"/>
                  <a:pt x="101211" y="142503"/>
                  <a:pt x="106013" y="142503"/>
                </a:cubicBezTo>
                <a:lnTo>
                  <a:pt x="106013" y="146310"/>
                </a:lnTo>
                <a:lnTo>
                  <a:pt x="59300" y="146310"/>
                </a:lnTo>
                <a:lnTo>
                  <a:pt x="59300" y="142503"/>
                </a:lnTo>
                <a:cubicBezTo>
                  <a:pt x="63485" y="142503"/>
                  <a:pt x="66777" y="141852"/>
                  <a:pt x="69178" y="140548"/>
                </a:cubicBezTo>
                <a:cubicBezTo>
                  <a:pt x="70550" y="139865"/>
                  <a:pt x="71647" y="138563"/>
                  <a:pt x="72470" y="136645"/>
                </a:cubicBezTo>
                <a:cubicBezTo>
                  <a:pt x="73293" y="134724"/>
                  <a:pt x="73705" y="130817"/>
                  <a:pt x="73705" y="124922"/>
                </a:cubicBezTo>
                <a:lnTo>
                  <a:pt x="73705" y="39687"/>
                </a:lnTo>
                <a:cubicBezTo>
                  <a:pt x="73705" y="28926"/>
                  <a:pt x="73448" y="22312"/>
                  <a:pt x="72933" y="19845"/>
                </a:cubicBezTo>
                <a:cubicBezTo>
                  <a:pt x="72419" y="17376"/>
                  <a:pt x="71630" y="15696"/>
                  <a:pt x="70567" y="14807"/>
                </a:cubicBezTo>
                <a:cubicBezTo>
                  <a:pt x="69504" y="13915"/>
                  <a:pt x="68080" y="13469"/>
                  <a:pt x="66297" y="13469"/>
                </a:cubicBezTo>
                <a:cubicBezTo>
                  <a:pt x="64856" y="13469"/>
                  <a:pt x="62524" y="14018"/>
                  <a:pt x="59300" y="15115"/>
                </a:cubicBezTo>
                <a:lnTo>
                  <a:pt x="57860" y="11514"/>
                </a:lnTo>
                <a:lnTo>
                  <a:pt x="86052" y="0"/>
                </a:lnTo>
                <a:lnTo>
                  <a:pt x="90785" y="0"/>
                </a:lnTo>
                <a:close/>
                <a:moveTo>
                  <a:pt x="184312" y="87663"/>
                </a:moveTo>
                <a:cubicBezTo>
                  <a:pt x="184243" y="101624"/>
                  <a:pt x="187639" y="112574"/>
                  <a:pt x="194498" y="120514"/>
                </a:cubicBezTo>
                <a:cubicBezTo>
                  <a:pt x="201357" y="128451"/>
                  <a:pt x="209417" y="132420"/>
                  <a:pt x="218677" y="132420"/>
                </a:cubicBezTo>
                <a:cubicBezTo>
                  <a:pt x="224851" y="132420"/>
                  <a:pt x="230218" y="130722"/>
                  <a:pt x="234780" y="127327"/>
                </a:cubicBezTo>
                <a:cubicBezTo>
                  <a:pt x="239341" y="123931"/>
                  <a:pt x="243165" y="118118"/>
                  <a:pt x="246252" y="109887"/>
                </a:cubicBezTo>
                <a:lnTo>
                  <a:pt x="249442" y="111945"/>
                </a:lnTo>
                <a:cubicBezTo>
                  <a:pt x="248001" y="121342"/>
                  <a:pt x="243817" y="129899"/>
                  <a:pt x="236889" y="137616"/>
                </a:cubicBezTo>
                <a:cubicBezTo>
                  <a:pt x="229961" y="145333"/>
                  <a:pt x="221284" y="149191"/>
                  <a:pt x="210858" y="149191"/>
                </a:cubicBezTo>
                <a:cubicBezTo>
                  <a:pt x="199540" y="149191"/>
                  <a:pt x="189851" y="144794"/>
                  <a:pt x="181791" y="135999"/>
                </a:cubicBezTo>
                <a:cubicBezTo>
                  <a:pt x="173731" y="127201"/>
                  <a:pt x="169702" y="115376"/>
                  <a:pt x="169702" y="100521"/>
                </a:cubicBezTo>
                <a:cubicBezTo>
                  <a:pt x="169702" y="84436"/>
                  <a:pt x="173834" y="71893"/>
                  <a:pt x="182100" y="62892"/>
                </a:cubicBezTo>
                <a:cubicBezTo>
                  <a:pt x="190365" y="53889"/>
                  <a:pt x="200740" y="49387"/>
                  <a:pt x="213224" y="49387"/>
                </a:cubicBezTo>
                <a:cubicBezTo>
                  <a:pt x="223788" y="49387"/>
                  <a:pt x="232465" y="52860"/>
                  <a:pt x="239255" y="59805"/>
                </a:cubicBezTo>
                <a:cubicBezTo>
                  <a:pt x="246046" y="66748"/>
                  <a:pt x="249442" y="76034"/>
                  <a:pt x="249442" y="87663"/>
                </a:cubicBezTo>
                <a:lnTo>
                  <a:pt x="184312" y="87663"/>
                </a:lnTo>
                <a:moveTo>
                  <a:pt x="184312" y="81695"/>
                </a:moveTo>
                <a:lnTo>
                  <a:pt x="227937" y="81695"/>
                </a:lnTo>
                <a:cubicBezTo>
                  <a:pt x="227595" y="75659"/>
                  <a:pt x="226874" y="71406"/>
                  <a:pt x="225777" y="68937"/>
                </a:cubicBezTo>
                <a:cubicBezTo>
                  <a:pt x="224062" y="65095"/>
                  <a:pt x="221507" y="62077"/>
                  <a:pt x="218111" y="59882"/>
                </a:cubicBezTo>
                <a:cubicBezTo>
                  <a:pt x="214716" y="57687"/>
                  <a:pt x="211166" y="56590"/>
                  <a:pt x="207462" y="56590"/>
                </a:cubicBezTo>
                <a:cubicBezTo>
                  <a:pt x="201769" y="56590"/>
                  <a:pt x="196676" y="58802"/>
                  <a:pt x="192183" y="63226"/>
                </a:cubicBezTo>
                <a:cubicBezTo>
                  <a:pt x="187690" y="67650"/>
                  <a:pt x="185066" y="73807"/>
                  <a:pt x="184312" y="816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F64E3-2F95-45B8-B98C-993B053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07200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8FEC8-F11B-46B9-A7DF-E201DF0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07200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337" name="Text f">
            <a:extLst xmlns:a="http://schemas.openxmlformats.org/drawingml/2006/main">
              <a:ext uri="{FF2B5EF4-FFF2-40B4-BE49-F238E27FC236}">
                <a16:creationId xmlns:a16="http://schemas.microsoft.com/office/drawing/2014/main" id="{3ACF4296-E9C9-4E75-B73F-E9D5014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70" y="6136411"/>
            <a:ext cx="83444" cy="146310"/>
          </a:xfrm>
          <a:custGeom xmlns:a="http://schemas.openxmlformats.org/drawingml/2006/main">
            <a:pathLst>
              <a:path w="83444" h="146310">
                <a:moveTo>
                  <a:pt x="35291" y="59265"/>
                </a:moveTo>
                <a:lnTo>
                  <a:pt x="35291" y="121282"/>
                </a:lnTo>
                <a:cubicBezTo>
                  <a:pt x="35291" y="130073"/>
                  <a:pt x="36252" y="135635"/>
                  <a:pt x="38172" y="137970"/>
                </a:cubicBezTo>
                <a:cubicBezTo>
                  <a:pt x="40710" y="140992"/>
                  <a:pt x="44106" y="142503"/>
                  <a:pt x="48358" y="142503"/>
                </a:cubicBezTo>
                <a:lnTo>
                  <a:pt x="56898" y="142503"/>
                </a:lnTo>
                <a:lnTo>
                  <a:pt x="56898" y="146310"/>
                </a:lnTo>
                <a:lnTo>
                  <a:pt x="617" y="146310"/>
                </a:lnTo>
                <a:lnTo>
                  <a:pt x="617" y="142503"/>
                </a:lnTo>
                <a:lnTo>
                  <a:pt x="4836" y="142503"/>
                </a:lnTo>
                <a:cubicBezTo>
                  <a:pt x="7580" y="142503"/>
                  <a:pt x="10083" y="141816"/>
                  <a:pt x="12347" y="140442"/>
                </a:cubicBezTo>
                <a:cubicBezTo>
                  <a:pt x="14610" y="139068"/>
                  <a:pt x="16171" y="137214"/>
                  <a:pt x="17028" y="134880"/>
                </a:cubicBezTo>
                <a:cubicBezTo>
                  <a:pt x="17886" y="132545"/>
                  <a:pt x="18314" y="128013"/>
                  <a:pt x="18314" y="121282"/>
                </a:cubicBezTo>
                <a:lnTo>
                  <a:pt x="18314" y="59265"/>
                </a:lnTo>
                <a:lnTo>
                  <a:pt x="0" y="59265"/>
                </a:lnTo>
                <a:lnTo>
                  <a:pt x="0" y="52063"/>
                </a:lnTo>
                <a:lnTo>
                  <a:pt x="18314" y="52063"/>
                </a:lnTo>
                <a:lnTo>
                  <a:pt x="18314" y="45863"/>
                </a:lnTo>
                <a:cubicBezTo>
                  <a:pt x="18314" y="36430"/>
                  <a:pt x="19824" y="28442"/>
                  <a:pt x="22842" y="21900"/>
                </a:cubicBezTo>
                <a:cubicBezTo>
                  <a:pt x="25860" y="15357"/>
                  <a:pt x="30473" y="10073"/>
                  <a:pt x="36680" y="6045"/>
                </a:cubicBezTo>
                <a:cubicBezTo>
                  <a:pt x="42888" y="2015"/>
                  <a:pt x="49868" y="0"/>
                  <a:pt x="57619" y="0"/>
                </a:cubicBezTo>
                <a:cubicBezTo>
                  <a:pt x="64821" y="0"/>
                  <a:pt x="71440" y="2332"/>
                  <a:pt x="77476" y="6997"/>
                </a:cubicBezTo>
                <a:cubicBezTo>
                  <a:pt x="81455" y="10083"/>
                  <a:pt x="83444" y="13547"/>
                  <a:pt x="83444" y="17388"/>
                </a:cubicBezTo>
                <a:cubicBezTo>
                  <a:pt x="83444" y="19446"/>
                  <a:pt x="82552" y="21384"/>
                  <a:pt x="80769" y="23202"/>
                </a:cubicBezTo>
                <a:cubicBezTo>
                  <a:pt x="78986" y="25020"/>
                  <a:pt x="77065" y="25928"/>
                  <a:pt x="75007" y="25928"/>
                </a:cubicBezTo>
                <a:cubicBezTo>
                  <a:pt x="73429" y="25928"/>
                  <a:pt x="71766" y="25356"/>
                  <a:pt x="70017" y="24211"/>
                </a:cubicBezTo>
                <a:cubicBezTo>
                  <a:pt x="68268" y="23067"/>
                  <a:pt x="66124" y="20605"/>
                  <a:pt x="63586" y="16826"/>
                </a:cubicBezTo>
                <a:cubicBezTo>
                  <a:pt x="61048" y="13047"/>
                  <a:pt x="58716" y="10498"/>
                  <a:pt x="56590" y="9180"/>
                </a:cubicBezTo>
                <a:cubicBezTo>
                  <a:pt x="54463" y="7861"/>
                  <a:pt x="52097" y="7202"/>
                  <a:pt x="49490" y="7202"/>
                </a:cubicBezTo>
                <a:cubicBezTo>
                  <a:pt x="46335" y="7202"/>
                  <a:pt x="43660" y="8051"/>
                  <a:pt x="41465" y="9749"/>
                </a:cubicBezTo>
                <a:cubicBezTo>
                  <a:pt x="39270" y="11444"/>
                  <a:pt x="37692" y="14075"/>
                  <a:pt x="36732" y="17639"/>
                </a:cubicBezTo>
                <a:cubicBezTo>
                  <a:pt x="35772" y="21204"/>
                  <a:pt x="35291" y="30393"/>
                  <a:pt x="35291" y="45207"/>
                </a:cubicBezTo>
                <a:lnTo>
                  <a:pt x="35291" y="52063"/>
                </a:lnTo>
                <a:lnTo>
                  <a:pt x="59574" y="52063"/>
                </a:lnTo>
                <a:lnTo>
                  <a:pt x="59574" y="59265"/>
                </a:lnTo>
                <a:lnTo>
                  <a:pt x="35291" y="59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or">
            <a:extLst xmlns:a="http://schemas.openxmlformats.org/drawingml/2006/main">
              <a:ext uri="{FF2B5EF4-FFF2-40B4-BE49-F238E27FC236}">
                <a16:creationId xmlns:a16="http://schemas.microsoft.com/office/drawing/2014/main" id="{B0DBC581-7CEE-4759-A87A-DF79BB20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10" y="6185798"/>
            <a:ext cx="169769" cy="99804"/>
          </a:xfrm>
          <a:custGeom xmlns:a="http://schemas.openxmlformats.org/drawingml/2006/main">
            <a:pathLst>
              <a:path w="169769" h="99804">
                <a:moveTo>
                  <a:pt x="45580" y="0"/>
                </a:moveTo>
                <a:cubicBezTo>
                  <a:pt x="59848" y="0"/>
                  <a:pt x="71303" y="5414"/>
                  <a:pt x="79946" y="16241"/>
                </a:cubicBezTo>
                <a:cubicBezTo>
                  <a:pt x="87285" y="25490"/>
                  <a:pt x="90955" y="36111"/>
                  <a:pt x="90955" y="48104"/>
                </a:cubicBezTo>
                <a:cubicBezTo>
                  <a:pt x="90955" y="56533"/>
                  <a:pt x="88932" y="65064"/>
                  <a:pt x="84885" y="73698"/>
                </a:cubicBezTo>
                <a:cubicBezTo>
                  <a:pt x="80838" y="82331"/>
                  <a:pt x="75264" y="88839"/>
                  <a:pt x="68165" y="93225"/>
                </a:cubicBezTo>
                <a:cubicBezTo>
                  <a:pt x="61065" y="97611"/>
                  <a:pt x="53160" y="99804"/>
                  <a:pt x="44449" y="99804"/>
                </a:cubicBezTo>
                <a:cubicBezTo>
                  <a:pt x="30250" y="99804"/>
                  <a:pt x="18966" y="94150"/>
                  <a:pt x="10598" y="82843"/>
                </a:cubicBezTo>
                <a:cubicBezTo>
                  <a:pt x="3533" y="73319"/>
                  <a:pt x="0" y="62630"/>
                  <a:pt x="0" y="50776"/>
                </a:cubicBezTo>
                <a:cubicBezTo>
                  <a:pt x="0" y="42142"/>
                  <a:pt x="2144" y="33559"/>
                  <a:pt x="6431" y="25028"/>
                </a:cubicBezTo>
                <a:cubicBezTo>
                  <a:pt x="10718" y="16497"/>
                  <a:pt x="16360" y="10193"/>
                  <a:pt x="23356" y="6116"/>
                </a:cubicBezTo>
                <a:cubicBezTo>
                  <a:pt x="30353" y="2039"/>
                  <a:pt x="37761" y="0"/>
                  <a:pt x="45580" y="0"/>
                </a:cubicBezTo>
                <a:moveTo>
                  <a:pt x="42391" y="6791"/>
                </a:moveTo>
                <a:cubicBezTo>
                  <a:pt x="38755" y="6791"/>
                  <a:pt x="35103" y="7870"/>
                  <a:pt x="31433" y="10029"/>
                </a:cubicBezTo>
                <a:cubicBezTo>
                  <a:pt x="27763" y="12187"/>
                  <a:pt x="24797" y="15973"/>
                  <a:pt x="22533" y="21385"/>
                </a:cubicBezTo>
                <a:cubicBezTo>
                  <a:pt x="20269" y="26798"/>
                  <a:pt x="19138" y="33751"/>
                  <a:pt x="19138" y="42246"/>
                </a:cubicBezTo>
                <a:cubicBezTo>
                  <a:pt x="19138" y="55948"/>
                  <a:pt x="21864" y="67766"/>
                  <a:pt x="27317" y="77702"/>
                </a:cubicBezTo>
                <a:cubicBezTo>
                  <a:pt x="32771" y="87635"/>
                  <a:pt x="39956" y="92601"/>
                  <a:pt x="48873" y="92601"/>
                </a:cubicBezTo>
                <a:cubicBezTo>
                  <a:pt x="55527" y="92601"/>
                  <a:pt x="61014" y="89861"/>
                  <a:pt x="65335" y="84380"/>
                </a:cubicBezTo>
                <a:cubicBezTo>
                  <a:pt x="69657" y="78899"/>
                  <a:pt x="71818" y="69479"/>
                  <a:pt x="71818" y="56120"/>
                </a:cubicBezTo>
                <a:cubicBezTo>
                  <a:pt x="71818" y="39403"/>
                  <a:pt x="68216" y="26248"/>
                  <a:pt x="61014" y="16655"/>
                </a:cubicBezTo>
                <a:cubicBezTo>
                  <a:pt x="56144" y="10079"/>
                  <a:pt x="49936" y="6791"/>
                  <a:pt x="42391" y="6791"/>
                </a:cubicBezTo>
                <a:close/>
                <a:moveTo>
                  <a:pt x="132420" y="0"/>
                </a:moveTo>
                <a:lnTo>
                  <a:pt x="132420" y="21195"/>
                </a:lnTo>
                <a:cubicBezTo>
                  <a:pt x="140308" y="7065"/>
                  <a:pt x="148402" y="0"/>
                  <a:pt x="156702" y="0"/>
                </a:cubicBezTo>
                <a:cubicBezTo>
                  <a:pt x="160475" y="0"/>
                  <a:pt x="163596" y="1149"/>
                  <a:pt x="166065" y="3447"/>
                </a:cubicBezTo>
                <a:cubicBezTo>
                  <a:pt x="168535" y="5745"/>
                  <a:pt x="169769" y="8403"/>
                  <a:pt x="169769" y="11421"/>
                </a:cubicBezTo>
                <a:cubicBezTo>
                  <a:pt x="169769" y="14096"/>
                  <a:pt x="168877" y="16360"/>
                  <a:pt x="167094" y="18212"/>
                </a:cubicBezTo>
                <a:cubicBezTo>
                  <a:pt x="165311" y="20064"/>
                  <a:pt x="163184" y="20990"/>
                  <a:pt x="160715" y="20990"/>
                </a:cubicBezTo>
                <a:cubicBezTo>
                  <a:pt x="158314" y="20990"/>
                  <a:pt x="155622" y="19806"/>
                  <a:pt x="152638" y="17440"/>
                </a:cubicBezTo>
                <a:cubicBezTo>
                  <a:pt x="149654" y="15073"/>
                  <a:pt x="147442" y="13890"/>
                  <a:pt x="146002" y="13890"/>
                </a:cubicBezTo>
                <a:cubicBezTo>
                  <a:pt x="144767" y="13890"/>
                  <a:pt x="143429" y="14574"/>
                  <a:pt x="141989" y="15942"/>
                </a:cubicBezTo>
                <a:cubicBezTo>
                  <a:pt x="138902" y="18747"/>
                  <a:pt x="135712" y="23366"/>
                  <a:pt x="132420" y="29796"/>
                </a:cubicBezTo>
                <a:lnTo>
                  <a:pt x="132420" y="74850"/>
                </a:lnTo>
                <a:cubicBezTo>
                  <a:pt x="132420" y="80048"/>
                  <a:pt x="133072" y="83981"/>
                  <a:pt x="134375" y="86650"/>
                </a:cubicBezTo>
                <a:cubicBezTo>
                  <a:pt x="135267" y="88498"/>
                  <a:pt x="136844" y="90038"/>
                  <a:pt x="139108" y="91270"/>
                </a:cubicBezTo>
                <a:cubicBezTo>
                  <a:pt x="141371" y="92501"/>
                  <a:pt x="144630" y="93116"/>
                  <a:pt x="148882" y="93116"/>
                </a:cubicBezTo>
                <a:lnTo>
                  <a:pt x="148882" y="96923"/>
                </a:lnTo>
                <a:lnTo>
                  <a:pt x="100627" y="96923"/>
                </a:lnTo>
                <a:lnTo>
                  <a:pt x="100627" y="93116"/>
                </a:lnTo>
                <a:cubicBezTo>
                  <a:pt x="105428" y="93116"/>
                  <a:pt x="108995" y="92363"/>
                  <a:pt x="111327" y="90859"/>
                </a:cubicBezTo>
                <a:cubicBezTo>
                  <a:pt x="113042" y="89763"/>
                  <a:pt x="114243" y="88017"/>
                  <a:pt x="114929" y="85621"/>
                </a:cubicBezTo>
                <a:cubicBezTo>
                  <a:pt x="115272" y="84457"/>
                  <a:pt x="115443" y="81138"/>
                  <a:pt x="115443" y="75663"/>
                </a:cubicBezTo>
                <a:lnTo>
                  <a:pt x="115443" y="39217"/>
                </a:lnTo>
                <a:cubicBezTo>
                  <a:pt x="115443" y="28266"/>
                  <a:pt x="115220" y="21747"/>
                  <a:pt x="114774" y="19662"/>
                </a:cubicBezTo>
                <a:cubicBezTo>
                  <a:pt x="114328" y="17574"/>
                  <a:pt x="113505" y="16051"/>
                  <a:pt x="112305" y="15093"/>
                </a:cubicBezTo>
                <a:cubicBezTo>
                  <a:pt x="111105" y="14135"/>
                  <a:pt x="109613" y="13655"/>
                  <a:pt x="107829" y="13655"/>
                </a:cubicBezTo>
                <a:cubicBezTo>
                  <a:pt x="105703" y="13655"/>
                  <a:pt x="103302" y="14169"/>
                  <a:pt x="100627" y="15196"/>
                </a:cubicBezTo>
                <a:lnTo>
                  <a:pt x="99598" y="11498"/>
                </a:lnTo>
                <a:lnTo>
                  <a:pt x="128099" y="0"/>
                </a:lnTo>
                <a:lnTo>
                  <a:pt x="1324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9183B-1927-417D-B35F-8E3294B0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072002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B86DB-2E09-4E18-884D-F455031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072002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41" name="Text a">
            <a:extLst xmlns:a="http://schemas.openxmlformats.org/drawingml/2006/main">
              <a:ext uri="{FF2B5EF4-FFF2-40B4-BE49-F238E27FC236}">
                <a16:creationId xmlns:a16="http://schemas.microsoft.com/office/drawing/2014/main" id="{CE570BDA-C197-47AF-AFB1-78B9B7BD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203" y="6185798"/>
            <a:ext cx="85605" cy="98981"/>
          </a:xfrm>
          <a:custGeom xmlns:a="http://schemas.openxmlformats.org/drawingml/2006/main">
            <a:pathLst>
              <a:path w="85605" h="98981">
                <a:moveTo>
                  <a:pt x="52474" y="83341"/>
                </a:moveTo>
                <a:cubicBezTo>
                  <a:pt x="42802" y="90818"/>
                  <a:pt x="36732" y="95139"/>
                  <a:pt x="34263" y="96305"/>
                </a:cubicBezTo>
                <a:cubicBezTo>
                  <a:pt x="30558" y="98089"/>
                  <a:pt x="26614" y="98981"/>
                  <a:pt x="22430" y="98981"/>
                </a:cubicBezTo>
                <a:cubicBezTo>
                  <a:pt x="15914" y="98981"/>
                  <a:pt x="10546" y="96751"/>
                  <a:pt x="6328" y="92293"/>
                </a:cubicBezTo>
                <a:cubicBezTo>
                  <a:pt x="2109" y="87834"/>
                  <a:pt x="0" y="81969"/>
                  <a:pt x="0" y="74698"/>
                </a:cubicBezTo>
                <a:cubicBezTo>
                  <a:pt x="0" y="70103"/>
                  <a:pt x="1029" y="66124"/>
                  <a:pt x="3087" y="62763"/>
                </a:cubicBezTo>
                <a:cubicBezTo>
                  <a:pt x="5899" y="58099"/>
                  <a:pt x="10786" y="53709"/>
                  <a:pt x="17749" y="49593"/>
                </a:cubicBezTo>
                <a:cubicBezTo>
                  <a:pt x="24711" y="45478"/>
                  <a:pt x="36286" y="40470"/>
                  <a:pt x="52474" y="34571"/>
                </a:cubicBezTo>
                <a:lnTo>
                  <a:pt x="52474" y="30867"/>
                </a:lnTo>
                <a:cubicBezTo>
                  <a:pt x="52474" y="21470"/>
                  <a:pt x="50982" y="15022"/>
                  <a:pt x="47998" y="11524"/>
                </a:cubicBezTo>
                <a:cubicBezTo>
                  <a:pt x="45015" y="8025"/>
                  <a:pt x="40676" y="6276"/>
                  <a:pt x="34983" y="6276"/>
                </a:cubicBezTo>
                <a:cubicBezTo>
                  <a:pt x="30661" y="6276"/>
                  <a:pt x="27232" y="7438"/>
                  <a:pt x="24694" y="9762"/>
                </a:cubicBezTo>
                <a:cubicBezTo>
                  <a:pt x="22087" y="12085"/>
                  <a:pt x="20784" y="14751"/>
                  <a:pt x="20784" y="17758"/>
                </a:cubicBezTo>
                <a:lnTo>
                  <a:pt x="20990" y="23703"/>
                </a:lnTo>
                <a:cubicBezTo>
                  <a:pt x="20990" y="26846"/>
                  <a:pt x="20184" y="29271"/>
                  <a:pt x="18572" y="30980"/>
                </a:cubicBezTo>
                <a:cubicBezTo>
                  <a:pt x="16960" y="32688"/>
                  <a:pt x="14851" y="33542"/>
                  <a:pt x="12244" y="33542"/>
                </a:cubicBezTo>
                <a:cubicBezTo>
                  <a:pt x="9706" y="33542"/>
                  <a:pt x="7631" y="32654"/>
                  <a:pt x="6019" y="30877"/>
                </a:cubicBezTo>
                <a:cubicBezTo>
                  <a:pt x="4407" y="29098"/>
                  <a:pt x="3601" y="26669"/>
                  <a:pt x="3601" y="23591"/>
                </a:cubicBezTo>
                <a:cubicBezTo>
                  <a:pt x="3601" y="17711"/>
                  <a:pt x="6619" y="12309"/>
                  <a:pt x="12656" y="7386"/>
                </a:cubicBezTo>
                <a:cubicBezTo>
                  <a:pt x="18692" y="2462"/>
                  <a:pt x="27163" y="0"/>
                  <a:pt x="38069" y="0"/>
                </a:cubicBezTo>
                <a:cubicBezTo>
                  <a:pt x="46438" y="0"/>
                  <a:pt x="53297" y="1404"/>
                  <a:pt x="58648" y="4212"/>
                </a:cubicBezTo>
                <a:cubicBezTo>
                  <a:pt x="62695" y="6336"/>
                  <a:pt x="65678" y="9660"/>
                  <a:pt x="67599" y="14183"/>
                </a:cubicBezTo>
                <a:cubicBezTo>
                  <a:pt x="68834" y="17128"/>
                  <a:pt x="69451" y="23157"/>
                  <a:pt x="69451" y="32269"/>
                </a:cubicBezTo>
                <a:lnTo>
                  <a:pt x="69451" y="64229"/>
                </a:lnTo>
                <a:cubicBezTo>
                  <a:pt x="69451" y="73204"/>
                  <a:pt x="69623" y="78703"/>
                  <a:pt x="69965" y="80724"/>
                </a:cubicBezTo>
                <a:cubicBezTo>
                  <a:pt x="70308" y="82745"/>
                  <a:pt x="70874" y="84099"/>
                  <a:pt x="71663" y="84785"/>
                </a:cubicBezTo>
                <a:cubicBezTo>
                  <a:pt x="72452" y="85469"/>
                  <a:pt x="73361" y="85811"/>
                  <a:pt x="74390" y="85811"/>
                </a:cubicBezTo>
                <a:cubicBezTo>
                  <a:pt x="75487" y="85811"/>
                  <a:pt x="76448" y="85571"/>
                  <a:pt x="77271" y="85090"/>
                </a:cubicBezTo>
                <a:cubicBezTo>
                  <a:pt x="78711" y="84199"/>
                  <a:pt x="81489" y="81695"/>
                  <a:pt x="85605" y="77579"/>
                </a:cubicBezTo>
                <a:lnTo>
                  <a:pt x="85605" y="83341"/>
                </a:lnTo>
                <a:cubicBezTo>
                  <a:pt x="77922" y="93630"/>
                  <a:pt x="70583" y="98775"/>
                  <a:pt x="63586" y="98775"/>
                </a:cubicBezTo>
                <a:cubicBezTo>
                  <a:pt x="60225" y="98775"/>
                  <a:pt x="57550" y="97609"/>
                  <a:pt x="55561" y="95277"/>
                </a:cubicBezTo>
                <a:cubicBezTo>
                  <a:pt x="53572" y="92944"/>
                  <a:pt x="52543" y="88966"/>
                  <a:pt x="52474" y="83341"/>
                </a:cubicBezTo>
                <a:moveTo>
                  <a:pt x="52474" y="76595"/>
                </a:moveTo>
                <a:lnTo>
                  <a:pt x="52474" y="40847"/>
                </a:lnTo>
                <a:cubicBezTo>
                  <a:pt x="42116" y="44944"/>
                  <a:pt x="35429" y="47846"/>
                  <a:pt x="32410" y="49555"/>
                </a:cubicBezTo>
                <a:cubicBezTo>
                  <a:pt x="26992" y="52560"/>
                  <a:pt x="23116" y="55701"/>
                  <a:pt x="20784" y="58979"/>
                </a:cubicBezTo>
                <a:cubicBezTo>
                  <a:pt x="18452" y="62256"/>
                  <a:pt x="17286" y="65841"/>
                  <a:pt x="17286" y="69734"/>
                </a:cubicBezTo>
                <a:cubicBezTo>
                  <a:pt x="17286" y="74651"/>
                  <a:pt x="18760" y="78732"/>
                  <a:pt x="21710" y="81975"/>
                </a:cubicBezTo>
                <a:cubicBezTo>
                  <a:pt x="24659" y="85218"/>
                  <a:pt x="28055" y="86840"/>
                  <a:pt x="31896" y="86840"/>
                </a:cubicBezTo>
                <a:cubicBezTo>
                  <a:pt x="37109" y="86840"/>
                  <a:pt x="43969" y="83425"/>
                  <a:pt x="52474" y="76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77A73-2FB9-4059-82A7-9240AA46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072002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BE841-3EB5-4776-AE28-D5E2184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072002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44" name="Text an">
            <a:extLst xmlns:a="http://schemas.openxmlformats.org/drawingml/2006/main">
              <a:ext uri="{FF2B5EF4-FFF2-40B4-BE49-F238E27FC236}">
                <a16:creationId xmlns:a16="http://schemas.microsoft.com/office/drawing/2014/main" id="{D2260EF4-A31A-4284-AC34-C8261CD5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988" y="6185798"/>
            <a:ext cx="190482" cy="98981"/>
          </a:xfrm>
          <a:custGeom xmlns:a="http://schemas.openxmlformats.org/drawingml/2006/main">
            <a:pathLst>
              <a:path w="190482" h="98981">
                <a:moveTo>
                  <a:pt x="52474" y="83341"/>
                </a:moveTo>
                <a:cubicBezTo>
                  <a:pt x="42802" y="90818"/>
                  <a:pt x="36732" y="95139"/>
                  <a:pt x="34263" y="96305"/>
                </a:cubicBezTo>
                <a:cubicBezTo>
                  <a:pt x="30558" y="98089"/>
                  <a:pt x="26614" y="98981"/>
                  <a:pt x="22430" y="98981"/>
                </a:cubicBezTo>
                <a:cubicBezTo>
                  <a:pt x="15914" y="98981"/>
                  <a:pt x="10546" y="96751"/>
                  <a:pt x="6328" y="92293"/>
                </a:cubicBezTo>
                <a:cubicBezTo>
                  <a:pt x="2109" y="87834"/>
                  <a:pt x="0" y="81969"/>
                  <a:pt x="0" y="74698"/>
                </a:cubicBezTo>
                <a:cubicBezTo>
                  <a:pt x="0" y="70103"/>
                  <a:pt x="1029" y="66124"/>
                  <a:pt x="3087" y="62763"/>
                </a:cubicBezTo>
                <a:cubicBezTo>
                  <a:pt x="5899" y="58099"/>
                  <a:pt x="10786" y="53709"/>
                  <a:pt x="17749" y="49593"/>
                </a:cubicBezTo>
                <a:cubicBezTo>
                  <a:pt x="24711" y="45478"/>
                  <a:pt x="36286" y="40470"/>
                  <a:pt x="52474" y="34571"/>
                </a:cubicBezTo>
                <a:lnTo>
                  <a:pt x="52474" y="30867"/>
                </a:lnTo>
                <a:cubicBezTo>
                  <a:pt x="52474" y="21470"/>
                  <a:pt x="50982" y="15022"/>
                  <a:pt x="47998" y="11524"/>
                </a:cubicBezTo>
                <a:cubicBezTo>
                  <a:pt x="45015" y="8025"/>
                  <a:pt x="40676" y="6276"/>
                  <a:pt x="34983" y="6276"/>
                </a:cubicBezTo>
                <a:cubicBezTo>
                  <a:pt x="30661" y="6276"/>
                  <a:pt x="27232" y="7438"/>
                  <a:pt x="24694" y="9762"/>
                </a:cubicBezTo>
                <a:cubicBezTo>
                  <a:pt x="22087" y="12085"/>
                  <a:pt x="20784" y="14751"/>
                  <a:pt x="20784" y="17758"/>
                </a:cubicBezTo>
                <a:lnTo>
                  <a:pt x="20990" y="23703"/>
                </a:lnTo>
                <a:cubicBezTo>
                  <a:pt x="20990" y="26846"/>
                  <a:pt x="20184" y="29271"/>
                  <a:pt x="18572" y="30980"/>
                </a:cubicBezTo>
                <a:cubicBezTo>
                  <a:pt x="16960" y="32688"/>
                  <a:pt x="14851" y="33542"/>
                  <a:pt x="12244" y="33542"/>
                </a:cubicBezTo>
                <a:cubicBezTo>
                  <a:pt x="9706" y="33542"/>
                  <a:pt x="7631" y="32654"/>
                  <a:pt x="6019" y="30877"/>
                </a:cubicBezTo>
                <a:cubicBezTo>
                  <a:pt x="4407" y="29098"/>
                  <a:pt x="3601" y="26669"/>
                  <a:pt x="3601" y="23591"/>
                </a:cubicBezTo>
                <a:cubicBezTo>
                  <a:pt x="3601" y="17711"/>
                  <a:pt x="6619" y="12309"/>
                  <a:pt x="12656" y="7386"/>
                </a:cubicBezTo>
                <a:cubicBezTo>
                  <a:pt x="18692" y="2462"/>
                  <a:pt x="27163" y="0"/>
                  <a:pt x="38069" y="0"/>
                </a:cubicBezTo>
                <a:cubicBezTo>
                  <a:pt x="46438" y="0"/>
                  <a:pt x="53297" y="1404"/>
                  <a:pt x="58648" y="4212"/>
                </a:cubicBezTo>
                <a:cubicBezTo>
                  <a:pt x="62695" y="6336"/>
                  <a:pt x="65678" y="9660"/>
                  <a:pt x="67599" y="14183"/>
                </a:cubicBezTo>
                <a:cubicBezTo>
                  <a:pt x="68834" y="17128"/>
                  <a:pt x="69451" y="23157"/>
                  <a:pt x="69451" y="32269"/>
                </a:cubicBezTo>
                <a:lnTo>
                  <a:pt x="69451" y="64229"/>
                </a:lnTo>
                <a:cubicBezTo>
                  <a:pt x="69451" y="73204"/>
                  <a:pt x="69623" y="78703"/>
                  <a:pt x="69965" y="80724"/>
                </a:cubicBezTo>
                <a:cubicBezTo>
                  <a:pt x="70308" y="82745"/>
                  <a:pt x="70874" y="84099"/>
                  <a:pt x="71663" y="84785"/>
                </a:cubicBezTo>
                <a:cubicBezTo>
                  <a:pt x="72452" y="85469"/>
                  <a:pt x="73361" y="85811"/>
                  <a:pt x="74390" y="85811"/>
                </a:cubicBezTo>
                <a:cubicBezTo>
                  <a:pt x="75487" y="85811"/>
                  <a:pt x="76448" y="85571"/>
                  <a:pt x="77271" y="85090"/>
                </a:cubicBezTo>
                <a:cubicBezTo>
                  <a:pt x="78711" y="84199"/>
                  <a:pt x="81489" y="81695"/>
                  <a:pt x="85605" y="77579"/>
                </a:cubicBezTo>
                <a:lnTo>
                  <a:pt x="85605" y="83341"/>
                </a:lnTo>
                <a:cubicBezTo>
                  <a:pt x="77922" y="93630"/>
                  <a:pt x="70583" y="98775"/>
                  <a:pt x="63586" y="98775"/>
                </a:cubicBezTo>
                <a:cubicBezTo>
                  <a:pt x="60225" y="98775"/>
                  <a:pt x="57550" y="97609"/>
                  <a:pt x="55561" y="95277"/>
                </a:cubicBezTo>
                <a:cubicBezTo>
                  <a:pt x="53572" y="92944"/>
                  <a:pt x="52543" y="88966"/>
                  <a:pt x="52474" y="83341"/>
                </a:cubicBezTo>
                <a:moveTo>
                  <a:pt x="52474" y="76595"/>
                </a:moveTo>
                <a:lnTo>
                  <a:pt x="52474" y="40847"/>
                </a:lnTo>
                <a:cubicBezTo>
                  <a:pt x="42116" y="44944"/>
                  <a:pt x="35429" y="47846"/>
                  <a:pt x="32410" y="49555"/>
                </a:cubicBezTo>
                <a:cubicBezTo>
                  <a:pt x="26992" y="52560"/>
                  <a:pt x="23116" y="55701"/>
                  <a:pt x="20784" y="58979"/>
                </a:cubicBezTo>
                <a:cubicBezTo>
                  <a:pt x="18452" y="62256"/>
                  <a:pt x="17286" y="65841"/>
                  <a:pt x="17286" y="69734"/>
                </a:cubicBezTo>
                <a:cubicBezTo>
                  <a:pt x="17286" y="74651"/>
                  <a:pt x="18760" y="78732"/>
                  <a:pt x="21710" y="81975"/>
                </a:cubicBezTo>
                <a:cubicBezTo>
                  <a:pt x="24659" y="85218"/>
                  <a:pt x="28055" y="86840"/>
                  <a:pt x="31896" y="86840"/>
                </a:cubicBezTo>
                <a:cubicBezTo>
                  <a:pt x="37109" y="86840"/>
                  <a:pt x="43969" y="83425"/>
                  <a:pt x="52474" y="76595"/>
                </a:cubicBezTo>
                <a:close/>
                <a:moveTo>
                  <a:pt x="120105" y="19961"/>
                </a:moveTo>
                <a:cubicBezTo>
                  <a:pt x="131149" y="6654"/>
                  <a:pt x="141678" y="0"/>
                  <a:pt x="151693" y="0"/>
                </a:cubicBezTo>
                <a:cubicBezTo>
                  <a:pt x="156837" y="0"/>
                  <a:pt x="161261" y="1284"/>
                  <a:pt x="164965" y="3852"/>
                </a:cubicBezTo>
                <a:cubicBezTo>
                  <a:pt x="168669" y="6418"/>
                  <a:pt x="171619" y="10644"/>
                  <a:pt x="173814" y="16530"/>
                </a:cubicBezTo>
                <a:cubicBezTo>
                  <a:pt x="175323" y="20635"/>
                  <a:pt x="176078" y="26932"/>
                  <a:pt x="176078" y="35420"/>
                </a:cubicBezTo>
                <a:lnTo>
                  <a:pt x="176078" y="75560"/>
                </a:lnTo>
                <a:cubicBezTo>
                  <a:pt x="176078" y="81515"/>
                  <a:pt x="176558" y="85553"/>
                  <a:pt x="177518" y="87675"/>
                </a:cubicBezTo>
                <a:cubicBezTo>
                  <a:pt x="178273" y="89386"/>
                  <a:pt x="179490" y="90720"/>
                  <a:pt x="181171" y="91679"/>
                </a:cubicBezTo>
                <a:cubicBezTo>
                  <a:pt x="182851" y="92637"/>
                  <a:pt x="185955" y="93116"/>
                  <a:pt x="190482" y="93116"/>
                </a:cubicBezTo>
                <a:lnTo>
                  <a:pt x="190482" y="96923"/>
                </a:lnTo>
                <a:lnTo>
                  <a:pt x="143873" y="96923"/>
                </a:lnTo>
                <a:lnTo>
                  <a:pt x="143873" y="93116"/>
                </a:lnTo>
                <a:lnTo>
                  <a:pt x="145828" y="93116"/>
                </a:lnTo>
                <a:cubicBezTo>
                  <a:pt x="150218" y="93116"/>
                  <a:pt x="153287" y="92450"/>
                  <a:pt x="155036" y="91119"/>
                </a:cubicBezTo>
                <a:cubicBezTo>
                  <a:pt x="156786" y="89788"/>
                  <a:pt x="158003" y="87827"/>
                  <a:pt x="158689" y="85235"/>
                </a:cubicBezTo>
                <a:cubicBezTo>
                  <a:pt x="158963" y="84210"/>
                  <a:pt x="159101" y="81003"/>
                  <a:pt x="159101" y="75612"/>
                </a:cubicBezTo>
                <a:lnTo>
                  <a:pt x="159101" y="37224"/>
                </a:lnTo>
                <a:cubicBezTo>
                  <a:pt x="159101" y="28695"/>
                  <a:pt x="157986" y="22502"/>
                  <a:pt x="155757" y="18646"/>
                </a:cubicBezTo>
                <a:cubicBezTo>
                  <a:pt x="153527" y="14789"/>
                  <a:pt x="149772" y="12861"/>
                  <a:pt x="144490" y="12861"/>
                </a:cubicBezTo>
                <a:cubicBezTo>
                  <a:pt x="136328" y="12861"/>
                  <a:pt x="128199" y="17297"/>
                  <a:pt x="120105" y="26170"/>
                </a:cubicBezTo>
                <a:lnTo>
                  <a:pt x="120105" y="75612"/>
                </a:lnTo>
                <a:cubicBezTo>
                  <a:pt x="120105" y="81959"/>
                  <a:pt x="120482" y="85882"/>
                  <a:pt x="121237" y="87383"/>
                </a:cubicBezTo>
                <a:cubicBezTo>
                  <a:pt x="122197" y="89361"/>
                  <a:pt x="123518" y="90812"/>
                  <a:pt x="125198" y="91733"/>
                </a:cubicBezTo>
                <a:cubicBezTo>
                  <a:pt x="126879" y="92655"/>
                  <a:pt x="130291" y="93116"/>
                  <a:pt x="135436" y="93116"/>
                </a:cubicBezTo>
                <a:lnTo>
                  <a:pt x="135436" y="96923"/>
                </a:lnTo>
                <a:lnTo>
                  <a:pt x="88827" y="96923"/>
                </a:lnTo>
                <a:lnTo>
                  <a:pt x="88827" y="93116"/>
                </a:lnTo>
                <a:lnTo>
                  <a:pt x="90884" y="93116"/>
                </a:lnTo>
                <a:cubicBezTo>
                  <a:pt x="95686" y="93116"/>
                  <a:pt x="98927" y="91901"/>
                  <a:pt x="100607" y="89473"/>
                </a:cubicBezTo>
                <a:cubicBezTo>
                  <a:pt x="102288" y="87042"/>
                  <a:pt x="103128" y="82404"/>
                  <a:pt x="103128" y="75560"/>
                </a:cubicBezTo>
                <a:lnTo>
                  <a:pt x="103128" y="40655"/>
                </a:lnTo>
                <a:cubicBezTo>
                  <a:pt x="103128" y="29362"/>
                  <a:pt x="102871" y="22485"/>
                  <a:pt x="102357" y="20022"/>
                </a:cubicBezTo>
                <a:cubicBezTo>
                  <a:pt x="101842" y="17557"/>
                  <a:pt x="101053" y="15879"/>
                  <a:pt x="99990" y="14990"/>
                </a:cubicBezTo>
                <a:cubicBezTo>
                  <a:pt x="98927" y="14100"/>
                  <a:pt x="97504" y="13655"/>
                  <a:pt x="95720" y="13655"/>
                </a:cubicBezTo>
                <a:cubicBezTo>
                  <a:pt x="93800" y="13655"/>
                  <a:pt x="91502" y="14169"/>
                  <a:pt x="88827" y="15196"/>
                </a:cubicBezTo>
                <a:lnTo>
                  <a:pt x="87283" y="11498"/>
                </a:lnTo>
                <a:lnTo>
                  <a:pt x="115681" y="0"/>
                </a:lnTo>
                <a:lnTo>
                  <a:pt x="120105" y="0"/>
                </a:lnTo>
                <a:lnTo>
                  <a:pt x="120105" y="199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2B5D0-E274-4A47-ADE1-D5A8C211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072002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B5916-3315-4B27-ADCF-8AE1C49C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072002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47" name="Text multicol">
            <a:extLst xmlns:a="http://schemas.openxmlformats.org/drawingml/2006/main">
              <a:ext uri="{FF2B5EF4-FFF2-40B4-BE49-F238E27FC236}">
                <a16:creationId xmlns:a16="http://schemas.microsoft.com/office/drawing/2014/main" id="{6F85A2B2-C047-4888-9F81-6772123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998" y="6136411"/>
            <a:ext cx="696433" cy="149191"/>
          </a:xfrm>
          <a:custGeom xmlns:a="http://schemas.openxmlformats.org/drawingml/2006/main">
            <a:pathLst>
              <a:path w="696433" h="149191">
                <a:moveTo>
                  <a:pt x="32822" y="69451"/>
                </a:moveTo>
                <a:cubicBezTo>
                  <a:pt x="39681" y="62592"/>
                  <a:pt x="43728" y="58648"/>
                  <a:pt x="44963" y="57619"/>
                </a:cubicBezTo>
                <a:cubicBezTo>
                  <a:pt x="48050" y="55012"/>
                  <a:pt x="51377" y="52989"/>
                  <a:pt x="54943" y="51548"/>
                </a:cubicBezTo>
                <a:cubicBezTo>
                  <a:pt x="58510" y="50108"/>
                  <a:pt x="62043" y="49387"/>
                  <a:pt x="65541" y="49387"/>
                </a:cubicBezTo>
                <a:cubicBezTo>
                  <a:pt x="71440" y="49387"/>
                  <a:pt x="76516" y="51102"/>
                  <a:pt x="80769" y="54532"/>
                </a:cubicBezTo>
                <a:cubicBezTo>
                  <a:pt x="85022" y="57962"/>
                  <a:pt x="87868" y="62935"/>
                  <a:pt x="89309" y="69451"/>
                </a:cubicBezTo>
                <a:cubicBezTo>
                  <a:pt x="96374" y="61220"/>
                  <a:pt x="102342" y="55818"/>
                  <a:pt x="107212" y="53246"/>
                </a:cubicBezTo>
                <a:cubicBezTo>
                  <a:pt x="112082" y="50674"/>
                  <a:pt x="117089" y="49387"/>
                  <a:pt x="122234" y="49387"/>
                </a:cubicBezTo>
                <a:cubicBezTo>
                  <a:pt x="127241" y="49387"/>
                  <a:pt x="131683" y="50671"/>
                  <a:pt x="135558" y="53239"/>
                </a:cubicBezTo>
                <a:cubicBezTo>
                  <a:pt x="139434" y="55805"/>
                  <a:pt x="142503" y="59997"/>
                  <a:pt x="144767" y="65814"/>
                </a:cubicBezTo>
                <a:cubicBezTo>
                  <a:pt x="146276" y="69784"/>
                  <a:pt x="147030" y="76012"/>
                  <a:pt x="147030" y="84499"/>
                </a:cubicBezTo>
                <a:lnTo>
                  <a:pt x="147030" y="124948"/>
                </a:lnTo>
                <a:cubicBezTo>
                  <a:pt x="147030" y="130834"/>
                  <a:pt x="147476" y="134872"/>
                  <a:pt x="148368" y="137063"/>
                </a:cubicBezTo>
                <a:cubicBezTo>
                  <a:pt x="149054" y="138568"/>
                  <a:pt x="150323" y="139851"/>
                  <a:pt x="152175" y="140912"/>
                </a:cubicBezTo>
                <a:cubicBezTo>
                  <a:pt x="154027" y="141973"/>
                  <a:pt x="157045" y="142503"/>
                  <a:pt x="161229" y="142503"/>
                </a:cubicBezTo>
                <a:lnTo>
                  <a:pt x="161229" y="146310"/>
                </a:lnTo>
                <a:lnTo>
                  <a:pt x="114723" y="146310"/>
                </a:lnTo>
                <a:lnTo>
                  <a:pt x="114723" y="142503"/>
                </a:lnTo>
                <a:lnTo>
                  <a:pt x="116678" y="142503"/>
                </a:lnTo>
                <a:cubicBezTo>
                  <a:pt x="120725" y="142503"/>
                  <a:pt x="123880" y="141719"/>
                  <a:pt x="126144" y="140150"/>
                </a:cubicBezTo>
                <a:cubicBezTo>
                  <a:pt x="127721" y="139056"/>
                  <a:pt x="128853" y="137316"/>
                  <a:pt x="129539" y="134928"/>
                </a:cubicBezTo>
                <a:cubicBezTo>
                  <a:pt x="129813" y="133768"/>
                  <a:pt x="129951" y="130459"/>
                  <a:pt x="129951" y="124999"/>
                </a:cubicBezTo>
                <a:lnTo>
                  <a:pt x="129951" y="84666"/>
                </a:lnTo>
                <a:cubicBezTo>
                  <a:pt x="129951" y="77022"/>
                  <a:pt x="129025" y="71631"/>
                  <a:pt x="127173" y="68493"/>
                </a:cubicBezTo>
                <a:cubicBezTo>
                  <a:pt x="124497" y="64124"/>
                  <a:pt x="120210" y="61940"/>
                  <a:pt x="114311" y="61940"/>
                </a:cubicBezTo>
                <a:cubicBezTo>
                  <a:pt x="110676" y="61940"/>
                  <a:pt x="107023" y="62845"/>
                  <a:pt x="103353" y="64654"/>
                </a:cubicBezTo>
                <a:cubicBezTo>
                  <a:pt x="99684" y="66461"/>
                  <a:pt x="95242" y="69822"/>
                  <a:pt x="90029" y="74737"/>
                </a:cubicBezTo>
                <a:lnTo>
                  <a:pt x="89823" y="75862"/>
                </a:lnTo>
                <a:lnTo>
                  <a:pt x="90029" y="80264"/>
                </a:lnTo>
                <a:lnTo>
                  <a:pt x="90029" y="124999"/>
                </a:lnTo>
                <a:cubicBezTo>
                  <a:pt x="90029" y="131415"/>
                  <a:pt x="90389" y="135407"/>
                  <a:pt x="91109" y="136976"/>
                </a:cubicBezTo>
                <a:cubicBezTo>
                  <a:pt x="91830" y="138545"/>
                  <a:pt x="93184" y="139859"/>
                  <a:pt x="95174" y="140918"/>
                </a:cubicBezTo>
                <a:cubicBezTo>
                  <a:pt x="97163" y="141975"/>
                  <a:pt x="100558" y="142503"/>
                  <a:pt x="105360" y="142503"/>
                </a:cubicBezTo>
                <a:lnTo>
                  <a:pt x="105360" y="146310"/>
                </a:lnTo>
                <a:lnTo>
                  <a:pt x="57722" y="146310"/>
                </a:lnTo>
                <a:lnTo>
                  <a:pt x="57722" y="142503"/>
                </a:lnTo>
                <a:cubicBezTo>
                  <a:pt x="62935" y="142503"/>
                  <a:pt x="66519" y="141889"/>
                  <a:pt x="68474" y="140661"/>
                </a:cubicBezTo>
                <a:cubicBezTo>
                  <a:pt x="70428" y="139433"/>
                  <a:pt x="71783" y="137590"/>
                  <a:pt x="72538" y="135134"/>
                </a:cubicBezTo>
                <a:cubicBezTo>
                  <a:pt x="72881" y="133972"/>
                  <a:pt x="73052" y="130594"/>
                  <a:pt x="73052" y="124999"/>
                </a:cubicBezTo>
                <a:lnTo>
                  <a:pt x="73052" y="84666"/>
                </a:lnTo>
                <a:cubicBezTo>
                  <a:pt x="73052" y="77022"/>
                  <a:pt x="71920" y="71528"/>
                  <a:pt x="69657" y="68184"/>
                </a:cubicBezTo>
                <a:cubicBezTo>
                  <a:pt x="66639" y="63816"/>
                  <a:pt x="62420" y="61631"/>
                  <a:pt x="57001" y="61631"/>
                </a:cubicBezTo>
                <a:cubicBezTo>
                  <a:pt x="53297" y="61631"/>
                  <a:pt x="49627" y="62621"/>
                  <a:pt x="45992" y="64599"/>
                </a:cubicBezTo>
                <a:cubicBezTo>
                  <a:pt x="40299" y="67602"/>
                  <a:pt x="35909" y="70980"/>
                  <a:pt x="32822" y="74734"/>
                </a:cubicBezTo>
                <a:lnTo>
                  <a:pt x="32822" y="124999"/>
                </a:lnTo>
                <a:cubicBezTo>
                  <a:pt x="32822" y="131140"/>
                  <a:pt x="33251" y="135133"/>
                  <a:pt x="34108" y="136976"/>
                </a:cubicBezTo>
                <a:cubicBezTo>
                  <a:pt x="34966" y="138817"/>
                  <a:pt x="36235" y="140199"/>
                  <a:pt x="37915" y="141121"/>
                </a:cubicBezTo>
                <a:cubicBezTo>
                  <a:pt x="39596" y="142042"/>
                  <a:pt x="43008" y="142503"/>
                  <a:pt x="48153" y="142503"/>
                </a:cubicBezTo>
                <a:lnTo>
                  <a:pt x="48153" y="146310"/>
                </a:lnTo>
                <a:lnTo>
                  <a:pt x="1543" y="146310"/>
                </a:lnTo>
                <a:lnTo>
                  <a:pt x="1543" y="142503"/>
                </a:lnTo>
                <a:cubicBezTo>
                  <a:pt x="5865" y="142503"/>
                  <a:pt x="8883" y="142041"/>
                  <a:pt x="10598" y="141117"/>
                </a:cubicBezTo>
                <a:cubicBezTo>
                  <a:pt x="12313" y="140194"/>
                  <a:pt x="13616" y="138722"/>
                  <a:pt x="14508" y="136703"/>
                </a:cubicBezTo>
                <a:cubicBezTo>
                  <a:pt x="15399" y="134684"/>
                  <a:pt x="15845" y="130765"/>
                  <a:pt x="15845" y="124948"/>
                </a:cubicBezTo>
                <a:lnTo>
                  <a:pt x="15845" y="89016"/>
                </a:lnTo>
                <a:cubicBezTo>
                  <a:pt x="15845" y="78680"/>
                  <a:pt x="15536" y="72007"/>
                  <a:pt x="14919" y="68998"/>
                </a:cubicBezTo>
                <a:cubicBezTo>
                  <a:pt x="14439" y="66738"/>
                  <a:pt x="13684" y="65181"/>
                  <a:pt x="12656" y="64326"/>
                </a:cubicBezTo>
                <a:cubicBezTo>
                  <a:pt x="11627" y="63471"/>
                  <a:pt x="10220" y="63043"/>
                  <a:pt x="8437" y="63043"/>
                </a:cubicBezTo>
                <a:cubicBezTo>
                  <a:pt x="6516" y="63043"/>
                  <a:pt x="4219" y="63556"/>
                  <a:pt x="1543" y="64583"/>
                </a:cubicBezTo>
                <a:lnTo>
                  <a:pt x="0" y="60885"/>
                </a:lnTo>
                <a:lnTo>
                  <a:pt x="28398" y="49387"/>
                </a:lnTo>
                <a:lnTo>
                  <a:pt x="32822" y="49387"/>
                </a:lnTo>
                <a:lnTo>
                  <a:pt x="32822" y="69451"/>
                </a:lnTo>
                <a:close/>
                <a:moveTo>
                  <a:pt x="251397" y="52063"/>
                </a:moveTo>
                <a:lnTo>
                  <a:pt x="251397" y="109167"/>
                </a:lnTo>
                <a:cubicBezTo>
                  <a:pt x="251397" y="120073"/>
                  <a:pt x="251654" y="126744"/>
                  <a:pt x="252168" y="129179"/>
                </a:cubicBezTo>
                <a:cubicBezTo>
                  <a:pt x="252683" y="131614"/>
                  <a:pt x="253506" y="133312"/>
                  <a:pt x="254638" y="134272"/>
                </a:cubicBezTo>
                <a:cubicBezTo>
                  <a:pt x="255770" y="135232"/>
                  <a:pt x="257090" y="135712"/>
                  <a:pt x="258599" y="135712"/>
                </a:cubicBezTo>
                <a:cubicBezTo>
                  <a:pt x="260725" y="135712"/>
                  <a:pt x="263126" y="135129"/>
                  <a:pt x="265801" y="133963"/>
                </a:cubicBezTo>
                <a:lnTo>
                  <a:pt x="267242" y="137564"/>
                </a:lnTo>
                <a:lnTo>
                  <a:pt x="239050" y="149191"/>
                </a:lnTo>
                <a:lnTo>
                  <a:pt x="234420" y="149191"/>
                </a:lnTo>
                <a:lnTo>
                  <a:pt x="234420" y="129230"/>
                </a:lnTo>
                <a:cubicBezTo>
                  <a:pt x="226326" y="138010"/>
                  <a:pt x="220152" y="143532"/>
                  <a:pt x="215900" y="145796"/>
                </a:cubicBezTo>
                <a:cubicBezTo>
                  <a:pt x="211647" y="148059"/>
                  <a:pt x="207154" y="149191"/>
                  <a:pt x="202421" y="149191"/>
                </a:cubicBezTo>
                <a:cubicBezTo>
                  <a:pt x="197139" y="149191"/>
                  <a:pt x="192561" y="147665"/>
                  <a:pt x="188685" y="144612"/>
                </a:cubicBezTo>
                <a:cubicBezTo>
                  <a:pt x="184810" y="141560"/>
                  <a:pt x="182117" y="137633"/>
                  <a:pt x="180608" y="132832"/>
                </a:cubicBezTo>
                <a:cubicBezTo>
                  <a:pt x="179099" y="128030"/>
                  <a:pt x="178345" y="121239"/>
                  <a:pt x="178345" y="112459"/>
                </a:cubicBezTo>
                <a:lnTo>
                  <a:pt x="178345" y="70377"/>
                </a:lnTo>
                <a:cubicBezTo>
                  <a:pt x="178345" y="65918"/>
                  <a:pt x="177864" y="62832"/>
                  <a:pt x="176904" y="61117"/>
                </a:cubicBezTo>
                <a:cubicBezTo>
                  <a:pt x="175944" y="59402"/>
                  <a:pt x="174520" y="58082"/>
                  <a:pt x="172634" y="57156"/>
                </a:cubicBezTo>
                <a:cubicBezTo>
                  <a:pt x="170748" y="56230"/>
                  <a:pt x="167335" y="55801"/>
                  <a:pt x="162397" y="55869"/>
                </a:cubicBezTo>
                <a:lnTo>
                  <a:pt x="162397" y="52063"/>
                </a:lnTo>
                <a:lnTo>
                  <a:pt x="195424" y="52063"/>
                </a:lnTo>
                <a:lnTo>
                  <a:pt x="195424" y="114980"/>
                </a:lnTo>
                <a:cubicBezTo>
                  <a:pt x="195424" y="123739"/>
                  <a:pt x="196951" y="129487"/>
                  <a:pt x="200003" y="132224"/>
                </a:cubicBezTo>
                <a:cubicBezTo>
                  <a:pt x="203055" y="134961"/>
                  <a:pt x="206742" y="136330"/>
                  <a:pt x="211064" y="136330"/>
                </a:cubicBezTo>
                <a:cubicBezTo>
                  <a:pt x="214013" y="136330"/>
                  <a:pt x="217357" y="135406"/>
                  <a:pt x="221096" y="133558"/>
                </a:cubicBezTo>
                <a:cubicBezTo>
                  <a:pt x="224834" y="131710"/>
                  <a:pt x="229275" y="128188"/>
                  <a:pt x="234420" y="122989"/>
                </a:cubicBezTo>
                <a:lnTo>
                  <a:pt x="234420" y="69724"/>
                </a:lnTo>
                <a:cubicBezTo>
                  <a:pt x="234420" y="64387"/>
                  <a:pt x="233442" y="60778"/>
                  <a:pt x="231487" y="58898"/>
                </a:cubicBezTo>
                <a:cubicBezTo>
                  <a:pt x="229533" y="57016"/>
                  <a:pt x="225468" y="56007"/>
                  <a:pt x="219295" y="55869"/>
                </a:cubicBezTo>
                <a:lnTo>
                  <a:pt x="219295" y="52063"/>
                </a:lnTo>
                <a:lnTo>
                  <a:pt x="251397" y="52063"/>
                </a:lnTo>
                <a:close/>
                <a:moveTo>
                  <a:pt x="306546" y="0"/>
                </a:moveTo>
                <a:lnTo>
                  <a:pt x="306546" y="124922"/>
                </a:lnTo>
                <a:cubicBezTo>
                  <a:pt x="306546" y="130817"/>
                  <a:pt x="306975" y="134724"/>
                  <a:pt x="307832" y="136645"/>
                </a:cubicBezTo>
                <a:cubicBezTo>
                  <a:pt x="308690" y="138563"/>
                  <a:pt x="310010" y="140020"/>
                  <a:pt x="311793" y="141015"/>
                </a:cubicBezTo>
                <a:cubicBezTo>
                  <a:pt x="313577" y="142007"/>
                  <a:pt x="316904" y="142503"/>
                  <a:pt x="321774" y="142503"/>
                </a:cubicBezTo>
                <a:lnTo>
                  <a:pt x="321774" y="146310"/>
                </a:lnTo>
                <a:lnTo>
                  <a:pt x="275576" y="146310"/>
                </a:lnTo>
                <a:lnTo>
                  <a:pt x="275576" y="142503"/>
                </a:lnTo>
                <a:cubicBezTo>
                  <a:pt x="279897" y="142503"/>
                  <a:pt x="282847" y="142058"/>
                  <a:pt x="284425" y="141169"/>
                </a:cubicBezTo>
                <a:cubicBezTo>
                  <a:pt x="286002" y="140277"/>
                  <a:pt x="287237" y="138803"/>
                  <a:pt x="288129" y="136748"/>
                </a:cubicBezTo>
                <a:cubicBezTo>
                  <a:pt x="289020" y="134690"/>
                  <a:pt x="289466" y="130748"/>
                  <a:pt x="289466" y="124922"/>
                </a:cubicBezTo>
                <a:lnTo>
                  <a:pt x="289466" y="39378"/>
                </a:lnTo>
                <a:cubicBezTo>
                  <a:pt x="289466" y="28755"/>
                  <a:pt x="289226" y="22226"/>
                  <a:pt x="288746" y="19794"/>
                </a:cubicBezTo>
                <a:cubicBezTo>
                  <a:pt x="288266" y="17358"/>
                  <a:pt x="287494" y="15696"/>
                  <a:pt x="286431" y="14807"/>
                </a:cubicBezTo>
                <a:cubicBezTo>
                  <a:pt x="285368" y="13915"/>
                  <a:pt x="284013" y="13469"/>
                  <a:pt x="282367" y="13469"/>
                </a:cubicBezTo>
                <a:cubicBezTo>
                  <a:pt x="280583" y="13469"/>
                  <a:pt x="278320" y="14018"/>
                  <a:pt x="275576" y="15115"/>
                </a:cubicBezTo>
                <a:lnTo>
                  <a:pt x="273827" y="11514"/>
                </a:lnTo>
                <a:lnTo>
                  <a:pt x="301916" y="0"/>
                </a:lnTo>
                <a:lnTo>
                  <a:pt x="306546" y="0"/>
                </a:lnTo>
                <a:close/>
                <a:moveTo>
                  <a:pt x="360084" y="20990"/>
                </a:moveTo>
                <a:lnTo>
                  <a:pt x="360084" y="52063"/>
                </a:lnTo>
                <a:lnTo>
                  <a:pt x="382103" y="52063"/>
                </a:lnTo>
                <a:lnTo>
                  <a:pt x="382103" y="59265"/>
                </a:lnTo>
                <a:lnTo>
                  <a:pt x="360084" y="59265"/>
                </a:lnTo>
                <a:lnTo>
                  <a:pt x="360084" y="120298"/>
                </a:lnTo>
                <a:cubicBezTo>
                  <a:pt x="360084" y="126397"/>
                  <a:pt x="360959" y="130508"/>
                  <a:pt x="362708" y="132632"/>
                </a:cubicBezTo>
                <a:cubicBezTo>
                  <a:pt x="364457" y="134754"/>
                  <a:pt x="366704" y="135815"/>
                  <a:pt x="369447" y="135815"/>
                </a:cubicBezTo>
                <a:cubicBezTo>
                  <a:pt x="371711" y="135815"/>
                  <a:pt x="373906" y="135112"/>
                  <a:pt x="376032" y="133706"/>
                </a:cubicBezTo>
                <a:cubicBezTo>
                  <a:pt x="378159" y="132300"/>
                  <a:pt x="379805" y="130225"/>
                  <a:pt x="380971" y="127481"/>
                </a:cubicBezTo>
                <a:lnTo>
                  <a:pt x="384984" y="127481"/>
                </a:lnTo>
                <a:cubicBezTo>
                  <a:pt x="382583" y="134223"/>
                  <a:pt x="379188" y="139321"/>
                  <a:pt x="374798" y="142777"/>
                </a:cubicBezTo>
                <a:cubicBezTo>
                  <a:pt x="370408" y="146230"/>
                  <a:pt x="365880" y="147956"/>
                  <a:pt x="361216" y="147956"/>
                </a:cubicBezTo>
                <a:cubicBezTo>
                  <a:pt x="358061" y="147956"/>
                  <a:pt x="354974" y="147081"/>
                  <a:pt x="351956" y="145329"/>
                </a:cubicBezTo>
                <a:cubicBezTo>
                  <a:pt x="348938" y="143578"/>
                  <a:pt x="346708" y="141072"/>
                  <a:pt x="345268" y="137812"/>
                </a:cubicBezTo>
                <a:cubicBezTo>
                  <a:pt x="343828" y="134550"/>
                  <a:pt x="343107" y="129519"/>
                  <a:pt x="343107" y="122719"/>
                </a:cubicBezTo>
                <a:lnTo>
                  <a:pt x="343107" y="59265"/>
                </a:lnTo>
                <a:lnTo>
                  <a:pt x="328188" y="59265"/>
                </a:lnTo>
                <a:lnTo>
                  <a:pt x="328188" y="55869"/>
                </a:lnTo>
                <a:cubicBezTo>
                  <a:pt x="331961" y="54356"/>
                  <a:pt x="335819" y="51794"/>
                  <a:pt x="339763" y="48182"/>
                </a:cubicBezTo>
                <a:cubicBezTo>
                  <a:pt x="343708" y="44570"/>
                  <a:pt x="347223" y="40287"/>
                  <a:pt x="350310" y="35333"/>
                </a:cubicBezTo>
                <a:cubicBezTo>
                  <a:pt x="351887" y="32720"/>
                  <a:pt x="354082" y="27939"/>
                  <a:pt x="356895" y="20990"/>
                </a:cubicBezTo>
                <a:lnTo>
                  <a:pt x="360084" y="20990"/>
                </a:lnTo>
                <a:close/>
                <a:moveTo>
                  <a:pt x="415269" y="0"/>
                </a:moveTo>
                <a:cubicBezTo>
                  <a:pt x="418150" y="0"/>
                  <a:pt x="420602" y="1017"/>
                  <a:pt x="422626" y="3051"/>
                </a:cubicBezTo>
                <a:cubicBezTo>
                  <a:pt x="424649" y="5083"/>
                  <a:pt x="425661" y="7547"/>
                  <a:pt x="425661" y="10443"/>
                </a:cubicBezTo>
                <a:cubicBezTo>
                  <a:pt x="425661" y="13339"/>
                  <a:pt x="424649" y="15822"/>
                  <a:pt x="422626" y="17890"/>
                </a:cubicBezTo>
                <a:cubicBezTo>
                  <a:pt x="420602" y="19956"/>
                  <a:pt x="418150" y="20990"/>
                  <a:pt x="415269" y="20990"/>
                </a:cubicBezTo>
                <a:cubicBezTo>
                  <a:pt x="412388" y="20990"/>
                  <a:pt x="409919" y="19956"/>
                  <a:pt x="407861" y="17890"/>
                </a:cubicBezTo>
                <a:cubicBezTo>
                  <a:pt x="405803" y="15822"/>
                  <a:pt x="404774" y="13339"/>
                  <a:pt x="404774" y="10443"/>
                </a:cubicBezTo>
                <a:cubicBezTo>
                  <a:pt x="404774" y="7547"/>
                  <a:pt x="405786" y="5083"/>
                  <a:pt x="407809" y="3051"/>
                </a:cubicBezTo>
                <a:cubicBezTo>
                  <a:pt x="409833" y="1017"/>
                  <a:pt x="412320" y="0"/>
                  <a:pt x="415269" y="0"/>
                </a:cubicBezTo>
                <a:moveTo>
                  <a:pt x="423809" y="49387"/>
                </a:moveTo>
                <a:lnTo>
                  <a:pt x="423809" y="124948"/>
                </a:lnTo>
                <a:cubicBezTo>
                  <a:pt x="423809" y="130834"/>
                  <a:pt x="424238" y="134752"/>
                  <a:pt x="425095" y="136703"/>
                </a:cubicBezTo>
                <a:cubicBezTo>
                  <a:pt x="425952" y="138653"/>
                  <a:pt x="427221" y="140108"/>
                  <a:pt x="428902" y="141066"/>
                </a:cubicBezTo>
                <a:cubicBezTo>
                  <a:pt x="430583" y="142024"/>
                  <a:pt x="433652" y="142503"/>
                  <a:pt x="438111" y="142503"/>
                </a:cubicBezTo>
                <a:lnTo>
                  <a:pt x="438111" y="146310"/>
                </a:lnTo>
                <a:lnTo>
                  <a:pt x="392324" y="146310"/>
                </a:lnTo>
                <a:lnTo>
                  <a:pt x="392324" y="142503"/>
                </a:lnTo>
                <a:cubicBezTo>
                  <a:pt x="396920" y="142503"/>
                  <a:pt x="400007" y="142058"/>
                  <a:pt x="401585" y="141169"/>
                </a:cubicBezTo>
                <a:cubicBezTo>
                  <a:pt x="403162" y="140279"/>
                  <a:pt x="404414" y="138808"/>
                  <a:pt x="405340" y="136754"/>
                </a:cubicBezTo>
                <a:cubicBezTo>
                  <a:pt x="406266" y="134701"/>
                  <a:pt x="406729" y="130765"/>
                  <a:pt x="406729" y="124948"/>
                </a:cubicBezTo>
                <a:lnTo>
                  <a:pt x="406729" y="88708"/>
                </a:lnTo>
                <a:cubicBezTo>
                  <a:pt x="406729" y="78509"/>
                  <a:pt x="406420" y="71904"/>
                  <a:pt x="405803" y="68895"/>
                </a:cubicBezTo>
                <a:cubicBezTo>
                  <a:pt x="405323" y="66704"/>
                  <a:pt x="404568" y="65181"/>
                  <a:pt x="403540" y="64326"/>
                </a:cubicBezTo>
                <a:cubicBezTo>
                  <a:pt x="402511" y="63471"/>
                  <a:pt x="401104" y="63043"/>
                  <a:pt x="399321" y="63043"/>
                </a:cubicBezTo>
                <a:cubicBezTo>
                  <a:pt x="397400" y="63043"/>
                  <a:pt x="395068" y="63556"/>
                  <a:pt x="392324" y="64583"/>
                </a:cubicBezTo>
                <a:lnTo>
                  <a:pt x="390884" y="60885"/>
                </a:lnTo>
                <a:lnTo>
                  <a:pt x="419282" y="49387"/>
                </a:lnTo>
                <a:lnTo>
                  <a:pt x="423809" y="49387"/>
                </a:lnTo>
                <a:close/>
                <a:moveTo>
                  <a:pt x="529925" y="110504"/>
                </a:moveTo>
                <a:cubicBezTo>
                  <a:pt x="527387" y="122920"/>
                  <a:pt x="522414" y="132471"/>
                  <a:pt x="515006" y="139159"/>
                </a:cubicBezTo>
                <a:cubicBezTo>
                  <a:pt x="507598" y="145847"/>
                  <a:pt x="499401" y="149191"/>
                  <a:pt x="490415" y="149191"/>
                </a:cubicBezTo>
                <a:cubicBezTo>
                  <a:pt x="479714" y="149191"/>
                  <a:pt x="470386" y="144704"/>
                  <a:pt x="462429" y="135729"/>
                </a:cubicBezTo>
                <a:cubicBezTo>
                  <a:pt x="454472" y="126751"/>
                  <a:pt x="450493" y="114622"/>
                  <a:pt x="450493" y="99341"/>
                </a:cubicBezTo>
                <a:cubicBezTo>
                  <a:pt x="450493" y="84539"/>
                  <a:pt x="454901" y="72514"/>
                  <a:pt x="463715" y="63265"/>
                </a:cubicBezTo>
                <a:cubicBezTo>
                  <a:pt x="472529" y="54013"/>
                  <a:pt x="483110" y="49387"/>
                  <a:pt x="495456" y="49387"/>
                </a:cubicBezTo>
                <a:cubicBezTo>
                  <a:pt x="504717" y="49387"/>
                  <a:pt x="512331" y="51832"/>
                  <a:pt x="518298" y="56722"/>
                </a:cubicBezTo>
                <a:cubicBezTo>
                  <a:pt x="524266" y="61609"/>
                  <a:pt x="527250" y="66685"/>
                  <a:pt x="527250" y="71949"/>
                </a:cubicBezTo>
                <a:cubicBezTo>
                  <a:pt x="527250" y="74547"/>
                  <a:pt x="526409" y="76650"/>
                  <a:pt x="524729" y="78258"/>
                </a:cubicBezTo>
                <a:cubicBezTo>
                  <a:pt x="523048" y="79863"/>
                  <a:pt x="520699" y="80666"/>
                  <a:pt x="517681" y="80666"/>
                </a:cubicBezTo>
                <a:cubicBezTo>
                  <a:pt x="513634" y="80666"/>
                  <a:pt x="510581" y="79363"/>
                  <a:pt x="508524" y="76756"/>
                </a:cubicBezTo>
                <a:cubicBezTo>
                  <a:pt x="507357" y="75316"/>
                  <a:pt x="506586" y="72572"/>
                  <a:pt x="506209" y="68525"/>
                </a:cubicBezTo>
                <a:cubicBezTo>
                  <a:pt x="505831" y="64478"/>
                  <a:pt x="504442" y="61391"/>
                  <a:pt x="502041" y="59265"/>
                </a:cubicBezTo>
                <a:cubicBezTo>
                  <a:pt x="499641" y="57207"/>
                  <a:pt x="496314" y="56178"/>
                  <a:pt x="492061" y="56178"/>
                </a:cubicBezTo>
                <a:cubicBezTo>
                  <a:pt x="485202" y="56178"/>
                  <a:pt x="479680" y="58716"/>
                  <a:pt x="475496" y="63792"/>
                </a:cubicBezTo>
                <a:cubicBezTo>
                  <a:pt x="469940" y="70514"/>
                  <a:pt x="467162" y="79397"/>
                  <a:pt x="467162" y="90441"/>
                </a:cubicBezTo>
                <a:cubicBezTo>
                  <a:pt x="467162" y="101690"/>
                  <a:pt x="469923" y="111619"/>
                  <a:pt x="475444" y="120227"/>
                </a:cubicBezTo>
                <a:cubicBezTo>
                  <a:pt x="480966" y="128836"/>
                  <a:pt x="488426" y="133140"/>
                  <a:pt x="497823" y="133140"/>
                </a:cubicBezTo>
                <a:cubicBezTo>
                  <a:pt x="504545" y="133140"/>
                  <a:pt x="510581" y="130842"/>
                  <a:pt x="515932" y="126247"/>
                </a:cubicBezTo>
                <a:cubicBezTo>
                  <a:pt x="519704" y="123091"/>
                  <a:pt x="523374" y="117364"/>
                  <a:pt x="526941" y="109064"/>
                </a:cubicBezTo>
                <a:lnTo>
                  <a:pt x="529925" y="110504"/>
                </a:lnTo>
                <a:close/>
                <a:moveTo>
                  <a:pt x="589530" y="49387"/>
                </a:moveTo>
                <a:cubicBezTo>
                  <a:pt x="603798" y="49387"/>
                  <a:pt x="615253" y="54801"/>
                  <a:pt x="623896" y="65628"/>
                </a:cubicBezTo>
                <a:cubicBezTo>
                  <a:pt x="631235" y="74877"/>
                  <a:pt x="634905" y="85499"/>
                  <a:pt x="634905" y="97492"/>
                </a:cubicBezTo>
                <a:cubicBezTo>
                  <a:pt x="634905" y="105920"/>
                  <a:pt x="632882" y="114452"/>
                  <a:pt x="628834" y="123086"/>
                </a:cubicBezTo>
                <a:cubicBezTo>
                  <a:pt x="624787" y="131718"/>
                  <a:pt x="619214" y="138227"/>
                  <a:pt x="612115" y="142613"/>
                </a:cubicBezTo>
                <a:cubicBezTo>
                  <a:pt x="605015" y="146998"/>
                  <a:pt x="597110" y="149191"/>
                  <a:pt x="588399" y="149191"/>
                </a:cubicBezTo>
                <a:cubicBezTo>
                  <a:pt x="574200" y="149191"/>
                  <a:pt x="562916" y="143537"/>
                  <a:pt x="554548" y="132230"/>
                </a:cubicBezTo>
                <a:cubicBezTo>
                  <a:pt x="547482" y="122706"/>
                  <a:pt x="543950" y="112018"/>
                  <a:pt x="543950" y="100164"/>
                </a:cubicBezTo>
                <a:cubicBezTo>
                  <a:pt x="543950" y="91530"/>
                  <a:pt x="546093" y="82947"/>
                  <a:pt x="550381" y="74415"/>
                </a:cubicBezTo>
                <a:cubicBezTo>
                  <a:pt x="554668" y="65884"/>
                  <a:pt x="560309" y="59580"/>
                  <a:pt x="567306" y="55503"/>
                </a:cubicBezTo>
                <a:cubicBezTo>
                  <a:pt x="574303" y="51426"/>
                  <a:pt x="581711" y="49387"/>
                  <a:pt x="589530" y="49387"/>
                </a:cubicBezTo>
                <a:moveTo>
                  <a:pt x="586341" y="56178"/>
                </a:moveTo>
                <a:cubicBezTo>
                  <a:pt x="582705" y="56178"/>
                  <a:pt x="579053" y="57257"/>
                  <a:pt x="575383" y="59416"/>
                </a:cubicBezTo>
                <a:cubicBezTo>
                  <a:pt x="571713" y="61575"/>
                  <a:pt x="568746" y="65360"/>
                  <a:pt x="566483" y="70773"/>
                </a:cubicBezTo>
                <a:cubicBezTo>
                  <a:pt x="564219" y="76185"/>
                  <a:pt x="563088" y="83139"/>
                  <a:pt x="563088" y="91634"/>
                </a:cubicBezTo>
                <a:cubicBezTo>
                  <a:pt x="563088" y="105335"/>
                  <a:pt x="565814" y="117154"/>
                  <a:pt x="571267" y="127089"/>
                </a:cubicBezTo>
                <a:cubicBezTo>
                  <a:pt x="576720" y="137022"/>
                  <a:pt x="583906" y="141989"/>
                  <a:pt x="592823" y="141989"/>
                </a:cubicBezTo>
                <a:cubicBezTo>
                  <a:pt x="599476" y="141989"/>
                  <a:pt x="604964" y="139248"/>
                  <a:pt x="609285" y="133767"/>
                </a:cubicBezTo>
                <a:cubicBezTo>
                  <a:pt x="613607" y="128286"/>
                  <a:pt x="615767" y="118866"/>
                  <a:pt x="615767" y="105508"/>
                </a:cubicBezTo>
                <a:cubicBezTo>
                  <a:pt x="615767" y="88790"/>
                  <a:pt x="612166" y="75635"/>
                  <a:pt x="604964" y="66043"/>
                </a:cubicBezTo>
                <a:cubicBezTo>
                  <a:pt x="600094" y="59466"/>
                  <a:pt x="593886" y="56178"/>
                  <a:pt x="586341" y="56178"/>
                </a:cubicBezTo>
                <a:close/>
                <a:moveTo>
                  <a:pt x="681206" y="0"/>
                </a:moveTo>
                <a:lnTo>
                  <a:pt x="681206" y="124922"/>
                </a:lnTo>
                <a:cubicBezTo>
                  <a:pt x="681206" y="130817"/>
                  <a:pt x="681634" y="134724"/>
                  <a:pt x="682492" y="136645"/>
                </a:cubicBezTo>
                <a:cubicBezTo>
                  <a:pt x="683349" y="138563"/>
                  <a:pt x="684670" y="140020"/>
                  <a:pt x="686453" y="141015"/>
                </a:cubicBezTo>
                <a:cubicBezTo>
                  <a:pt x="688237" y="142007"/>
                  <a:pt x="691563" y="142503"/>
                  <a:pt x="696433" y="142503"/>
                </a:cubicBezTo>
                <a:lnTo>
                  <a:pt x="696433" y="146310"/>
                </a:lnTo>
                <a:lnTo>
                  <a:pt x="650236" y="146310"/>
                </a:lnTo>
                <a:lnTo>
                  <a:pt x="650236" y="142503"/>
                </a:lnTo>
                <a:cubicBezTo>
                  <a:pt x="654557" y="142503"/>
                  <a:pt x="657507" y="142058"/>
                  <a:pt x="659084" y="141169"/>
                </a:cubicBezTo>
                <a:cubicBezTo>
                  <a:pt x="660662" y="140277"/>
                  <a:pt x="661897" y="138803"/>
                  <a:pt x="662788" y="136748"/>
                </a:cubicBezTo>
                <a:cubicBezTo>
                  <a:pt x="663680" y="134690"/>
                  <a:pt x="664126" y="130748"/>
                  <a:pt x="664126" y="124922"/>
                </a:cubicBezTo>
                <a:lnTo>
                  <a:pt x="664126" y="39378"/>
                </a:lnTo>
                <a:cubicBezTo>
                  <a:pt x="664126" y="28755"/>
                  <a:pt x="663886" y="22226"/>
                  <a:pt x="663406" y="19794"/>
                </a:cubicBezTo>
                <a:cubicBezTo>
                  <a:pt x="662925" y="17358"/>
                  <a:pt x="662154" y="15696"/>
                  <a:pt x="661091" y="14807"/>
                </a:cubicBezTo>
                <a:cubicBezTo>
                  <a:pt x="660027" y="13915"/>
                  <a:pt x="658673" y="13469"/>
                  <a:pt x="657026" y="13469"/>
                </a:cubicBezTo>
                <a:cubicBezTo>
                  <a:pt x="655243" y="13469"/>
                  <a:pt x="652979" y="14018"/>
                  <a:pt x="650236" y="15115"/>
                </a:cubicBezTo>
                <a:lnTo>
                  <a:pt x="648487" y="11514"/>
                </a:lnTo>
                <a:lnTo>
                  <a:pt x="676576" y="0"/>
                </a:lnTo>
                <a:lnTo>
                  <a:pt x="6812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53E94-0D8F-421E-9BD8-9760EF88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68074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CEB87-4093-431F-98AA-7C3EB4DE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68074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350" name="Text ...">
            <a:extLst xmlns:a="http://schemas.openxmlformats.org/drawingml/2006/main">
              <a:ext uri="{FF2B5EF4-FFF2-40B4-BE49-F238E27FC236}">
                <a16:creationId xmlns:a16="http://schemas.microsoft.com/office/drawing/2014/main" id="{B20A2DD5-E7E5-4132-8DE2-E7B4D6AC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60" y="6871506"/>
            <a:ext cx="128201" cy="22842"/>
          </a:xfrm>
          <a:custGeom xmlns:a="http://schemas.openxmlformats.org/drawingml/2006/main">
            <a:pathLst>
              <a:path w="128201" h="22842">
                <a:moveTo>
                  <a:pt x="11421" y="0"/>
                </a:moveTo>
                <a:cubicBezTo>
                  <a:pt x="14645" y="0"/>
                  <a:pt x="17354" y="1115"/>
                  <a:pt x="19549" y="3344"/>
                </a:cubicBezTo>
                <a:cubicBezTo>
                  <a:pt x="21744" y="5573"/>
                  <a:pt x="22842" y="8266"/>
                  <a:pt x="22842" y="11421"/>
                </a:cubicBezTo>
                <a:cubicBezTo>
                  <a:pt x="22842" y="14576"/>
                  <a:pt x="21727" y="17268"/>
                  <a:pt x="19498" y="19498"/>
                </a:cubicBezTo>
                <a:cubicBezTo>
                  <a:pt x="17268" y="21727"/>
                  <a:pt x="14576" y="22842"/>
                  <a:pt x="11421" y="22842"/>
                </a:cubicBezTo>
                <a:cubicBezTo>
                  <a:pt x="8266" y="22842"/>
                  <a:pt x="5573" y="21727"/>
                  <a:pt x="3344" y="19498"/>
                </a:cubicBezTo>
                <a:cubicBezTo>
                  <a:pt x="1115" y="17268"/>
                  <a:pt x="0" y="14576"/>
                  <a:pt x="0" y="11421"/>
                </a:cubicBezTo>
                <a:cubicBezTo>
                  <a:pt x="0" y="8197"/>
                  <a:pt x="1115" y="5487"/>
                  <a:pt x="3344" y="3292"/>
                </a:cubicBezTo>
                <a:cubicBezTo>
                  <a:pt x="5573" y="1097"/>
                  <a:pt x="8266" y="0"/>
                  <a:pt x="11421" y="0"/>
                </a:cubicBezTo>
                <a:close/>
                <a:moveTo>
                  <a:pt x="64101" y="0"/>
                </a:moveTo>
                <a:cubicBezTo>
                  <a:pt x="67325" y="0"/>
                  <a:pt x="70034" y="1115"/>
                  <a:pt x="72229" y="3344"/>
                </a:cubicBezTo>
                <a:cubicBezTo>
                  <a:pt x="74424" y="5573"/>
                  <a:pt x="75522" y="8266"/>
                  <a:pt x="75522" y="11421"/>
                </a:cubicBezTo>
                <a:cubicBezTo>
                  <a:pt x="75522" y="14576"/>
                  <a:pt x="74407" y="17268"/>
                  <a:pt x="72178" y="19498"/>
                </a:cubicBezTo>
                <a:cubicBezTo>
                  <a:pt x="69948" y="21727"/>
                  <a:pt x="67256" y="22842"/>
                  <a:pt x="64101" y="22842"/>
                </a:cubicBezTo>
                <a:cubicBezTo>
                  <a:pt x="60945" y="22842"/>
                  <a:pt x="58253" y="21727"/>
                  <a:pt x="56024" y="19498"/>
                </a:cubicBezTo>
                <a:cubicBezTo>
                  <a:pt x="53795" y="17268"/>
                  <a:pt x="52680" y="14576"/>
                  <a:pt x="52680" y="11421"/>
                </a:cubicBezTo>
                <a:cubicBezTo>
                  <a:pt x="52680" y="8197"/>
                  <a:pt x="53795" y="5487"/>
                  <a:pt x="56024" y="3292"/>
                </a:cubicBezTo>
                <a:cubicBezTo>
                  <a:pt x="58253" y="1097"/>
                  <a:pt x="60945" y="0"/>
                  <a:pt x="64101" y="0"/>
                </a:cubicBezTo>
                <a:close/>
                <a:moveTo>
                  <a:pt x="116781" y="0"/>
                </a:moveTo>
                <a:cubicBezTo>
                  <a:pt x="120004" y="0"/>
                  <a:pt x="122714" y="1115"/>
                  <a:pt x="124909" y="3344"/>
                </a:cubicBezTo>
                <a:cubicBezTo>
                  <a:pt x="127104" y="5573"/>
                  <a:pt x="128201" y="8266"/>
                  <a:pt x="128201" y="11421"/>
                </a:cubicBezTo>
                <a:cubicBezTo>
                  <a:pt x="128201" y="14576"/>
                  <a:pt x="127087" y="17268"/>
                  <a:pt x="124857" y="19498"/>
                </a:cubicBezTo>
                <a:cubicBezTo>
                  <a:pt x="122628" y="21727"/>
                  <a:pt x="119936" y="22842"/>
                  <a:pt x="116781" y="22842"/>
                </a:cubicBezTo>
                <a:cubicBezTo>
                  <a:pt x="113625" y="22842"/>
                  <a:pt x="110933" y="21727"/>
                  <a:pt x="108704" y="19498"/>
                </a:cubicBezTo>
                <a:cubicBezTo>
                  <a:pt x="106474" y="17268"/>
                  <a:pt x="105360" y="14576"/>
                  <a:pt x="105360" y="11421"/>
                </a:cubicBezTo>
                <a:cubicBezTo>
                  <a:pt x="105360" y="8197"/>
                  <a:pt x="106474" y="5487"/>
                  <a:pt x="108704" y="3292"/>
                </a:cubicBezTo>
                <a:cubicBezTo>
                  <a:pt x="110933" y="1097"/>
                  <a:pt x="113625" y="0"/>
                  <a:pt x="1167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1F072-BE11-4CDA-BC9C-7E95CE6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680747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DC8BF-21C6-4019-8E4B-DA2287FA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680747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53" name="Text ...">
            <a:extLst xmlns:a="http://schemas.openxmlformats.org/drawingml/2006/main">
              <a:ext uri="{FF2B5EF4-FFF2-40B4-BE49-F238E27FC236}">
                <a16:creationId xmlns:a16="http://schemas.microsoft.com/office/drawing/2014/main" id="{584922AB-90CB-4E22-AF19-8F35DF62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418" y="6871506"/>
            <a:ext cx="128201" cy="22842"/>
          </a:xfrm>
          <a:custGeom xmlns:a="http://schemas.openxmlformats.org/drawingml/2006/main">
            <a:pathLst>
              <a:path w="128201" h="22842">
                <a:moveTo>
                  <a:pt x="11421" y="0"/>
                </a:moveTo>
                <a:cubicBezTo>
                  <a:pt x="14645" y="0"/>
                  <a:pt x="17354" y="1115"/>
                  <a:pt x="19549" y="3344"/>
                </a:cubicBezTo>
                <a:cubicBezTo>
                  <a:pt x="21744" y="5573"/>
                  <a:pt x="22842" y="8266"/>
                  <a:pt x="22842" y="11421"/>
                </a:cubicBezTo>
                <a:cubicBezTo>
                  <a:pt x="22842" y="14576"/>
                  <a:pt x="21727" y="17268"/>
                  <a:pt x="19498" y="19498"/>
                </a:cubicBezTo>
                <a:cubicBezTo>
                  <a:pt x="17268" y="21727"/>
                  <a:pt x="14576" y="22842"/>
                  <a:pt x="11421" y="22842"/>
                </a:cubicBezTo>
                <a:cubicBezTo>
                  <a:pt x="8266" y="22842"/>
                  <a:pt x="5573" y="21727"/>
                  <a:pt x="3344" y="19498"/>
                </a:cubicBezTo>
                <a:cubicBezTo>
                  <a:pt x="1115" y="17268"/>
                  <a:pt x="0" y="14576"/>
                  <a:pt x="0" y="11421"/>
                </a:cubicBezTo>
                <a:cubicBezTo>
                  <a:pt x="0" y="8197"/>
                  <a:pt x="1115" y="5487"/>
                  <a:pt x="3344" y="3292"/>
                </a:cubicBezTo>
                <a:cubicBezTo>
                  <a:pt x="5573" y="1097"/>
                  <a:pt x="8266" y="0"/>
                  <a:pt x="11421" y="0"/>
                </a:cubicBezTo>
                <a:close/>
                <a:moveTo>
                  <a:pt x="64101" y="0"/>
                </a:moveTo>
                <a:cubicBezTo>
                  <a:pt x="67324" y="0"/>
                  <a:pt x="70034" y="1115"/>
                  <a:pt x="72229" y="3344"/>
                </a:cubicBezTo>
                <a:cubicBezTo>
                  <a:pt x="74424" y="5573"/>
                  <a:pt x="75521" y="8266"/>
                  <a:pt x="75521" y="11421"/>
                </a:cubicBezTo>
                <a:cubicBezTo>
                  <a:pt x="75521" y="14576"/>
                  <a:pt x="74407" y="17268"/>
                  <a:pt x="72177" y="19498"/>
                </a:cubicBezTo>
                <a:cubicBezTo>
                  <a:pt x="69948" y="21727"/>
                  <a:pt x="67256" y="22842"/>
                  <a:pt x="64101" y="22842"/>
                </a:cubicBezTo>
                <a:cubicBezTo>
                  <a:pt x="60945" y="22842"/>
                  <a:pt x="58253" y="21727"/>
                  <a:pt x="56024" y="19498"/>
                </a:cubicBezTo>
                <a:cubicBezTo>
                  <a:pt x="53794" y="17268"/>
                  <a:pt x="52680" y="14576"/>
                  <a:pt x="52680" y="11421"/>
                </a:cubicBezTo>
                <a:cubicBezTo>
                  <a:pt x="52680" y="8197"/>
                  <a:pt x="53794" y="5487"/>
                  <a:pt x="56024" y="3292"/>
                </a:cubicBezTo>
                <a:cubicBezTo>
                  <a:pt x="58253" y="1097"/>
                  <a:pt x="60945" y="0"/>
                  <a:pt x="64101" y="0"/>
                </a:cubicBezTo>
                <a:close/>
                <a:moveTo>
                  <a:pt x="116780" y="0"/>
                </a:moveTo>
                <a:cubicBezTo>
                  <a:pt x="120004" y="0"/>
                  <a:pt x="122714" y="1115"/>
                  <a:pt x="124909" y="3344"/>
                </a:cubicBezTo>
                <a:cubicBezTo>
                  <a:pt x="127104" y="5573"/>
                  <a:pt x="128201" y="8266"/>
                  <a:pt x="128201" y="11421"/>
                </a:cubicBezTo>
                <a:cubicBezTo>
                  <a:pt x="128201" y="14576"/>
                  <a:pt x="127087" y="17268"/>
                  <a:pt x="124857" y="19498"/>
                </a:cubicBezTo>
                <a:cubicBezTo>
                  <a:pt x="122628" y="21727"/>
                  <a:pt x="119936" y="22842"/>
                  <a:pt x="116780" y="22842"/>
                </a:cubicBezTo>
                <a:cubicBezTo>
                  <a:pt x="113625" y="22842"/>
                  <a:pt x="110933" y="21727"/>
                  <a:pt x="108703" y="19498"/>
                </a:cubicBezTo>
                <a:cubicBezTo>
                  <a:pt x="106474" y="17268"/>
                  <a:pt x="105359" y="14576"/>
                  <a:pt x="105359" y="11421"/>
                </a:cubicBezTo>
                <a:cubicBezTo>
                  <a:pt x="105359" y="8197"/>
                  <a:pt x="106474" y="5487"/>
                  <a:pt x="108703" y="3292"/>
                </a:cubicBezTo>
                <a:cubicBezTo>
                  <a:pt x="110933" y="1097"/>
                  <a:pt x="113625" y="0"/>
                  <a:pt x="11678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86E01-CC2A-40EF-93E0-5EC9ADF0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680747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E61C0-ED24-4527-9F7F-41478743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680747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56" name="Text ...">
            <a:extLst xmlns:a="http://schemas.openxmlformats.org/drawingml/2006/main">
              <a:ext uri="{FF2B5EF4-FFF2-40B4-BE49-F238E27FC236}">
                <a16:creationId xmlns:a16="http://schemas.microsoft.com/office/drawing/2014/main" id="{D27FC937-C0A8-4D26-B169-5CF78B54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883" y="6871506"/>
            <a:ext cx="128201" cy="22842"/>
          </a:xfrm>
          <a:custGeom xmlns:a="http://schemas.openxmlformats.org/drawingml/2006/main">
            <a:pathLst>
              <a:path w="128201" h="22842">
                <a:moveTo>
                  <a:pt x="11421" y="0"/>
                </a:moveTo>
                <a:cubicBezTo>
                  <a:pt x="14645" y="0"/>
                  <a:pt x="17354" y="1115"/>
                  <a:pt x="19549" y="3344"/>
                </a:cubicBezTo>
                <a:cubicBezTo>
                  <a:pt x="21744" y="5573"/>
                  <a:pt x="22842" y="8266"/>
                  <a:pt x="22842" y="11421"/>
                </a:cubicBezTo>
                <a:cubicBezTo>
                  <a:pt x="22842" y="14576"/>
                  <a:pt x="21727" y="17268"/>
                  <a:pt x="19498" y="19498"/>
                </a:cubicBezTo>
                <a:cubicBezTo>
                  <a:pt x="17268" y="21727"/>
                  <a:pt x="14576" y="22842"/>
                  <a:pt x="11421" y="22842"/>
                </a:cubicBezTo>
                <a:cubicBezTo>
                  <a:pt x="8266" y="22842"/>
                  <a:pt x="5573" y="21727"/>
                  <a:pt x="3344" y="19498"/>
                </a:cubicBezTo>
                <a:cubicBezTo>
                  <a:pt x="1115" y="17268"/>
                  <a:pt x="0" y="14576"/>
                  <a:pt x="0" y="11421"/>
                </a:cubicBezTo>
                <a:cubicBezTo>
                  <a:pt x="0" y="8197"/>
                  <a:pt x="1115" y="5487"/>
                  <a:pt x="3344" y="3292"/>
                </a:cubicBezTo>
                <a:cubicBezTo>
                  <a:pt x="5573" y="1097"/>
                  <a:pt x="8266" y="0"/>
                  <a:pt x="11421" y="0"/>
                </a:cubicBezTo>
                <a:close/>
                <a:moveTo>
                  <a:pt x="64101" y="0"/>
                </a:moveTo>
                <a:cubicBezTo>
                  <a:pt x="67324" y="0"/>
                  <a:pt x="70034" y="1115"/>
                  <a:pt x="72229" y="3344"/>
                </a:cubicBezTo>
                <a:cubicBezTo>
                  <a:pt x="74424" y="5573"/>
                  <a:pt x="75521" y="8266"/>
                  <a:pt x="75521" y="11421"/>
                </a:cubicBezTo>
                <a:cubicBezTo>
                  <a:pt x="75521" y="14576"/>
                  <a:pt x="74407" y="17268"/>
                  <a:pt x="72177" y="19498"/>
                </a:cubicBezTo>
                <a:cubicBezTo>
                  <a:pt x="69948" y="21727"/>
                  <a:pt x="67256" y="22842"/>
                  <a:pt x="64101" y="22842"/>
                </a:cubicBezTo>
                <a:cubicBezTo>
                  <a:pt x="60945" y="22842"/>
                  <a:pt x="58253" y="21727"/>
                  <a:pt x="56024" y="19498"/>
                </a:cubicBezTo>
                <a:cubicBezTo>
                  <a:pt x="53794" y="17268"/>
                  <a:pt x="52680" y="14576"/>
                  <a:pt x="52680" y="11421"/>
                </a:cubicBezTo>
                <a:cubicBezTo>
                  <a:pt x="52680" y="8197"/>
                  <a:pt x="53794" y="5487"/>
                  <a:pt x="56024" y="3292"/>
                </a:cubicBezTo>
                <a:cubicBezTo>
                  <a:pt x="58253" y="1097"/>
                  <a:pt x="60945" y="0"/>
                  <a:pt x="64101" y="0"/>
                </a:cubicBezTo>
                <a:close/>
                <a:moveTo>
                  <a:pt x="116781" y="0"/>
                </a:moveTo>
                <a:cubicBezTo>
                  <a:pt x="120004" y="0"/>
                  <a:pt x="122714" y="1115"/>
                  <a:pt x="124909" y="3344"/>
                </a:cubicBezTo>
                <a:cubicBezTo>
                  <a:pt x="127104" y="5573"/>
                  <a:pt x="128201" y="8266"/>
                  <a:pt x="128201" y="11421"/>
                </a:cubicBezTo>
                <a:cubicBezTo>
                  <a:pt x="128201" y="14576"/>
                  <a:pt x="127087" y="17268"/>
                  <a:pt x="124857" y="19498"/>
                </a:cubicBezTo>
                <a:cubicBezTo>
                  <a:pt x="122628" y="21727"/>
                  <a:pt x="119936" y="22842"/>
                  <a:pt x="116781" y="22842"/>
                </a:cubicBezTo>
                <a:cubicBezTo>
                  <a:pt x="113625" y="22842"/>
                  <a:pt x="110933" y="21727"/>
                  <a:pt x="108704" y="19498"/>
                </a:cubicBezTo>
                <a:cubicBezTo>
                  <a:pt x="106474" y="17268"/>
                  <a:pt x="105360" y="14576"/>
                  <a:pt x="105360" y="11421"/>
                </a:cubicBezTo>
                <a:cubicBezTo>
                  <a:pt x="105360" y="8197"/>
                  <a:pt x="106474" y="5487"/>
                  <a:pt x="108704" y="3292"/>
                </a:cubicBezTo>
                <a:cubicBezTo>
                  <a:pt x="110933" y="1097"/>
                  <a:pt x="113625" y="0"/>
                  <a:pt x="1167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A44D4-B6F1-48FA-B50E-D13C1E9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680747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4A368-C340-430F-987A-FC08BEDD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680747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59" name="Text ...">
            <a:extLst xmlns:a="http://schemas.openxmlformats.org/drawingml/2006/main">
              <a:ext uri="{FF2B5EF4-FFF2-40B4-BE49-F238E27FC236}">
                <a16:creationId xmlns:a16="http://schemas.microsoft.com/office/drawing/2014/main" id="{D5351D69-252F-4AD5-BEEA-34B3A812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348" y="6871506"/>
            <a:ext cx="128201" cy="22842"/>
          </a:xfrm>
          <a:custGeom xmlns:a="http://schemas.openxmlformats.org/drawingml/2006/main">
            <a:pathLst>
              <a:path w="128201" h="22842">
                <a:moveTo>
                  <a:pt x="11421" y="0"/>
                </a:moveTo>
                <a:cubicBezTo>
                  <a:pt x="14645" y="0"/>
                  <a:pt x="17354" y="1115"/>
                  <a:pt x="19549" y="3344"/>
                </a:cubicBezTo>
                <a:cubicBezTo>
                  <a:pt x="21744" y="5573"/>
                  <a:pt x="22842" y="8266"/>
                  <a:pt x="22842" y="11421"/>
                </a:cubicBezTo>
                <a:cubicBezTo>
                  <a:pt x="22842" y="14576"/>
                  <a:pt x="21727" y="17268"/>
                  <a:pt x="19498" y="19498"/>
                </a:cubicBezTo>
                <a:cubicBezTo>
                  <a:pt x="17268" y="21727"/>
                  <a:pt x="14576" y="22842"/>
                  <a:pt x="11421" y="22842"/>
                </a:cubicBezTo>
                <a:cubicBezTo>
                  <a:pt x="8266" y="22842"/>
                  <a:pt x="5573" y="21727"/>
                  <a:pt x="3344" y="19498"/>
                </a:cubicBezTo>
                <a:cubicBezTo>
                  <a:pt x="1115" y="17268"/>
                  <a:pt x="0" y="14576"/>
                  <a:pt x="0" y="11421"/>
                </a:cubicBezTo>
                <a:cubicBezTo>
                  <a:pt x="0" y="8197"/>
                  <a:pt x="1115" y="5487"/>
                  <a:pt x="3344" y="3292"/>
                </a:cubicBezTo>
                <a:cubicBezTo>
                  <a:pt x="5573" y="1097"/>
                  <a:pt x="8266" y="0"/>
                  <a:pt x="11421" y="0"/>
                </a:cubicBezTo>
                <a:close/>
                <a:moveTo>
                  <a:pt x="64101" y="0"/>
                </a:moveTo>
                <a:cubicBezTo>
                  <a:pt x="67324" y="0"/>
                  <a:pt x="70034" y="1115"/>
                  <a:pt x="72229" y="3344"/>
                </a:cubicBezTo>
                <a:cubicBezTo>
                  <a:pt x="74424" y="5573"/>
                  <a:pt x="75521" y="8266"/>
                  <a:pt x="75521" y="11421"/>
                </a:cubicBezTo>
                <a:cubicBezTo>
                  <a:pt x="75521" y="14576"/>
                  <a:pt x="74407" y="17268"/>
                  <a:pt x="72177" y="19498"/>
                </a:cubicBezTo>
                <a:cubicBezTo>
                  <a:pt x="69948" y="21727"/>
                  <a:pt x="67256" y="22842"/>
                  <a:pt x="64101" y="22842"/>
                </a:cubicBezTo>
                <a:cubicBezTo>
                  <a:pt x="60945" y="22842"/>
                  <a:pt x="58253" y="21727"/>
                  <a:pt x="56024" y="19498"/>
                </a:cubicBezTo>
                <a:cubicBezTo>
                  <a:pt x="53794" y="17268"/>
                  <a:pt x="52680" y="14576"/>
                  <a:pt x="52680" y="11421"/>
                </a:cubicBezTo>
                <a:cubicBezTo>
                  <a:pt x="52680" y="8197"/>
                  <a:pt x="53794" y="5487"/>
                  <a:pt x="56024" y="3292"/>
                </a:cubicBezTo>
                <a:cubicBezTo>
                  <a:pt x="58253" y="1097"/>
                  <a:pt x="60945" y="0"/>
                  <a:pt x="64101" y="0"/>
                </a:cubicBezTo>
                <a:close/>
                <a:moveTo>
                  <a:pt x="116780" y="0"/>
                </a:moveTo>
                <a:cubicBezTo>
                  <a:pt x="120004" y="0"/>
                  <a:pt x="122714" y="1115"/>
                  <a:pt x="124909" y="3344"/>
                </a:cubicBezTo>
                <a:cubicBezTo>
                  <a:pt x="127104" y="5573"/>
                  <a:pt x="128201" y="8266"/>
                  <a:pt x="128201" y="11421"/>
                </a:cubicBezTo>
                <a:cubicBezTo>
                  <a:pt x="128201" y="14576"/>
                  <a:pt x="127087" y="17268"/>
                  <a:pt x="124857" y="19498"/>
                </a:cubicBezTo>
                <a:cubicBezTo>
                  <a:pt x="122628" y="21727"/>
                  <a:pt x="119936" y="22842"/>
                  <a:pt x="116780" y="22842"/>
                </a:cubicBezTo>
                <a:cubicBezTo>
                  <a:pt x="113625" y="22842"/>
                  <a:pt x="110933" y="21727"/>
                  <a:pt x="108703" y="19498"/>
                </a:cubicBezTo>
                <a:cubicBezTo>
                  <a:pt x="106474" y="17268"/>
                  <a:pt x="105359" y="14576"/>
                  <a:pt x="105359" y="11421"/>
                </a:cubicBezTo>
                <a:cubicBezTo>
                  <a:pt x="105359" y="8197"/>
                  <a:pt x="106474" y="5487"/>
                  <a:pt x="108703" y="3292"/>
                </a:cubicBezTo>
                <a:cubicBezTo>
                  <a:pt x="110933" y="1097"/>
                  <a:pt x="113625" y="0"/>
                  <a:pt x="11678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Text CurrentToken">
            <a:extLst xmlns:a="http://schemas.openxmlformats.org/drawingml/2006/main">
              <a:ext uri="{FF2B5EF4-FFF2-40B4-BE49-F238E27FC236}">
                <a16:creationId xmlns:a16="http://schemas.microsoft.com/office/drawing/2014/main" id="{95E870FF-0F76-4399-8D2B-75484937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72" y="4501185"/>
            <a:ext cx="1322347" cy="145693"/>
          </a:xfrm>
          <a:custGeom xmlns:a="http://schemas.openxmlformats.org/drawingml/2006/main">
            <a:pathLst>
              <a:path w="1322347" h="145693">
                <a:moveTo>
                  <a:pt x="132317" y="0"/>
                </a:moveTo>
                <a:lnTo>
                  <a:pt x="132317" y="48358"/>
                </a:lnTo>
                <a:lnTo>
                  <a:pt x="128304" y="48358"/>
                </a:lnTo>
                <a:cubicBezTo>
                  <a:pt x="125286" y="35671"/>
                  <a:pt x="119662" y="25949"/>
                  <a:pt x="111430" y="19192"/>
                </a:cubicBezTo>
                <a:cubicBezTo>
                  <a:pt x="103199" y="12434"/>
                  <a:pt x="93870" y="9054"/>
                  <a:pt x="83444" y="9054"/>
                </a:cubicBezTo>
                <a:cubicBezTo>
                  <a:pt x="74733" y="9054"/>
                  <a:pt x="66742" y="11558"/>
                  <a:pt x="59471" y="16565"/>
                </a:cubicBezTo>
                <a:cubicBezTo>
                  <a:pt x="52200" y="21573"/>
                  <a:pt x="46884" y="28123"/>
                  <a:pt x="43523" y="36217"/>
                </a:cubicBezTo>
                <a:cubicBezTo>
                  <a:pt x="39201" y="46575"/>
                  <a:pt x="37041" y="58099"/>
                  <a:pt x="37041" y="70789"/>
                </a:cubicBezTo>
                <a:cubicBezTo>
                  <a:pt x="37041" y="83273"/>
                  <a:pt x="38618" y="94642"/>
                  <a:pt x="41774" y="104897"/>
                </a:cubicBezTo>
                <a:cubicBezTo>
                  <a:pt x="44929" y="115152"/>
                  <a:pt x="49868" y="122903"/>
                  <a:pt x="56590" y="128150"/>
                </a:cubicBezTo>
                <a:cubicBezTo>
                  <a:pt x="63312" y="133397"/>
                  <a:pt x="72023" y="136021"/>
                  <a:pt x="82724" y="136021"/>
                </a:cubicBezTo>
                <a:cubicBezTo>
                  <a:pt x="91504" y="136021"/>
                  <a:pt x="99546" y="134100"/>
                  <a:pt x="106852" y="130259"/>
                </a:cubicBezTo>
                <a:cubicBezTo>
                  <a:pt x="114157" y="126418"/>
                  <a:pt x="121857" y="119799"/>
                  <a:pt x="129951" y="110401"/>
                </a:cubicBezTo>
                <a:lnTo>
                  <a:pt x="129951" y="122440"/>
                </a:lnTo>
                <a:cubicBezTo>
                  <a:pt x="122131" y="130602"/>
                  <a:pt x="113985" y="136518"/>
                  <a:pt x="105514" y="140188"/>
                </a:cubicBezTo>
                <a:cubicBezTo>
                  <a:pt x="97043" y="143858"/>
                  <a:pt x="87148" y="145693"/>
                  <a:pt x="75830" y="145693"/>
                </a:cubicBezTo>
                <a:cubicBezTo>
                  <a:pt x="60945" y="145693"/>
                  <a:pt x="47724" y="142713"/>
                  <a:pt x="36166" y="136754"/>
                </a:cubicBezTo>
                <a:cubicBezTo>
                  <a:pt x="24608" y="130795"/>
                  <a:pt x="15691" y="122234"/>
                  <a:pt x="9414" y="111070"/>
                </a:cubicBezTo>
                <a:cubicBezTo>
                  <a:pt x="3138" y="99904"/>
                  <a:pt x="0" y="88020"/>
                  <a:pt x="0" y="75415"/>
                </a:cubicBezTo>
                <a:cubicBezTo>
                  <a:pt x="0" y="62128"/>
                  <a:pt x="3481" y="49525"/>
                  <a:pt x="10443" y="37606"/>
                </a:cubicBezTo>
                <a:cubicBezTo>
                  <a:pt x="17406" y="25686"/>
                  <a:pt x="26803" y="16439"/>
                  <a:pt x="38635" y="9865"/>
                </a:cubicBezTo>
                <a:cubicBezTo>
                  <a:pt x="50468" y="3288"/>
                  <a:pt x="63038" y="0"/>
                  <a:pt x="76345" y="0"/>
                </a:cubicBezTo>
                <a:cubicBezTo>
                  <a:pt x="86154" y="0"/>
                  <a:pt x="96511" y="2126"/>
                  <a:pt x="107418" y="6379"/>
                </a:cubicBezTo>
                <a:cubicBezTo>
                  <a:pt x="113728" y="8849"/>
                  <a:pt x="117741" y="10083"/>
                  <a:pt x="119456" y="10083"/>
                </a:cubicBezTo>
                <a:cubicBezTo>
                  <a:pt x="121651" y="10083"/>
                  <a:pt x="123554" y="9277"/>
                  <a:pt x="125166" y="7665"/>
                </a:cubicBezTo>
                <a:cubicBezTo>
                  <a:pt x="126778" y="6053"/>
                  <a:pt x="127824" y="3498"/>
                  <a:pt x="128304" y="0"/>
                </a:cubicBezTo>
                <a:lnTo>
                  <a:pt x="132317" y="0"/>
                </a:lnTo>
                <a:close/>
                <a:moveTo>
                  <a:pt x="243815" y="46301"/>
                </a:moveTo>
                <a:lnTo>
                  <a:pt x="243815" y="121616"/>
                </a:lnTo>
                <a:cubicBezTo>
                  <a:pt x="243815" y="129001"/>
                  <a:pt x="244501" y="133607"/>
                  <a:pt x="245873" y="135436"/>
                </a:cubicBezTo>
                <a:cubicBezTo>
                  <a:pt x="247245" y="137264"/>
                  <a:pt x="250023" y="138420"/>
                  <a:pt x="254207" y="138902"/>
                </a:cubicBezTo>
                <a:lnTo>
                  <a:pt x="254207" y="142606"/>
                </a:lnTo>
                <a:lnTo>
                  <a:pt x="215006" y="142606"/>
                </a:lnTo>
                <a:lnTo>
                  <a:pt x="215006" y="129745"/>
                </a:lnTo>
                <a:cubicBezTo>
                  <a:pt x="210410" y="135232"/>
                  <a:pt x="205814" y="139228"/>
                  <a:pt x="201218" y="141732"/>
                </a:cubicBezTo>
                <a:cubicBezTo>
                  <a:pt x="196622" y="144235"/>
                  <a:pt x="191478" y="145487"/>
                  <a:pt x="185785" y="145487"/>
                </a:cubicBezTo>
                <a:cubicBezTo>
                  <a:pt x="180366" y="145487"/>
                  <a:pt x="175547" y="143824"/>
                  <a:pt x="171329" y="140497"/>
                </a:cubicBezTo>
                <a:cubicBezTo>
                  <a:pt x="167110" y="137170"/>
                  <a:pt x="164281" y="133277"/>
                  <a:pt x="162840" y="128819"/>
                </a:cubicBezTo>
                <a:cubicBezTo>
                  <a:pt x="161400" y="124360"/>
                  <a:pt x="160679" y="116575"/>
                  <a:pt x="160679" y="105463"/>
                </a:cubicBezTo>
                <a:lnTo>
                  <a:pt x="160679" y="67290"/>
                </a:lnTo>
                <a:cubicBezTo>
                  <a:pt x="160679" y="59932"/>
                  <a:pt x="160011" y="55350"/>
                  <a:pt x="158673" y="53545"/>
                </a:cubicBezTo>
                <a:cubicBezTo>
                  <a:pt x="157335" y="51740"/>
                  <a:pt x="154540" y="50560"/>
                  <a:pt x="150288" y="50005"/>
                </a:cubicBezTo>
                <a:lnTo>
                  <a:pt x="150288" y="46301"/>
                </a:lnTo>
                <a:lnTo>
                  <a:pt x="189489" y="46301"/>
                </a:lnTo>
                <a:lnTo>
                  <a:pt x="189489" y="112128"/>
                </a:lnTo>
                <a:cubicBezTo>
                  <a:pt x="189489" y="118996"/>
                  <a:pt x="189815" y="123426"/>
                  <a:pt x="190466" y="125417"/>
                </a:cubicBezTo>
                <a:cubicBezTo>
                  <a:pt x="191118" y="127408"/>
                  <a:pt x="192147" y="128920"/>
                  <a:pt x="193553" y="129951"/>
                </a:cubicBezTo>
                <a:cubicBezTo>
                  <a:pt x="194959" y="130979"/>
                  <a:pt x="196588" y="131494"/>
                  <a:pt x="198440" y="131494"/>
                </a:cubicBezTo>
                <a:cubicBezTo>
                  <a:pt x="200910" y="131494"/>
                  <a:pt x="203139" y="130842"/>
                  <a:pt x="205128" y="129539"/>
                </a:cubicBezTo>
                <a:cubicBezTo>
                  <a:pt x="207872" y="127756"/>
                  <a:pt x="211164" y="124154"/>
                  <a:pt x="215006" y="118736"/>
                </a:cubicBezTo>
                <a:lnTo>
                  <a:pt x="215006" y="67290"/>
                </a:lnTo>
                <a:cubicBezTo>
                  <a:pt x="215006" y="59932"/>
                  <a:pt x="214337" y="55350"/>
                  <a:pt x="212999" y="53545"/>
                </a:cubicBezTo>
                <a:cubicBezTo>
                  <a:pt x="211662" y="51740"/>
                  <a:pt x="208866" y="50560"/>
                  <a:pt x="204614" y="50005"/>
                </a:cubicBezTo>
                <a:lnTo>
                  <a:pt x="204614" y="46301"/>
                </a:lnTo>
                <a:lnTo>
                  <a:pt x="243815" y="46301"/>
                </a:lnTo>
                <a:close/>
                <a:moveTo>
                  <a:pt x="307986" y="46301"/>
                </a:moveTo>
                <a:lnTo>
                  <a:pt x="307986" y="68113"/>
                </a:lnTo>
                <a:cubicBezTo>
                  <a:pt x="314366" y="58167"/>
                  <a:pt x="319956" y="51565"/>
                  <a:pt x="324758" y="48307"/>
                </a:cubicBezTo>
                <a:cubicBezTo>
                  <a:pt x="329559" y="45049"/>
                  <a:pt x="334189" y="43420"/>
                  <a:pt x="338648" y="43420"/>
                </a:cubicBezTo>
                <a:cubicBezTo>
                  <a:pt x="342489" y="43420"/>
                  <a:pt x="345559" y="44607"/>
                  <a:pt x="347856" y="46982"/>
                </a:cubicBezTo>
                <a:cubicBezTo>
                  <a:pt x="350154" y="49357"/>
                  <a:pt x="351303" y="52713"/>
                  <a:pt x="351303" y="57050"/>
                </a:cubicBezTo>
                <a:cubicBezTo>
                  <a:pt x="351303" y="61662"/>
                  <a:pt x="350189" y="65243"/>
                  <a:pt x="347959" y="67792"/>
                </a:cubicBezTo>
                <a:cubicBezTo>
                  <a:pt x="345730" y="70338"/>
                  <a:pt x="343038" y="71612"/>
                  <a:pt x="339882" y="71612"/>
                </a:cubicBezTo>
                <a:cubicBezTo>
                  <a:pt x="336247" y="71612"/>
                  <a:pt x="333092" y="70446"/>
                  <a:pt x="330417" y="68113"/>
                </a:cubicBezTo>
                <a:cubicBezTo>
                  <a:pt x="327741" y="65781"/>
                  <a:pt x="326164" y="64478"/>
                  <a:pt x="325684" y="64204"/>
                </a:cubicBezTo>
                <a:cubicBezTo>
                  <a:pt x="324998" y="63792"/>
                  <a:pt x="324209" y="63586"/>
                  <a:pt x="323317" y="63586"/>
                </a:cubicBezTo>
                <a:cubicBezTo>
                  <a:pt x="321328" y="63586"/>
                  <a:pt x="319442" y="64341"/>
                  <a:pt x="317658" y="65850"/>
                </a:cubicBezTo>
                <a:cubicBezTo>
                  <a:pt x="314846" y="68182"/>
                  <a:pt x="312719" y="71509"/>
                  <a:pt x="311279" y="75830"/>
                </a:cubicBezTo>
                <a:cubicBezTo>
                  <a:pt x="309084" y="82484"/>
                  <a:pt x="307986" y="89823"/>
                  <a:pt x="307986" y="97849"/>
                </a:cubicBezTo>
                <a:lnTo>
                  <a:pt x="307986" y="119970"/>
                </a:lnTo>
                <a:lnTo>
                  <a:pt x="308089" y="125732"/>
                </a:lnTo>
                <a:cubicBezTo>
                  <a:pt x="308089" y="129642"/>
                  <a:pt x="308329" y="132146"/>
                  <a:pt x="308810" y="133243"/>
                </a:cubicBezTo>
                <a:cubicBezTo>
                  <a:pt x="309633" y="135095"/>
                  <a:pt x="310850" y="136450"/>
                  <a:pt x="312462" y="137307"/>
                </a:cubicBezTo>
                <a:cubicBezTo>
                  <a:pt x="314074" y="138165"/>
                  <a:pt x="316801" y="138696"/>
                  <a:pt x="320642" y="138902"/>
                </a:cubicBezTo>
                <a:lnTo>
                  <a:pt x="320642" y="142606"/>
                </a:lnTo>
                <a:lnTo>
                  <a:pt x="268682" y="142606"/>
                </a:lnTo>
                <a:lnTo>
                  <a:pt x="268682" y="138902"/>
                </a:lnTo>
                <a:cubicBezTo>
                  <a:pt x="272867" y="138559"/>
                  <a:pt x="275696" y="137410"/>
                  <a:pt x="277171" y="135455"/>
                </a:cubicBezTo>
                <a:cubicBezTo>
                  <a:pt x="278646" y="133500"/>
                  <a:pt x="279383" y="128339"/>
                  <a:pt x="279383" y="119970"/>
                </a:cubicBezTo>
                <a:lnTo>
                  <a:pt x="279383" y="66673"/>
                </a:lnTo>
                <a:cubicBezTo>
                  <a:pt x="279383" y="61151"/>
                  <a:pt x="279109" y="57631"/>
                  <a:pt x="278560" y="56114"/>
                </a:cubicBezTo>
                <a:cubicBezTo>
                  <a:pt x="277874" y="54180"/>
                  <a:pt x="276879" y="52766"/>
                  <a:pt x="275576" y="51870"/>
                </a:cubicBezTo>
                <a:cubicBezTo>
                  <a:pt x="274273" y="50971"/>
                  <a:pt x="271975" y="50350"/>
                  <a:pt x="268682" y="50005"/>
                </a:cubicBezTo>
                <a:lnTo>
                  <a:pt x="268682" y="46301"/>
                </a:lnTo>
                <a:lnTo>
                  <a:pt x="307986" y="46301"/>
                </a:lnTo>
                <a:close/>
                <a:moveTo>
                  <a:pt x="401546" y="46301"/>
                </a:moveTo>
                <a:lnTo>
                  <a:pt x="401546" y="68113"/>
                </a:lnTo>
                <a:cubicBezTo>
                  <a:pt x="407925" y="58167"/>
                  <a:pt x="413515" y="51565"/>
                  <a:pt x="418317" y="48307"/>
                </a:cubicBezTo>
                <a:cubicBezTo>
                  <a:pt x="423119" y="45049"/>
                  <a:pt x="427749" y="43420"/>
                  <a:pt x="432207" y="43420"/>
                </a:cubicBezTo>
                <a:cubicBezTo>
                  <a:pt x="436048" y="43420"/>
                  <a:pt x="439118" y="44607"/>
                  <a:pt x="441416" y="46982"/>
                </a:cubicBezTo>
                <a:cubicBezTo>
                  <a:pt x="443714" y="49357"/>
                  <a:pt x="444863" y="52713"/>
                  <a:pt x="444863" y="57050"/>
                </a:cubicBezTo>
                <a:cubicBezTo>
                  <a:pt x="444863" y="61662"/>
                  <a:pt x="443748" y="65243"/>
                  <a:pt x="441519" y="67792"/>
                </a:cubicBezTo>
                <a:cubicBezTo>
                  <a:pt x="439290" y="70338"/>
                  <a:pt x="436597" y="71612"/>
                  <a:pt x="433442" y="71612"/>
                </a:cubicBezTo>
                <a:cubicBezTo>
                  <a:pt x="429806" y="71612"/>
                  <a:pt x="426651" y="70446"/>
                  <a:pt x="423976" y="68113"/>
                </a:cubicBezTo>
                <a:cubicBezTo>
                  <a:pt x="421301" y="65781"/>
                  <a:pt x="419723" y="64478"/>
                  <a:pt x="419243" y="64204"/>
                </a:cubicBezTo>
                <a:cubicBezTo>
                  <a:pt x="418557" y="63792"/>
                  <a:pt x="417768" y="63586"/>
                  <a:pt x="416877" y="63586"/>
                </a:cubicBezTo>
                <a:cubicBezTo>
                  <a:pt x="414887" y="63586"/>
                  <a:pt x="413001" y="64341"/>
                  <a:pt x="411218" y="65850"/>
                </a:cubicBezTo>
                <a:cubicBezTo>
                  <a:pt x="408405" y="68182"/>
                  <a:pt x="406279" y="71509"/>
                  <a:pt x="404838" y="75830"/>
                </a:cubicBezTo>
                <a:cubicBezTo>
                  <a:pt x="402643" y="82484"/>
                  <a:pt x="401546" y="89823"/>
                  <a:pt x="401546" y="97849"/>
                </a:cubicBezTo>
                <a:lnTo>
                  <a:pt x="401546" y="119970"/>
                </a:lnTo>
                <a:lnTo>
                  <a:pt x="401649" y="125732"/>
                </a:lnTo>
                <a:cubicBezTo>
                  <a:pt x="401649" y="129642"/>
                  <a:pt x="401889" y="132146"/>
                  <a:pt x="402369" y="133243"/>
                </a:cubicBezTo>
                <a:cubicBezTo>
                  <a:pt x="403192" y="135095"/>
                  <a:pt x="404410" y="136450"/>
                  <a:pt x="406022" y="137307"/>
                </a:cubicBezTo>
                <a:cubicBezTo>
                  <a:pt x="407634" y="138165"/>
                  <a:pt x="410360" y="138696"/>
                  <a:pt x="414201" y="138902"/>
                </a:cubicBezTo>
                <a:lnTo>
                  <a:pt x="414201" y="142606"/>
                </a:lnTo>
                <a:lnTo>
                  <a:pt x="362242" y="142606"/>
                </a:lnTo>
                <a:lnTo>
                  <a:pt x="362242" y="138902"/>
                </a:lnTo>
                <a:cubicBezTo>
                  <a:pt x="366426" y="138559"/>
                  <a:pt x="369255" y="137410"/>
                  <a:pt x="370730" y="135455"/>
                </a:cubicBezTo>
                <a:cubicBezTo>
                  <a:pt x="372205" y="133500"/>
                  <a:pt x="372942" y="128339"/>
                  <a:pt x="372942" y="119970"/>
                </a:cubicBezTo>
                <a:lnTo>
                  <a:pt x="372942" y="66673"/>
                </a:lnTo>
                <a:cubicBezTo>
                  <a:pt x="372942" y="61151"/>
                  <a:pt x="372668" y="57631"/>
                  <a:pt x="372119" y="56114"/>
                </a:cubicBezTo>
                <a:cubicBezTo>
                  <a:pt x="371433" y="54180"/>
                  <a:pt x="370439" y="52766"/>
                  <a:pt x="369135" y="51870"/>
                </a:cubicBezTo>
                <a:cubicBezTo>
                  <a:pt x="367832" y="50971"/>
                  <a:pt x="365534" y="50350"/>
                  <a:pt x="362242" y="50005"/>
                </a:cubicBezTo>
                <a:lnTo>
                  <a:pt x="362242" y="46301"/>
                </a:lnTo>
                <a:lnTo>
                  <a:pt x="401546" y="46301"/>
                </a:lnTo>
                <a:close/>
                <a:moveTo>
                  <a:pt x="532869" y="90955"/>
                </a:moveTo>
                <a:lnTo>
                  <a:pt x="480087" y="90955"/>
                </a:lnTo>
                <a:cubicBezTo>
                  <a:pt x="480704" y="103748"/>
                  <a:pt x="484099" y="113858"/>
                  <a:pt x="490273" y="121285"/>
                </a:cubicBezTo>
                <a:cubicBezTo>
                  <a:pt x="495006" y="126994"/>
                  <a:pt x="500699" y="129848"/>
                  <a:pt x="507353" y="129848"/>
                </a:cubicBezTo>
                <a:cubicBezTo>
                  <a:pt x="511468" y="129848"/>
                  <a:pt x="515207" y="128699"/>
                  <a:pt x="518568" y="126401"/>
                </a:cubicBezTo>
                <a:cubicBezTo>
                  <a:pt x="521929" y="124103"/>
                  <a:pt x="525530" y="119970"/>
                  <a:pt x="529371" y="114003"/>
                </a:cubicBezTo>
                <a:lnTo>
                  <a:pt x="532869" y="116266"/>
                </a:lnTo>
                <a:cubicBezTo>
                  <a:pt x="527656" y="126898"/>
                  <a:pt x="521894" y="134426"/>
                  <a:pt x="515584" y="138851"/>
                </a:cubicBezTo>
                <a:cubicBezTo>
                  <a:pt x="509273" y="143275"/>
                  <a:pt x="501968" y="145487"/>
                  <a:pt x="493668" y="145487"/>
                </a:cubicBezTo>
                <a:cubicBezTo>
                  <a:pt x="479401" y="145487"/>
                  <a:pt x="468597" y="139994"/>
                  <a:pt x="461258" y="129008"/>
                </a:cubicBezTo>
                <a:cubicBezTo>
                  <a:pt x="455359" y="120151"/>
                  <a:pt x="452409" y="109166"/>
                  <a:pt x="452409" y="96051"/>
                </a:cubicBezTo>
                <a:cubicBezTo>
                  <a:pt x="452409" y="79983"/>
                  <a:pt x="456748" y="67195"/>
                  <a:pt x="465425" y="57686"/>
                </a:cubicBezTo>
                <a:cubicBezTo>
                  <a:pt x="474102" y="48175"/>
                  <a:pt x="484271" y="43420"/>
                  <a:pt x="495932" y="43420"/>
                </a:cubicBezTo>
                <a:cubicBezTo>
                  <a:pt x="505672" y="43420"/>
                  <a:pt x="514126" y="47415"/>
                  <a:pt x="521294" y="55406"/>
                </a:cubicBezTo>
                <a:cubicBezTo>
                  <a:pt x="528462" y="63398"/>
                  <a:pt x="532321" y="75247"/>
                  <a:pt x="532869" y="90955"/>
                </a:cubicBezTo>
                <a:moveTo>
                  <a:pt x="507558" y="84164"/>
                </a:moveTo>
                <a:cubicBezTo>
                  <a:pt x="507558" y="73121"/>
                  <a:pt x="506958" y="65541"/>
                  <a:pt x="505758" y="61426"/>
                </a:cubicBezTo>
                <a:cubicBezTo>
                  <a:pt x="504557" y="57310"/>
                  <a:pt x="502688" y="54189"/>
                  <a:pt x="500150" y="52063"/>
                </a:cubicBezTo>
                <a:cubicBezTo>
                  <a:pt x="498710" y="50828"/>
                  <a:pt x="496789" y="50211"/>
                  <a:pt x="494388" y="50211"/>
                </a:cubicBezTo>
                <a:cubicBezTo>
                  <a:pt x="490821" y="50211"/>
                  <a:pt x="487906" y="51960"/>
                  <a:pt x="485643" y="55458"/>
                </a:cubicBezTo>
                <a:cubicBezTo>
                  <a:pt x="481596" y="61563"/>
                  <a:pt x="479572" y="69931"/>
                  <a:pt x="479572" y="80563"/>
                </a:cubicBezTo>
                <a:lnTo>
                  <a:pt x="479572" y="84164"/>
                </a:lnTo>
                <a:lnTo>
                  <a:pt x="507558" y="84164"/>
                </a:lnTo>
                <a:close/>
                <a:moveTo>
                  <a:pt x="584244" y="46301"/>
                </a:moveTo>
                <a:lnTo>
                  <a:pt x="584244" y="58853"/>
                </a:lnTo>
                <a:cubicBezTo>
                  <a:pt x="589183" y="53467"/>
                  <a:pt x="593916" y="49548"/>
                  <a:pt x="598443" y="47098"/>
                </a:cubicBezTo>
                <a:cubicBezTo>
                  <a:pt x="602970" y="44646"/>
                  <a:pt x="607840" y="43420"/>
                  <a:pt x="613053" y="43420"/>
                </a:cubicBezTo>
                <a:cubicBezTo>
                  <a:pt x="619295" y="43420"/>
                  <a:pt x="624474" y="45154"/>
                  <a:pt x="628590" y="48622"/>
                </a:cubicBezTo>
                <a:cubicBezTo>
                  <a:pt x="632705" y="52090"/>
                  <a:pt x="635449" y="56400"/>
                  <a:pt x="636821" y="61551"/>
                </a:cubicBezTo>
                <a:cubicBezTo>
                  <a:pt x="637918" y="65467"/>
                  <a:pt x="638467" y="72989"/>
                  <a:pt x="638467" y="84116"/>
                </a:cubicBezTo>
                <a:lnTo>
                  <a:pt x="638467" y="121616"/>
                </a:lnTo>
                <a:cubicBezTo>
                  <a:pt x="638467" y="129025"/>
                  <a:pt x="639136" y="133637"/>
                  <a:pt x="640473" y="135455"/>
                </a:cubicBezTo>
                <a:cubicBezTo>
                  <a:pt x="641811" y="137273"/>
                  <a:pt x="644606" y="138422"/>
                  <a:pt x="648859" y="138902"/>
                </a:cubicBezTo>
                <a:lnTo>
                  <a:pt x="648859" y="142606"/>
                </a:lnTo>
                <a:lnTo>
                  <a:pt x="600192" y="142606"/>
                </a:lnTo>
                <a:lnTo>
                  <a:pt x="600192" y="138902"/>
                </a:lnTo>
                <a:cubicBezTo>
                  <a:pt x="603827" y="138422"/>
                  <a:pt x="606434" y="136913"/>
                  <a:pt x="608012" y="134375"/>
                </a:cubicBezTo>
                <a:cubicBezTo>
                  <a:pt x="609109" y="132660"/>
                  <a:pt x="609658" y="128407"/>
                  <a:pt x="609658" y="121616"/>
                </a:cubicBezTo>
                <a:lnTo>
                  <a:pt x="609658" y="78814"/>
                </a:lnTo>
                <a:cubicBezTo>
                  <a:pt x="609658" y="70926"/>
                  <a:pt x="609349" y="65953"/>
                  <a:pt x="608732" y="63895"/>
                </a:cubicBezTo>
                <a:cubicBezTo>
                  <a:pt x="608114" y="61837"/>
                  <a:pt x="607068" y="60242"/>
                  <a:pt x="605594" y="59111"/>
                </a:cubicBezTo>
                <a:cubicBezTo>
                  <a:pt x="604119" y="57979"/>
                  <a:pt x="602490" y="57413"/>
                  <a:pt x="600706" y="57413"/>
                </a:cubicBezTo>
                <a:cubicBezTo>
                  <a:pt x="594807" y="57413"/>
                  <a:pt x="589320" y="61666"/>
                  <a:pt x="584244" y="70171"/>
                </a:cubicBezTo>
                <a:lnTo>
                  <a:pt x="584244" y="121616"/>
                </a:lnTo>
                <a:cubicBezTo>
                  <a:pt x="584244" y="128819"/>
                  <a:pt x="584913" y="133380"/>
                  <a:pt x="586250" y="135301"/>
                </a:cubicBezTo>
                <a:cubicBezTo>
                  <a:pt x="587588" y="137222"/>
                  <a:pt x="590074" y="138422"/>
                  <a:pt x="593710" y="138902"/>
                </a:cubicBezTo>
                <a:lnTo>
                  <a:pt x="593710" y="142606"/>
                </a:lnTo>
                <a:lnTo>
                  <a:pt x="545043" y="142606"/>
                </a:lnTo>
                <a:lnTo>
                  <a:pt x="545043" y="138902"/>
                </a:lnTo>
                <a:cubicBezTo>
                  <a:pt x="549090" y="138490"/>
                  <a:pt x="551971" y="137187"/>
                  <a:pt x="553685" y="134992"/>
                </a:cubicBezTo>
                <a:cubicBezTo>
                  <a:pt x="554852" y="133483"/>
                  <a:pt x="555435" y="129025"/>
                  <a:pt x="555435" y="121616"/>
                </a:cubicBezTo>
                <a:lnTo>
                  <a:pt x="555435" y="67290"/>
                </a:lnTo>
                <a:cubicBezTo>
                  <a:pt x="555435" y="59932"/>
                  <a:pt x="554766" y="55350"/>
                  <a:pt x="553428" y="53545"/>
                </a:cubicBezTo>
                <a:cubicBezTo>
                  <a:pt x="552091" y="51740"/>
                  <a:pt x="549295" y="50560"/>
                  <a:pt x="545043" y="50005"/>
                </a:cubicBezTo>
                <a:lnTo>
                  <a:pt x="545043" y="46301"/>
                </a:lnTo>
                <a:lnTo>
                  <a:pt x="584244" y="46301"/>
                </a:lnTo>
                <a:close/>
                <a:moveTo>
                  <a:pt x="700272" y="10906"/>
                </a:moveTo>
                <a:lnTo>
                  <a:pt x="700272" y="46301"/>
                </a:lnTo>
                <a:lnTo>
                  <a:pt x="723114" y="46301"/>
                </a:lnTo>
                <a:lnTo>
                  <a:pt x="723114" y="56384"/>
                </a:lnTo>
                <a:lnTo>
                  <a:pt x="700272" y="56384"/>
                </a:lnTo>
                <a:lnTo>
                  <a:pt x="700272" y="115912"/>
                </a:lnTo>
                <a:cubicBezTo>
                  <a:pt x="700272" y="121484"/>
                  <a:pt x="700529" y="125077"/>
                  <a:pt x="701044" y="126693"/>
                </a:cubicBezTo>
                <a:cubicBezTo>
                  <a:pt x="701558" y="128310"/>
                  <a:pt x="702467" y="129617"/>
                  <a:pt x="703770" y="130616"/>
                </a:cubicBezTo>
                <a:cubicBezTo>
                  <a:pt x="705074" y="131613"/>
                  <a:pt x="706274" y="132111"/>
                  <a:pt x="707372" y="132111"/>
                </a:cubicBezTo>
                <a:cubicBezTo>
                  <a:pt x="711830" y="132111"/>
                  <a:pt x="716049" y="128682"/>
                  <a:pt x="720027" y="121822"/>
                </a:cubicBezTo>
                <a:lnTo>
                  <a:pt x="723114" y="124108"/>
                </a:lnTo>
                <a:cubicBezTo>
                  <a:pt x="717558" y="137400"/>
                  <a:pt x="708538" y="144047"/>
                  <a:pt x="696054" y="144047"/>
                </a:cubicBezTo>
                <a:cubicBezTo>
                  <a:pt x="689949" y="144047"/>
                  <a:pt x="684787" y="142344"/>
                  <a:pt x="680569" y="138937"/>
                </a:cubicBezTo>
                <a:cubicBezTo>
                  <a:pt x="676350" y="135529"/>
                  <a:pt x="673658" y="131725"/>
                  <a:pt x="672492" y="127526"/>
                </a:cubicBezTo>
                <a:cubicBezTo>
                  <a:pt x="671806" y="125185"/>
                  <a:pt x="671463" y="118852"/>
                  <a:pt x="671463" y="108527"/>
                </a:cubicBezTo>
                <a:lnTo>
                  <a:pt x="671463" y="56384"/>
                </a:lnTo>
                <a:lnTo>
                  <a:pt x="658910" y="56384"/>
                </a:lnTo>
                <a:lnTo>
                  <a:pt x="658910" y="52773"/>
                </a:lnTo>
                <a:cubicBezTo>
                  <a:pt x="667553" y="46655"/>
                  <a:pt x="674910" y="40228"/>
                  <a:pt x="680980" y="33491"/>
                </a:cubicBezTo>
                <a:cubicBezTo>
                  <a:pt x="687051" y="26754"/>
                  <a:pt x="692350" y="19225"/>
                  <a:pt x="696877" y="10906"/>
                </a:cubicBezTo>
                <a:lnTo>
                  <a:pt x="700272" y="10906"/>
                </a:lnTo>
                <a:close/>
                <a:moveTo>
                  <a:pt x="906979" y="3087"/>
                </a:moveTo>
                <a:lnTo>
                  <a:pt x="906979" y="40950"/>
                </a:lnTo>
                <a:lnTo>
                  <a:pt x="903275" y="40950"/>
                </a:lnTo>
                <a:cubicBezTo>
                  <a:pt x="901080" y="32209"/>
                  <a:pt x="898645" y="25928"/>
                  <a:pt x="895970" y="22109"/>
                </a:cubicBezTo>
                <a:cubicBezTo>
                  <a:pt x="893294" y="18289"/>
                  <a:pt x="889625" y="15243"/>
                  <a:pt x="884960" y="12971"/>
                </a:cubicBezTo>
                <a:cubicBezTo>
                  <a:pt x="882354" y="11732"/>
                  <a:pt x="877792" y="11112"/>
                  <a:pt x="871276" y="11112"/>
                </a:cubicBezTo>
                <a:lnTo>
                  <a:pt x="860884" y="11112"/>
                </a:lnTo>
                <a:lnTo>
                  <a:pt x="860884" y="118736"/>
                </a:lnTo>
                <a:cubicBezTo>
                  <a:pt x="860884" y="125906"/>
                  <a:pt x="861278" y="130388"/>
                  <a:pt x="862067" y="132182"/>
                </a:cubicBezTo>
                <a:cubicBezTo>
                  <a:pt x="862856" y="133974"/>
                  <a:pt x="864399" y="135542"/>
                  <a:pt x="866697" y="136886"/>
                </a:cubicBezTo>
                <a:cubicBezTo>
                  <a:pt x="868995" y="138230"/>
                  <a:pt x="872133" y="138902"/>
                  <a:pt x="876112" y="138902"/>
                </a:cubicBezTo>
                <a:lnTo>
                  <a:pt x="880742" y="138902"/>
                </a:lnTo>
                <a:lnTo>
                  <a:pt x="880742" y="142606"/>
                </a:lnTo>
                <a:lnTo>
                  <a:pt x="807690" y="142606"/>
                </a:lnTo>
                <a:lnTo>
                  <a:pt x="807690" y="138902"/>
                </a:lnTo>
                <a:lnTo>
                  <a:pt x="812320" y="138902"/>
                </a:lnTo>
                <a:cubicBezTo>
                  <a:pt x="816367" y="138902"/>
                  <a:pt x="819625" y="138179"/>
                  <a:pt x="822094" y="136732"/>
                </a:cubicBezTo>
                <a:cubicBezTo>
                  <a:pt x="823878" y="135765"/>
                  <a:pt x="825284" y="134110"/>
                  <a:pt x="826313" y="131767"/>
                </a:cubicBezTo>
                <a:cubicBezTo>
                  <a:pt x="827067" y="130112"/>
                  <a:pt x="827445" y="125769"/>
                  <a:pt x="827445" y="118736"/>
                </a:cubicBezTo>
                <a:lnTo>
                  <a:pt x="827445" y="11112"/>
                </a:lnTo>
                <a:lnTo>
                  <a:pt x="817361" y="11112"/>
                </a:lnTo>
                <a:cubicBezTo>
                  <a:pt x="807964" y="11112"/>
                  <a:pt x="801139" y="13108"/>
                  <a:pt x="796886" y="17099"/>
                </a:cubicBezTo>
                <a:cubicBezTo>
                  <a:pt x="790918" y="22674"/>
                  <a:pt x="787146" y="30625"/>
                  <a:pt x="785568" y="40950"/>
                </a:cubicBezTo>
                <a:lnTo>
                  <a:pt x="781658" y="40950"/>
                </a:lnTo>
                <a:lnTo>
                  <a:pt x="781658" y="3087"/>
                </a:lnTo>
                <a:lnTo>
                  <a:pt x="906979" y="3087"/>
                </a:lnTo>
                <a:close/>
                <a:moveTo>
                  <a:pt x="947723" y="43420"/>
                </a:moveTo>
                <a:cubicBezTo>
                  <a:pt x="956092" y="43420"/>
                  <a:pt x="963877" y="45583"/>
                  <a:pt x="971080" y="49908"/>
                </a:cubicBezTo>
                <a:cubicBezTo>
                  <a:pt x="978282" y="54234"/>
                  <a:pt x="983752" y="60380"/>
                  <a:pt x="987491" y="68345"/>
                </a:cubicBezTo>
                <a:cubicBezTo>
                  <a:pt x="991229" y="76310"/>
                  <a:pt x="993098" y="85030"/>
                  <a:pt x="993098" y="94505"/>
                </a:cubicBezTo>
                <a:cubicBezTo>
                  <a:pt x="993098" y="108168"/>
                  <a:pt x="989634" y="119600"/>
                  <a:pt x="982706" y="128803"/>
                </a:cubicBezTo>
                <a:cubicBezTo>
                  <a:pt x="974338" y="139926"/>
                  <a:pt x="962780" y="145487"/>
                  <a:pt x="948032" y="145487"/>
                </a:cubicBezTo>
                <a:cubicBezTo>
                  <a:pt x="933559" y="145487"/>
                  <a:pt x="922412" y="140406"/>
                  <a:pt x="914593" y="130243"/>
                </a:cubicBezTo>
                <a:cubicBezTo>
                  <a:pt x="906773" y="120081"/>
                  <a:pt x="902863" y="108305"/>
                  <a:pt x="902863" y="94916"/>
                </a:cubicBezTo>
                <a:cubicBezTo>
                  <a:pt x="902863" y="81116"/>
                  <a:pt x="906859" y="69083"/>
                  <a:pt x="914850" y="58818"/>
                </a:cubicBezTo>
                <a:cubicBezTo>
                  <a:pt x="922841" y="48552"/>
                  <a:pt x="933799" y="43420"/>
                  <a:pt x="947723" y="43420"/>
                </a:cubicBezTo>
                <a:moveTo>
                  <a:pt x="948135" y="50622"/>
                </a:moveTo>
                <a:cubicBezTo>
                  <a:pt x="944637" y="50622"/>
                  <a:pt x="941636" y="51945"/>
                  <a:pt x="939132" y="54590"/>
                </a:cubicBezTo>
                <a:cubicBezTo>
                  <a:pt x="936628" y="57233"/>
                  <a:pt x="934982" y="62451"/>
                  <a:pt x="934193" y="70245"/>
                </a:cubicBezTo>
                <a:cubicBezTo>
                  <a:pt x="933404" y="78039"/>
                  <a:pt x="933010" y="88873"/>
                  <a:pt x="933010" y="102746"/>
                </a:cubicBezTo>
                <a:cubicBezTo>
                  <a:pt x="933010" y="110094"/>
                  <a:pt x="933490" y="116962"/>
                  <a:pt x="934451" y="123350"/>
                </a:cubicBezTo>
                <a:cubicBezTo>
                  <a:pt x="935205" y="128224"/>
                  <a:pt x="936817" y="131932"/>
                  <a:pt x="939286" y="134475"/>
                </a:cubicBezTo>
                <a:cubicBezTo>
                  <a:pt x="941756" y="137015"/>
                  <a:pt x="944568" y="138285"/>
                  <a:pt x="947723" y="138285"/>
                </a:cubicBezTo>
                <a:cubicBezTo>
                  <a:pt x="950810" y="138285"/>
                  <a:pt x="953382" y="137426"/>
                  <a:pt x="955440" y="135709"/>
                </a:cubicBezTo>
                <a:cubicBezTo>
                  <a:pt x="958115" y="133375"/>
                  <a:pt x="959899" y="130112"/>
                  <a:pt x="960790" y="125922"/>
                </a:cubicBezTo>
                <a:cubicBezTo>
                  <a:pt x="962162" y="119399"/>
                  <a:pt x="962848" y="106214"/>
                  <a:pt x="962848" y="86367"/>
                </a:cubicBezTo>
                <a:cubicBezTo>
                  <a:pt x="962848" y="74693"/>
                  <a:pt x="962197" y="66676"/>
                  <a:pt x="960893" y="62316"/>
                </a:cubicBezTo>
                <a:cubicBezTo>
                  <a:pt x="959590" y="57954"/>
                  <a:pt x="957669" y="54777"/>
                  <a:pt x="955132" y="52786"/>
                </a:cubicBezTo>
                <a:cubicBezTo>
                  <a:pt x="953348" y="51343"/>
                  <a:pt x="951016" y="50622"/>
                  <a:pt x="948135" y="50622"/>
                </a:cubicBezTo>
                <a:close/>
                <a:moveTo>
                  <a:pt x="1046807" y="3087"/>
                </a:moveTo>
                <a:lnTo>
                  <a:pt x="1046807" y="94942"/>
                </a:lnTo>
                <a:lnTo>
                  <a:pt x="1069134" y="72991"/>
                </a:lnTo>
                <a:cubicBezTo>
                  <a:pt x="1073730" y="68520"/>
                  <a:pt x="1076594" y="65275"/>
                  <a:pt x="1077726" y="63258"/>
                </a:cubicBezTo>
                <a:cubicBezTo>
                  <a:pt x="1078857" y="61241"/>
                  <a:pt x="1079423" y="59293"/>
                  <a:pt x="1079423" y="57413"/>
                </a:cubicBezTo>
                <a:cubicBezTo>
                  <a:pt x="1079423" y="55535"/>
                  <a:pt x="1078669" y="53970"/>
                  <a:pt x="1077160" y="52718"/>
                </a:cubicBezTo>
                <a:cubicBezTo>
                  <a:pt x="1075651" y="51467"/>
                  <a:pt x="1072701" y="50562"/>
                  <a:pt x="1068311" y="50005"/>
                </a:cubicBezTo>
                <a:lnTo>
                  <a:pt x="1068311" y="46301"/>
                </a:lnTo>
                <a:lnTo>
                  <a:pt x="1111422" y="46301"/>
                </a:lnTo>
                <a:lnTo>
                  <a:pt x="1111422" y="50005"/>
                </a:lnTo>
                <a:cubicBezTo>
                  <a:pt x="1107307" y="50213"/>
                  <a:pt x="1103705" y="51201"/>
                  <a:pt x="1100619" y="52969"/>
                </a:cubicBezTo>
                <a:cubicBezTo>
                  <a:pt x="1097532" y="54738"/>
                  <a:pt x="1091496" y="60060"/>
                  <a:pt x="1082510" y="68937"/>
                </a:cubicBezTo>
                <a:lnTo>
                  <a:pt x="1072015" y="79312"/>
                </a:lnTo>
                <a:lnTo>
                  <a:pt x="1094651" y="112366"/>
                </a:lnTo>
                <a:cubicBezTo>
                  <a:pt x="1103774" y="125806"/>
                  <a:pt x="1109193" y="133348"/>
                  <a:pt x="1110908" y="134992"/>
                </a:cubicBezTo>
                <a:cubicBezTo>
                  <a:pt x="1113240" y="137324"/>
                  <a:pt x="1116189" y="138628"/>
                  <a:pt x="1119756" y="138902"/>
                </a:cubicBezTo>
                <a:lnTo>
                  <a:pt x="1119756" y="142606"/>
                </a:lnTo>
                <a:lnTo>
                  <a:pt x="1070060" y="142606"/>
                </a:lnTo>
                <a:lnTo>
                  <a:pt x="1070060" y="138902"/>
                </a:lnTo>
                <a:cubicBezTo>
                  <a:pt x="1072255" y="138902"/>
                  <a:pt x="1073850" y="138490"/>
                  <a:pt x="1074845" y="137667"/>
                </a:cubicBezTo>
                <a:cubicBezTo>
                  <a:pt x="1075839" y="136842"/>
                  <a:pt x="1076337" y="135949"/>
                  <a:pt x="1076337" y="134989"/>
                </a:cubicBezTo>
                <a:cubicBezTo>
                  <a:pt x="1076337" y="133409"/>
                  <a:pt x="1074896" y="130491"/>
                  <a:pt x="1072015" y="126234"/>
                </a:cubicBezTo>
                <a:lnTo>
                  <a:pt x="1052980" y="98321"/>
                </a:lnTo>
                <a:lnTo>
                  <a:pt x="1046807" y="104434"/>
                </a:lnTo>
                <a:lnTo>
                  <a:pt x="1046807" y="121616"/>
                </a:lnTo>
                <a:cubicBezTo>
                  <a:pt x="1046807" y="129001"/>
                  <a:pt x="1047493" y="133607"/>
                  <a:pt x="1048865" y="135436"/>
                </a:cubicBezTo>
                <a:cubicBezTo>
                  <a:pt x="1050237" y="137264"/>
                  <a:pt x="1053049" y="138420"/>
                  <a:pt x="1057302" y="138902"/>
                </a:cubicBezTo>
                <a:lnTo>
                  <a:pt x="1057302" y="142606"/>
                </a:lnTo>
                <a:lnTo>
                  <a:pt x="1007606" y="142606"/>
                </a:lnTo>
                <a:lnTo>
                  <a:pt x="1007606" y="138902"/>
                </a:lnTo>
                <a:cubicBezTo>
                  <a:pt x="1011653" y="138488"/>
                  <a:pt x="1014534" y="137178"/>
                  <a:pt x="1016249" y="134970"/>
                </a:cubicBezTo>
                <a:cubicBezTo>
                  <a:pt x="1017415" y="133452"/>
                  <a:pt x="1017998" y="129001"/>
                  <a:pt x="1017998" y="121616"/>
                </a:cubicBezTo>
                <a:lnTo>
                  <a:pt x="1017998" y="24076"/>
                </a:lnTo>
                <a:cubicBezTo>
                  <a:pt x="1017998" y="16718"/>
                  <a:pt x="1017329" y="12136"/>
                  <a:pt x="1015991" y="10331"/>
                </a:cubicBezTo>
                <a:cubicBezTo>
                  <a:pt x="1014654" y="8526"/>
                  <a:pt x="1011859" y="7346"/>
                  <a:pt x="1007606" y="6791"/>
                </a:cubicBezTo>
                <a:lnTo>
                  <a:pt x="1007606" y="3087"/>
                </a:lnTo>
                <a:lnTo>
                  <a:pt x="1046807" y="3087"/>
                </a:lnTo>
                <a:close/>
                <a:moveTo>
                  <a:pt x="1206358" y="90955"/>
                </a:moveTo>
                <a:lnTo>
                  <a:pt x="1153575" y="90955"/>
                </a:lnTo>
                <a:cubicBezTo>
                  <a:pt x="1154192" y="103748"/>
                  <a:pt x="1157588" y="113858"/>
                  <a:pt x="1163761" y="121285"/>
                </a:cubicBezTo>
                <a:cubicBezTo>
                  <a:pt x="1168494" y="126994"/>
                  <a:pt x="1174187" y="129848"/>
                  <a:pt x="1180841" y="129848"/>
                </a:cubicBezTo>
                <a:cubicBezTo>
                  <a:pt x="1184957" y="129848"/>
                  <a:pt x="1188695" y="128699"/>
                  <a:pt x="1192056" y="126401"/>
                </a:cubicBezTo>
                <a:cubicBezTo>
                  <a:pt x="1195417" y="124103"/>
                  <a:pt x="1199018" y="119970"/>
                  <a:pt x="1202860" y="114003"/>
                </a:cubicBezTo>
                <a:lnTo>
                  <a:pt x="1206358" y="116266"/>
                </a:lnTo>
                <a:cubicBezTo>
                  <a:pt x="1201145" y="126898"/>
                  <a:pt x="1195383" y="134426"/>
                  <a:pt x="1189072" y="138851"/>
                </a:cubicBezTo>
                <a:cubicBezTo>
                  <a:pt x="1182762" y="143275"/>
                  <a:pt x="1175456" y="145487"/>
                  <a:pt x="1167157" y="145487"/>
                </a:cubicBezTo>
                <a:cubicBezTo>
                  <a:pt x="1152889" y="145487"/>
                  <a:pt x="1142086" y="139994"/>
                  <a:pt x="1134746" y="129008"/>
                </a:cubicBezTo>
                <a:cubicBezTo>
                  <a:pt x="1128847" y="120151"/>
                  <a:pt x="1125898" y="109166"/>
                  <a:pt x="1125898" y="96051"/>
                </a:cubicBezTo>
                <a:cubicBezTo>
                  <a:pt x="1125898" y="79983"/>
                  <a:pt x="1130236" y="67195"/>
                  <a:pt x="1138913" y="57686"/>
                </a:cubicBezTo>
                <a:cubicBezTo>
                  <a:pt x="1147590" y="48175"/>
                  <a:pt x="1157759" y="43420"/>
                  <a:pt x="1169420" y="43420"/>
                </a:cubicBezTo>
                <a:cubicBezTo>
                  <a:pt x="1179161" y="43420"/>
                  <a:pt x="1187615" y="47415"/>
                  <a:pt x="1194783" y="55406"/>
                </a:cubicBezTo>
                <a:cubicBezTo>
                  <a:pt x="1201951" y="63398"/>
                  <a:pt x="1205809" y="75247"/>
                  <a:pt x="1206358" y="90955"/>
                </a:cubicBezTo>
                <a:moveTo>
                  <a:pt x="1181047" y="84164"/>
                </a:moveTo>
                <a:cubicBezTo>
                  <a:pt x="1181047" y="73121"/>
                  <a:pt x="1180447" y="65541"/>
                  <a:pt x="1179246" y="61426"/>
                </a:cubicBezTo>
                <a:cubicBezTo>
                  <a:pt x="1178046" y="57310"/>
                  <a:pt x="1176177" y="54189"/>
                  <a:pt x="1173639" y="52063"/>
                </a:cubicBezTo>
                <a:cubicBezTo>
                  <a:pt x="1172198" y="50828"/>
                  <a:pt x="1170278" y="50211"/>
                  <a:pt x="1167877" y="50211"/>
                </a:cubicBezTo>
                <a:cubicBezTo>
                  <a:pt x="1164310" y="50211"/>
                  <a:pt x="1161395" y="51960"/>
                  <a:pt x="1159131" y="55458"/>
                </a:cubicBezTo>
                <a:cubicBezTo>
                  <a:pt x="1155084" y="61563"/>
                  <a:pt x="1153061" y="69931"/>
                  <a:pt x="1153061" y="80563"/>
                </a:cubicBezTo>
                <a:lnTo>
                  <a:pt x="1153061" y="84164"/>
                </a:lnTo>
                <a:lnTo>
                  <a:pt x="1181047" y="84164"/>
                </a:lnTo>
                <a:close/>
                <a:moveTo>
                  <a:pt x="1257732" y="46301"/>
                </a:moveTo>
                <a:lnTo>
                  <a:pt x="1257732" y="58853"/>
                </a:lnTo>
                <a:cubicBezTo>
                  <a:pt x="1262671" y="53467"/>
                  <a:pt x="1267404" y="49548"/>
                  <a:pt x="1271931" y="47098"/>
                </a:cubicBezTo>
                <a:cubicBezTo>
                  <a:pt x="1276458" y="44646"/>
                  <a:pt x="1281328" y="43420"/>
                  <a:pt x="1286542" y="43420"/>
                </a:cubicBezTo>
                <a:cubicBezTo>
                  <a:pt x="1292784" y="43420"/>
                  <a:pt x="1297962" y="45154"/>
                  <a:pt x="1302078" y="48622"/>
                </a:cubicBezTo>
                <a:cubicBezTo>
                  <a:pt x="1306194" y="52090"/>
                  <a:pt x="1308937" y="56400"/>
                  <a:pt x="1310309" y="61551"/>
                </a:cubicBezTo>
                <a:cubicBezTo>
                  <a:pt x="1311407" y="65467"/>
                  <a:pt x="1311955" y="72989"/>
                  <a:pt x="1311955" y="84116"/>
                </a:cubicBezTo>
                <a:lnTo>
                  <a:pt x="1311955" y="121616"/>
                </a:lnTo>
                <a:cubicBezTo>
                  <a:pt x="1311955" y="129025"/>
                  <a:pt x="1312624" y="133637"/>
                  <a:pt x="1313962" y="135455"/>
                </a:cubicBezTo>
                <a:cubicBezTo>
                  <a:pt x="1315299" y="137273"/>
                  <a:pt x="1318095" y="138422"/>
                  <a:pt x="1322347" y="138902"/>
                </a:cubicBezTo>
                <a:lnTo>
                  <a:pt x="1322347" y="142606"/>
                </a:lnTo>
                <a:lnTo>
                  <a:pt x="1273680" y="142606"/>
                </a:lnTo>
                <a:lnTo>
                  <a:pt x="1273680" y="138902"/>
                </a:lnTo>
                <a:cubicBezTo>
                  <a:pt x="1277316" y="138422"/>
                  <a:pt x="1279922" y="136913"/>
                  <a:pt x="1281500" y="134375"/>
                </a:cubicBezTo>
                <a:cubicBezTo>
                  <a:pt x="1282597" y="132660"/>
                  <a:pt x="1283146" y="128407"/>
                  <a:pt x="1283146" y="121616"/>
                </a:cubicBezTo>
                <a:lnTo>
                  <a:pt x="1283146" y="78814"/>
                </a:lnTo>
                <a:cubicBezTo>
                  <a:pt x="1283146" y="70926"/>
                  <a:pt x="1282837" y="65953"/>
                  <a:pt x="1282220" y="63895"/>
                </a:cubicBezTo>
                <a:cubicBezTo>
                  <a:pt x="1281603" y="61837"/>
                  <a:pt x="1280557" y="60242"/>
                  <a:pt x="1279082" y="59111"/>
                </a:cubicBezTo>
                <a:cubicBezTo>
                  <a:pt x="1277607" y="57979"/>
                  <a:pt x="1275978" y="57413"/>
                  <a:pt x="1274195" y="57413"/>
                </a:cubicBezTo>
                <a:cubicBezTo>
                  <a:pt x="1268296" y="57413"/>
                  <a:pt x="1262808" y="61666"/>
                  <a:pt x="1257732" y="70171"/>
                </a:cubicBezTo>
                <a:lnTo>
                  <a:pt x="1257732" y="121616"/>
                </a:lnTo>
                <a:cubicBezTo>
                  <a:pt x="1257732" y="128819"/>
                  <a:pt x="1258401" y="133380"/>
                  <a:pt x="1259739" y="135301"/>
                </a:cubicBezTo>
                <a:cubicBezTo>
                  <a:pt x="1261076" y="137222"/>
                  <a:pt x="1263563" y="138422"/>
                  <a:pt x="1267198" y="138902"/>
                </a:cubicBezTo>
                <a:lnTo>
                  <a:pt x="1267198" y="142606"/>
                </a:lnTo>
                <a:lnTo>
                  <a:pt x="1218531" y="142606"/>
                </a:lnTo>
                <a:lnTo>
                  <a:pt x="1218531" y="138902"/>
                </a:lnTo>
                <a:cubicBezTo>
                  <a:pt x="1222578" y="138490"/>
                  <a:pt x="1225459" y="137187"/>
                  <a:pt x="1227174" y="134992"/>
                </a:cubicBezTo>
                <a:cubicBezTo>
                  <a:pt x="1228340" y="133483"/>
                  <a:pt x="1228923" y="129025"/>
                  <a:pt x="1228923" y="121616"/>
                </a:cubicBezTo>
                <a:lnTo>
                  <a:pt x="1228923" y="67290"/>
                </a:lnTo>
                <a:cubicBezTo>
                  <a:pt x="1228923" y="59932"/>
                  <a:pt x="1228254" y="55350"/>
                  <a:pt x="1226917" y="53545"/>
                </a:cubicBezTo>
                <a:cubicBezTo>
                  <a:pt x="1225579" y="51740"/>
                  <a:pt x="1222784" y="50560"/>
                  <a:pt x="1218531" y="50005"/>
                </a:cubicBezTo>
                <a:lnTo>
                  <a:pt x="1218531" y="46301"/>
                </a:lnTo>
                <a:lnTo>
                  <a:pt x="1257732" y="463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Text CandidateTokens">
            <a:extLst xmlns:a="http://schemas.openxmlformats.org/drawingml/2006/main">
              <a:ext uri="{FF2B5EF4-FFF2-40B4-BE49-F238E27FC236}">
                <a16:creationId xmlns:a16="http://schemas.microsoft.com/office/drawing/2014/main" id="{163425E0-CE96-429F-A07B-AA863DC3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800" y="4501185"/>
            <a:ext cx="1606190" cy="145693"/>
          </a:xfrm>
          <a:custGeom xmlns:a="http://schemas.openxmlformats.org/drawingml/2006/main">
            <a:pathLst>
              <a:path w="1606190" h="145693">
                <a:moveTo>
                  <a:pt x="132317" y="0"/>
                </a:moveTo>
                <a:lnTo>
                  <a:pt x="132317" y="48358"/>
                </a:lnTo>
                <a:lnTo>
                  <a:pt x="128304" y="48358"/>
                </a:lnTo>
                <a:cubicBezTo>
                  <a:pt x="125286" y="35671"/>
                  <a:pt x="119662" y="25949"/>
                  <a:pt x="111430" y="19192"/>
                </a:cubicBezTo>
                <a:cubicBezTo>
                  <a:pt x="103199" y="12434"/>
                  <a:pt x="93870" y="9054"/>
                  <a:pt x="83444" y="9054"/>
                </a:cubicBezTo>
                <a:cubicBezTo>
                  <a:pt x="74733" y="9054"/>
                  <a:pt x="66742" y="11558"/>
                  <a:pt x="59471" y="16565"/>
                </a:cubicBezTo>
                <a:cubicBezTo>
                  <a:pt x="52200" y="21573"/>
                  <a:pt x="46884" y="28123"/>
                  <a:pt x="43523" y="36217"/>
                </a:cubicBezTo>
                <a:cubicBezTo>
                  <a:pt x="39201" y="46575"/>
                  <a:pt x="37041" y="58099"/>
                  <a:pt x="37041" y="70789"/>
                </a:cubicBezTo>
                <a:cubicBezTo>
                  <a:pt x="37041" y="83273"/>
                  <a:pt x="38618" y="94642"/>
                  <a:pt x="41774" y="104897"/>
                </a:cubicBezTo>
                <a:cubicBezTo>
                  <a:pt x="44929" y="115152"/>
                  <a:pt x="49868" y="122903"/>
                  <a:pt x="56590" y="128150"/>
                </a:cubicBezTo>
                <a:cubicBezTo>
                  <a:pt x="63312" y="133397"/>
                  <a:pt x="72023" y="136021"/>
                  <a:pt x="82724" y="136021"/>
                </a:cubicBezTo>
                <a:cubicBezTo>
                  <a:pt x="91504" y="136021"/>
                  <a:pt x="99546" y="134100"/>
                  <a:pt x="106852" y="130259"/>
                </a:cubicBezTo>
                <a:cubicBezTo>
                  <a:pt x="114157" y="126418"/>
                  <a:pt x="121857" y="119799"/>
                  <a:pt x="129951" y="110401"/>
                </a:cubicBezTo>
                <a:lnTo>
                  <a:pt x="129951" y="122440"/>
                </a:lnTo>
                <a:cubicBezTo>
                  <a:pt x="122131" y="130602"/>
                  <a:pt x="113985" y="136518"/>
                  <a:pt x="105514" y="140188"/>
                </a:cubicBezTo>
                <a:cubicBezTo>
                  <a:pt x="97043" y="143858"/>
                  <a:pt x="87148" y="145693"/>
                  <a:pt x="75830" y="145693"/>
                </a:cubicBezTo>
                <a:cubicBezTo>
                  <a:pt x="60945" y="145693"/>
                  <a:pt x="47724" y="142713"/>
                  <a:pt x="36166" y="136754"/>
                </a:cubicBezTo>
                <a:cubicBezTo>
                  <a:pt x="24608" y="130795"/>
                  <a:pt x="15691" y="122234"/>
                  <a:pt x="9414" y="111070"/>
                </a:cubicBezTo>
                <a:cubicBezTo>
                  <a:pt x="3138" y="99904"/>
                  <a:pt x="0" y="88020"/>
                  <a:pt x="0" y="75415"/>
                </a:cubicBezTo>
                <a:cubicBezTo>
                  <a:pt x="0" y="62128"/>
                  <a:pt x="3481" y="49525"/>
                  <a:pt x="10443" y="37606"/>
                </a:cubicBezTo>
                <a:cubicBezTo>
                  <a:pt x="17406" y="25686"/>
                  <a:pt x="26803" y="16439"/>
                  <a:pt x="38635" y="9865"/>
                </a:cubicBezTo>
                <a:cubicBezTo>
                  <a:pt x="50468" y="3288"/>
                  <a:pt x="63038" y="0"/>
                  <a:pt x="76345" y="0"/>
                </a:cubicBezTo>
                <a:cubicBezTo>
                  <a:pt x="86154" y="0"/>
                  <a:pt x="96511" y="2126"/>
                  <a:pt x="107418" y="6379"/>
                </a:cubicBezTo>
                <a:cubicBezTo>
                  <a:pt x="113728" y="8849"/>
                  <a:pt x="117741" y="10083"/>
                  <a:pt x="119456" y="10083"/>
                </a:cubicBezTo>
                <a:cubicBezTo>
                  <a:pt x="121651" y="10083"/>
                  <a:pt x="123554" y="9277"/>
                  <a:pt x="125166" y="7665"/>
                </a:cubicBezTo>
                <a:cubicBezTo>
                  <a:pt x="126778" y="6053"/>
                  <a:pt x="127824" y="3498"/>
                  <a:pt x="128304" y="0"/>
                </a:cubicBezTo>
                <a:lnTo>
                  <a:pt x="132317" y="0"/>
                </a:lnTo>
                <a:close/>
                <a:moveTo>
                  <a:pt x="203996" y="128407"/>
                </a:moveTo>
                <a:cubicBezTo>
                  <a:pt x="192267" y="138833"/>
                  <a:pt x="181738" y="144047"/>
                  <a:pt x="172409" y="144047"/>
                </a:cubicBezTo>
                <a:cubicBezTo>
                  <a:pt x="166922" y="144047"/>
                  <a:pt x="162360" y="142241"/>
                  <a:pt x="158725" y="138629"/>
                </a:cubicBezTo>
                <a:cubicBezTo>
                  <a:pt x="155089" y="135015"/>
                  <a:pt x="153271" y="130490"/>
                  <a:pt x="153271" y="125054"/>
                </a:cubicBezTo>
                <a:cubicBezTo>
                  <a:pt x="153271" y="117688"/>
                  <a:pt x="156427" y="111064"/>
                  <a:pt x="162737" y="105180"/>
                </a:cubicBezTo>
                <a:cubicBezTo>
                  <a:pt x="169048" y="99296"/>
                  <a:pt x="182801" y="91467"/>
                  <a:pt x="203996" y="81695"/>
                </a:cubicBezTo>
                <a:lnTo>
                  <a:pt x="203996" y="72023"/>
                </a:lnTo>
                <a:cubicBezTo>
                  <a:pt x="203996" y="64752"/>
                  <a:pt x="203602" y="60174"/>
                  <a:pt x="202813" y="58287"/>
                </a:cubicBezTo>
                <a:cubicBezTo>
                  <a:pt x="202024" y="56401"/>
                  <a:pt x="200532" y="54755"/>
                  <a:pt x="198337" y="53349"/>
                </a:cubicBezTo>
                <a:cubicBezTo>
                  <a:pt x="196142" y="51942"/>
                  <a:pt x="193673" y="51239"/>
                  <a:pt x="190929" y="51239"/>
                </a:cubicBezTo>
                <a:cubicBezTo>
                  <a:pt x="186471" y="51239"/>
                  <a:pt x="182801" y="52234"/>
                  <a:pt x="179920" y="54223"/>
                </a:cubicBezTo>
                <a:cubicBezTo>
                  <a:pt x="178137" y="55458"/>
                  <a:pt x="177245" y="56898"/>
                  <a:pt x="177245" y="58545"/>
                </a:cubicBezTo>
                <a:cubicBezTo>
                  <a:pt x="177245" y="59985"/>
                  <a:pt x="178205" y="61769"/>
                  <a:pt x="180126" y="63895"/>
                </a:cubicBezTo>
                <a:cubicBezTo>
                  <a:pt x="182732" y="66844"/>
                  <a:pt x="184036" y="69691"/>
                  <a:pt x="184036" y="72435"/>
                </a:cubicBezTo>
                <a:cubicBezTo>
                  <a:pt x="184036" y="75796"/>
                  <a:pt x="182784" y="78660"/>
                  <a:pt x="180280" y="81026"/>
                </a:cubicBezTo>
                <a:cubicBezTo>
                  <a:pt x="177776" y="83393"/>
                  <a:pt x="174501" y="84576"/>
                  <a:pt x="170454" y="84576"/>
                </a:cubicBezTo>
                <a:cubicBezTo>
                  <a:pt x="166133" y="84576"/>
                  <a:pt x="162514" y="83273"/>
                  <a:pt x="159599" y="80666"/>
                </a:cubicBezTo>
                <a:cubicBezTo>
                  <a:pt x="156684" y="78060"/>
                  <a:pt x="155226" y="75007"/>
                  <a:pt x="155226" y="71509"/>
                </a:cubicBezTo>
                <a:cubicBezTo>
                  <a:pt x="155226" y="66570"/>
                  <a:pt x="157181" y="61854"/>
                  <a:pt x="161091" y="57361"/>
                </a:cubicBezTo>
                <a:cubicBezTo>
                  <a:pt x="165001" y="52869"/>
                  <a:pt x="170454" y="49422"/>
                  <a:pt x="177451" y="47021"/>
                </a:cubicBezTo>
                <a:cubicBezTo>
                  <a:pt x="184447" y="44620"/>
                  <a:pt x="191718" y="43420"/>
                  <a:pt x="199263" y="43420"/>
                </a:cubicBezTo>
                <a:cubicBezTo>
                  <a:pt x="208386" y="43420"/>
                  <a:pt x="215606" y="45363"/>
                  <a:pt x="220922" y="49249"/>
                </a:cubicBezTo>
                <a:cubicBezTo>
                  <a:pt x="226238" y="53133"/>
                  <a:pt x="229685" y="57344"/>
                  <a:pt x="231262" y="61882"/>
                </a:cubicBezTo>
                <a:cubicBezTo>
                  <a:pt x="232223" y="64770"/>
                  <a:pt x="232703" y="71404"/>
                  <a:pt x="232703" y="81785"/>
                </a:cubicBezTo>
                <a:lnTo>
                  <a:pt x="232703" y="119221"/>
                </a:lnTo>
                <a:cubicBezTo>
                  <a:pt x="232703" y="123622"/>
                  <a:pt x="232874" y="126390"/>
                  <a:pt x="233217" y="127526"/>
                </a:cubicBezTo>
                <a:cubicBezTo>
                  <a:pt x="233560" y="128660"/>
                  <a:pt x="234075" y="129503"/>
                  <a:pt x="234761" y="130053"/>
                </a:cubicBezTo>
                <a:cubicBezTo>
                  <a:pt x="235447" y="130602"/>
                  <a:pt x="236235" y="130877"/>
                  <a:pt x="237127" y="130877"/>
                </a:cubicBezTo>
                <a:cubicBezTo>
                  <a:pt x="238910" y="130877"/>
                  <a:pt x="240728" y="129608"/>
                  <a:pt x="242580" y="127070"/>
                </a:cubicBezTo>
                <a:lnTo>
                  <a:pt x="245667" y="129539"/>
                </a:lnTo>
                <a:cubicBezTo>
                  <a:pt x="242237" y="134615"/>
                  <a:pt x="238688" y="138302"/>
                  <a:pt x="235018" y="140600"/>
                </a:cubicBezTo>
                <a:cubicBezTo>
                  <a:pt x="231348" y="142898"/>
                  <a:pt x="227181" y="144047"/>
                  <a:pt x="222517" y="144047"/>
                </a:cubicBezTo>
                <a:cubicBezTo>
                  <a:pt x="217029" y="144047"/>
                  <a:pt x="212742" y="142752"/>
                  <a:pt x="209655" y="140162"/>
                </a:cubicBezTo>
                <a:cubicBezTo>
                  <a:pt x="206569" y="137573"/>
                  <a:pt x="204682" y="133655"/>
                  <a:pt x="203996" y="128407"/>
                </a:cubicBezTo>
                <a:moveTo>
                  <a:pt x="203996" y="120793"/>
                </a:moveTo>
                <a:lnTo>
                  <a:pt x="203996" y="88608"/>
                </a:lnTo>
                <a:cubicBezTo>
                  <a:pt x="195697" y="93502"/>
                  <a:pt x="189523" y="98740"/>
                  <a:pt x="185476" y="104324"/>
                </a:cubicBezTo>
                <a:cubicBezTo>
                  <a:pt x="182801" y="108046"/>
                  <a:pt x="181463" y="111802"/>
                  <a:pt x="181463" y="115594"/>
                </a:cubicBezTo>
                <a:cubicBezTo>
                  <a:pt x="181463" y="118764"/>
                  <a:pt x="182595" y="121556"/>
                  <a:pt x="184859" y="123970"/>
                </a:cubicBezTo>
                <a:cubicBezTo>
                  <a:pt x="186574" y="125831"/>
                  <a:pt x="188974" y="126761"/>
                  <a:pt x="192061" y="126761"/>
                </a:cubicBezTo>
                <a:cubicBezTo>
                  <a:pt x="195491" y="126761"/>
                  <a:pt x="199469" y="124772"/>
                  <a:pt x="203996" y="120793"/>
                </a:cubicBezTo>
                <a:close/>
                <a:moveTo>
                  <a:pt x="295569" y="46301"/>
                </a:moveTo>
                <a:lnTo>
                  <a:pt x="295569" y="58853"/>
                </a:lnTo>
                <a:cubicBezTo>
                  <a:pt x="300508" y="53467"/>
                  <a:pt x="305241" y="49548"/>
                  <a:pt x="309768" y="47098"/>
                </a:cubicBezTo>
                <a:cubicBezTo>
                  <a:pt x="314295" y="44646"/>
                  <a:pt x="319165" y="43420"/>
                  <a:pt x="324378" y="43420"/>
                </a:cubicBezTo>
                <a:cubicBezTo>
                  <a:pt x="330620" y="43420"/>
                  <a:pt x="335799" y="45154"/>
                  <a:pt x="339915" y="48622"/>
                </a:cubicBezTo>
                <a:cubicBezTo>
                  <a:pt x="344030" y="52090"/>
                  <a:pt x="346774" y="56400"/>
                  <a:pt x="348146" y="61551"/>
                </a:cubicBezTo>
                <a:cubicBezTo>
                  <a:pt x="349244" y="65467"/>
                  <a:pt x="349792" y="72989"/>
                  <a:pt x="349792" y="84116"/>
                </a:cubicBezTo>
                <a:lnTo>
                  <a:pt x="349792" y="121616"/>
                </a:lnTo>
                <a:cubicBezTo>
                  <a:pt x="349792" y="129025"/>
                  <a:pt x="350461" y="133637"/>
                  <a:pt x="351799" y="135455"/>
                </a:cubicBezTo>
                <a:cubicBezTo>
                  <a:pt x="353136" y="137273"/>
                  <a:pt x="355931" y="138422"/>
                  <a:pt x="360184" y="138902"/>
                </a:cubicBezTo>
                <a:lnTo>
                  <a:pt x="360184" y="142606"/>
                </a:lnTo>
                <a:lnTo>
                  <a:pt x="311517" y="142606"/>
                </a:lnTo>
                <a:lnTo>
                  <a:pt x="311517" y="138902"/>
                </a:lnTo>
                <a:cubicBezTo>
                  <a:pt x="315153" y="138422"/>
                  <a:pt x="317759" y="136913"/>
                  <a:pt x="319337" y="134375"/>
                </a:cubicBezTo>
                <a:cubicBezTo>
                  <a:pt x="320434" y="132660"/>
                  <a:pt x="320983" y="128407"/>
                  <a:pt x="320983" y="121616"/>
                </a:cubicBezTo>
                <a:lnTo>
                  <a:pt x="320983" y="78814"/>
                </a:lnTo>
                <a:cubicBezTo>
                  <a:pt x="320983" y="70926"/>
                  <a:pt x="320674" y="65953"/>
                  <a:pt x="320057" y="63895"/>
                </a:cubicBezTo>
                <a:cubicBezTo>
                  <a:pt x="319440" y="61837"/>
                  <a:pt x="318394" y="60242"/>
                  <a:pt x="316919" y="59111"/>
                </a:cubicBezTo>
                <a:cubicBezTo>
                  <a:pt x="315444" y="57979"/>
                  <a:pt x="313815" y="57413"/>
                  <a:pt x="312032" y="57413"/>
                </a:cubicBezTo>
                <a:cubicBezTo>
                  <a:pt x="306132" y="57413"/>
                  <a:pt x="300645" y="61666"/>
                  <a:pt x="295569" y="70171"/>
                </a:cubicBezTo>
                <a:lnTo>
                  <a:pt x="295569" y="121616"/>
                </a:lnTo>
                <a:cubicBezTo>
                  <a:pt x="295569" y="128819"/>
                  <a:pt x="296238" y="133380"/>
                  <a:pt x="297575" y="135301"/>
                </a:cubicBezTo>
                <a:cubicBezTo>
                  <a:pt x="298913" y="137222"/>
                  <a:pt x="301399" y="138422"/>
                  <a:pt x="305035" y="138902"/>
                </a:cubicBezTo>
                <a:lnTo>
                  <a:pt x="305035" y="142606"/>
                </a:lnTo>
                <a:lnTo>
                  <a:pt x="256368" y="142606"/>
                </a:lnTo>
                <a:lnTo>
                  <a:pt x="256368" y="138902"/>
                </a:lnTo>
                <a:cubicBezTo>
                  <a:pt x="260415" y="138490"/>
                  <a:pt x="263296" y="137187"/>
                  <a:pt x="265011" y="134992"/>
                </a:cubicBezTo>
                <a:cubicBezTo>
                  <a:pt x="266177" y="133483"/>
                  <a:pt x="266760" y="129025"/>
                  <a:pt x="266760" y="121616"/>
                </a:cubicBezTo>
                <a:lnTo>
                  <a:pt x="266760" y="67290"/>
                </a:lnTo>
                <a:cubicBezTo>
                  <a:pt x="266760" y="59932"/>
                  <a:pt x="266091" y="55350"/>
                  <a:pt x="264753" y="53545"/>
                </a:cubicBezTo>
                <a:cubicBezTo>
                  <a:pt x="263416" y="51740"/>
                  <a:pt x="260621" y="50560"/>
                  <a:pt x="256368" y="50005"/>
                </a:cubicBezTo>
                <a:lnTo>
                  <a:pt x="256368" y="46301"/>
                </a:lnTo>
                <a:lnTo>
                  <a:pt x="295569" y="46301"/>
                </a:lnTo>
                <a:close/>
                <a:moveTo>
                  <a:pt x="466952" y="3087"/>
                </a:moveTo>
                <a:lnTo>
                  <a:pt x="466952" y="113797"/>
                </a:lnTo>
                <a:cubicBezTo>
                  <a:pt x="466952" y="121198"/>
                  <a:pt x="467158" y="125578"/>
                  <a:pt x="467569" y="126935"/>
                </a:cubicBezTo>
                <a:cubicBezTo>
                  <a:pt x="468118" y="129177"/>
                  <a:pt x="469164" y="130841"/>
                  <a:pt x="470708" y="131928"/>
                </a:cubicBezTo>
                <a:cubicBezTo>
                  <a:pt x="472251" y="133013"/>
                  <a:pt x="474943" y="133691"/>
                  <a:pt x="478784" y="133963"/>
                </a:cubicBezTo>
                <a:lnTo>
                  <a:pt x="478784" y="137667"/>
                </a:lnTo>
                <a:lnTo>
                  <a:pt x="438143" y="145487"/>
                </a:lnTo>
                <a:lnTo>
                  <a:pt x="438143" y="130259"/>
                </a:lnTo>
                <a:cubicBezTo>
                  <a:pt x="433273" y="136158"/>
                  <a:pt x="428934" y="140171"/>
                  <a:pt x="425127" y="142297"/>
                </a:cubicBezTo>
                <a:cubicBezTo>
                  <a:pt x="421320" y="144424"/>
                  <a:pt x="417016" y="145487"/>
                  <a:pt x="412214" y="145487"/>
                </a:cubicBezTo>
                <a:cubicBezTo>
                  <a:pt x="399936" y="145487"/>
                  <a:pt x="390230" y="139994"/>
                  <a:pt x="383096" y="129008"/>
                </a:cubicBezTo>
                <a:cubicBezTo>
                  <a:pt x="377335" y="120083"/>
                  <a:pt x="374454" y="109131"/>
                  <a:pt x="374454" y="96154"/>
                </a:cubicBezTo>
                <a:cubicBezTo>
                  <a:pt x="374454" y="85786"/>
                  <a:pt x="376237" y="76499"/>
                  <a:pt x="379804" y="68294"/>
                </a:cubicBezTo>
                <a:cubicBezTo>
                  <a:pt x="383371" y="60088"/>
                  <a:pt x="388258" y="53891"/>
                  <a:pt x="394466" y="49702"/>
                </a:cubicBezTo>
                <a:cubicBezTo>
                  <a:pt x="400674" y="45514"/>
                  <a:pt x="407344" y="43420"/>
                  <a:pt x="414478" y="43420"/>
                </a:cubicBezTo>
                <a:cubicBezTo>
                  <a:pt x="419074" y="43420"/>
                  <a:pt x="423155" y="44319"/>
                  <a:pt x="426722" y="46117"/>
                </a:cubicBezTo>
                <a:cubicBezTo>
                  <a:pt x="430289" y="47916"/>
                  <a:pt x="434096" y="51064"/>
                  <a:pt x="438143" y="55561"/>
                </a:cubicBezTo>
                <a:lnTo>
                  <a:pt x="438143" y="26546"/>
                </a:lnTo>
                <a:cubicBezTo>
                  <a:pt x="438143" y="19206"/>
                  <a:pt x="437834" y="14782"/>
                  <a:pt x="437217" y="13273"/>
                </a:cubicBezTo>
                <a:cubicBezTo>
                  <a:pt x="436394" y="11284"/>
                  <a:pt x="435159" y="9809"/>
                  <a:pt x="433513" y="8849"/>
                </a:cubicBezTo>
                <a:cubicBezTo>
                  <a:pt x="431866" y="7888"/>
                  <a:pt x="428780" y="7408"/>
                  <a:pt x="424253" y="7408"/>
                </a:cubicBezTo>
                <a:lnTo>
                  <a:pt x="424253" y="3087"/>
                </a:lnTo>
                <a:lnTo>
                  <a:pt x="466952" y="3087"/>
                </a:lnTo>
                <a:moveTo>
                  <a:pt x="438143" y="68113"/>
                </a:moveTo>
                <a:cubicBezTo>
                  <a:pt x="433067" y="58510"/>
                  <a:pt x="426859" y="53709"/>
                  <a:pt x="419520" y="53709"/>
                </a:cubicBezTo>
                <a:cubicBezTo>
                  <a:pt x="416982" y="53709"/>
                  <a:pt x="414890" y="54395"/>
                  <a:pt x="413243" y="55767"/>
                </a:cubicBezTo>
                <a:cubicBezTo>
                  <a:pt x="410705" y="57893"/>
                  <a:pt x="408630" y="61631"/>
                  <a:pt x="407018" y="66982"/>
                </a:cubicBezTo>
                <a:cubicBezTo>
                  <a:pt x="405406" y="72332"/>
                  <a:pt x="404601" y="80529"/>
                  <a:pt x="404601" y="91572"/>
                </a:cubicBezTo>
                <a:cubicBezTo>
                  <a:pt x="404601" y="103714"/>
                  <a:pt x="405492" y="112699"/>
                  <a:pt x="407276" y="118530"/>
                </a:cubicBezTo>
                <a:cubicBezTo>
                  <a:pt x="409059" y="124360"/>
                  <a:pt x="411494" y="128579"/>
                  <a:pt x="414581" y="131185"/>
                </a:cubicBezTo>
                <a:cubicBezTo>
                  <a:pt x="416159" y="132489"/>
                  <a:pt x="418319" y="133140"/>
                  <a:pt x="421063" y="133140"/>
                </a:cubicBezTo>
                <a:cubicBezTo>
                  <a:pt x="427099" y="133140"/>
                  <a:pt x="432792" y="128392"/>
                  <a:pt x="438143" y="118896"/>
                </a:cubicBezTo>
                <a:lnTo>
                  <a:pt x="438143" y="68113"/>
                </a:lnTo>
                <a:close/>
                <a:moveTo>
                  <a:pt x="513735" y="0"/>
                </a:moveTo>
                <a:cubicBezTo>
                  <a:pt x="518194" y="0"/>
                  <a:pt x="521966" y="1566"/>
                  <a:pt x="525053" y="4698"/>
                </a:cubicBezTo>
                <a:cubicBezTo>
                  <a:pt x="528140" y="7827"/>
                  <a:pt x="529683" y="11594"/>
                  <a:pt x="529683" y="15999"/>
                </a:cubicBezTo>
                <a:cubicBezTo>
                  <a:pt x="529683" y="20404"/>
                  <a:pt x="528123" y="24156"/>
                  <a:pt x="525002" y="27253"/>
                </a:cubicBezTo>
                <a:cubicBezTo>
                  <a:pt x="521881" y="30348"/>
                  <a:pt x="518125" y="31896"/>
                  <a:pt x="513735" y="31896"/>
                </a:cubicBezTo>
                <a:cubicBezTo>
                  <a:pt x="509345" y="31896"/>
                  <a:pt x="505607" y="30348"/>
                  <a:pt x="502520" y="27253"/>
                </a:cubicBezTo>
                <a:cubicBezTo>
                  <a:pt x="499433" y="24156"/>
                  <a:pt x="497890" y="20404"/>
                  <a:pt x="497890" y="15999"/>
                </a:cubicBezTo>
                <a:cubicBezTo>
                  <a:pt x="497890" y="11594"/>
                  <a:pt x="499433" y="7827"/>
                  <a:pt x="502520" y="4698"/>
                </a:cubicBezTo>
                <a:cubicBezTo>
                  <a:pt x="505607" y="1566"/>
                  <a:pt x="509345" y="0"/>
                  <a:pt x="513735" y="0"/>
                </a:cubicBezTo>
                <a:moveTo>
                  <a:pt x="528140" y="46301"/>
                </a:moveTo>
                <a:lnTo>
                  <a:pt x="528140" y="122645"/>
                </a:lnTo>
                <a:cubicBezTo>
                  <a:pt x="528140" y="129436"/>
                  <a:pt x="528929" y="133775"/>
                  <a:pt x="530506" y="135661"/>
                </a:cubicBezTo>
                <a:cubicBezTo>
                  <a:pt x="532084" y="137547"/>
                  <a:pt x="535171" y="138628"/>
                  <a:pt x="539766" y="138902"/>
                </a:cubicBezTo>
                <a:lnTo>
                  <a:pt x="539766" y="142606"/>
                </a:lnTo>
                <a:lnTo>
                  <a:pt x="487807" y="142606"/>
                </a:lnTo>
                <a:lnTo>
                  <a:pt x="487807" y="138902"/>
                </a:lnTo>
                <a:cubicBezTo>
                  <a:pt x="492060" y="138765"/>
                  <a:pt x="495215" y="137530"/>
                  <a:pt x="497273" y="135198"/>
                </a:cubicBezTo>
                <a:cubicBezTo>
                  <a:pt x="498645" y="133620"/>
                  <a:pt x="499330" y="129436"/>
                  <a:pt x="499330" y="122645"/>
                </a:cubicBezTo>
                <a:lnTo>
                  <a:pt x="499330" y="66467"/>
                </a:lnTo>
                <a:cubicBezTo>
                  <a:pt x="499330" y="59591"/>
                  <a:pt x="498542" y="55197"/>
                  <a:pt x="496964" y="53288"/>
                </a:cubicBezTo>
                <a:cubicBezTo>
                  <a:pt x="495386" y="51378"/>
                  <a:pt x="492334" y="50283"/>
                  <a:pt x="487807" y="50005"/>
                </a:cubicBezTo>
                <a:lnTo>
                  <a:pt x="487807" y="46301"/>
                </a:lnTo>
                <a:lnTo>
                  <a:pt x="528140" y="46301"/>
                </a:lnTo>
                <a:close/>
                <a:moveTo>
                  <a:pt x="642692" y="3087"/>
                </a:moveTo>
                <a:lnTo>
                  <a:pt x="642692" y="113797"/>
                </a:lnTo>
                <a:cubicBezTo>
                  <a:pt x="642692" y="121198"/>
                  <a:pt x="642898" y="125578"/>
                  <a:pt x="643310" y="126935"/>
                </a:cubicBezTo>
                <a:cubicBezTo>
                  <a:pt x="643858" y="129177"/>
                  <a:pt x="644904" y="130841"/>
                  <a:pt x="646448" y="131928"/>
                </a:cubicBezTo>
                <a:cubicBezTo>
                  <a:pt x="647991" y="133013"/>
                  <a:pt x="650683" y="133691"/>
                  <a:pt x="654525" y="133963"/>
                </a:cubicBezTo>
                <a:lnTo>
                  <a:pt x="654525" y="137667"/>
                </a:lnTo>
                <a:lnTo>
                  <a:pt x="613883" y="145487"/>
                </a:lnTo>
                <a:lnTo>
                  <a:pt x="613883" y="130259"/>
                </a:lnTo>
                <a:cubicBezTo>
                  <a:pt x="609013" y="136158"/>
                  <a:pt x="604674" y="140171"/>
                  <a:pt x="600867" y="142297"/>
                </a:cubicBezTo>
                <a:cubicBezTo>
                  <a:pt x="597060" y="144424"/>
                  <a:pt x="592756" y="145487"/>
                  <a:pt x="587955" y="145487"/>
                </a:cubicBezTo>
                <a:cubicBezTo>
                  <a:pt x="575676" y="145487"/>
                  <a:pt x="565970" y="139994"/>
                  <a:pt x="558837" y="129008"/>
                </a:cubicBezTo>
                <a:cubicBezTo>
                  <a:pt x="553075" y="120083"/>
                  <a:pt x="550194" y="109131"/>
                  <a:pt x="550194" y="96154"/>
                </a:cubicBezTo>
                <a:cubicBezTo>
                  <a:pt x="550194" y="85786"/>
                  <a:pt x="551977" y="76499"/>
                  <a:pt x="555544" y="68294"/>
                </a:cubicBezTo>
                <a:cubicBezTo>
                  <a:pt x="559111" y="60088"/>
                  <a:pt x="563998" y="53891"/>
                  <a:pt x="570206" y="49702"/>
                </a:cubicBezTo>
                <a:cubicBezTo>
                  <a:pt x="576414" y="45514"/>
                  <a:pt x="583085" y="43420"/>
                  <a:pt x="590218" y="43420"/>
                </a:cubicBezTo>
                <a:cubicBezTo>
                  <a:pt x="594814" y="43420"/>
                  <a:pt x="598895" y="44319"/>
                  <a:pt x="602462" y="46117"/>
                </a:cubicBezTo>
                <a:cubicBezTo>
                  <a:pt x="606029" y="47916"/>
                  <a:pt x="609836" y="51064"/>
                  <a:pt x="613883" y="55561"/>
                </a:cubicBezTo>
                <a:lnTo>
                  <a:pt x="613883" y="26546"/>
                </a:lnTo>
                <a:cubicBezTo>
                  <a:pt x="613883" y="19206"/>
                  <a:pt x="613574" y="14782"/>
                  <a:pt x="612957" y="13273"/>
                </a:cubicBezTo>
                <a:cubicBezTo>
                  <a:pt x="612134" y="11284"/>
                  <a:pt x="610899" y="9809"/>
                  <a:pt x="609253" y="8849"/>
                </a:cubicBezTo>
                <a:cubicBezTo>
                  <a:pt x="607607" y="7888"/>
                  <a:pt x="604520" y="7408"/>
                  <a:pt x="599993" y="7408"/>
                </a:cubicBezTo>
                <a:lnTo>
                  <a:pt x="599993" y="3087"/>
                </a:lnTo>
                <a:lnTo>
                  <a:pt x="642692" y="3087"/>
                </a:lnTo>
                <a:moveTo>
                  <a:pt x="613883" y="68113"/>
                </a:moveTo>
                <a:cubicBezTo>
                  <a:pt x="608807" y="58510"/>
                  <a:pt x="602599" y="53709"/>
                  <a:pt x="595260" y="53709"/>
                </a:cubicBezTo>
                <a:cubicBezTo>
                  <a:pt x="592722" y="53709"/>
                  <a:pt x="590630" y="54395"/>
                  <a:pt x="588984" y="55767"/>
                </a:cubicBezTo>
                <a:cubicBezTo>
                  <a:pt x="586446" y="57893"/>
                  <a:pt x="584371" y="61631"/>
                  <a:pt x="582759" y="66982"/>
                </a:cubicBezTo>
                <a:cubicBezTo>
                  <a:pt x="581147" y="72332"/>
                  <a:pt x="580341" y="80529"/>
                  <a:pt x="580341" y="91572"/>
                </a:cubicBezTo>
                <a:cubicBezTo>
                  <a:pt x="580341" y="103714"/>
                  <a:pt x="581232" y="112699"/>
                  <a:pt x="583016" y="118530"/>
                </a:cubicBezTo>
                <a:cubicBezTo>
                  <a:pt x="584799" y="124360"/>
                  <a:pt x="587234" y="128579"/>
                  <a:pt x="590321" y="131185"/>
                </a:cubicBezTo>
                <a:cubicBezTo>
                  <a:pt x="591899" y="132489"/>
                  <a:pt x="594059" y="133140"/>
                  <a:pt x="596803" y="133140"/>
                </a:cubicBezTo>
                <a:cubicBezTo>
                  <a:pt x="602839" y="133140"/>
                  <a:pt x="608533" y="128392"/>
                  <a:pt x="613883" y="118896"/>
                </a:cubicBezTo>
                <a:lnTo>
                  <a:pt x="613883" y="68113"/>
                </a:lnTo>
                <a:close/>
                <a:moveTo>
                  <a:pt x="719416" y="128407"/>
                </a:moveTo>
                <a:cubicBezTo>
                  <a:pt x="707687" y="138833"/>
                  <a:pt x="697158" y="144047"/>
                  <a:pt x="687829" y="144047"/>
                </a:cubicBezTo>
                <a:cubicBezTo>
                  <a:pt x="682341" y="144047"/>
                  <a:pt x="677780" y="142241"/>
                  <a:pt x="674144" y="138629"/>
                </a:cubicBezTo>
                <a:cubicBezTo>
                  <a:pt x="670509" y="135015"/>
                  <a:pt x="668691" y="130490"/>
                  <a:pt x="668691" y="125054"/>
                </a:cubicBezTo>
                <a:cubicBezTo>
                  <a:pt x="668691" y="117688"/>
                  <a:pt x="671847" y="111064"/>
                  <a:pt x="678157" y="105180"/>
                </a:cubicBezTo>
                <a:cubicBezTo>
                  <a:pt x="684468" y="99296"/>
                  <a:pt x="698221" y="91467"/>
                  <a:pt x="719416" y="81695"/>
                </a:cubicBezTo>
                <a:lnTo>
                  <a:pt x="719416" y="72023"/>
                </a:lnTo>
                <a:cubicBezTo>
                  <a:pt x="719416" y="64752"/>
                  <a:pt x="719022" y="60174"/>
                  <a:pt x="718233" y="58287"/>
                </a:cubicBezTo>
                <a:cubicBezTo>
                  <a:pt x="717444" y="56401"/>
                  <a:pt x="715952" y="54755"/>
                  <a:pt x="713757" y="53349"/>
                </a:cubicBezTo>
                <a:cubicBezTo>
                  <a:pt x="711562" y="51942"/>
                  <a:pt x="709093" y="51239"/>
                  <a:pt x="706349" y="51239"/>
                </a:cubicBezTo>
                <a:cubicBezTo>
                  <a:pt x="701891" y="51239"/>
                  <a:pt x="698221" y="52234"/>
                  <a:pt x="695340" y="54223"/>
                </a:cubicBezTo>
                <a:cubicBezTo>
                  <a:pt x="693556" y="55458"/>
                  <a:pt x="692665" y="56898"/>
                  <a:pt x="692665" y="58545"/>
                </a:cubicBezTo>
                <a:cubicBezTo>
                  <a:pt x="692665" y="59985"/>
                  <a:pt x="693625" y="61769"/>
                  <a:pt x="695546" y="63895"/>
                </a:cubicBezTo>
                <a:cubicBezTo>
                  <a:pt x="698152" y="66844"/>
                  <a:pt x="699455" y="69691"/>
                  <a:pt x="699455" y="72435"/>
                </a:cubicBezTo>
                <a:cubicBezTo>
                  <a:pt x="699455" y="75796"/>
                  <a:pt x="698204" y="78660"/>
                  <a:pt x="695700" y="81026"/>
                </a:cubicBezTo>
                <a:cubicBezTo>
                  <a:pt x="693196" y="83393"/>
                  <a:pt x="689921" y="84576"/>
                  <a:pt x="685874" y="84576"/>
                </a:cubicBezTo>
                <a:cubicBezTo>
                  <a:pt x="681553" y="84576"/>
                  <a:pt x="677934" y="83273"/>
                  <a:pt x="675019" y="80666"/>
                </a:cubicBezTo>
                <a:cubicBezTo>
                  <a:pt x="672104" y="78060"/>
                  <a:pt x="670646" y="75007"/>
                  <a:pt x="670646" y="71509"/>
                </a:cubicBezTo>
                <a:cubicBezTo>
                  <a:pt x="670646" y="66570"/>
                  <a:pt x="672601" y="61854"/>
                  <a:pt x="676511" y="57361"/>
                </a:cubicBezTo>
                <a:cubicBezTo>
                  <a:pt x="680421" y="52869"/>
                  <a:pt x="685874" y="49422"/>
                  <a:pt x="692870" y="47021"/>
                </a:cubicBezTo>
                <a:cubicBezTo>
                  <a:pt x="699867" y="44620"/>
                  <a:pt x="707138" y="43420"/>
                  <a:pt x="714683" y="43420"/>
                </a:cubicBezTo>
                <a:cubicBezTo>
                  <a:pt x="723806" y="43420"/>
                  <a:pt x="731026" y="45363"/>
                  <a:pt x="736342" y="49249"/>
                </a:cubicBezTo>
                <a:cubicBezTo>
                  <a:pt x="741658" y="53133"/>
                  <a:pt x="745105" y="57344"/>
                  <a:pt x="746682" y="61882"/>
                </a:cubicBezTo>
                <a:cubicBezTo>
                  <a:pt x="747642" y="64770"/>
                  <a:pt x="748123" y="71404"/>
                  <a:pt x="748123" y="81785"/>
                </a:cubicBezTo>
                <a:lnTo>
                  <a:pt x="748123" y="119221"/>
                </a:lnTo>
                <a:cubicBezTo>
                  <a:pt x="748123" y="123622"/>
                  <a:pt x="748294" y="126390"/>
                  <a:pt x="748637" y="127526"/>
                </a:cubicBezTo>
                <a:cubicBezTo>
                  <a:pt x="748980" y="128660"/>
                  <a:pt x="749494" y="129503"/>
                  <a:pt x="750180" y="130053"/>
                </a:cubicBezTo>
                <a:cubicBezTo>
                  <a:pt x="750866" y="130602"/>
                  <a:pt x="751655" y="130877"/>
                  <a:pt x="752547" y="130877"/>
                </a:cubicBezTo>
                <a:cubicBezTo>
                  <a:pt x="754330" y="130877"/>
                  <a:pt x="756148" y="129608"/>
                  <a:pt x="758000" y="127070"/>
                </a:cubicBezTo>
                <a:lnTo>
                  <a:pt x="761087" y="129539"/>
                </a:lnTo>
                <a:cubicBezTo>
                  <a:pt x="757657" y="134615"/>
                  <a:pt x="754107" y="138302"/>
                  <a:pt x="750438" y="140600"/>
                </a:cubicBezTo>
                <a:cubicBezTo>
                  <a:pt x="746768" y="142898"/>
                  <a:pt x="742601" y="144047"/>
                  <a:pt x="737936" y="144047"/>
                </a:cubicBezTo>
                <a:cubicBezTo>
                  <a:pt x="732449" y="144047"/>
                  <a:pt x="728162" y="142752"/>
                  <a:pt x="725075" y="140162"/>
                </a:cubicBezTo>
                <a:cubicBezTo>
                  <a:pt x="721988" y="137573"/>
                  <a:pt x="720102" y="133655"/>
                  <a:pt x="719416" y="128407"/>
                </a:cubicBezTo>
                <a:moveTo>
                  <a:pt x="719416" y="120793"/>
                </a:moveTo>
                <a:lnTo>
                  <a:pt x="719416" y="88608"/>
                </a:lnTo>
                <a:cubicBezTo>
                  <a:pt x="711116" y="93502"/>
                  <a:pt x="704943" y="98740"/>
                  <a:pt x="700896" y="104324"/>
                </a:cubicBezTo>
                <a:cubicBezTo>
                  <a:pt x="698221" y="108046"/>
                  <a:pt x="696883" y="111802"/>
                  <a:pt x="696883" y="115594"/>
                </a:cubicBezTo>
                <a:cubicBezTo>
                  <a:pt x="696883" y="118764"/>
                  <a:pt x="698015" y="121556"/>
                  <a:pt x="700279" y="123970"/>
                </a:cubicBezTo>
                <a:cubicBezTo>
                  <a:pt x="701993" y="125831"/>
                  <a:pt x="704394" y="126761"/>
                  <a:pt x="707481" y="126761"/>
                </a:cubicBezTo>
                <a:cubicBezTo>
                  <a:pt x="710911" y="126761"/>
                  <a:pt x="714889" y="124772"/>
                  <a:pt x="719416" y="120793"/>
                </a:cubicBezTo>
                <a:close/>
                <a:moveTo>
                  <a:pt x="809857" y="10906"/>
                </a:moveTo>
                <a:lnTo>
                  <a:pt x="809857" y="46301"/>
                </a:lnTo>
                <a:lnTo>
                  <a:pt x="832699" y="46301"/>
                </a:lnTo>
                <a:lnTo>
                  <a:pt x="832699" y="56384"/>
                </a:lnTo>
                <a:lnTo>
                  <a:pt x="809857" y="56384"/>
                </a:lnTo>
                <a:lnTo>
                  <a:pt x="809857" y="115912"/>
                </a:lnTo>
                <a:cubicBezTo>
                  <a:pt x="809857" y="121484"/>
                  <a:pt x="810114" y="125077"/>
                  <a:pt x="810629" y="126693"/>
                </a:cubicBezTo>
                <a:cubicBezTo>
                  <a:pt x="811143" y="128310"/>
                  <a:pt x="812052" y="129617"/>
                  <a:pt x="813355" y="130616"/>
                </a:cubicBezTo>
                <a:cubicBezTo>
                  <a:pt x="814658" y="131613"/>
                  <a:pt x="815859" y="132111"/>
                  <a:pt x="816956" y="132111"/>
                </a:cubicBezTo>
                <a:cubicBezTo>
                  <a:pt x="821415" y="132111"/>
                  <a:pt x="825633" y="128682"/>
                  <a:pt x="829612" y="121822"/>
                </a:cubicBezTo>
                <a:lnTo>
                  <a:pt x="832699" y="124108"/>
                </a:lnTo>
                <a:cubicBezTo>
                  <a:pt x="827142" y="137400"/>
                  <a:pt x="818122" y="144047"/>
                  <a:pt x="805638" y="144047"/>
                </a:cubicBezTo>
                <a:cubicBezTo>
                  <a:pt x="799533" y="144047"/>
                  <a:pt x="794372" y="142344"/>
                  <a:pt x="790153" y="138937"/>
                </a:cubicBezTo>
                <a:cubicBezTo>
                  <a:pt x="785935" y="135529"/>
                  <a:pt x="783243" y="131725"/>
                  <a:pt x="782076" y="127526"/>
                </a:cubicBezTo>
                <a:cubicBezTo>
                  <a:pt x="781390" y="125185"/>
                  <a:pt x="781048" y="118852"/>
                  <a:pt x="781048" y="108527"/>
                </a:cubicBezTo>
                <a:lnTo>
                  <a:pt x="781048" y="56384"/>
                </a:lnTo>
                <a:lnTo>
                  <a:pt x="768495" y="56384"/>
                </a:lnTo>
                <a:lnTo>
                  <a:pt x="768495" y="52773"/>
                </a:lnTo>
                <a:cubicBezTo>
                  <a:pt x="777138" y="46655"/>
                  <a:pt x="784494" y="40228"/>
                  <a:pt x="790565" y="33491"/>
                </a:cubicBezTo>
                <a:cubicBezTo>
                  <a:pt x="796635" y="26754"/>
                  <a:pt x="801934" y="19225"/>
                  <a:pt x="806461" y="10906"/>
                </a:cubicBezTo>
                <a:lnTo>
                  <a:pt x="809857" y="10906"/>
                </a:lnTo>
                <a:close/>
                <a:moveTo>
                  <a:pt x="923343" y="90955"/>
                </a:moveTo>
                <a:lnTo>
                  <a:pt x="870561" y="90955"/>
                </a:lnTo>
                <a:cubicBezTo>
                  <a:pt x="871178" y="103748"/>
                  <a:pt x="874573" y="113858"/>
                  <a:pt x="880747" y="121285"/>
                </a:cubicBezTo>
                <a:cubicBezTo>
                  <a:pt x="885480" y="126994"/>
                  <a:pt x="891173" y="129848"/>
                  <a:pt x="897826" y="129848"/>
                </a:cubicBezTo>
                <a:cubicBezTo>
                  <a:pt x="901942" y="129848"/>
                  <a:pt x="905680" y="128699"/>
                  <a:pt x="909042" y="126401"/>
                </a:cubicBezTo>
                <a:cubicBezTo>
                  <a:pt x="912403" y="124103"/>
                  <a:pt x="916004" y="119970"/>
                  <a:pt x="919845" y="114003"/>
                </a:cubicBezTo>
                <a:lnTo>
                  <a:pt x="923343" y="116266"/>
                </a:lnTo>
                <a:cubicBezTo>
                  <a:pt x="918130" y="126898"/>
                  <a:pt x="912368" y="134426"/>
                  <a:pt x="906058" y="138851"/>
                </a:cubicBezTo>
                <a:cubicBezTo>
                  <a:pt x="899747" y="143275"/>
                  <a:pt x="892442" y="145487"/>
                  <a:pt x="884142" y="145487"/>
                </a:cubicBezTo>
                <a:cubicBezTo>
                  <a:pt x="869875" y="145487"/>
                  <a:pt x="859071" y="139994"/>
                  <a:pt x="851732" y="129008"/>
                </a:cubicBezTo>
                <a:cubicBezTo>
                  <a:pt x="845833" y="120151"/>
                  <a:pt x="842883" y="109166"/>
                  <a:pt x="842883" y="96051"/>
                </a:cubicBezTo>
                <a:cubicBezTo>
                  <a:pt x="842883" y="79983"/>
                  <a:pt x="847222" y="67195"/>
                  <a:pt x="855899" y="57686"/>
                </a:cubicBezTo>
                <a:cubicBezTo>
                  <a:pt x="864576" y="48175"/>
                  <a:pt x="874745" y="43420"/>
                  <a:pt x="886406" y="43420"/>
                </a:cubicBezTo>
                <a:cubicBezTo>
                  <a:pt x="896146" y="43420"/>
                  <a:pt x="904600" y="47415"/>
                  <a:pt x="911768" y="55406"/>
                </a:cubicBezTo>
                <a:cubicBezTo>
                  <a:pt x="918936" y="63398"/>
                  <a:pt x="922795" y="75247"/>
                  <a:pt x="923343" y="90955"/>
                </a:cubicBezTo>
                <a:moveTo>
                  <a:pt x="898032" y="84164"/>
                </a:moveTo>
                <a:cubicBezTo>
                  <a:pt x="898032" y="73121"/>
                  <a:pt x="897432" y="65541"/>
                  <a:pt x="896232" y="61426"/>
                </a:cubicBezTo>
                <a:cubicBezTo>
                  <a:pt x="895031" y="57310"/>
                  <a:pt x="893162" y="54189"/>
                  <a:pt x="890624" y="52063"/>
                </a:cubicBezTo>
                <a:cubicBezTo>
                  <a:pt x="889184" y="50828"/>
                  <a:pt x="887263" y="50211"/>
                  <a:pt x="884862" y="50211"/>
                </a:cubicBezTo>
                <a:cubicBezTo>
                  <a:pt x="881295" y="50211"/>
                  <a:pt x="878380" y="51960"/>
                  <a:pt x="876117" y="55458"/>
                </a:cubicBezTo>
                <a:cubicBezTo>
                  <a:pt x="872070" y="61563"/>
                  <a:pt x="870046" y="69931"/>
                  <a:pt x="870046" y="80563"/>
                </a:cubicBezTo>
                <a:lnTo>
                  <a:pt x="870046" y="84164"/>
                </a:lnTo>
                <a:lnTo>
                  <a:pt x="898032" y="84164"/>
                </a:lnTo>
                <a:close/>
                <a:moveTo>
                  <a:pt x="1110188" y="3087"/>
                </a:moveTo>
                <a:lnTo>
                  <a:pt x="1110188" y="40950"/>
                </a:lnTo>
                <a:lnTo>
                  <a:pt x="1106484" y="40950"/>
                </a:lnTo>
                <a:cubicBezTo>
                  <a:pt x="1104289" y="32209"/>
                  <a:pt x="1101854" y="25928"/>
                  <a:pt x="1099178" y="22109"/>
                </a:cubicBezTo>
                <a:cubicBezTo>
                  <a:pt x="1096503" y="18289"/>
                  <a:pt x="1092834" y="15243"/>
                  <a:pt x="1088169" y="12971"/>
                </a:cubicBezTo>
                <a:cubicBezTo>
                  <a:pt x="1085563" y="11732"/>
                  <a:pt x="1081001" y="11112"/>
                  <a:pt x="1074485" y="11112"/>
                </a:cubicBezTo>
                <a:lnTo>
                  <a:pt x="1064093" y="11112"/>
                </a:lnTo>
                <a:lnTo>
                  <a:pt x="1064093" y="118736"/>
                </a:lnTo>
                <a:cubicBezTo>
                  <a:pt x="1064093" y="125906"/>
                  <a:pt x="1064487" y="130388"/>
                  <a:pt x="1065276" y="132182"/>
                </a:cubicBezTo>
                <a:cubicBezTo>
                  <a:pt x="1066065" y="133974"/>
                  <a:pt x="1067608" y="135542"/>
                  <a:pt x="1069906" y="136886"/>
                </a:cubicBezTo>
                <a:cubicBezTo>
                  <a:pt x="1072204" y="138230"/>
                  <a:pt x="1075342" y="138902"/>
                  <a:pt x="1079321" y="138902"/>
                </a:cubicBezTo>
                <a:lnTo>
                  <a:pt x="1083951" y="138902"/>
                </a:lnTo>
                <a:lnTo>
                  <a:pt x="1083951" y="142606"/>
                </a:lnTo>
                <a:lnTo>
                  <a:pt x="1010898" y="142606"/>
                </a:lnTo>
                <a:lnTo>
                  <a:pt x="1010898" y="138902"/>
                </a:lnTo>
                <a:lnTo>
                  <a:pt x="1015529" y="138902"/>
                </a:lnTo>
                <a:cubicBezTo>
                  <a:pt x="1019576" y="138902"/>
                  <a:pt x="1022834" y="138179"/>
                  <a:pt x="1025303" y="136732"/>
                </a:cubicBezTo>
                <a:cubicBezTo>
                  <a:pt x="1027087" y="135765"/>
                  <a:pt x="1028493" y="134110"/>
                  <a:pt x="1029522" y="131767"/>
                </a:cubicBezTo>
                <a:cubicBezTo>
                  <a:pt x="1030276" y="130112"/>
                  <a:pt x="1030653" y="125769"/>
                  <a:pt x="1030653" y="118736"/>
                </a:cubicBezTo>
                <a:lnTo>
                  <a:pt x="1030653" y="11112"/>
                </a:lnTo>
                <a:lnTo>
                  <a:pt x="1020570" y="11112"/>
                </a:lnTo>
                <a:cubicBezTo>
                  <a:pt x="1011173" y="11112"/>
                  <a:pt x="1004348" y="13108"/>
                  <a:pt x="1000095" y="17099"/>
                </a:cubicBezTo>
                <a:cubicBezTo>
                  <a:pt x="994127" y="22674"/>
                  <a:pt x="990355" y="30625"/>
                  <a:pt x="988777" y="40950"/>
                </a:cubicBezTo>
                <a:lnTo>
                  <a:pt x="984867" y="40950"/>
                </a:lnTo>
                <a:lnTo>
                  <a:pt x="984867" y="3087"/>
                </a:lnTo>
                <a:lnTo>
                  <a:pt x="1110188" y="3087"/>
                </a:lnTo>
                <a:close/>
                <a:moveTo>
                  <a:pt x="1150932" y="43420"/>
                </a:moveTo>
                <a:cubicBezTo>
                  <a:pt x="1159300" y="43420"/>
                  <a:pt x="1167086" y="45583"/>
                  <a:pt x="1174288" y="49908"/>
                </a:cubicBezTo>
                <a:cubicBezTo>
                  <a:pt x="1181490" y="54234"/>
                  <a:pt x="1186961" y="60380"/>
                  <a:pt x="1190699" y="68345"/>
                </a:cubicBezTo>
                <a:cubicBezTo>
                  <a:pt x="1194438" y="76310"/>
                  <a:pt x="1196307" y="85030"/>
                  <a:pt x="1196307" y="94505"/>
                </a:cubicBezTo>
                <a:cubicBezTo>
                  <a:pt x="1196307" y="108168"/>
                  <a:pt x="1192843" y="119600"/>
                  <a:pt x="1185915" y="128803"/>
                </a:cubicBezTo>
                <a:cubicBezTo>
                  <a:pt x="1177546" y="139926"/>
                  <a:pt x="1165988" y="145487"/>
                  <a:pt x="1151241" y="145487"/>
                </a:cubicBezTo>
                <a:cubicBezTo>
                  <a:pt x="1136767" y="145487"/>
                  <a:pt x="1125621" y="140406"/>
                  <a:pt x="1117801" y="130243"/>
                </a:cubicBezTo>
                <a:cubicBezTo>
                  <a:pt x="1109982" y="120081"/>
                  <a:pt x="1106072" y="108305"/>
                  <a:pt x="1106072" y="94916"/>
                </a:cubicBezTo>
                <a:cubicBezTo>
                  <a:pt x="1106072" y="81116"/>
                  <a:pt x="1110067" y="69083"/>
                  <a:pt x="1118059" y="58818"/>
                </a:cubicBezTo>
                <a:cubicBezTo>
                  <a:pt x="1126050" y="48552"/>
                  <a:pt x="1137008" y="43420"/>
                  <a:pt x="1150932" y="43420"/>
                </a:cubicBezTo>
                <a:moveTo>
                  <a:pt x="1151344" y="50622"/>
                </a:moveTo>
                <a:cubicBezTo>
                  <a:pt x="1147845" y="50622"/>
                  <a:pt x="1144844" y="51945"/>
                  <a:pt x="1142341" y="54590"/>
                </a:cubicBezTo>
                <a:cubicBezTo>
                  <a:pt x="1139837" y="57233"/>
                  <a:pt x="1138191" y="62451"/>
                  <a:pt x="1137402" y="70245"/>
                </a:cubicBezTo>
                <a:cubicBezTo>
                  <a:pt x="1136613" y="78039"/>
                  <a:pt x="1136219" y="88873"/>
                  <a:pt x="1136219" y="102746"/>
                </a:cubicBezTo>
                <a:cubicBezTo>
                  <a:pt x="1136219" y="110094"/>
                  <a:pt x="1136699" y="116962"/>
                  <a:pt x="1137659" y="123350"/>
                </a:cubicBezTo>
                <a:cubicBezTo>
                  <a:pt x="1138414" y="128224"/>
                  <a:pt x="1140026" y="131932"/>
                  <a:pt x="1142495" y="134475"/>
                </a:cubicBezTo>
                <a:cubicBezTo>
                  <a:pt x="1144964" y="137015"/>
                  <a:pt x="1147777" y="138285"/>
                  <a:pt x="1150932" y="138285"/>
                </a:cubicBezTo>
                <a:cubicBezTo>
                  <a:pt x="1154019" y="138285"/>
                  <a:pt x="1156591" y="137426"/>
                  <a:pt x="1158649" y="135709"/>
                </a:cubicBezTo>
                <a:cubicBezTo>
                  <a:pt x="1161324" y="133375"/>
                  <a:pt x="1163107" y="130112"/>
                  <a:pt x="1163999" y="125922"/>
                </a:cubicBezTo>
                <a:cubicBezTo>
                  <a:pt x="1165371" y="119399"/>
                  <a:pt x="1166057" y="106214"/>
                  <a:pt x="1166057" y="86367"/>
                </a:cubicBezTo>
                <a:cubicBezTo>
                  <a:pt x="1166057" y="74693"/>
                  <a:pt x="1165405" y="66676"/>
                  <a:pt x="1164102" y="62316"/>
                </a:cubicBezTo>
                <a:cubicBezTo>
                  <a:pt x="1162799" y="57954"/>
                  <a:pt x="1160878" y="54777"/>
                  <a:pt x="1158340" y="52786"/>
                </a:cubicBezTo>
                <a:cubicBezTo>
                  <a:pt x="1156557" y="51343"/>
                  <a:pt x="1154225" y="50622"/>
                  <a:pt x="1151344" y="50622"/>
                </a:cubicBezTo>
                <a:close/>
                <a:moveTo>
                  <a:pt x="1250016" y="3087"/>
                </a:moveTo>
                <a:lnTo>
                  <a:pt x="1250016" y="94942"/>
                </a:lnTo>
                <a:lnTo>
                  <a:pt x="1272343" y="72991"/>
                </a:lnTo>
                <a:cubicBezTo>
                  <a:pt x="1276939" y="68520"/>
                  <a:pt x="1279803" y="65275"/>
                  <a:pt x="1280934" y="63258"/>
                </a:cubicBezTo>
                <a:cubicBezTo>
                  <a:pt x="1282066" y="61241"/>
                  <a:pt x="1282632" y="59293"/>
                  <a:pt x="1282632" y="57413"/>
                </a:cubicBezTo>
                <a:cubicBezTo>
                  <a:pt x="1282632" y="55535"/>
                  <a:pt x="1281877" y="53970"/>
                  <a:pt x="1280368" y="52718"/>
                </a:cubicBezTo>
                <a:cubicBezTo>
                  <a:pt x="1278859" y="51467"/>
                  <a:pt x="1275910" y="50562"/>
                  <a:pt x="1271520" y="50005"/>
                </a:cubicBezTo>
                <a:lnTo>
                  <a:pt x="1271520" y="46301"/>
                </a:lnTo>
                <a:lnTo>
                  <a:pt x="1314631" y="46301"/>
                </a:lnTo>
                <a:lnTo>
                  <a:pt x="1314631" y="50005"/>
                </a:lnTo>
                <a:cubicBezTo>
                  <a:pt x="1310515" y="50213"/>
                  <a:pt x="1306914" y="51201"/>
                  <a:pt x="1303827" y="52969"/>
                </a:cubicBezTo>
                <a:cubicBezTo>
                  <a:pt x="1300741" y="54738"/>
                  <a:pt x="1294704" y="60060"/>
                  <a:pt x="1285719" y="68937"/>
                </a:cubicBezTo>
                <a:lnTo>
                  <a:pt x="1275224" y="79312"/>
                </a:lnTo>
                <a:lnTo>
                  <a:pt x="1297860" y="112366"/>
                </a:lnTo>
                <a:cubicBezTo>
                  <a:pt x="1306983" y="125806"/>
                  <a:pt x="1312402" y="133348"/>
                  <a:pt x="1314116" y="134992"/>
                </a:cubicBezTo>
                <a:cubicBezTo>
                  <a:pt x="1316449" y="137324"/>
                  <a:pt x="1319398" y="138628"/>
                  <a:pt x="1322965" y="138902"/>
                </a:cubicBezTo>
                <a:lnTo>
                  <a:pt x="1322965" y="142606"/>
                </a:lnTo>
                <a:lnTo>
                  <a:pt x="1273269" y="142606"/>
                </a:lnTo>
                <a:lnTo>
                  <a:pt x="1273269" y="138902"/>
                </a:lnTo>
                <a:cubicBezTo>
                  <a:pt x="1275464" y="138902"/>
                  <a:pt x="1277059" y="138490"/>
                  <a:pt x="1278053" y="137667"/>
                </a:cubicBezTo>
                <a:cubicBezTo>
                  <a:pt x="1279048" y="136842"/>
                  <a:pt x="1279545" y="135949"/>
                  <a:pt x="1279545" y="134989"/>
                </a:cubicBezTo>
                <a:cubicBezTo>
                  <a:pt x="1279545" y="133409"/>
                  <a:pt x="1278105" y="130491"/>
                  <a:pt x="1275224" y="126234"/>
                </a:cubicBezTo>
                <a:lnTo>
                  <a:pt x="1256189" y="98321"/>
                </a:lnTo>
                <a:lnTo>
                  <a:pt x="1250016" y="104434"/>
                </a:lnTo>
                <a:lnTo>
                  <a:pt x="1250016" y="121616"/>
                </a:lnTo>
                <a:cubicBezTo>
                  <a:pt x="1250016" y="129001"/>
                  <a:pt x="1250702" y="133607"/>
                  <a:pt x="1252074" y="135436"/>
                </a:cubicBezTo>
                <a:cubicBezTo>
                  <a:pt x="1253445" y="137264"/>
                  <a:pt x="1256258" y="138420"/>
                  <a:pt x="1260511" y="138902"/>
                </a:cubicBezTo>
                <a:lnTo>
                  <a:pt x="1260511" y="142606"/>
                </a:lnTo>
                <a:lnTo>
                  <a:pt x="1210814" y="142606"/>
                </a:lnTo>
                <a:lnTo>
                  <a:pt x="1210814" y="138902"/>
                </a:lnTo>
                <a:cubicBezTo>
                  <a:pt x="1214862" y="138488"/>
                  <a:pt x="1217742" y="137178"/>
                  <a:pt x="1219457" y="134970"/>
                </a:cubicBezTo>
                <a:cubicBezTo>
                  <a:pt x="1220623" y="133452"/>
                  <a:pt x="1221206" y="129001"/>
                  <a:pt x="1221206" y="121616"/>
                </a:cubicBezTo>
                <a:lnTo>
                  <a:pt x="1221206" y="24076"/>
                </a:lnTo>
                <a:cubicBezTo>
                  <a:pt x="1221206" y="16718"/>
                  <a:pt x="1220538" y="12136"/>
                  <a:pt x="1219200" y="10331"/>
                </a:cubicBezTo>
                <a:cubicBezTo>
                  <a:pt x="1217862" y="8526"/>
                  <a:pt x="1215067" y="7346"/>
                  <a:pt x="1210814" y="6791"/>
                </a:cubicBezTo>
                <a:lnTo>
                  <a:pt x="1210814" y="3087"/>
                </a:lnTo>
                <a:lnTo>
                  <a:pt x="1250016" y="3087"/>
                </a:lnTo>
                <a:close/>
                <a:moveTo>
                  <a:pt x="1409567" y="90955"/>
                </a:moveTo>
                <a:lnTo>
                  <a:pt x="1356784" y="90955"/>
                </a:lnTo>
                <a:cubicBezTo>
                  <a:pt x="1357401" y="103748"/>
                  <a:pt x="1360797" y="113858"/>
                  <a:pt x="1366970" y="121285"/>
                </a:cubicBezTo>
                <a:cubicBezTo>
                  <a:pt x="1371703" y="126994"/>
                  <a:pt x="1377396" y="129848"/>
                  <a:pt x="1384050" y="129848"/>
                </a:cubicBezTo>
                <a:cubicBezTo>
                  <a:pt x="1388165" y="129848"/>
                  <a:pt x="1391904" y="128699"/>
                  <a:pt x="1395265" y="126401"/>
                </a:cubicBezTo>
                <a:cubicBezTo>
                  <a:pt x="1398626" y="124103"/>
                  <a:pt x="1402227" y="119970"/>
                  <a:pt x="1406068" y="114003"/>
                </a:cubicBezTo>
                <a:lnTo>
                  <a:pt x="1409567" y="116266"/>
                </a:lnTo>
                <a:cubicBezTo>
                  <a:pt x="1404354" y="126898"/>
                  <a:pt x="1398592" y="134426"/>
                  <a:pt x="1392281" y="138851"/>
                </a:cubicBezTo>
                <a:cubicBezTo>
                  <a:pt x="1385970" y="143275"/>
                  <a:pt x="1378665" y="145487"/>
                  <a:pt x="1370365" y="145487"/>
                </a:cubicBezTo>
                <a:cubicBezTo>
                  <a:pt x="1356098" y="145487"/>
                  <a:pt x="1345294" y="139994"/>
                  <a:pt x="1337955" y="129008"/>
                </a:cubicBezTo>
                <a:cubicBezTo>
                  <a:pt x="1332056" y="120151"/>
                  <a:pt x="1329106" y="109166"/>
                  <a:pt x="1329106" y="96051"/>
                </a:cubicBezTo>
                <a:cubicBezTo>
                  <a:pt x="1329106" y="79983"/>
                  <a:pt x="1333445" y="67195"/>
                  <a:pt x="1342122" y="57686"/>
                </a:cubicBezTo>
                <a:cubicBezTo>
                  <a:pt x="1350799" y="48175"/>
                  <a:pt x="1360968" y="43420"/>
                  <a:pt x="1372629" y="43420"/>
                </a:cubicBezTo>
                <a:cubicBezTo>
                  <a:pt x="1382369" y="43420"/>
                  <a:pt x="1390823" y="47415"/>
                  <a:pt x="1397991" y="55406"/>
                </a:cubicBezTo>
                <a:cubicBezTo>
                  <a:pt x="1405160" y="63398"/>
                  <a:pt x="1409018" y="75247"/>
                  <a:pt x="1409567" y="90955"/>
                </a:cubicBezTo>
                <a:moveTo>
                  <a:pt x="1384256" y="84164"/>
                </a:moveTo>
                <a:cubicBezTo>
                  <a:pt x="1384256" y="73121"/>
                  <a:pt x="1383655" y="65541"/>
                  <a:pt x="1382455" y="61426"/>
                </a:cubicBezTo>
                <a:cubicBezTo>
                  <a:pt x="1381255" y="57310"/>
                  <a:pt x="1379385" y="54189"/>
                  <a:pt x="1376848" y="52063"/>
                </a:cubicBezTo>
                <a:cubicBezTo>
                  <a:pt x="1375407" y="50828"/>
                  <a:pt x="1373486" y="50211"/>
                  <a:pt x="1371086" y="50211"/>
                </a:cubicBezTo>
                <a:cubicBezTo>
                  <a:pt x="1367519" y="50211"/>
                  <a:pt x="1364604" y="51960"/>
                  <a:pt x="1362340" y="55458"/>
                </a:cubicBezTo>
                <a:cubicBezTo>
                  <a:pt x="1358293" y="61563"/>
                  <a:pt x="1356269" y="69931"/>
                  <a:pt x="1356269" y="80563"/>
                </a:cubicBezTo>
                <a:lnTo>
                  <a:pt x="1356269" y="84164"/>
                </a:lnTo>
                <a:lnTo>
                  <a:pt x="1384256" y="84164"/>
                </a:lnTo>
                <a:close/>
                <a:moveTo>
                  <a:pt x="1460941" y="46301"/>
                </a:moveTo>
                <a:lnTo>
                  <a:pt x="1460941" y="58853"/>
                </a:lnTo>
                <a:cubicBezTo>
                  <a:pt x="1465880" y="53467"/>
                  <a:pt x="1470613" y="49548"/>
                  <a:pt x="1475140" y="47098"/>
                </a:cubicBezTo>
                <a:cubicBezTo>
                  <a:pt x="1479667" y="44646"/>
                  <a:pt x="1484537" y="43420"/>
                  <a:pt x="1489750" y="43420"/>
                </a:cubicBezTo>
                <a:cubicBezTo>
                  <a:pt x="1495992" y="43420"/>
                  <a:pt x="1501171" y="45154"/>
                  <a:pt x="1505287" y="48622"/>
                </a:cubicBezTo>
                <a:cubicBezTo>
                  <a:pt x="1509402" y="52090"/>
                  <a:pt x="1512146" y="56400"/>
                  <a:pt x="1513518" y="61551"/>
                </a:cubicBezTo>
                <a:cubicBezTo>
                  <a:pt x="1514615" y="65467"/>
                  <a:pt x="1515164" y="72989"/>
                  <a:pt x="1515164" y="84116"/>
                </a:cubicBezTo>
                <a:lnTo>
                  <a:pt x="1515164" y="121616"/>
                </a:lnTo>
                <a:cubicBezTo>
                  <a:pt x="1515164" y="129025"/>
                  <a:pt x="1515833" y="133637"/>
                  <a:pt x="1517171" y="135455"/>
                </a:cubicBezTo>
                <a:cubicBezTo>
                  <a:pt x="1518508" y="137273"/>
                  <a:pt x="1521303" y="138422"/>
                  <a:pt x="1525556" y="138902"/>
                </a:cubicBezTo>
                <a:lnTo>
                  <a:pt x="1525556" y="142606"/>
                </a:lnTo>
                <a:lnTo>
                  <a:pt x="1476889" y="142606"/>
                </a:lnTo>
                <a:lnTo>
                  <a:pt x="1476889" y="138902"/>
                </a:lnTo>
                <a:cubicBezTo>
                  <a:pt x="1480524" y="138422"/>
                  <a:pt x="1483131" y="136913"/>
                  <a:pt x="1484709" y="134375"/>
                </a:cubicBezTo>
                <a:cubicBezTo>
                  <a:pt x="1485806" y="132660"/>
                  <a:pt x="1486355" y="128407"/>
                  <a:pt x="1486355" y="121616"/>
                </a:cubicBezTo>
                <a:lnTo>
                  <a:pt x="1486355" y="78814"/>
                </a:lnTo>
                <a:cubicBezTo>
                  <a:pt x="1486355" y="70926"/>
                  <a:pt x="1486046" y="65953"/>
                  <a:pt x="1485429" y="63895"/>
                </a:cubicBezTo>
                <a:cubicBezTo>
                  <a:pt x="1484812" y="61837"/>
                  <a:pt x="1483766" y="60242"/>
                  <a:pt x="1482291" y="59111"/>
                </a:cubicBezTo>
                <a:cubicBezTo>
                  <a:pt x="1480816" y="57979"/>
                  <a:pt x="1479187" y="57413"/>
                  <a:pt x="1477403" y="57413"/>
                </a:cubicBezTo>
                <a:cubicBezTo>
                  <a:pt x="1471504" y="57413"/>
                  <a:pt x="1466017" y="61666"/>
                  <a:pt x="1460941" y="70171"/>
                </a:cubicBezTo>
                <a:lnTo>
                  <a:pt x="1460941" y="121616"/>
                </a:lnTo>
                <a:cubicBezTo>
                  <a:pt x="1460941" y="128819"/>
                  <a:pt x="1461610" y="133380"/>
                  <a:pt x="1462947" y="135301"/>
                </a:cubicBezTo>
                <a:cubicBezTo>
                  <a:pt x="1464285" y="137222"/>
                  <a:pt x="1466771" y="138422"/>
                  <a:pt x="1470407" y="138902"/>
                </a:cubicBezTo>
                <a:lnTo>
                  <a:pt x="1470407" y="142606"/>
                </a:lnTo>
                <a:lnTo>
                  <a:pt x="1421740" y="142606"/>
                </a:lnTo>
                <a:lnTo>
                  <a:pt x="1421740" y="138902"/>
                </a:lnTo>
                <a:cubicBezTo>
                  <a:pt x="1425787" y="138490"/>
                  <a:pt x="1428668" y="137187"/>
                  <a:pt x="1430383" y="134992"/>
                </a:cubicBezTo>
                <a:cubicBezTo>
                  <a:pt x="1431549" y="133483"/>
                  <a:pt x="1432132" y="129025"/>
                  <a:pt x="1432132" y="121616"/>
                </a:cubicBezTo>
                <a:lnTo>
                  <a:pt x="1432132" y="67290"/>
                </a:lnTo>
                <a:cubicBezTo>
                  <a:pt x="1432132" y="59932"/>
                  <a:pt x="1431463" y="55350"/>
                  <a:pt x="1430125" y="53545"/>
                </a:cubicBezTo>
                <a:cubicBezTo>
                  <a:pt x="1428788" y="51740"/>
                  <a:pt x="1425993" y="50560"/>
                  <a:pt x="1421740" y="50005"/>
                </a:cubicBezTo>
                <a:lnTo>
                  <a:pt x="1421740" y="46301"/>
                </a:lnTo>
                <a:lnTo>
                  <a:pt x="1460941" y="46301"/>
                </a:lnTo>
                <a:close/>
                <a:moveTo>
                  <a:pt x="1599605" y="43831"/>
                </a:moveTo>
                <a:lnTo>
                  <a:pt x="1601149" y="76756"/>
                </a:lnTo>
                <a:lnTo>
                  <a:pt x="1597650" y="76756"/>
                </a:lnTo>
                <a:cubicBezTo>
                  <a:pt x="1593466" y="66937"/>
                  <a:pt x="1589127" y="60229"/>
                  <a:pt x="1584635" y="56635"/>
                </a:cubicBezTo>
                <a:cubicBezTo>
                  <a:pt x="1580142" y="53038"/>
                  <a:pt x="1575666" y="51239"/>
                  <a:pt x="1571207" y="51239"/>
                </a:cubicBezTo>
                <a:cubicBezTo>
                  <a:pt x="1568395" y="51239"/>
                  <a:pt x="1565994" y="52183"/>
                  <a:pt x="1564005" y="54069"/>
                </a:cubicBezTo>
                <a:cubicBezTo>
                  <a:pt x="1562016" y="55955"/>
                  <a:pt x="1561021" y="58133"/>
                  <a:pt x="1561021" y="60602"/>
                </a:cubicBezTo>
                <a:cubicBezTo>
                  <a:pt x="1561021" y="62454"/>
                  <a:pt x="1561707" y="64238"/>
                  <a:pt x="1563079" y="65953"/>
                </a:cubicBezTo>
                <a:cubicBezTo>
                  <a:pt x="1565274" y="68765"/>
                  <a:pt x="1571413" y="73584"/>
                  <a:pt x="1581496" y="80409"/>
                </a:cubicBezTo>
                <a:cubicBezTo>
                  <a:pt x="1591580" y="87234"/>
                  <a:pt x="1598216" y="93030"/>
                  <a:pt x="1601406" y="97797"/>
                </a:cubicBezTo>
                <a:cubicBezTo>
                  <a:pt x="1604595" y="102565"/>
                  <a:pt x="1606190" y="107898"/>
                  <a:pt x="1606190" y="113797"/>
                </a:cubicBezTo>
                <a:cubicBezTo>
                  <a:pt x="1606190" y="119147"/>
                  <a:pt x="1604853" y="124394"/>
                  <a:pt x="1602177" y="129539"/>
                </a:cubicBezTo>
                <a:cubicBezTo>
                  <a:pt x="1599502" y="134684"/>
                  <a:pt x="1595730" y="138628"/>
                  <a:pt x="1590859" y="141371"/>
                </a:cubicBezTo>
                <a:cubicBezTo>
                  <a:pt x="1585989" y="144115"/>
                  <a:pt x="1580605" y="145487"/>
                  <a:pt x="1574706" y="145487"/>
                </a:cubicBezTo>
                <a:cubicBezTo>
                  <a:pt x="1570110" y="145487"/>
                  <a:pt x="1563971" y="144020"/>
                  <a:pt x="1556288" y="141085"/>
                </a:cubicBezTo>
                <a:cubicBezTo>
                  <a:pt x="1554230" y="140316"/>
                  <a:pt x="1552824" y="139931"/>
                  <a:pt x="1552070" y="139931"/>
                </a:cubicBezTo>
                <a:cubicBezTo>
                  <a:pt x="1549806" y="139931"/>
                  <a:pt x="1547920" y="141646"/>
                  <a:pt x="1546411" y="145075"/>
                </a:cubicBezTo>
                <a:lnTo>
                  <a:pt x="1543015" y="145075"/>
                </a:lnTo>
                <a:lnTo>
                  <a:pt x="1541369" y="110504"/>
                </a:lnTo>
                <a:lnTo>
                  <a:pt x="1544867" y="110504"/>
                </a:lnTo>
                <a:cubicBezTo>
                  <a:pt x="1547954" y="119559"/>
                  <a:pt x="1552190" y="126349"/>
                  <a:pt x="1557574" y="130877"/>
                </a:cubicBezTo>
                <a:cubicBezTo>
                  <a:pt x="1562959" y="135404"/>
                  <a:pt x="1568052" y="137667"/>
                  <a:pt x="1572854" y="137667"/>
                </a:cubicBezTo>
                <a:cubicBezTo>
                  <a:pt x="1576146" y="137667"/>
                  <a:pt x="1578838" y="136656"/>
                  <a:pt x="1580931" y="134632"/>
                </a:cubicBezTo>
                <a:cubicBezTo>
                  <a:pt x="1583023" y="132609"/>
                  <a:pt x="1584069" y="130156"/>
                  <a:pt x="1584069" y="127275"/>
                </a:cubicBezTo>
                <a:cubicBezTo>
                  <a:pt x="1584069" y="123983"/>
                  <a:pt x="1583040" y="121136"/>
                  <a:pt x="1580982" y="118736"/>
                </a:cubicBezTo>
                <a:cubicBezTo>
                  <a:pt x="1578924" y="116335"/>
                  <a:pt x="1574328" y="112699"/>
                  <a:pt x="1567195" y="107829"/>
                </a:cubicBezTo>
                <a:cubicBezTo>
                  <a:pt x="1556700" y="100558"/>
                  <a:pt x="1549909" y="95002"/>
                  <a:pt x="1546822" y="91161"/>
                </a:cubicBezTo>
                <a:cubicBezTo>
                  <a:pt x="1542295" y="85536"/>
                  <a:pt x="1540032" y="79328"/>
                  <a:pt x="1540032" y="72538"/>
                </a:cubicBezTo>
                <a:cubicBezTo>
                  <a:pt x="1540032" y="65130"/>
                  <a:pt x="1542587" y="58425"/>
                  <a:pt x="1547697" y="52423"/>
                </a:cubicBezTo>
                <a:cubicBezTo>
                  <a:pt x="1552807" y="46421"/>
                  <a:pt x="1560198" y="43420"/>
                  <a:pt x="1569870" y="43420"/>
                </a:cubicBezTo>
                <a:cubicBezTo>
                  <a:pt x="1575083" y="43420"/>
                  <a:pt x="1580125" y="44738"/>
                  <a:pt x="1584995" y="47375"/>
                </a:cubicBezTo>
                <a:cubicBezTo>
                  <a:pt x="1586847" y="48442"/>
                  <a:pt x="1588356" y="48976"/>
                  <a:pt x="1589522" y="48976"/>
                </a:cubicBezTo>
                <a:cubicBezTo>
                  <a:pt x="1590757" y="48976"/>
                  <a:pt x="1591751" y="48719"/>
                  <a:pt x="1592506" y="48204"/>
                </a:cubicBezTo>
                <a:cubicBezTo>
                  <a:pt x="1593260" y="47690"/>
                  <a:pt x="1594461" y="46232"/>
                  <a:pt x="1596107" y="43831"/>
                </a:cubicBezTo>
                <a:lnTo>
                  <a:pt x="1599605" y="438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B86F0-E7ED-45A0-9433-616AEA8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985120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0583E-B74E-4E8F-9C01-58D24F54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985120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364" name="Text a">
            <a:extLst xmlns:a="http://schemas.openxmlformats.org/drawingml/2006/main">
              <a:ext uri="{FF2B5EF4-FFF2-40B4-BE49-F238E27FC236}">
                <a16:creationId xmlns:a16="http://schemas.microsoft.com/office/drawing/2014/main" id="{F3BC1596-3D91-4C3F-B0D2-23350B0E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45" y="7098916"/>
            <a:ext cx="85605" cy="98981"/>
          </a:xfrm>
          <a:custGeom xmlns:a="http://schemas.openxmlformats.org/drawingml/2006/main">
            <a:pathLst>
              <a:path w="85605" h="98981">
                <a:moveTo>
                  <a:pt x="52474" y="83341"/>
                </a:moveTo>
                <a:cubicBezTo>
                  <a:pt x="42802" y="90818"/>
                  <a:pt x="36732" y="95139"/>
                  <a:pt x="34263" y="96305"/>
                </a:cubicBezTo>
                <a:cubicBezTo>
                  <a:pt x="30558" y="98089"/>
                  <a:pt x="26614" y="98981"/>
                  <a:pt x="22430" y="98981"/>
                </a:cubicBezTo>
                <a:cubicBezTo>
                  <a:pt x="15914" y="98981"/>
                  <a:pt x="10546" y="96751"/>
                  <a:pt x="6328" y="92293"/>
                </a:cubicBezTo>
                <a:cubicBezTo>
                  <a:pt x="2109" y="87834"/>
                  <a:pt x="0" y="81969"/>
                  <a:pt x="0" y="74698"/>
                </a:cubicBezTo>
                <a:cubicBezTo>
                  <a:pt x="0" y="70103"/>
                  <a:pt x="1029" y="66124"/>
                  <a:pt x="3087" y="62763"/>
                </a:cubicBezTo>
                <a:cubicBezTo>
                  <a:pt x="5899" y="58099"/>
                  <a:pt x="10786" y="53709"/>
                  <a:pt x="17749" y="49593"/>
                </a:cubicBezTo>
                <a:cubicBezTo>
                  <a:pt x="24711" y="45478"/>
                  <a:pt x="36286" y="40470"/>
                  <a:pt x="52474" y="34571"/>
                </a:cubicBezTo>
                <a:lnTo>
                  <a:pt x="52474" y="30867"/>
                </a:lnTo>
                <a:cubicBezTo>
                  <a:pt x="52474" y="21470"/>
                  <a:pt x="50982" y="15022"/>
                  <a:pt x="47998" y="11524"/>
                </a:cubicBezTo>
                <a:cubicBezTo>
                  <a:pt x="45015" y="8025"/>
                  <a:pt x="40676" y="6276"/>
                  <a:pt x="34983" y="6276"/>
                </a:cubicBezTo>
                <a:cubicBezTo>
                  <a:pt x="30661" y="6276"/>
                  <a:pt x="27232" y="7438"/>
                  <a:pt x="24694" y="9762"/>
                </a:cubicBezTo>
                <a:cubicBezTo>
                  <a:pt x="22087" y="12085"/>
                  <a:pt x="20784" y="14751"/>
                  <a:pt x="20784" y="17758"/>
                </a:cubicBezTo>
                <a:lnTo>
                  <a:pt x="20990" y="23703"/>
                </a:lnTo>
                <a:cubicBezTo>
                  <a:pt x="20990" y="26846"/>
                  <a:pt x="20184" y="29271"/>
                  <a:pt x="18572" y="30980"/>
                </a:cubicBezTo>
                <a:cubicBezTo>
                  <a:pt x="16960" y="32688"/>
                  <a:pt x="14851" y="33542"/>
                  <a:pt x="12244" y="33542"/>
                </a:cubicBezTo>
                <a:cubicBezTo>
                  <a:pt x="9706" y="33542"/>
                  <a:pt x="7631" y="32654"/>
                  <a:pt x="6019" y="30877"/>
                </a:cubicBezTo>
                <a:cubicBezTo>
                  <a:pt x="4407" y="29098"/>
                  <a:pt x="3601" y="26669"/>
                  <a:pt x="3601" y="23591"/>
                </a:cubicBezTo>
                <a:cubicBezTo>
                  <a:pt x="3601" y="17711"/>
                  <a:pt x="6619" y="12309"/>
                  <a:pt x="12656" y="7386"/>
                </a:cubicBezTo>
                <a:cubicBezTo>
                  <a:pt x="18692" y="2462"/>
                  <a:pt x="27163" y="0"/>
                  <a:pt x="38069" y="0"/>
                </a:cubicBezTo>
                <a:cubicBezTo>
                  <a:pt x="46438" y="0"/>
                  <a:pt x="53297" y="1404"/>
                  <a:pt x="58648" y="4212"/>
                </a:cubicBezTo>
                <a:cubicBezTo>
                  <a:pt x="62695" y="6336"/>
                  <a:pt x="65678" y="9660"/>
                  <a:pt x="67599" y="14183"/>
                </a:cubicBezTo>
                <a:cubicBezTo>
                  <a:pt x="68834" y="17128"/>
                  <a:pt x="69451" y="23157"/>
                  <a:pt x="69451" y="32269"/>
                </a:cubicBezTo>
                <a:lnTo>
                  <a:pt x="69451" y="64229"/>
                </a:lnTo>
                <a:cubicBezTo>
                  <a:pt x="69451" y="73204"/>
                  <a:pt x="69623" y="78703"/>
                  <a:pt x="69965" y="80724"/>
                </a:cubicBezTo>
                <a:cubicBezTo>
                  <a:pt x="70308" y="82745"/>
                  <a:pt x="70874" y="84099"/>
                  <a:pt x="71663" y="84785"/>
                </a:cubicBezTo>
                <a:cubicBezTo>
                  <a:pt x="72452" y="85469"/>
                  <a:pt x="73361" y="85811"/>
                  <a:pt x="74390" y="85811"/>
                </a:cubicBezTo>
                <a:cubicBezTo>
                  <a:pt x="75487" y="85811"/>
                  <a:pt x="76448" y="85571"/>
                  <a:pt x="77271" y="85090"/>
                </a:cubicBezTo>
                <a:cubicBezTo>
                  <a:pt x="78711" y="84199"/>
                  <a:pt x="81489" y="81695"/>
                  <a:pt x="85605" y="77579"/>
                </a:cubicBezTo>
                <a:lnTo>
                  <a:pt x="85605" y="83341"/>
                </a:lnTo>
                <a:cubicBezTo>
                  <a:pt x="77922" y="93630"/>
                  <a:pt x="70583" y="98775"/>
                  <a:pt x="63586" y="98775"/>
                </a:cubicBezTo>
                <a:cubicBezTo>
                  <a:pt x="60225" y="98775"/>
                  <a:pt x="57550" y="97609"/>
                  <a:pt x="55561" y="95277"/>
                </a:cubicBezTo>
                <a:cubicBezTo>
                  <a:pt x="53572" y="92944"/>
                  <a:pt x="52543" y="88966"/>
                  <a:pt x="52474" y="83341"/>
                </a:cubicBezTo>
                <a:moveTo>
                  <a:pt x="52474" y="76595"/>
                </a:moveTo>
                <a:lnTo>
                  <a:pt x="52474" y="40847"/>
                </a:lnTo>
                <a:cubicBezTo>
                  <a:pt x="42116" y="44944"/>
                  <a:pt x="35429" y="47846"/>
                  <a:pt x="32410" y="49555"/>
                </a:cubicBezTo>
                <a:cubicBezTo>
                  <a:pt x="26992" y="52560"/>
                  <a:pt x="23116" y="55701"/>
                  <a:pt x="20784" y="58979"/>
                </a:cubicBezTo>
                <a:cubicBezTo>
                  <a:pt x="18452" y="62256"/>
                  <a:pt x="17286" y="65841"/>
                  <a:pt x="17286" y="69734"/>
                </a:cubicBezTo>
                <a:cubicBezTo>
                  <a:pt x="17286" y="74651"/>
                  <a:pt x="18760" y="78732"/>
                  <a:pt x="21710" y="81975"/>
                </a:cubicBezTo>
                <a:cubicBezTo>
                  <a:pt x="24659" y="85218"/>
                  <a:pt x="28055" y="86840"/>
                  <a:pt x="31896" y="86840"/>
                </a:cubicBezTo>
                <a:cubicBezTo>
                  <a:pt x="37109" y="86840"/>
                  <a:pt x="43969" y="83425"/>
                  <a:pt x="52474" y="76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2C459-D8A3-439B-A4DD-15984643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985120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96C1B-6090-4766-A4D9-1C49CC75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985120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67" name="Text local">
            <a:extLst xmlns:a="http://schemas.openxmlformats.org/drawingml/2006/main">
              <a:ext uri="{FF2B5EF4-FFF2-40B4-BE49-F238E27FC236}">
                <a16:creationId xmlns:a16="http://schemas.microsoft.com/office/drawing/2014/main" id="{F3F23D16-983A-4F13-A489-C8591C58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928" y="7049529"/>
            <a:ext cx="399006" cy="149191"/>
          </a:xfrm>
          <a:custGeom xmlns:a="http://schemas.openxmlformats.org/drawingml/2006/main">
            <a:pathLst>
              <a:path w="399006" h="149191">
                <a:moveTo>
                  <a:pt x="32719" y="0"/>
                </a:moveTo>
                <a:lnTo>
                  <a:pt x="32719" y="124922"/>
                </a:lnTo>
                <a:cubicBezTo>
                  <a:pt x="32719" y="130817"/>
                  <a:pt x="33148" y="134724"/>
                  <a:pt x="34005" y="136645"/>
                </a:cubicBezTo>
                <a:cubicBezTo>
                  <a:pt x="34863" y="138563"/>
                  <a:pt x="36183" y="140020"/>
                  <a:pt x="37967" y="141015"/>
                </a:cubicBezTo>
                <a:cubicBezTo>
                  <a:pt x="39750" y="142007"/>
                  <a:pt x="43077" y="142503"/>
                  <a:pt x="47947" y="142503"/>
                </a:cubicBezTo>
                <a:lnTo>
                  <a:pt x="47947" y="146310"/>
                </a:lnTo>
                <a:lnTo>
                  <a:pt x="1749" y="146310"/>
                </a:lnTo>
                <a:lnTo>
                  <a:pt x="1749" y="142503"/>
                </a:lnTo>
                <a:cubicBezTo>
                  <a:pt x="6071" y="142503"/>
                  <a:pt x="9020" y="142058"/>
                  <a:pt x="10598" y="141169"/>
                </a:cubicBezTo>
                <a:cubicBezTo>
                  <a:pt x="12175" y="140277"/>
                  <a:pt x="13410" y="138803"/>
                  <a:pt x="14302" y="136748"/>
                </a:cubicBezTo>
                <a:cubicBezTo>
                  <a:pt x="15193" y="134690"/>
                  <a:pt x="15639" y="130748"/>
                  <a:pt x="15639" y="124922"/>
                </a:cubicBezTo>
                <a:lnTo>
                  <a:pt x="15639" y="39378"/>
                </a:lnTo>
                <a:cubicBezTo>
                  <a:pt x="15639" y="28755"/>
                  <a:pt x="15399" y="22226"/>
                  <a:pt x="14919" y="19794"/>
                </a:cubicBezTo>
                <a:cubicBezTo>
                  <a:pt x="14439" y="17358"/>
                  <a:pt x="13667" y="15696"/>
                  <a:pt x="12604" y="14807"/>
                </a:cubicBezTo>
                <a:cubicBezTo>
                  <a:pt x="11541" y="13915"/>
                  <a:pt x="10186" y="13469"/>
                  <a:pt x="8540" y="13469"/>
                </a:cubicBezTo>
                <a:cubicBezTo>
                  <a:pt x="6756" y="13469"/>
                  <a:pt x="4493" y="14018"/>
                  <a:pt x="1749" y="15115"/>
                </a:cubicBezTo>
                <a:lnTo>
                  <a:pt x="0" y="11514"/>
                </a:lnTo>
                <a:lnTo>
                  <a:pt x="28089" y="0"/>
                </a:lnTo>
                <a:lnTo>
                  <a:pt x="32719" y="0"/>
                </a:lnTo>
                <a:close/>
                <a:moveTo>
                  <a:pt x="104983" y="49387"/>
                </a:moveTo>
                <a:cubicBezTo>
                  <a:pt x="119251" y="49387"/>
                  <a:pt x="130706" y="54801"/>
                  <a:pt x="139349" y="65628"/>
                </a:cubicBezTo>
                <a:cubicBezTo>
                  <a:pt x="146688" y="74877"/>
                  <a:pt x="150358" y="85499"/>
                  <a:pt x="150358" y="97492"/>
                </a:cubicBezTo>
                <a:cubicBezTo>
                  <a:pt x="150358" y="105920"/>
                  <a:pt x="148335" y="114452"/>
                  <a:pt x="144288" y="123086"/>
                </a:cubicBezTo>
                <a:cubicBezTo>
                  <a:pt x="140241" y="131718"/>
                  <a:pt x="134667" y="138227"/>
                  <a:pt x="127568" y="142613"/>
                </a:cubicBezTo>
                <a:cubicBezTo>
                  <a:pt x="120468" y="146998"/>
                  <a:pt x="112563" y="149191"/>
                  <a:pt x="103852" y="149191"/>
                </a:cubicBezTo>
                <a:cubicBezTo>
                  <a:pt x="89653" y="149191"/>
                  <a:pt x="78369" y="143537"/>
                  <a:pt x="70001" y="132230"/>
                </a:cubicBezTo>
                <a:cubicBezTo>
                  <a:pt x="62936" y="122706"/>
                  <a:pt x="59403" y="112018"/>
                  <a:pt x="59403" y="100164"/>
                </a:cubicBezTo>
                <a:cubicBezTo>
                  <a:pt x="59403" y="91530"/>
                  <a:pt x="61547" y="82947"/>
                  <a:pt x="65834" y="74415"/>
                </a:cubicBezTo>
                <a:cubicBezTo>
                  <a:pt x="70121" y="65884"/>
                  <a:pt x="75763" y="59580"/>
                  <a:pt x="82759" y="55503"/>
                </a:cubicBezTo>
                <a:cubicBezTo>
                  <a:pt x="89756" y="51426"/>
                  <a:pt x="97164" y="49387"/>
                  <a:pt x="104983" y="49387"/>
                </a:cubicBezTo>
                <a:moveTo>
                  <a:pt x="101794" y="56178"/>
                </a:moveTo>
                <a:cubicBezTo>
                  <a:pt x="98158" y="56178"/>
                  <a:pt x="94506" y="57257"/>
                  <a:pt x="90836" y="59416"/>
                </a:cubicBezTo>
                <a:cubicBezTo>
                  <a:pt x="87166" y="61575"/>
                  <a:pt x="84200" y="65360"/>
                  <a:pt x="81936" y="70773"/>
                </a:cubicBezTo>
                <a:cubicBezTo>
                  <a:pt x="79672" y="76185"/>
                  <a:pt x="78541" y="83139"/>
                  <a:pt x="78541" y="91634"/>
                </a:cubicBezTo>
                <a:cubicBezTo>
                  <a:pt x="78541" y="105335"/>
                  <a:pt x="81267" y="117154"/>
                  <a:pt x="86720" y="127089"/>
                </a:cubicBezTo>
                <a:cubicBezTo>
                  <a:pt x="92174" y="137022"/>
                  <a:pt x="99359" y="141989"/>
                  <a:pt x="108276" y="141989"/>
                </a:cubicBezTo>
                <a:cubicBezTo>
                  <a:pt x="114930" y="141989"/>
                  <a:pt x="120417" y="139248"/>
                  <a:pt x="124738" y="133767"/>
                </a:cubicBezTo>
                <a:cubicBezTo>
                  <a:pt x="129060" y="128286"/>
                  <a:pt x="131221" y="118866"/>
                  <a:pt x="131221" y="105508"/>
                </a:cubicBezTo>
                <a:cubicBezTo>
                  <a:pt x="131221" y="88790"/>
                  <a:pt x="127619" y="75635"/>
                  <a:pt x="120417" y="66043"/>
                </a:cubicBezTo>
                <a:cubicBezTo>
                  <a:pt x="115547" y="59466"/>
                  <a:pt x="109339" y="56178"/>
                  <a:pt x="101794" y="56178"/>
                </a:cubicBezTo>
                <a:close/>
                <a:moveTo>
                  <a:pt x="244297" y="110504"/>
                </a:moveTo>
                <a:cubicBezTo>
                  <a:pt x="241759" y="122920"/>
                  <a:pt x="236786" y="132471"/>
                  <a:pt x="229378" y="139159"/>
                </a:cubicBezTo>
                <a:cubicBezTo>
                  <a:pt x="221970" y="145847"/>
                  <a:pt x="213773" y="149191"/>
                  <a:pt x="204787" y="149191"/>
                </a:cubicBezTo>
                <a:cubicBezTo>
                  <a:pt x="194087" y="149191"/>
                  <a:pt x="184758" y="144704"/>
                  <a:pt x="176801" y="135729"/>
                </a:cubicBezTo>
                <a:cubicBezTo>
                  <a:pt x="168844" y="126751"/>
                  <a:pt x="164866" y="114622"/>
                  <a:pt x="164866" y="99341"/>
                </a:cubicBezTo>
                <a:cubicBezTo>
                  <a:pt x="164866" y="84539"/>
                  <a:pt x="169273" y="72514"/>
                  <a:pt x="178087" y="63265"/>
                </a:cubicBezTo>
                <a:cubicBezTo>
                  <a:pt x="186902" y="54013"/>
                  <a:pt x="197482" y="49387"/>
                  <a:pt x="209829" y="49387"/>
                </a:cubicBezTo>
                <a:cubicBezTo>
                  <a:pt x="219089" y="49387"/>
                  <a:pt x="226703" y="51832"/>
                  <a:pt x="232671" y="56722"/>
                </a:cubicBezTo>
                <a:cubicBezTo>
                  <a:pt x="238638" y="61609"/>
                  <a:pt x="241622" y="66685"/>
                  <a:pt x="241622" y="71949"/>
                </a:cubicBezTo>
                <a:cubicBezTo>
                  <a:pt x="241622" y="74547"/>
                  <a:pt x="240782" y="76650"/>
                  <a:pt x="239101" y="78258"/>
                </a:cubicBezTo>
                <a:cubicBezTo>
                  <a:pt x="237421" y="79863"/>
                  <a:pt x="235071" y="80666"/>
                  <a:pt x="232053" y="80666"/>
                </a:cubicBezTo>
                <a:cubicBezTo>
                  <a:pt x="228006" y="80666"/>
                  <a:pt x="224954" y="79363"/>
                  <a:pt x="222896" y="76756"/>
                </a:cubicBezTo>
                <a:cubicBezTo>
                  <a:pt x="221730" y="75316"/>
                  <a:pt x="220958" y="72572"/>
                  <a:pt x="220581" y="68525"/>
                </a:cubicBezTo>
                <a:cubicBezTo>
                  <a:pt x="220204" y="64478"/>
                  <a:pt x="218815" y="61391"/>
                  <a:pt x="216414" y="59265"/>
                </a:cubicBezTo>
                <a:cubicBezTo>
                  <a:pt x="214013" y="57207"/>
                  <a:pt x="210686" y="56178"/>
                  <a:pt x="206434" y="56178"/>
                </a:cubicBezTo>
                <a:cubicBezTo>
                  <a:pt x="199574" y="56178"/>
                  <a:pt x="194052" y="58716"/>
                  <a:pt x="189868" y="63792"/>
                </a:cubicBezTo>
                <a:cubicBezTo>
                  <a:pt x="184312" y="70514"/>
                  <a:pt x="181534" y="79397"/>
                  <a:pt x="181534" y="90441"/>
                </a:cubicBezTo>
                <a:cubicBezTo>
                  <a:pt x="181534" y="101690"/>
                  <a:pt x="184295" y="111619"/>
                  <a:pt x="189817" y="120227"/>
                </a:cubicBezTo>
                <a:cubicBezTo>
                  <a:pt x="195339" y="128836"/>
                  <a:pt x="202798" y="133140"/>
                  <a:pt x="212195" y="133140"/>
                </a:cubicBezTo>
                <a:cubicBezTo>
                  <a:pt x="218918" y="133140"/>
                  <a:pt x="224954" y="130842"/>
                  <a:pt x="230304" y="126247"/>
                </a:cubicBezTo>
                <a:cubicBezTo>
                  <a:pt x="234077" y="123091"/>
                  <a:pt x="237747" y="117364"/>
                  <a:pt x="241313" y="109064"/>
                </a:cubicBezTo>
                <a:lnTo>
                  <a:pt x="244297" y="110504"/>
                </a:lnTo>
                <a:close/>
                <a:moveTo>
                  <a:pt x="311208" y="132729"/>
                </a:moveTo>
                <a:cubicBezTo>
                  <a:pt x="301536" y="140205"/>
                  <a:pt x="295466" y="144527"/>
                  <a:pt x="292996" y="145693"/>
                </a:cubicBezTo>
                <a:cubicBezTo>
                  <a:pt x="289292" y="147476"/>
                  <a:pt x="285348" y="148368"/>
                  <a:pt x="281164" y="148368"/>
                </a:cubicBezTo>
                <a:cubicBezTo>
                  <a:pt x="274648" y="148368"/>
                  <a:pt x="269280" y="146139"/>
                  <a:pt x="265062" y="141680"/>
                </a:cubicBezTo>
                <a:cubicBezTo>
                  <a:pt x="260843" y="137222"/>
                  <a:pt x="258734" y="131357"/>
                  <a:pt x="258734" y="124086"/>
                </a:cubicBezTo>
                <a:cubicBezTo>
                  <a:pt x="258734" y="119490"/>
                  <a:pt x="259763" y="115512"/>
                  <a:pt x="261821" y="112151"/>
                </a:cubicBezTo>
                <a:cubicBezTo>
                  <a:pt x="264633" y="107486"/>
                  <a:pt x="269520" y="103096"/>
                  <a:pt x="276483" y="98981"/>
                </a:cubicBezTo>
                <a:cubicBezTo>
                  <a:pt x="283445" y="94865"/>
                  <a:pt x="295020" y="89858"/>
                  <a:pt x="311208" y="83959"/>
                </a:cubicBezTo>
                <a:lnTo>
                  <a:pt x="311208" y="80255"/>
                </a:lnTo>
                <a:cubicBezTo>
                  <a:pt x="311208" y="70857"/>
                  <a:pt x="309716" y="64409"/>
                  <a:pt x="306732" y="60911"/>
                </a:cubicBezTo>
                <a:cubicBezTo>
                  <a:pt x="303749" y="57413"/>
                  <a:pt x="299410" y="55664"/>
                  <a:pt x="293717" y="55664"/>
                </a:cubicBezTo>
                <a:cubicBezTo>
                  <a:pt x="289395" y="55664"/>
                  <a:pt x="285966" y="56826"/>
                  <a:pt x="283428" y="59149"/>
                </a:cubicBezTo>
                <a:cubicBezTo>
                  <a:pt x="280821" y="61473"/>
                  <a:pt x="279518" y="64138"/>
                  <a:pt x="279518" y="67146"/>
                </a:cubicBezTo>
                <a:lnTo>
                  <a:pt x="279724" y="73091"/>
                </a:lnTo>
                <a:cubicBezTo>
                  <a:pt x="279724" y="76233"/>
                  <a:pt x="278918" y="78659"/>
                  <a:pt x="277306" y="80367"/>
                </a:cubicBezTo>
                <a:cubicBezTo>
                  <a:pt x="275694" y="82075"/>
                  <a:pt x="273584" y="82930"/>
                  <a:pt x="270978" y="82930"/>
                </a:cubicBezTo>
                <a:cubicBezTo>
                  <a:pt x="268440" y="82930"/>
                  <a:pt x="266365" y="82041"/>
                  <a:pt x="264753" y="80264"/>
                </a:cubicBezTo>
                <a:cubicBezTo>
                  <a:pt x="263141" y="78485"/>
                  <a:pt x="262335" y="76056"/>
                  <a:pt x="262335" y="72978"/>
                </a:cubicBezTo>
                <a:cubicBezTo>
                  <a:pt x="262335" y="67098"/>
                  <a:pt x="265353" y="61697"/>
                  <a:pt x="271389" y="56773"/>
                </a:cubicBezTo>
                <a:cubicBezTo>
                  <a:pt x="277426" y="51849"/>
                  <a:pt x="285897" y="49387"/>
                  <a:pt x="296803" y="49387"/>
                </a:cubicBezTo>
                <a:cubicBezTo>
                  <a:pt x="305172" y="49387"/>
                  <a:pt x="312031" y="50791"/>
                  <a:pt x="317381" y="53599"/>
                </a:cubicBezTo>
                <a:cubicBezTo>
                  <a:pt x="321429" y="55724"/>
                  <a:pt x="324412" y="59047"/>
                  <a:pt x="326333" y="63570"/>
                </a:cubicBezTo>
                <a:cubicBezTo>
                  <a:pt x="327568" y="66515"/>
                  <a:pt x="328185" y="72544"/>
                  <a:pt x="328185" y="81656"/>
                </a:cubicBezTo>
                <a:lnTo>
                  <a:pt x="328185" y="113617"/>
                </a:lnTo>
                <a:cubicBezTo>
                  <a:pt x="328185" y="122592"/>
                  <a:pt x="328356" y="128090"/>
                  <a:pt x="328699" y="130111"/>
                </a:cubicBezTo>
                <a:cubicBezTo>
                  <a:pt x="329042" y="132133"/>
                  <a:pt x="329608" y="133486"/>
                  <a:pt x="330397" y="134172"/>
                </a:cubicBezTo>
                <a:cubicBezTo>
                  <a:pt x="331186" y="134856"/>
                  <a:pt x="332095" y="135198"/>
                  <a:pt x="333124" y="135198"/>
                </a:cubicBezTo>
                <a:cubicBezTo>
                  <a:pt x="334221" y="135198"/>
                  <a:pt x="335182" y="134958"/>
                  <a:pt x="336005" y="134478"/>
                </a:cubicBezTo>
                <a:cubicBezTo>
                  <a:pt x="337445" y="133586"/>
                  <a:pt x="340223" y="131082"/>
                  <a:pt x="344339" y="126967"/>
                </a:cubicBezTo>
                <a:lnTo>
                  <a:pt x="344339" y="132729"/>
                </a:lnTo>
                <a:cubicBezTo>
                  <a:pt x="336656" y="143018"/>
                  <a:pt x="329317" y="148162"/>
                  <a:pt x="322320" y="148162"/>
                </a:cubicBezTo>
                <a:cubicBezTo>
                  <a:pt x="318959" y="148162"/>
                  <a:pt x="316284" y="146996"/>
                  <a:pt x="314295" y="144664"/>
                </a:cubicBezTo>
                <a:cubicBezTo>
                  <a:pt x="312306" y="142332"/>
                  <a:pt x="311277" y="138353"/>
                  <a:pt x="311208" y="132729"/>
                </a:cubicBezTo>
                <a:moveTo>
                  <a:pt x="311208" y="125983"/>
                </a:moveTo>
                <a:lnTo>
                  <a:pt x="311208" y="90235"/>
                </a:lnTo>
                <a:cubicBezTo>
                  <a:pt x="300850" y="94331"/>
                  <a:pt x="294163" y="97234"/>
                  <a:pt x="291144" y="98942"/>
                </a:cubicBezTo>
                <a:cubicBezTo>
                  <a:pt x="285726" y="101947"/>
                  <a:pt x="281850" y="105089"/>
                  <a:pt x="279518" y="108366"/>
                </a:cubicBezTo>
                <a:cubicBezTo>
                  <a:pt x="277186" y="111644"/>
                  <a:pt x="276020" y="115229"/>
                  <a:pt x="276020" y="119121"/>
                </a:cubicBezTo>
                <a:cubicBezTo>
                  <a:pt x="276020" y="124039"/>
                  <a:pt x="277494" y="128119"/>
                  <a:pt x="280444" y="131362"/>
                </a:cubicBezTo>
                <a:cubicBezTo>
                  <a:pt x="283393" y="134605"/>
                  <a:pt x="286789" y="136227"/>
                  <a:pt x="290630" y="136227"/>
                </a:cubicBezTo>
                <a:cubicBezTo>
                  <a:pt x="295843" y="136227"/>
                  <a:pt x="302702" y="132812"/>
                  <a:pt x="311208" y="125983"/>
                </a:cubicBezTo>
                <a:close/>
                <a:moveTo>
                  <a:pt x="383778" y="0"/>
                </a:moveTo>
                <a:lnTo>
                  <a:pt x="383778" y="124922"/>
                </a:lnTo>
                <a:cubicBezTo>
                  <a:pt x="383778" y="130817"/>
                  <a:pt x="384207" y="134724"/>
                  <a:pt x="385064" y="136645"/>
                </a:cubicBezTo>
                <a:cubicBezTo>
                  <a:pt x="385921" y="138563"/>
                  <a:pt x="387242" y="140020"/>
                  <a:pt x="389025" y="141015"/>
                </a:cubicBezTo>
                <a:cubicBezTo>
                  <a:pt x="390809" y="142007"/>
                  <a:pt x="394136" y="142503"/>
                  <a:pt x="399006" y="142503"/>
                </a:cubicBezTo>
                <a:lnTo>
                  <a:pt x="399006" y="146310"/>
                </a:lnTo>
                <a:lnTo>
                  <a:pt x="352808" y="146310"/>
                </a:lnTo>
                <a:lnTo>
                  <a:pt x="352808" y="142503"/>
                </a:lnTo>
                <a:cubicBezTo>
                  <a:pt x="357129" y="142503"/>
                  <a:pt x="360079" y="142058"/>
                  <a:pt x="361656" y="141169"/>
                </a:cubicBezTo>
                <a:cubicBezTo>
                  <a:pt x="363234" y="140277"/>
                  <a:pt x="364469" y="138803"/>
                  <a:pt x="365361" y="136748"/>
                </a:cubicBezTo>
                <a:cubicBezTo>
                  <a:pt x="366252" y="134690"/>
                  <a:pt x="366698" y="130748"/>
                  <a:pt x="366698" y="124922"/>
                </a:cubicBezTo>
                <a:lnTo>
                  <a:pt x="366698" y="39378"/>
                </a:lnTo>
                <a:cubicBezTo>
                  <a:pt x="366698" y="28755"/>
                  <a:pt x="366458" y="22226"/>
                  <a:pt x="365978" y="19794"/>
                </a:cubicBezTo>
                <a:cubicBezTo>
                  <a:pt x="365498" y="17358"/>
                  <a:pt x="364726" y="15696"/>
                  <a:pt x="363663" y="14807"/>
                </a:cubicBezTo>
                <a:cubicBezTo>
                  <a:pt x="362600" y="13915"/>
                  <a:pt x="361245" y="13469"/>
                  <a:pt x="359599" y="13469"/>
                </a:cubicBezTo>
                <a:cubicBezTo>
                  <a:pt x="357815" y="13469"/>
                  <a:pt x="355552" y="14018"/>
                  <a:pt x="352808" y="15115"/>
                </a:cubicBezTo>
                <a:lnTo>
                  <a:pt x="351059" y="11514"/>
                </a:lnTo>
                <a:lnTo>
                  <a:pt x="379148" y="0"/>
                </a:lnTo>
                <a:lnTo>
                  <a:pt x="3837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0C652-2CEA-4A7C-AF6B-6F9E131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985120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EDE4B-1C89-41F7-A4F1-89FFE9C4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985120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70" name="Text nearby">
            <a:extLst xmlns:a="http://schemas.openxmlformats.org/drawingml/2006/main">
              <a:ext uri="{FF2B5EF4-FFF2-40B4-BE49-F238E27FC236}">
                <a16:creationId xmlns:a16="http://schemas.microsoft.com/office/drawing/2014/main" id="{60952D0D-9471-4EAE-8379-4B7F8669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405" y="7049529"/>
            <a:ext cx="570899" cy="191788"/>
          </a:xfrm>
          <a:custGeom xmlns:a="http://schemas.openxmlformats.org/drawingml/2006/main">
            <a:pathLst>
              <a:path w="570899" h="191788">
                <a:moveTo>
                  <a:pt x="32822" y="69348"/>
                </a:moveTo>
                <a:cubicBezTo>
                  <a:pt x="43866" y="56041"/>
                  <a:pt x="54395" y="49387"/>
                  <a:pt x="64409" y="49387"/>
                </a:cubicBezTo>
                <a:cubicBezTo>
                  <a:pt x="69554" y="49387"/>
                  <a:pt x="73978" y="50671"/>
                  <a:pt x="77682" y="53239"/>
                </a:cubicBezTo>
                <a:cubicBezTo>
                  <a:pt x="81386" y="55805"/>
                  <a:pt x="84336" y="60031"/>
                  <a:pt x="86531" y="65917"/>
                </a:cubicBezTo>
                <a:cubicBezTo>
                  <a:pt x="88040" y="70022"/>
                  <a:pt x="88794" y="76319"/>
                  <a:pt x="88794" y="84807"/>
                </a:cubicBezTo>
                <a:lnTo>
                  <a:pt x="88794" y="124948"/>
                </a:lnTo>
                <a:cubicBezTo>
                  <a:pt x="88794" y="130902"/>
                  <a:pt x="89275" y="134941"/>
                  <a:pt x="90235" y="137063"/>
                </a:cubicBezTo>
                <a:cubicBezTo>
                  <a:pt x="90989" y="138773"/>
                  <a:pt x="92207" y="140108"/>
                  <a:pt x="93887" y="141066"/>
                </a:cubicBezTo>
                <a:cubicBezTo>
                  <a:pt x="95568" y="142024"/>
                  <a:pt x="98672" y="142503"/>
                  <a:pt x="103199" y="142503"/>
                </a:cubicBezTo>
                <a:lnTo>
                  <a:pt x="103199" y="146310"/>
                </a:lnTo>
                <a:lnTo>
                  <a:pt x="56590" y="146310"/>
                </a:lnTo>
                <a:lnTo>
                  <a:pt x="56590" y="142503"/>
                </a:lnTo>
                <a:lnTo>
                  <a:pt x="58545" y="142503"/>
                </a:lnTo>
                <a:cubicBezTo>
                  <a:pt x="62935" y="142503"/>
                  <a:pt x="66004" y="141838"/>
                  <a:pt x="67753" y="140506"/>
                </a:cubicBezTo>
                <a:cubicBezTo>
                  <a:pt x="69502" y="139175"/>
                  <a:pt x="70720" y="137214"/>
                  <a:pt x="71406" y="134622"/>
                </a:cubicBezTo>
                <a:cubicBezTo>
                  <a:pt x="71680" y="133598"/>
                  <a:pt x="71818" y="130390"/>
                  <a:pt x="71818" y="124999"/>
                </a:cubicBezTo>
                <a:lnTo>
                  <a:pt x="71818" y="86611"/>
                </a:lnTo>
                <a:cubicBezTo>
                  <a:pt x="71818" y="78082"/>
                  <a:pt x="70703" y="71889"/>
                  <a:pt x="68474" y="68033"/>
                </a:cubicBezTo>
                <a:cubicBezTo>
                  <a:pt x="66244" y="64177"/>
                  <a:pt x="62489" y="62249"/>
                  <a:pt x="57207" y="62249"/>
                </a:cubicBezTo>
                <a:cubicBezTo>
                  <a:pt x="49044" y="62249"/>
                  <a:pt x="40916" y="66685"/>
                  <a:pt x="32822" y="75557"/>
                </a:cubicBezTo>
                <a:lnTo>
                  <a:pt x="32822" y="124999"/>
                </a:lnTo>
                <a:cubicBezTo>
                  <a:pt x="32822" y="131346"/>
                  <a:pt x="33199" y="135270"/>
                  <a:pt x="33954" y="136770"/>
                </a:cubicBezTo>
                <a:cubicBezTo>
                  <a:pt x="34914" y="138749"/>
                  <a:pt x="36235" y="140199"/>
                  <a:pt x="37915" y="141121"/>
                </a:cubicBezTo>
                <a:cubicBezTo>
                  <a:pt x="39596" y="142042"/>
                  <a:pt x="43008" y="142503"/>
                  <a:pt x="48153" y="142503"/>
                </a:cubicBezTo>
                <a:lnTo>
                  <a:pt x="48153" y="146310"/>
                </a:lnTo>
                <a:lnTo>
                  <a:pt x="1543" y="146310"/>
                </a:lnTo>
                <a:lnTo>
                  <a:pt x="1543" y="142503"/>
                </a:lnTo>
                <a:lnTo>
                  <a:pt x="3601" y="142503"/>
                </a:lnTo>
                <a:cubicBezTo>
                  <a:pt x="8403" y="142503"/>
                  <a:pt x="11644" y="141289"/>
                  <a:pt x="13324" y="138860"/>
                </a:cubicBezTo>
                <a:cubicBezTo>
                  <a:pt x="15005" y="136429"/>
                  <a:pt x="15845" y="131792"/>
                  <a:pt x="15845" y="124948"/>
                </a:cubicBezTo>
                <a:lnTo>
                  <a:pt x="15845" y="90042"/>
                </a:lnTo>
                <a:cubicBezTo>
                  <a:pt x="15845" y="78750"/>
                  <a:pt x="15588" y="71872"/>
                  <a:pt x="15073" y="69409"/>
                </a:cubicBezTo>
                <a:cubicBezTo>
                  <a:pt x="14559" y="66944"/>
                  <a:pt x="13770" y="65267"/>
                  <a:pt x="12707" y="64377"/>
                </a:cubicBezTo>
                <a:cubicBezTo>
                  <a:pt x="11644" y="63488"/>
                  <a:pt x="10220" y="63043"/>
                  <a:pt x="8437" y="63043"/>
                </a:cubicBezTo>
                <a:cubicBezTo>
                  <a:pt x="6516" y="63043"/>
                  <a:pt x="4219" y="63556"/>
                  <a:pt x="1543" y="64583"/>
                </a:cubicBezTo>
                <a:lnTo>
                  <a:pt x="0" y="60885"/>
                </a:lnTo>
                <a:lnTo>
                  <a:pt x="28398" y="49387"/>
                </a:lnTo>
                <a:lnTo>
                  <a:pt x="32822" y="49387"/>
                </a:lnTo>
                <a:lnTo>
                  <a:pt x="32822" y="69348"/>
                </a:lnTo>
                <a:close/>
                <a:moveTo>
                  <a:pt x="126555" y="87663"/>
                </a:moveTo>
                <a:cubicBezTo>
                  <a:pt x="126487" y="101624"/>
                  <a:pt x="129882" y="112574"/>
                  <a:pt x="136741" y="120514"/>
                </a:cubicBezTo>
                <a:cubicBezTo>
                  <a:pt x="143601" y="128451"/>
                  <a:pt x="151661" y="132420"/>
                  <a:pt x="160921" y="132420"/>
                </a:cubicBezTo>
                <a:cubicBezTo>
                  <a:pt x="167094" y="132420"/>
                  <a:pt x="172462" y="130722"/>
                  <a:pt x="177023" y="127327"/>
                </a:cubicBezTo>
                <a:cubicBezTo>
                  <a:pt x="181584" y="123931"/>
                  <a:pt x="185409" y="118118"/>
                  <a:pt x="188495" y="109887"/>
                </a:cubicBezTo>
                <a:lnTo>
                  <a:pt x="191685" y="111945"/>
                </a:lnTo>
                <a:cubicBezTo>
                  <a:pt x="190244" y="121342"/>
                  <a:pt x="186060" y="129899"/>
                  <a:pt x="179132" y="137616"/>
                </a:cubicBezTo>
                <a:cubicBezTo>
                  <a:pt x="172204" y="145333"/>
                  <a:pt x="163527" y="149191"/>
                  <a:pt x="153101" y="149191"/>
                </a:cubicBezTo>
                <a:cubicBezTo>
                  <a:pt x="141783" y="149191"/>
                  <a:pt x="132094" y="144794"/>
                  <a:pt x="124034" y="135999"/>
                </a:cubicBezTo>
                <a:cubicBezTo>
                  <a:pt x="115975" y="127201"/>
                  <a:pt x="111945" y="115376"/>
                  <a:pt x="111945" y="100521"/>
                </a:cubicBezTo>
                <a:cubicBezTo>
                  <a:pt x="111945" y="84436"/>
                  <a:pt x="116078" y="71893"/>
                  <a:pt x="124343" y="62892"/>
                </a:cubicBezTo>
                <a:cubicBezTo>
                  <a:pt x="132609" y="53889"/>
                  <a:pt x="142983" y="49387"/>
                  <a:pt x="155467" y="49387"/>
                </a:cubicBezTo>
                <a:cubicBezTo>
                  <a:pt x="166031" y="49387"/>
                  <a:pt x="174708" y="52860"/>
                  <a:pt x="181499" y="59805"/>
                </a:cubicBezTo>
                <a:cubicBezTo>
                  <a:pt x="188289" y="66748"/>
                  <a:pt x="191685" y="76034"/>
                  <a:pt x="191685" y="87663"/>
                </a:cubicBezTo>
                <a:lnTo>
                  <a:pt x="126555" y="87663"/>
                </a:lnTo>
                <a:moveTo>
                  <a:pt x="126555" y="81695"/>
                </a:moveTo>
                <a:lnTo>
                  <a:pt x="170181" y="81695"/>
                </a:lnTo>
                <a:cubicBezTo>
                  <a:pt x="169838" y="75659"/>
                  <a:pt x="169118" y="71406"/>
                  <a:pt x="168020" y="68937"/>
                </a:cubicBezTo>
                <a:cubicBezTo>
                  <a:pt x="166305" y="65095"/>
                  <a:pt x="163750" y="62077"/>
                  <a:pt x="160355" y="59882"/>
                </a:cubicBezTo>
                <a:cubicBezTo>
                  <a:pt x="156959" y="57687"/>
                  <a:pt x="153410" y="56590"/>
                  <a:pt x="149706" y="56590"/>
                </a:cubicBezTo>
                <a:cubicBezTo>
                  <a:pt x="144012" y="56590"/>
                  <a:pt x="138919" y="58802"/>
                  <a:pt x="134426" y="63226"/>
                </a:cubicBezTo>
                <a:cubicBezTo>
                  <a:pt x="129933" y="67650"/>
                  <a:pt x="127310" y="73807"/>
                  <a:pt x="126555" y="81695"/>
                </a:cubicBezTo>
                <a:close/>
                <a:moveTo>
                  <a:pt x="257670" y="132729"/>
                </a:moveTo>
                <a:cubicBezTo>
                  <a:pt x="247998" y="140205"/>
                  <a:pt x="241928" y="144527"/>
                  <a:pt x="239458" y="145693"/>
                </a:cubicBezTo>
                <a:cubicBezTo>
                  <a:pt x="235754" y="147476"/>
                  <a:pt x="231810" y="148368"/>
                  <a:pt x="227626" y="148368"/>
                </a:cubicBezTo>
                <a:cubicBezTo>
                  <a:pt x="221110" y="148368"/>
                  <a:pt x="215742" y="146139"/>
                  <a:pt x="211524" y="141680"/>
                </a:cubicBezTo>
                <a:cubicBezTo>
                  <a:pt x="207305" y="137222"/>
                  <a:pt x="205196" y="131357"/>
                  <a:pt x="205196" y="124086"/>
                </a:cubicBezTo>
                <a:cubicBezTo>
                  <a:pt x="205196" y="119490"/>
                  <a:pt x="206225" y="115512"/>
                  <a:pt x="208283" y="112151"/>
                </a:cubicBezTo>
                <a:cubicBezTo>
                  <a:pt x="211095" y="107486"/>
                  <a:pt x="215982" y="103096"/>
                  <a:pt x="222944" y="98981"/>
                </a:cubicBezTo>
                <a:cubicBezTo>
                  <a:pt x="229907" y="94865"/>
                  <a:pt x="241482" y="89858"/>
                  <a:pt x="257670" y="83959"/>
                </a:cubicBezTo>
                <a:lnTo>
                  <a:pt x="257670" y="80255"/>
                </a:lnTo>
                <a:cubicBezTo>
                  <a:pt x="257670" y="70857"/>
                  <a:pt x="256178" y="64409"/>
                  <a:pt x="253194" y="60911"/>
                </a:cubicBezTo>
                <a:cubicBezTo>
                  <a:pt x="250210" y="57413"/>
                  <a:pt x="245872" y="55664"/>
                  <a:pt x="240179" y="55664"/>
                </a:cubicBezTo>
                <a:cubicBezTo>
                  <a:pt x="235857" y="55664"/>
                  <a:pt x="232427" y="56826"/>
                  <a:pt x="229890" y="59149"/>
                </a:cubicBezTo>
                <a:cubicBezTo>
                  <a:pt x="227283" y="61473"/>
                  <a:pt x="225980" y="64138"/>
                  <a:pt x="225980" y="67146"/>
                </a:cubicBezTo>
                <a:lnTo>
                  <a:pt x="226185" y="73091"/>
                </a:lnTo>
                <a:cubicBezTo>
                  <a:pt x="226185" y="76233"/>
                  <a:pt x="225379" y="78659"/>
                  <a:pt x="223768" y="80367"/>
                </a:cubicBezTo>
                <a:cubicBezTo>
                  <a:pt x="222156" y="82075"/>
                  <a:pt x="220046" y="82930"/>
                  <a:pt x="217440" y="82930"/>
                </a:cubicBezTo>
                <a:cubicBezTo>
                  <a:pt x="214902" y="82930"/>
                  <a:pt x="212827" y="82041"/>
                  <a:pt x="211215" y="80264"/>
                </a:cubicBezTo>
                <a:cubicBezTo>
                  <a:pt x="209603" y="78485"/>
                  <a:pt x="208797" y="76056"/>
                  <a:pt x="208797" y="72978"/>
                </a:cubicBezTo>
                <a:cubicBezTo>
                  <a:pt x="208797" y="67098"/>
                  <a:pt x="211815" y="61697"/>
                  <a:pt x="217851" y="56773"/>
                </a:cubicBezTo>
                <a:cubicBezTo>
                  <a:pt x="223888" y="51849"/>
                  <a:pt x="232359" y="49387"/>
                  <a:pt x="243265" y="49387"/>
                </a:cubicBezTo>
                <a:cubicBezTo>
                  <a:pt x="251634" y="49387"/>
                  <a:pt x="258493" y="50791"/>
                  <a:pt x="263843" y="53599"/>
                </a:cubicBezTo>
                <a:cubicBezTo>
                  <a:pt x="267890" y="55724"/>
                  <a:pt x="270874" y="59047"/>
                  <a:pt x="272795" y="63570"/>
                </a:cubicBezTo>
                <a:cubicBezTo>
                  <a:pt x="274029" y="66515"/>
                  <a:pt x="274647" y="72544"/>
                  <a:pt x="274647" y="81656"/>
                </a:cubicBezTo>
                <a:lnTo>
                  <a:pt x="274647" y="113617"/>
                </a:lnTo>
                <a:cubicBezTo>
                  <a:pt x="274647" y="122592"/>
                  <a:pt x="274818" y="128090"/>
                  <a:pt x="275161" y="130111"/>
                </a:cubicBezTo>
                <a:cubicBezTo>
                  <a:pt x="275504" y="132133"/>
                  <a:pt x="276070" y="133486"/>
                  <a:pt x="276859" y="134172"/>
                </a:cubicBezTo>
                <a:cubicBezTo>
                  <a:pt x="277648" y="134856"/>
                  <a:pt x="278557" y="135198"/>
                  <a:pt x="279586" y="135198"/>
                </a:cubicBezTo>
                <a:cubicBezTo>
                  <a:pt x="280683" y="135198"/>
                  <a:pt x="281643" y="134958"/>
                  <a:pt x="282467" y="134478"/>
                </a:cubicBezTo>
                <a:cubicBezTo>
                  <a:pt x="283907" y="133586"/>
                  <a:pt x="286685" y="131082"/>
                  <a:pt x="290801" y="126967"/>
                </a:cubicBezTo>
                <a:lnTo>
                  <a:pt x="290801" y="132729"/>
                </a:lnTo>
                <a:cubicBezTo>
                  <a:pt x="283118" y="143018"/>
                  <a:pt x="275779" y="148162"/>
                  <a:pt x="268782" y="148162"/>
                </a:cubicBezTo>
                <a:cubicBezTo>
                  <a:pt x="265421" y="148162"/>
                  <a:pt x="262746" y="146996"/>
                  <a:pt x="260757" y="144664"/>
                </a:cubicBezTo>
                <a:cubicBezTo>
                  <a:pt x="258767" y="142332"/>
                  <a:pt x="257739" y="138353"/>
                  <a:pt x="257670" y="132729"/>
                </a:cubicBezTo>
                <a:moveTo>
                  <a:pt x="257670" y="125983"/>
                </a:moveTo>
                <a:lnTo>
                  <a:pt x="257670" y="90235"/>
                </a:lnTo>
                <a:cubicBezTo>
                  <a:pt x="247312" y="94331"/>
                  <a:pt x="240624" y="97234"/>
                  <a:pt x="237606" y="98942"/>
                </a:cubicBezTo>
                <a:cubicBezTo>
                  <a:pt x="232187" y="101947"/>
                  <a:pt x="228312" y="105089"/>
                  <a:pt x="225980" y="108366"/>
                </a:cubicBezTo>
                <a:cubicBezTo>
                  <a:pt x="223647" y="111644"/>
                  <a:pt x="222481" y="115229"/>
                  <a:pt x="222481" y="119121"/>
                </a:cubicBezTo>
                <a:cubicBezTo>
                  <a:pt x="222481" y="124039"/>
                  <a:pt x="223956" y="128119"/>
                  <a:pt x="226906" y="131362"/>
                </a:cubicBezTo>
                <a:cubicBezTo>
                  <a:pt x="229855" y="134605"/>
                  <a:pt x="233251" y="136227"/>
                  <a:pt x="237092" y="136227"/>
                </a:cubicBezTo>
                <a:cubicBezTo>
                  <a:pt x="242305" y="136227"/>
                  <a:pt x="249164" y="132812"/>
                  <a:pt x="257670" y="125983"/>
                </a:cubicBezTo>
                <a:close/>
                <a:moveTo>
                  <a:pt x="325404" y="49387"/>
                </a:moveTo>
                <a:lnTo>
                  <a:pt x="325404" y="70583"/>
                </a:lnTo>
                <a:cubicBezTo>
                  <a:pt x="333292" y="56453"/>
                  <a:pt x="341386" y="49387"/>
                  <a:pt x="349686" y="49387"/>
                </a:cubicBezTo>
                <a:cubicBezTo>
                  <a:pt x="353459" y="49387"/>
                  <a:pt x="356580" y="50536"/>
                  <a:pt x="359049" y="52834"/>
                </a:cubicBezTo>
                <a:cubicBezTo>
                  <a:pt x="361518" y="55132"/>
                  <a:pt x="362753" y="57790"/>
                  <a:pt x="362753" y="60808"/>
                </a:cubicBezTo>
                <a:cubicBezTo>
                  <a:pt x="362753" y="63483"/>
                  <a:pt x="361861" y="65747"/>
                  <a:pt x="360078" y="67599"/>
                </a:cubicBezTo>
                <a:cubicBezTo>
                  <a:pt x="358294" y="69451"/>
                  <a:pt x="356168" y="70377"/>
                  <a:pt x="353699" y="70377"/>
                </a:cubicBezTo>
                <a:cubicBezTo>
                  <a:pt x="351298" y="70377"/>
                  <a:pt x="348606" y="69194"/>
                  <a:pt x="345622" y="66827"/>
                </a:cubicBezTo>
                <a:cubicBezTo>
                  <a:pt x="342638" y="64461"/>
                  <a:pt x="340426" y="63278"/>
                  <a:pt x="338985" y="63278"/>
                </a:cubicBezTo>
                <a:cubicBezTo>
                  <a:pt x="337751" y="63278"/>
                  <a:pt x="336413" y="63961"/>
                  <a:pt x="334973" y="65329"/>
                </a:cubicBezTo>
                <a:cubicBezTo>
                  <a:pt x="331886" y="68135"/>
                  <a:pt x="328696" y="72753"/>
                  <a:pt x="325404" y="79184"/>
                </a:cubicBezTo>
                <a:lnTo>
                  <a:pt x="325404" y="124237"/>
                </a:lnTo>
                <a:cubicBezTo>
                  <a:pt x="325404" y="129435"/>
                  <a:pt x="326055" y="133368"/>
                  <a:pt x="327359" y="136037"/>
                </a:cubicBezTo>
                <a:cubicBezTo>
                  <a:pt x="328250" y="137885"/>
                  <a:pt x="329828" y="139425"/>
                  <a:pt x="332092" y="140658"/>
                </a:cubicBezTo>
                <a:cubicBezTo>
                  <a:pt x="334355" y="141888"/>
                  <a:pt x="337613" y="142503"/>
                  <a:pt x="341866" y="142503"/>
                </a:cubicBezTo>
                <a:lnTo>
                  <a:pt x="341866" y="146310"/>
                </a:lnTo>
                <a:lnTo>
                  <a:pt x="293611" y="146310"/>
                </a:lnTo>
                <a:lnTo>
                  <a:pt x="293611" y="142503"/>
                </a:lnTo>
                <a:cubicBezTo>
                  <a:pt x="298412" y="142503"/>
                  <a:pt x="301979" y="141751"/>
                  <a:pt x="304311" y="140246"/>
                </a:cubicBezTo>
                <a:cubicBezTo>
                  <a:pt x="306026" y="139151"/>
                  <a:pt x="307226" y="137405"/>
                  <a:pt x="307912" y="135008"/>
                </a:cubicBezTo>
                <a:cubicBezTo>
                  <a:pt x="308255" y="133844"/>
                  <a:pt x="308427" y="130525"/>
                  <a:pt x="308427" y="125050"/>
                </a:cubicBezTo>
                <a:lnTo>
                  <a:pt x="308427" y="88605"/>
                </a:lnTo>
                <a:cubicBezTo>
                  <a:pt x="308427" y="77653"/>
                  <a:pt x="308204" y="71135"/>
                  <a:pt x="307758" y="69049"/>
                </a:cubicBezTo>
                <a:cubicBezTo>
                  <a:pt x="307312" y="66961"/>
                  <a:pt x="306489" y="65438"/>
                  <a:pt x="305289" y="64480"/>
                </a:cubicBezTo>
                <a:cubicBezTo>
                  <a:pt x="304088" y="63522"/>
                  <a:pt x="302596" y="63043"/>
                  <a:pt x="300813" y="63043"/>
                </a:cubicBezTo>
                <a:cubicBezTo>
                  <a:pt x="298687" y="63043"/>
                  <a:pt x="296286" y="63556"/>
                  <a:pt x="293611" y="64583"/>
                </a:cubicBezTo>
                <a:lnTo>
                  <a:pt x="292582" y="60885"/>
                </a:lnTo>
                <a:lnTo>
                  <a:pt x="321082" y="49387"/>
                </a:lnTo>
                <a:lnTo>
                  <a:pt x="325404" y="49387"/>
                </a:lnTo>
                <a:close/>
                <a:moveTo>
                  <a:pt x="393824" y="68422"/>
                </a:moveTo>
                <a:cubicBezTo>
                  <a:pt x="402947" y="55732"/>
                  <a:pt x="412790" y="49387"/>
                  <a:pt x="423354" y="49387"/>
                </a:cubicBezTo>
                <a:cubicBezTo>
                  <a:pt x="433026" y="49387"/>
                  <a:pt x="441463" y="53516"/>
                  <a:pt x="448665" y="61773"/>
                </a:cubicBezTo>
                <a:cubicBezTo>
                  <a:pt x="455867" y="70030"/>
                  <a:pt x="459468" y="81319"/>
                  <a:pt x="459468" y="95640"/>
                </a:cubicBezTo>
                <a:cubicBezTo>
                  <a:pt x="459468" y="112360"/>
                  <a:pt x="453912" y="125824"/>
                  <a:pt x="442800" y="136034"/>
                </a:cubicBezTo>
                <a:cubicBezTo>
                  <a:pt x="433266" y="144805"/>
                  <a:pt x="422634" y="149191"/>
                  <a:pt x="410904" y="149191"/>
                </a:cubicBezTo>
                <a:cubicBezTo>
                  <a:pt x="405417" y="149191"/>
                  <a:pt x="399843" y="148196"/>
                  <a:pt x="394184" y="146207"/>
                </a:cubicBezTo>
                <a:cubicBezTo>
                  <a:pt x="388525" y="144218"/>
                  <a:pt x="382746" y="141234"/>
                  <a:pt x="376847" y="137256"/>
                </a:cubicBezTo>
                <a:lnTo>
                  <a:pt x="376847" y="39613"/>
                </a:lnTo>
                <a:cubicBezTo>
                  <a:pt x="376847" y="28912"/>
                  <a:pt x="376590" y="22327"/>
                  <a:pt x="376076" y="19858"/>
                </a:cubicBezTo>
                <a:cubicBezTo>
                  <a:pt x="375561" y="17388"/>
                  <a:pt x="374755" y="15708"/>
                  <a:pt x="373658" y="14816"/>
                </a:cubicBezTo>
                <a:cubicBezTo>
                  <a:pt x="372560" y="13925"/>
                  <a:pt x="371188" y="13479"/>
                  <a:pt x="369542" y="13479"/>
                </a:cubicBezTo>
                <a:cubicBezTo>
                  <a:pt x="367622" y="13479"/>
                  <a:pt x="365221" y="14027"/>
                  <a:pt x="362340" y="15125"/>
                </a:cubicBezTo>
                <a:lnTo>
                  <a:pt x="360899" y="11524"/>
                </a:lnTo>
                <a:lnTo>
                  <a:pt x="389194" y="0"/>
                </a:lnTo>
                <a:lnTo>
                  <a:pt x="393824" y="0"/>
                </a:lnTo>
                <a:lnTo>
                  <a:pt x="393824" y="68422"/>
                </a:lnTo>
                <a:moveTo>
                  <a:pt x="393824" y="74978"/>
                </a:moveTo>
                <a:lnTo>
                  <a:pt x="393824" y="131214"/>
                </a:lnTo>
                <a:cubicBezTo>
                  <a:pt x="397323" y="134633"/>
                  <a:pt x="400941" y="137215"/>
                  <a:pt x="404679" y="138960"/>
                </a:cubicBezTo>
                <a:cubicBezTo>
                  <a:pt x="408418" y="140705"/>
                  <a:pt x="412242" y="141577"/>
                  <a:pt x="416152" y="141577"/>
                </a:cubicBezTo>
                <a:cubicBezTo>
                  <a:pt x="422394" y="141577"/>
                  <a:pt x="428207" y="138157"/>
                  <a:pt x="433591" y="131317"/>
                </a:cubicBezTo>
                <a:cubicBezTo>
                  <a:pt x="438976" y="124475"/>
                  <a:pt x="441668" y="114520"/>
                  <a:pt x="441668" y="101453"/>
                </a:cubicBezTo>
                <a:cubicBezTo>
                  <a:pt x="441668" y="89413"/>
                  <a:pt x="438976" y="80160"/>
                  <a:pt x="433591" y="73695"/>
                </a:cubicBezTo>
                <a:cubicBezTo>
                  <a:pt x="428207" y="67230"/>
                  <a:pt x="422085" y="63998"/>
                  <a:pt x="415226" y="63998"/>
                </a:cubicBezTo>
                <a:cubicBezTo>
                  <a:pt x="411590" y="63998"/>
                  <a:pt x="407955" y="64922"/>
                  <a:pt x="404319" y="66769"/>
                </a:cubicBezTo>
                <a:cubicBezTo>
                  <a:pt x="401575" y="68137"/>
                  <a:pt x="398077" y="70873"/>
                  <a:pt x="393824" y="74978"/>
                </a:cubicBezTo>
                <a:close/>
                <a:moveTo>
                  <a:pt x="468008" y="52063"/>
                </a:moveTo>
                <a:lnTo>
                  <a:pt x="511943" y="52063"/>
                </a:lnTo>
                <a:lnTo>
                  <a:pt x="511943" y="55869"/>
                </a:lnTo>
                <a:lnTo>
                  <a:pt x="509782" y="55869"/>
                </a:lnTo>
                <a:cubicBezTo>
                  <a:pt x="506695" y="55869"/>
                  <a:pt x="504380" y="56538"/>
                  <a:pt x="502837" y="57876"/>
                </a:cubicBezTo>
                <a:cubicBezTo>
                  <a:pt x="501294" y="59213"/>
                  <a:pt x="500522" y="60877"/>
                  <a:pt x="500522" y="62866"/>
                </a:cubicBezTo>
                <a:cubicBezTo>
                  <a:pt x="500522" y="65541"/>
                  <a:pt x="501654" y="69245"/>
                  <a:pt x="503917" y="73978"/>
                </a:cubicBezTo>
                <a:lnTo>
                  <a:pt x="526862" y="121514"/>
                </a:lnTo>
                <a:lnTo>
                  <a:pt x="547954" y="69451"/>
                </a:lnTo>
                <a:cubicBezTo>
                  <a:pt x="549120" y="66639"/>
                  <a:pt x="549703" y="63861"/>
                  <a:pt x="549703" y="61117"/>
                </a:cubicBezTo>
                <a:cubicBezTo>
                  <a:pt x="549703" y="59882"/>
                  <a:pt x="549463" y="58956"/>
                  <a:pt x="548983" y="58339"/>
                </a:cubicBezTo>
                <a:cubicBezTo>
                  <a:pt x="548434" y="57584"/>
                  <a:pt x="547577" y="56984"/>
                  <a:pt x="546411" y="56538"/>
                </a:cubicBezTo>
                <a:cubicBezTo>
                  <a:pt x="545245" y="56092"/>
                  <a:pt x="543187" y="55869"/>
                  <a:pt x="540238" y="55869"/>
                </a:cubicBezTo>
                <a:lnTo>
                  <a:pt x="540238" y="52063"/>
                </a:lnTo>
                <a:lnTo>
                  <a:pt x="570899" y="52063"/>
                </a:lnTo>
                <a:lnTo>
                  <a:pt x="570899" y="55869"/>
                </a:lnTo>
                <a:cubicBezTo>
                  <a:pt x="568361" y="56144"/>
                  <a:pt x="566406" y="56693"/>
                  <a:pt x="565034" y="57516"/>
                </a:cubicBezTo>
                <a:cubicBezTo>
                  <a:pt x="563662" y="58339"/>
                  <a:pt x="562153" y="59882"/>
                  <a:pt x="560507" y="62146"/>
                </a:cubicBezTo>
                <a:cubicBezTo>
                  <a:pt x="559890" y="63106"/>
                  <a:pt x="558724" y="65747"/>
                  <a:pt x="557009" y="70068"/>
                </a:cubicBezTo>
                <a:lnTo>
                  <a:pt x="518631" y="164110"/>
                </a:lnTo>
                <a:cubicBezTo>
                  <a:pt x="514927" y="173233"/>
                  <a:pt x="510074" y="180127"/>
                  <a:pt x="504072" y="184791"/>
                </a:cubicBezTo>
                <a:cubicBezTo>
                  <a:pt x="498070" y="189456"/>
                  <a:pt x="492291" y="191788"/>
                  <a:pt x="486735" y="191788"/>
                </a:cubicBezTo>
                <a:cubicBezTo>
                  <a:pt x="482688" y="191788"/>
                  <a:pt x="479361" y="190636"/>
                  <a:pt x="476754" y="188331"/>
                </a:cubicBezTo>
                <a:cubicBezTo>
                  <a:pt x="474148" y="186027"/>
                  <a:pt x="472844" y="183384"/>
                  <a:pt x="472844" y="180402"/>
                </a:cubicBezTo>
                <a:cubicBezTo>
                  <a:pt x="472844" y="177556"/>
                  <a:pt x="473788" y="175260"/>
                  <a:pt x="475674" y="173515"/>
                </a:cubicBezTo>
                <a:cubicBezTo>
                  <a:pt x="477560" y="171772"/>
                  <a:pt x="480150" y="170901"/>
                  <a:pt x="483442" y="170901"/>
                </a:cubicBezTo>
                <a:cubicBezTo>
                  <a:pt x="485706" y="170901"/>
                  <a:pt x="488792" y="171655"/>
                  <a:pt x="492702" y="173165"/>
                </a:cubicBezTo>
                <a:cubicBezTo>
                  <a:pt x="495446" y="174193"/>
                  <a:pt x="497161" y="174708"/>
                  <a:pt x="497847" y="174708"/>
                </a:cubicBezTo>
                <a:cubicBezTo>
                  <a:pt x="499905" y="174708"/>
                  <a:pt x="502151" y="173637"/>
                  <a:pt x="504586" y="171496"/>
                </a:cubicBezTo>
                <a:cubicBezTo>
                  <a:pt x="507021" y="169357"/>
                  <a:pt x="509473" y="165215"/>
                  <a:pt x="511943" y="159072"/>
                </a:cubicBezTo>
                <a:lnTo>
                  <a:pt x="518631" y="142606"/>
                </a:lnTo>
                <a:lnTo>
                  <a:pt x="484780" y="71509"/>
                </a:lnTo>
                <a:cubicBezTo>
                  <a:pt x="483751" y="69382"/>
                  <a:pt x="482104" y="66742"/>
                  <a:pt x="479841" y="63586"/>
                </a:cubicBezTo>
                <a:cubicBezTo>
                  <a:pt x="478126" y="61186"/>
                  <a:pt x="476720" y="59574"/>
                  <a:pt x="475622" y="58750"/>
                </a:cubicBezTo>
                <a:cubicBezTo>
                  <a:pt x="474045" y="57653"/>
                  <a:pt x="471507" y="56693"/>
                  <a:pt x="468008" y="55869"/>
                </a:cubicBezTo>
                <a:lnTo>
                  <a:pt x="468008" y="520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78958-8561-4813-941F-AD4393B6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985120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27880-5F8E-466C-BFAA-E9B5BACA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985120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373" name="Text guest">
            <a:extLst xmlns:a="http://schemas.openxmlformats.org/drawingml/2006/main">
              <a:ext uri="{FF2B5EF4-FFF2-40B4-BE49-F238E27FC236}">
                <a16:creationId xmlns:a16="http://schemas.microsoft.com/office/drawing/2014/main" id="{4EA22757-92BC-4292-A24F-F8F9E15E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298" y="7070519"/>
            <a:ext cx="438826" cy="170798"/>
          </a:xfrm>
          <a:custGeom xmlns:a="http://schemas.openxmlformats.org/drawingml/2006/main">
            <a:pathLst>
              <a:path w="438826" h="170798">
                <a:moveTo>
                  <a:pt x="25517" y="90978"/>
                </a:moveTo>
                <a:cubicBezTo>
                  <a:pt x="19755" y="88170"/>
                  <a:pt x="15331" y="84248"/>
                  <a:pt x="12244" y="79213"/>
                </a:cubicBezTo>
                <a:cubicBezTo>
                  <a:pt x="9157" y="74178"/>
                  <a:pt x="7614" y="68611"/>
                  <a:pt x="7614" y="62512"/>
                </a:cubicBezTo>
                <a:cubicBezTo>
                  <a:pt x="7614" y="53196"/>
                  <a:pt x="11129" y="45182"/>
                  <a:pt x="18160" y="38468"/>
                </a:cubicBezTo>
                <a:cubicBezTo>
                  <a:pt x="25191" y="31755"/>
                  <a:pt x="34194" y="28398"/>
                  <a:pt x="45169" y="28398"/>
                </a:cubicBezTo>
                <a:cubicBezTo>
                  <a:pt x="54155" y="28398"/>
                  <a:pt x="61940" y="30593"/>
                  <a:pt x="68525" y="34983"/>
                </a:cubicBezTo>
                <a:lnTo>
                  <a:pt x="88486" y="34983"/>
                </a:lnTo>
                <a:cubicBezTo>
                  <a:pt x="91435" y="34983"/>
                  <a:pt x="93150" y="35067"/>
                  <a:pt x="93630" y="35237"/>
                </a:cubicBezTo>
                <a:cubicBezTo>
                  <a:pt x="94110" y="35406"/>
                  <a:pt x="94453" y="35694"/>
                  <a:pt x="94659" y="36102"/>
                </a:cubicBezTo>
                <a:cubicBezTo>
                  <a:pt x="95071" y="36713"/>
                  <a:pt x="95277" y="37798"/>
                  <a:pt x="95277" y="39359"/>
                </a:cubicBezTo>
                <a:cubicBezTo>
                  <a:pt x="95277" y="41121"/>
                  <a:pt x="95105" y="42342"/>
                  <a:pt x="94762" y="43021"/>
                </a:cubicBezTo>
                <a:cubicBezTo>
                  <a:pt x="94556" y="43360"/>
                  <a:pt x="94196" y="43631"/>
                  <a:pt x="93682" y="43835"/>
                </a:cubicBezTo>
                <a:cubicBezTo>
                  <a:pt x="93167" y="44038"/>
                  <a:pt x="91435" y="44140"/>
                  <a:pt x="88486" y="44140"/>
                </a:cubicBezTo>
                <a:lnTo>
                  <a:pt x="76242" y="44140"/>
                </a:lnTo>
                <a:cubicBezTo>
                  <a:pt x="80083" y="49089"/>
                  <a:pt x="82004" y="55413"/>
                  <a:pt x="82004" y="63110"/>
                </a:cubicBezTo>
                <a:cubicBezTo>
                  <a:pt x="82004" y="71908"/>
                  <a:pt x="78643" y="79434"/>
                  <a:pt x="71920" y="85688"/>
                </a:cubicBezTo>
                <a:cubicBezTo>
                  <a:pt x="65198" y="91943"/>
                  <a:pt x="56178" y="95071"/>
                  <a:pt x="44860" y="95071"/>
                </a:cubicBezTo>
                <a:cubicBezTo>
                  <a:pt x="40196" y="95071"/>
                  <a:pt x="35429" y="94371"/>
                  <a:pt x="30558" y="92971"/>
                </a:cubicBezTo>
                <a:cubicBezTo>
                  <a:pt x="27540" y="95576"/>
                  <a:pt x="25500" y="97855"/>
                  <a:pt x="24436" y="99810"/>
                </a:cubicBezTo>
                <a:cubicBezTo>
                  <a:pt x="23373" y="101763"/>
                  <a:pt x="22842" y="103424"/>
                  <a:pt x="22842" y="104794"/>
                </a:cubicBezTo>
                <a:cubicBezTo>
                  <a:pt x="22842" y="105960"/>
                  <a:pt x="23408" y="107092"/>
                  <a:pt x="24539" y="108189"/>
                </a:cubicBezTo>
                <a:cubicBezTo>
                  <a:pt x="25671" y="109285"/>
                  <a:pt x="27883" y="110072"/>
                  <a:pt x="31176" y="110553"/>
                </a:cubicBezTo>
                <a:cubicBezTo>
                  <a:pt x="33096" y="110827"/>
                  <a:pt x="37898" y="111067"/>
                  <a:pt x="45580" y="111273"/>
                </a:cubicBezTo>
                <a:cubicBezTo>
                  <a:pt x="59711" y="111614"/>
                  <a:pt x="68868" y="112093"/>
                  <a:pt x="73052" y="112710"/>
                </a:cubicBezTo>
                <a:cubicBezTo>
                  <a:pt x="79431" y="113602"/>
                  <a:pt x="84524" y="115967"/>
                  <a:pt x="88331" y="119806"/>
                </a:cubicBezTo>
                <a:cubicBezTo>
                  <a:pt x="92138" y="123643"/>
                  <a:pt x="94042" y="128372"/>
                  <a:pt x="94042" y="133992"/>
                </a:cubicBezTo>
                <a:cubicBezTo>
                  <a:pt x="94042" y="141737"/>
                  <a:pt x="90406" y="149002"/>
                  <a:pt x="83135" y="155789"/>
                </a:cubicBezTo>
                <a:cubicBezTo>
                  <a:pt x="72435" y="165795"/>
                  <a:pt x="58476" y="170798"/>
                  <a:pt x="41259" y="170798"/>
                </a:cubicBezTo>
                <a:cubicBezTo>
                  <a:pt x="28020" y="170798"/>
                  <a:pt x="16840" y="167819"/>
                  <a:pt x="7717" y="161859"/>
                </a:cubicBezTo>
                <a:cubicBezTo>
                  <a:pt x="2572" y="158434"/>
                  <a:pt x="0" y="154872"/>
                  <a:pt x="0" y="151172"/>
                </a:cubicBezTo>
                <a:cubicBezTo>
                  <a:pt x="0" y="149530"/>
                  <a:pt x="377" y="147887"/>
                  <a:pt x="1132" y="146243"/>
                </a:cubicBezTo>
                <a:cubicBezTo>
                  <a:pt x="2298" y="143707"/>
                  <a:pt x="4699" y="140179"/>
                  <a:pt x="8334" y="135658"/>
                </a:cubicBezTo>
                <a:cubicBezTo>
                  <a:pt x="8814" y="135043"/>
                  <a:pt x="12313" y="131344"/>
                  <a:pt x="18829" y="124562"/>
                </a:cubicBezTo>
                <a:cubicBezTo>
                  <a:pt x="15262" y="122433"/>
                  <a:pt x="12741" y="120528"/>
                  <a:pt x="11266" y="118845"/>
                </a:cubicBezTo>
                <a:cubicBezTo>
                  <a:pt x="9792" y="117162"/>
                  <a:pt x="9054" y="115257"/>
                  <a:pt x="9054" y="113128"/>
                </a:cubicBezTo>
                <a:cubicBezTo>
                  <a:pt x="9054" y="110723"/>
                  <a:pt x="10032" y="107906"/>
                  <a:pt x="11987" y="104678"/>
                </a:cubicBezTo>
                <a:cubicBezTo>
                  <a:pt x="13942" y="101450"/>
                  <a:pt x="18452" y="96883"/>
                  <a:pt x="25517" y="90978"/>
                </a:cubicBezTo>
                <a:moveTo>
                  <a:pt x="43420" y="33542"/>
                </a:moveTo>
                <a:cubicBezTo>
                  <a:pt x="38344" y="33542"/>
                  <a:pt x="34091" y="35555"/>
                  <a:pt x="30661" y="39581"/>
                </a:cubicBezTo>
                <a:cubicBezTo>
                  <a:pt x="27232" y="43604"/>
                  <a:pt x="25517" y="49778"/>
                  <a:pt x="25517" y="58101"/>
                </a:cubicBezTo>
                <a:cubicBezTo>
                  <a:pt x="25517" y="68881"/>
                  <a:pt x="27849" y="77237"/>
                  <a:pt x="32513" y="83171"/>
                </a:cubicBezTo>
                <a:cubicBezTo>
                  <a:pt x="36080" y="87674"/>
                  <a:pt x="40607" y="89926"/>
                  <a:pt x="46095" y="89926"/>
                </a:cubicBezTo>
                <a:cubicBezTo>
                  <a:pt x="51308" y="89926"/>
                  <a:pt x="55595" y="87982"/>
                  <a:pt x="58956" y="84094"/>
                </a:cubicBezTo>
                <a:cubicBezTo>
                  <a:pt x="62317" y="80205"/>
                  <a:pt x="63998" y="74099"/>
                  <a:pt x="63998" y="65776"/>
                </a:cubicBezTo>
                <a:cubicBezTo>
                  <a:pt x="63998" y="54930"/>
                  <a:pt x="61631" y="46436"/>
                  <a:pt x="56898" y="40294"/>
                </a:cubicBezTo>
                <a:cubicBezTo>
                  <a:pt x="53400" y="35793"/>
                  <a:pt x="48907" y="33542"/>
                  <a:pt x="43420" y="33542"/>
                </a:cubicBezTo>
                <a:moveTo>
                  <a:pt x="24488" y="125382"/>
                </a:moveTo>
                <a:cubicBezTo>
                  <a:pt x="21264" y="128873"/>
                  <a:pt x="18829" y="132125"/>
                  <a:pt x="17183" y="135137"/>
                </a:cubicBezTo>
                <a:cubicBezTo>
                  <a:pt x="15536" y="138151"/>
                  <a:pt x="14713" y="140924"/>
                  <a:pt x="14713" y="143458"/>
                </a:cubicBezTo>
                <a:cubicBezTo>
                  <a:pt x="14713" y="146744"/>
                  <a:pt x="16703" y="149620"/>
                  <a:pt x="20681" y="152085"/>
                </a:cubicBezTo>
                <a:cubicBezTo>
                  <a:pt x="27540" y="156329"/>
                  <a:pt x="37452" y="158451"/>
                  <a:pt x="50416" y="158451"/>
                </a:cubicBezTo>
                <a:cubicBezTo>
                  <a:pt x="62763" y="158451"/>
                  <a:pt x="71869" y="156277"/>
                  <a:pt x="77734" y="151927"/>
                </a:cubicBezTo>
                <a:cubicBezTo>
                  <a:pt x="83598" y="147580"/>
                  <a:pt x="86531" y="142943"/>
                  <a:pt x="86531" y="138015"/>
                </a:cubicBezTo>
                <a:cubicBezTo>
                  <a:pt x="86531" y="134454"/>
                  <a:pt x="84782" y="131921"/>
                  <a:pt x="81283" y="130414"/>
                </a:cubicBezTo>
                <a:cubicBezTo>
                  <a:pt x="77717" y="128907"/>
                  <a:pt x="70651" y="128017"/>
                  <a:pt x="60088" y="127745"/>
                </a:cubicBezTo>
                <a:cubicBezTo>
                  <a:pt x="44654" y="127333"/>
                  <a:pt x="32788" y="126546"/>
                  <a:pt x="24488" y="125382"/>
                </a:cubicBezTo>
                <a:close/>
                <a:moveTo>
                  <a:pt x="188289" y="31073"/>
                </a:moveTo>
                <a:lnTo>
                  <a:pt x="188289" y="88177"/>
                </a:lnTo>
                <a:cubicBezTo>
                  <a:pt x="188289" y="99083"/>
                  <a:pt x="188547" y="105754"/>
                  <a:pt x="189061" y="108189"/>
                </a:cubicBezTo>
                <a:cubicBezTo>
                  <a:pt x="189576" y="110624"/>
                  <a:pt x="190399" y="112322"/>
                  <a:pt x="191530" y="113282"/>
                </a:cubicBezTo>
                <a:cubicBezTo>
                  <a:pt x="192662" y="114243"/>
                  <a:pt x="193983" y="114723"/>
                  <a:pt x="195492" y="114723"/>
                </a:cubicBezTo>
                <a:cubicBezTo>
                  <a:pt x="197618" y="114723"/>
                  <a:pt x="200019" y="114140"/>
                  <a:pt x="202694" y="112974"/>
                </a:cubicBezTo>
                <a:lnTo>
                  <a:pt x="204135" y="116575"/>
                </a:lnTo>
                <a:lnTo>
                  <a:pt x="175943" y="128201"/>
                </a:lnTo>
                <a:lnTo>
                  <a:pt x="171312" y="128201"/>
                </a:lnTo>
                <a:lnTo>
                  <a:pt x="171312" y="108241"/>
                </a:lnTo>
                <a:cubicBezTo>
                  <a:pt x="163218" y="117021"/>
                  <a:pt x="157045" y="122542"/>
                  <a:pt x="152792" y="124806"/>
                </a:cubicBezTo>
                <a:cubicBezTo>
                  <a:pt x="148539" y="127070"/>
                  <a:pt x="144047" y="128201"/>
                  <a:pt x="139314" y="128201"/>
                </a:cubicBezTo>
                <a:cubicBezTo>
                  <a:pt x="134032" y="128201"/>
                  <a:pt x="129453" y="126675"/>
                  <a:pt x="125578" y="123623"/>
                </a:cubicBezTo>
                <a:cubicBezTo>
                  <a:pt x="121702" y="120570"/>
                  <a:pt x="119010" y="116643"/>
                  <a:pt x="117501" y="111842"/>
                </a:cubicBezTo>
                <a:cubicBezTo>
                  <a:pt x="115992" y="107040"/>
                  <a:pt x="115237" y="100250"/>
                  <a:pt x="115237" y="91470"/>
                </a:cubicBezTo>
                <a:lnTo>
                  <a:pt x="115237" y="49387"/>
                </a:lnTo>
                <a:cubicBezTo>
                  <a:pt x="115237" y="44929"/>
                  <a:pt x="114757" y="41842"/>
                  <a:pt x="113797" y="40127"/>
                </a:cubicBezTo>
                <a:cubicBezTo>
                  <a:pt x="112836" y="38412"/>
                  <a:pt x="111413" y="37092"/>
                  <a:pt x="109527" y="36166"/>
                </a:cubicBezTo>
                <a:cubicBezTo>
                  <a:pt x="107640" y="35240"/>
                  <a:pt x="104228" y="34811"/>
                  <a:pt x="99289" y="34880"/>
                </a:cubicBezTo>
                <a:lnTo>
                  <a:pt x="99289" y="31073"/>
                </a:lnTo>
                <a:lnTo>
                  <a:pt x="132317" y="31073"/>
                </a:lnTo>
                <a:lnTo>
                  <a:pt x="132317" y="93990"/>
                </a:lnTo>
                <a:cubicBezTo>
                  <a:pt x="132317" y="102749"/>
                  <a:pt x="133843" y="108497"/>
                  <a:pt x="136896" y="111234"/>
                </a:cubicBezTo>
                <a:cubicBezTo>
                  <a:pt x="139948" y="113971"/>
                  <a:pt x="143635" y="115340"/>
                  <a:pt x="147956" y="115340"/>
                </a:cubicBezTo>
                <a:cubicBezTo>
                  <a:pt x="150906" y="115340"/>
                  <a:pt x="154250" y="114416"/>
                  <a:pt x="157988" y="112569"/>
                </a:cubicBezTo>
                <a:cubicBezTo>
                  <a:pt x="161727" y="110721"/>
                  <a:pt x="166168" y="107198"/>
                  <a:pt x="171312" y="102000"/>
                </a:cubicBezTo>
                <a:lnTo>
                  <a:pt x="171312" y="48735"/>
                </a:lnTo>
                <a:cubicBezTo>
                  <a:pt x="171312" y="43397"/>
                  <a:pt x="170335" y="39789"/>
                  <a:pt x="168380" y="37909"/>
                </a:cubicBezTo>
                <a:cubicBezTo>
                  <a:pt x="166425" y="36027"/>
                  <a:pt x="162361" y="35017"/>
                  <a:pt x="156188" y="34880"/>
                </a:cubicBezTo>
                <a:lnTo>
                  <a:pt x="156188" y="31073"/>
                </a:lnTo>
                <a:lnTo>
                  <a:pt x="188289" y="31073"/>
                </a:lnTo>
                <a:close/>
                <a:moveTo>
                  <a:pt x="226873" y="66673"/>
                </a:moveTo>
                <a:cubicBezTo>
                  <a:pt x="226805" y="80634"/>
                  <a:pt x="230200" y="91584"/>
                  <a:pt x="237059" y="99524"/>
                </a:cubicBezTo>
                <a:cubicBezTo>
                  <a:pt x="243919" y="107462"/>
                  <a:pt x="251979" y="111430"/>
                  <a:pt x="261239" y="111430"/>
                </a:cubicBezTo>
                <a:cubicBezTo>
                  <a:pt x="267412" y="111430"/>
                  <a:pt x="272780" y="109733"/>
                  <a:pt x="277341" y="106337"/>
                </a:cubicBezTo>
                <a:cubicBezTo>
                  <a:pt x="281902" y="102942"/>
                  <a:pt x="285727" y="97129"/>
                  <a:pt x="288813" y="88897"/>
                </a:cubicBezTo>
                <a:lnTo>
                  <a:pt x="292003" y="90955"/>
                </a:lnTo>
                <a:cubicBezTo>
                  <a:pt x="290562" y="100352"/>
                  <a:pt x="286378" y="108910"/>
                  <a:pt x="279450" y="116626"/>
                </a:cubicBezTo>
                <a:cubicBezTo>
                  <a:pt x="272522" y="124343"/>
                  <a:pt x="263845" y="128201"/>
                  <a:pt x="253419" y="128201"/>
                </a:cubicBezTo>
                <a:cubicBezTo>
                  <a:pt x="242101" y="128201"/>
                  <a:pt x="232412" y="123804"/>
                  <a:pt x="224352" y="115009"/>
                </a:cubicBezTo>
                <a:cubicBezTo>
                  <a:pt x="216293" y="106212"/>
                  <a:pt x="212263" y="94386"/>
                  <a:pt x="212263" y="79531"/>
                </a:cubicBezTo>
                <a:cubicBezTo>
                  <a:pt x="212263" y="63446"/>
                  <a:pt x="216396" y="50903"/>
                  <a:pt x="224661" y="41902"/>
                </a:cubicBezTo>
                <a:cubicBezTo>
                  <a:pt x="232927" y="32899"/>
                  <a:pt x="243301" y="28398"/>
                  <a:pt x="255785" y="28398"/>
                </a:cubicBezTo>
                <a:cubicBezTo>
                  <a:pt x="266349" y="28398"/>
                  <a:pt x="275026" y="31870"/>
                  <a:pt x="281817" y="38815"/>
                </a:cubicBezTo>
                <a:cubicBezTo>
                  <a:pt x="288608" y="45758"/>
                  <a:pt x="292003" y="55044"/>
                  <a:pt x="292003" y="66673"/>
                </a:cubicBezTo>
                <a:lnTo>
                  <a:pt x="226873" y="66673"/>
                </a:lnTo>
                <a:moveTo>
                  <a:pt x="226873" y="60705"/>
                </a:moveTo>
                <a:lnTo>
                  <a:pt x="270499" y="60705"/>
                </a:lnTo>
                <a:cubicBezTo>
                  <a:pt x="270156" y="54669"/>
                  <a:pt x="269436" y="50416"/>
                  <a:pt x="268338" y="47947"/>
                </a:cubicBezTo>
                <a:cubicBezTo>
                  <a:pt x="266623" y="44106"/>
                  <a:pt x="264068" y="41088"/>
                  <a:pt x="260673" y="38893"/>
                </a:cubicBezTo>
                <a:cubicBezTo>
                  <a:pt x="257277" y="36698"/>
                  <a:pt x="253728" y="35600"/>
                  <a:pt x="250024" y="35600"/>
                </a:cubicBezTo>
                <a:cubicBezTo>
                  <a:pt x="244330" y="35600"/>
                  <a:pt x="239237" y="37812"/>
                  <a:pt x="234744" y="42237"/>
                </a:cubicBezTo>
                <a:cubicBezTo>
                  <a:pt x="230252" y="46661"/>
                  <a:pt x="227628" y="52817"/>
                  <a:pt x="226873" y="60705"/>
                </a:cubicBezTo>
                <a:close/>
                <a:moveTo>
                  <a:pt x="365499" y="28398"/>
                </a:moveTo>
                <a:lnTo>
                  <a:pt x="365499" y="60294"/>
                </a:lnTo>
                <a:lnTo>
                  <a:pt x="362104" y="60294"/>
                </a:lnTo>
                <a:cubicBezTo>
                  <a:pt x="359497" y="50290"/>
                  <a:pt x="356153" y="43485"/>
                  <a:pt x="352072" y="39880"/>
                </a:cubicBezTo>
                <a:cubicBezTo>
                  <a:pt x="347990" y="36272"/>
                  <a:pt x="342794" y="34468"/>
                  <a:pt x="336484" y="34468"/>
                </a:cubicBezTo>
                <a:cubicBezTo>
                  <a:pt x="331682" y="34468"/>
                  <a:pt x="327807" y="35736"/>
                  <a:pt x="324857" y="38272"/>
                </a:cubicBezTo>
                <a:cubicBezTo>
                  <a:pt x="321908" y="40806"/>
                  <a:pt x="320433" y="43615"/>
                  <a:pt x="320433" y="46699"/>
                </a:cubicBezTo>
                <a:cubicBezTo>
                  <a:pt x="320433" y="50536"/>
                  <a:pt x="321530" y="53825"/>
                  <a:pt x="323725" y="56564"/>
                </a:cubicBezTo>
                <a:cubicBezTo>
                  <a:pt x="325852" y="59374"/>
                  <a:pt x="330173" y="62355"/>
                  <a:pt x="336690" y="65506"/>
                </a:cubicBezTo>
                <a:lnTo>
                  <a:pt x="351712" y="72805"/>
                </a:lnTo>
                <a:cubicBezTo>
                  <a:pt x="365636" y="79587"/>
                  <a:pt x="372598" y="88529"/>
                  <a:pt x="372598" y="99630"/>
                </a:cubicBezTo>
                <a:cubicBezTo>
                  <a:pt x="372598" y="108194"/>
                  <a:pt x="369357" y="115097"/>
                  <a:pt x="362875" y="120340"/>
                </a:cubicBezTo>
                <a:cubicBezTo>
                  <a:pt x="356393" y="125581"/>
                  <a:pt x="349139" y="128201"/>
                  <a:pt x="341114" y="128201"/>
                </a:cubicBezTo>
                <a:cubicBezTo>
                  <a:pt x="335352" y="128201"/>
                  <a:pt x="328767" y="127173"/>
                  <a:pt x="321359" y="125115"/>
                </a:cubicBezTo>
                <a:cubicBezTo>
                  <a:pt x="319095" y="124429"/>
                  <a:pt x="317243" y="124086"/>
                  <a:pt x="315803" y="124086"/>
                </a:cubicBezTo>
                <a:cubicBezTo>
                  <a:pt x="314225" y="124086"/>
                  <a:pt x="312991" y="124978"/>
                  <a:pt x="312099" y="126761"/>
                </a:cubicBezTo>
                <a:lnTo>
                  <a:pt x="308703" y="126761"/>
                </a:lnTo>
                <a:lnTo>
                  <a:pt x="308703" y="93013"/>
                </a:lnTo>
                <a:lnTo>
                  <a:pt x="312099" y="93013"/>
                </a:lnTo>
                <a:cubicBezTo>
                  <a:pt x="314019" y="102650"/>
                  <a:pt x="317689" y="109913"/>
                  <a:pt x="323108" y="114800"/>
                </a:cubicBezTo>
                <a:cubicBezTo>
                  <a:pt x="328527" y="119687"/>
                  <a:pt x="334598" y="122131"/>
                  <a:pt x="341320" y="122131"/>
                </a:cubicBezTo>
                <a:cubicBezTo>
                  <a:pt x="346053" y="122131"/>
                  <a:pt x="349911" y="120744"/>
                  <a:pt x="352895" y="117970"/>
                </a:cubicBezTo>
                <a:cubicBezTo>
                  <a:pt x="355879" y="115194"/>
                  <a:pt x="357371" y="111854"/>
                  <a:pt x="357371" y="107948"/>
                </a:cubicBezTo>
                <a:cubicBezTo>
                  <a:pt x="357371" y="103219"/>
                  <a:pt x="355707" y="99245"/>
                  <a:pt x="352380" y="96026"/>
                </a:cubicBezTo>
                <a:cubicBezTo>
                  <a:pt x="349054" y="92806"/>
                  <a:pt x="342417" y="88730"/>
                  <a:pt x="332471" y="83798"/>
                </a:cubicBezTo>
                <a:cubicBezTo>
                  <a:pt x="322525" y="78863"/>
                  <a:pt x="316009" y="74409"/>
                  <a:pt x="312922" y="70435"/>
                </a:cubicBezTo>
                <a:cubicBezTo>
                  <a:pt x="309835" y="66529"/>
                  <a:pt x="308292" y="61596"/>
                  <a:pt x="308292" y="55635"/>
                </a:cubicBezTo>
                <a:cubicBezTo>
                  <a:pt x="308292" y="47892"/>
                  <a:pt x="310950" y="41418"/>
                  <a:pt x="316266" y="36211"/>
                </a:cubicBezTo>
                <a:cubicBezTo>
                  <a:pt x="321582" y="31002"/>
                  <a:pt x="328458" y="28398"/>
                  <a:pt x="336895" y="28398"/>
                </a:cubicBezTo>
                <a:cubicBezTo>
                  <a:pt x="340599" y="28398"/>
                  <a:pt x="345092" y="29187"/>
                  <a:pt x="350374" y="30764"/>
                </a:cubicBezTo>
                <a:cubicBezTo>
                  <a:pt x="353872" y="31793"/>
                  <a:pt x="356205" y="32308"/>
                  <a:pt x="357371" y="32308"/>
                </a:cubicBezTo>
                <a:cubicBezTo>
                  <a:pt x="358468" y="32308"/>
                  <a:pt x="359326" y="32068"/>
                  <a:pt x="359943" y="31587"/>
                </a:cubicBezTo>
                <a:cubicBezTo>
                  <a:pt x="360560" y="31107"/>
                  <a:pt x="361280" y="30044"/>
                  <a:pt x="362104" y="28398"/>
                </a:cubicBezTo>
                <a:lnTo>
                  <a:pt x="365499" y="28398"/>
                </a:lnTo>
                <a:close/>
                <a:moveTo>
                  <a:pt x="413927" y="0"/>
                </a:moveTo>
                <a:lnTo>
                  <a:pt x="413927" y="31073"/>
                </a:lnTo>
                <a:lnTo>
                  <a:pt x="435945" y="31073"/>
                </a:lnTo>
                <a:lnTo>
                  <a:pt x="435945" y="38275"/>
                </a:lnTo>
                <a:lnTo>
                  <a:pt x="413927" y="38275"/>
                </a:lnTo>
                <a:lnTo>
                  <a:pt x="413927" y="99309"/>
                </a:lnTo>
                <a:cubicBezTo>
                  <a:pt x="413927" y="105407"/>
                  <a:pt x="414802" y="109518"/>
                  <a:pt x="416551" y="111643"/>
                </a:cubicBezTo>
                <a:cubicBezTo>
                  <a:pt x="418300" y="113765"/>
                  <a:pt x="420546" y="114826"/>
                  <a:pt x="423290" y="114826"/>
                </a:cubicBezTo>
                <a:cubicBezTo>
                  <a:pt x="425554" y="114826"/>
                  <a:pt x="427749" y="114123"/>
                  <a:pt x="429875" y="112716"/>
                </a:cubicBezTo>
                <a:cubicBezTo>
                  <a:pt x="432001" y="111310"/>
                  <a:pt x="433648" y="109235"/>
                  <a:pt x="434814" y="106492"/>
                </a:cubicBezTo>
                <a:lnTo>
                  <a:pt x="438826" y="106492"/>
                </a:lnTo>
                <a:cubicBezTo>
                  <a:pt x="436426" y="113233"/>
                  <a:pt x="433030" y="118331"/>
                  <a:pt x="428640" y="121787"/>
                </a:cubicBezTo>
                <a:cubicBezTo>
                  <a:pt x="424250" y="125240"/>
                  <a:pt x="419723" y="126967"/>
                  <a:pt x="415059" y="126967"/>
                </a:cubicBezTo>
                <a:cubicBezTo>
                  <a:pt x="411903" y="126967"/>
                  <a:pt x="408817" y="126091"/>
                  <a:pt x="405799" y="124340"/>
                </a:cubicBezTo>
                <a:cubicBezTo>
                  <a:pt x="402780" y="122589"/>
                  <a:pt x="400551" y="120083"/>
                  <a:pt x="399111" y="116822"/>
                </a:cubicBezTo>
                <a:cubicBezTo>
                  <a:pt x="397670" y="113560"/>
                  <a:pt x="396950" y="108529"/>
                  <a:pt x="396950" y="101730"/>
                </a:cubicBezTo>
                <a:lnTo>
                  <a:pt x="396950" y="38275"/>
                </a:lnTo>
                <a:lnTo>
                  <a:pt x="382031" y="38275"/>
                </a:lnTo>
                <a:lnTo>
                  <a:pt x="382031" y="34880"/>
                </a:lnTo>
                <a:cubicBezTo>
                  <a:pt x="385804" y="33367"/>
                  <a:pt x="389662" y="30804"/>
                  <a:pt x="393606" y="27192"/>
                </a:cubicBezTo>
                <a:cubicBezTo>
                  <a:pt x="397550" y="23580"/>
                  <a:pt x="401066" y="19297"/>
                  <a:pt x="404152" y="14344"/>
                </a:cubicBezTo>
                <a:cubicBezTo>
                  <a:pt x="405730" y="11731"/>
                  <a:pt x="407925" y="6949"/>
                  <a:pt x="410737" y="0"/>
                </a:cubicBezTo>
                <a:lnTo>
                  <a:pt x="4139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Top-kCandidateTokens">
            <a:extLst xmlns:a="http://schemas.openxmlformats.org/drawingml/2006/main">
              <a:ext uri="{FF2B5EF4-FFF2-40B4-BE49-F238E27FC236}">
                <a16:creationId xmlns:a16="http://schemas.microsoft.com/office/drawing/2014/main" id="{61CBFAF5-F05F-4380-AF4D-8802BEA8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121" y="6725447"/>
            <a:ext cx="2190710" cy="187672"/>
          </a:xfrm>
          <a:custGeom xmlns:a="http://schemas.openxmlformats.org/drawingml/2006/main">
            <a:pathLst>
              <a:path w="2190710" h="187672">
                <a:moveTo>
                  <a:pt x="125321" y="3087"/>
                </a:moveTo>
                <a:lnTo>
                  <a:pt x="125321" y="40950"/>
                </a:lnTo>
                <a:lnTo>
                  <a:pt x="121616" y="40950"/>
                </a:lnTo>
                <a:cubicBezTo>
                  <a:pt x="119421" y="32209"/>
                  <a:pt x="116986" y="25928"/>
                  <a:pt x="114311" y="22109"/>
                </a:cubicBezTo>
                <a:cubicBezTo>
                  <a:pt x="111636" y="18289"/>
                  <a:pt x="107966" y="15243"/>
                  <a:pt x="103302" y="12971"/>
                </a:cubicBezTo>
                <a:cubicBezTo>
                  <a:pt x="100695" y="11732"/>
                  <a:pt x="96134" y="11112"/>
                  <a:pt x="89618" y="11112"/>
                </a:cubicBezTo>
                <a:lnTo>
                  <a:pt x="79226" y="11112"/>
                </a:lnTo>
                <a:lnTo>
                  <a:pt x="79226" y="118736"/>
                </a:lnTo>
                <a:cubicBezTo>
                  <a:pt x="79226" y="125906"/>
                  <a:pt x="79620" y="130388"/>
                  <a:pt x="80409" y="132182"/>
                </a:cubicBezTo>
                <a:cubicBezTo>
                  <a:pt x="81198" y="133974"/>
                  <a:pt x="82741" y="135542"/>
                  <a:pt x="85039" y="136886"/>
                </a:cubicBezTo>
                <a:cubicBezTo>
                  <a:pt x="87337" y="138230"/>
                  <a:pt x="90475" y="138902"/>
                  <a:pt x="94453" y="138902"/>
                </a:cubicBezTo>
                <a:lnTo>
                  <a:pt x="99083" y="138902"/>
                </a:lnTo>
                <a:lnTo>
                  <a:pt x="99083" y="142606"/>
                </a:lnTo>
                <a:lnTo>
                  <a:pt x="26031" y="142606"/>
                </a:lnTo>
                <a:lnTo>
                  <a:pt x="26031" y="138902"/>
                </a:lnTo>
                <a:lnTo>
                  <a:pt x="30661" y="138902"/>
                </a:lnTo>
                <a:cubicBezTo>
                  <a:pt x="34708" y="138902"/>
                  <a:pt x="37967" y="138179"/>
                  <a:pt x="40436" y="136732"/>
                </a:cubicBezTo>
                <a:cubicBezTo>
                  <a:pt x="42219" y="135765"/>
                  <a:pt x="43626" y="134110"/>
                  <a:pt x="44654" y="131767"/>
                </a:cubicBezTo>
                <a:cubicBezTo>
                  <a:pt x="45409" y="130112"/>
                  <a:pt x="45786" y="125769"/>
                  <a:pt x="45786" y="118736"/>
                </a:cubicBezTo>
                <a:lnTo>
                  <a:pt x="45786" y="11112"/>
                </a:lnTo>
                <a:lnTo>
                  <a:pt x="35703" y="11112"/>
                </a:lnTo>
                <a:cubicBezTo>
                  <a:pt x="26306" y="11112"/>
                  <a:pt x="19481" y="13108"/>
                  <a:pt x="15228" y="17099"/>
                </a:cubicBezTo>
                <a:cubicBezTo>
                  <a:pt x="9260" y="22674"/>
                  <a:pt x="5487" y="30625"/>
                  <a:pt x="3910" y="40950"/>
                </a:cubicBezTo>
                <a:lnTo>
                  <a:pt x="0" y="40950"/>
                </a:lnTo>
                <a:lnTo>
                  <a:pt x="0" y="3087"/>
                </a:lnTo>
                <a:lnTo>
                  <a:pt x="125321" y="3087"/>
                </a:lnTo>
                <a:close/>
                <a:moveTo>
                  <a:pt x="166065" y="43420"/>
                </a:moveTo>
                <a:cubicBezTo>
                  <a:pt x="174433" y="43420"/>
                  <a:pt x="182219" y="45583"/>
                  <a:pt x="189421" y="49908"/>
                </a:cubicBezTo>
                <a:cubicBezTo>
                  <a:pt x="196624" y="54234"/>
                  <a:pt x="202094" y="60380"/>
                  <a:pt x="205832" y="68345"/>
                </a:cubicBezTo>
                <a:cubicBezTo>
                  <a:pt x="209571" y="76310"/>
                  <a:pt x="211440" y="85030"/>
                  <a:pt x="211440" y="94505"/>
                </a:cubicBezTo>
                <a:cubicBezTo>
                  <a:pt x="211440" y="108168"/>
                  <a:pt x="207976" y="119600"/>
                  <a:pt x="201048" y="128803"/>
                </a:cubicBezTo>
                <a:cubicBezTo>
                  <a:pt x="192679" y="139926"/>
                  <a:pt x="181121" y="145487"/>
                  <a:pt x="166374" y="145487"/>
                </a:cubicBezTo>
                <a:cubicBezTo>
                  <a:pt x="151901" y="145487"/>
                  <a:pt x="140754" y="140406"/>
                  <a:pt x="132934" y="130243"/>
                </a:cubicBezTo>
                <a:cubicBezTo>
                  <a:pt x="125115" y="120081"/>
                  <a:pt x="121205" y="108305"/>
                  <a:pt x="121205" y="94916"/>
                </a:cubicBezTo>
                <a:cubicBezTo>
                  <a:pt x="121205" y="81116"/>
                  <a:pt x="125200" y="69083"/>
                  <a:pt x="133192" y="58818"/>
                </a:cubicBezTo>
                <a:cubicBezTo>
                  <a:pt x="141183" y="48552"/>
                  <a:pt x="152141" y="43420"/>
                  <a:pt x="166065" y="43420"/>
                </a:cubicBezTo>
                <a:moveTo>
                  <a:pt x="166477" y="50622"/>
                </a:moveTo>
                <a:cubicBezTo>
                  <a:pt x="162978" y="50622"/>
                  <a:pt x="159977" y="51945"/>
                  <a:pt x="157474" y="54590"/>
                </a:cubicBezTo>
                <a:cubicBezTo>
                  <a:pt x="154970" y="57233"/>
                  <a:pt x="153324" y="62451"/>
                  <a:pt x="152535" y="70245"/>
                </a:cubicBezTo>
                <a:cubicBezTo>
                  <a:pt x="151746" y="78039"/>
                  <a:pt x="151352" y="88873"/>
                  <a:pt x="151352" y="102746"/>
                </a:cubicBezTo>
                <a:cubicBezTo>
                  <a:pt x="151352" y="110094"/>
                  <a:pt x="151832" y="116962"/>
                  <a:pt x="152792" y="123350"/>
                </a:cubicBezTo>
                <a:cubicBezTo>
                  <a:pt x="153547" y="128224"/>
                  <a:pt x="155159" y="131932"/>
                  <a:pt x="157628" y="134475"/>
                </a:cubicBezTo>
                <a:cubicBezTo>
                  <a:pt x="160097" y="137015"/>
                  <a:pt x="162910" y="138285"/>
                  <a:pt x="166065" y="138285"/>
                </a:cubicBezTo>
                <a:cubicBezTo>
                  <a:pt x="169152" y="138285"/>
                  <a:pt x="171724" y="137426"/>
                  <a:pt x="173782" y="135709"/>
                </a:cubicBezTo>
                <a:cubicBezTo>
                  <a:pt x="176457" y="133375"/>
                  <a:pt x="178240" y="130112"/>
                  <a:pt x="179132" y="125922"/>
                </a:cubicBezTo>
                <a:cubicBezTo>
                  <a:pt x="180504" y="119399"/>
                  <a:pt x="181190" y="106214"/>
                  <a:pt x="181190" y="86367"/>
                </a:cubicBezTo>
                <a:cubicBezTo>
                  <a:pt x="181190" y="74693"/>
                  <a:pt x="180538" y="66676"/>
                  <a:pt x="179235" y="62316"/>
                </a:cubicBezTo>
                <a:cubicBezTo>
                  <a:pt x="177932" y="57954"/>
                  <a:pt x="176011" y="54777"/>
                  <a:pt x="173473" y="52786"/>
                </a:cubicBezTo>
                <a:cubicBezTo>
                  <a:pt x="171690" y="51343"/>
                  <a:pt x="169358" y="50622"/>
                  <a:pt x="166477" y="50622"/>
                </a:cubicBezTo>
                <a:close/>
                <a:moveTo>
                  <a:pt x="263296" y="132832"/>
                </a:moveTo>
                <a:lnTo>
                  <a:pt x="263296" y="168534"/>
                </a:lnTo>
                <a:cubicBezTo>
                  <a:pt x="263296" y="173540"/>
                  <a:pt x="263691" y="176946"/>
                  <a:pt x="264480" y="178753"/>
                </a:cubicBezTo>
                <a:cubicBezTo>
                  <a:pt x="265269" y="180562"/>
                  <a:pt x="266486" y="181883"/>
                  <a:pt x="268132" y="182717"/>
                </a:cubicBezTo>
                <a:cubicBezTo>
                  <a:pt x="269779" y="183551"/>
                  <a:pt x="273002" y="183968"/>
                  <a:pt x="277804" y="183968"/>
                </a:cubicBezTo>
                <a:lnTo>
                  <a:pt x="277804" y="187672"/>
                </a:lnTo>
                <a:lnTo>
                  <a:pt x="222963" y="187672"/>
                </a:lnTo>
                <a:lnTo>
                  <a:pt x="222963" y="183968"/>
                </a:lnTo>
                <a:cubicBezTo>
                  <a:pt x="227216" y="183829"/>
                  <a:pt x="230372" y="182612"/>
                  <a:pt x="232429" y="180319"/>
                </a:cubicBezTo>
                <a:cubicBezTo>
                  <a:pt x="233801" y="178722"/>
                  <a:pt x="234487" y="174588"/>
                  <a:pt x="234487" y="167917"/>
                </a:cubicBezTo>
                <a:lnTo>
                  <a:pt x="234487" y="66467"/>
                </a:lnTo>
                <a:cubicBezTo>
                  <a:pt x="234487" y="59591"/>
                  <a:pt x="233698" y="55197"/>
                  <a:pt x="232121" y="53288"/>
                </a:cubicBezTo>
                <a:cubicBezTo>
                  <a:pt x="230543" y="51378"/>
                  <a:pt x="227491" y="50283"/>
                  <a:pt x="222963" y="50005"/>
                </a:cubicBezTo>
                <a:lnTo>
                  <a:pt x="222963" y="46301"/>
                </a:lnTo>
                <a:lnTo>
                  <a:pt x="263296" y="46301"/>
                </a:lnTo>
                <a:lnTo>
                  <a:pt x="263296" y="58956"/>
                </a:lnTo>
                <a:cubicBezTo>
                  <a:pt x="266658" y="54017"/>
                  <a:pt x="270087" y="50451"/>
                  <a:pt x="273586" y="48256"/>
                </a:cubicBezTo>
                <a:cubicBezTo>
                  <a:pt x="278593" y="45032"/>
                  <a:pt x="284046" y="43420"/>
                  <a:pt x="289945" y="43420"/>
                </a:cubicBezTo>
                <a:cubicBezTo>
                  <a:pt x="297010" y="43420"/>
                  <a:pt x="303441" y="45651"/>
                  <a:pt x="309237" y="50114"/>
                </a:cubicBezTo>
                <a:cubicBezTo>
                  <a:pt x="315033" y="54577"/>
                  <a:pt x="319440" y="60740"/>
                  <a:pt x="322458" y="68602"/>
                </a:cubicBezTo>
                <a:cubicBezTo>
                  <a:pt x="325477" y="76465"/>
                  <a:pt x="326986" y="84927"/>
                  <a:pt x="326986" y="93990"/>
                </a:cubicBezTo>
                <a:cubicBezTo>
                  <a:pt x="326986" y="103739"/>
                  <a:pt x="325425" y="112648"/>
                  <a:pt x="322304" y="120716"/>
                </a:cubicBezTo>
                <a:cubicBezTo>
                  <a:pt x="319183" y="128784"/>
                  <a:pt x="314656" y="134930"/>
                  <a:pt x="308723" y="139153"/>
                </a:cubicBezTo>
                <a:cubicBezTo>
                  <a:pt x="302789" y="143376"/>
                  <a:pt x="296187" y="145487"/>
                  <a:pt x="288916" y="145487"/>
                </a:cubicBezTo>
                <a:cubicBezTo>
                  <a:pt x="283634" y="145487"/>
                  <a:pt x="278696" y="144321"/>
                  <a:pt x="274100" y="141989"/>
                </a:cubicBezTo>
                <a:cubicBezTo>
                  <a:pt x="270670" y="140205"/>
                  <a:pt x="267069" y="137153"/>
                  <a:pt x="263296" y="132832"/>
                </a:cubicBezTo>
                <a:moveTo>
                  <a:pt x="263296" y="122424"/>
                </a:moveTo>
                <a:cubicBezTo>
                  <a:pt x="269196" y="130803"/>
                  <a:pt x="275506" y="134992"/>
                  <a:pt x="282228" y="134992"/>
                </a:cubicBezTo>
                <a:cubicBezTo>
                  <a:pt x="285932" y="134992"/>
                  <a:pt x="288985" y="133035"/>
                  <a:pt x="291386" y="129121"/>
                </a:cubicBezTo>
                <a:cubicBezTo>
                  <a:pt x="294952" y="123351"/>
                  <a:pt x="296736" y="112361"/>
                  <a:pt x="296736" y="96151"/>
                </a:cubicBezTo>
                <a:cubicBezTo>
                  <a:pt x="296736" y="79530"/>
                  <a:pt x="294781" y="68163"/>
                  <a:pt x="290871" y="62049"/>
                </a:cubicBezTo>
                <a:cubicBezTo>
                  <a:pt x="288265" y="57998"/>
                  <a:pt x="284766" y="55972"/>
                  <a:pt x="280376" y="55972"/>
                </a:cubicBezTo>
                <a:cubicBezTo>
                  <a:pt x="273448" y="55972"/>
                  <a:pt x="267755" y="60986"/>
                  <a:pt x="263296" y="71014"/>
                </a:cubicBezTo>
                <a:lnTo>
                  <a:pt x="263296" y="122424"/>
                </a:lnTo>
                <a:close/>
                <a:moveTo>
                  <a:pt x="401241" y="104742"/>
                </a:moveTo>
                <a:lnTo>
                  <a:pt x="341256" y="104742"/>
                </a:lnTo>
                <a:lnTo>
                  <a:pt x="341256" y="83341"/>
                </a:lnTo>
                <a:lnTo>
                  <a:pt x="401241" y="83341"/>
                </a:lnTo>
                <a:lnTo>
                  <a:pt x="401241" y="104742"/>
                </a:lnTo>
                <a:close/>
                <a:moveTo>
                  <a:pt x="452478" y="3087"/>
                </a:moveTo>
                <a:lnTo>
                  <a:pt x="452478" y="94942"/>
                </a:lnTo>
                <a:lnTo>
                  <a:pt x="474806" y="72991"/>
                </a:lnTo>
                <a:cubicBezTo>
                  <a:pt x="479401" y="68520"/>
                  <a:pt x="482265" y="65275"/>
                  <a:pt x="483397" y="63258"/>
                </a:cubicBezTo>
                <a:cubicBezTo>
                  <a:pt x="484529" y="61241"/>
                  <a:pt x="485095" y="59293"/>
                  <a:pt x="485095" y="57413"/>
                </a:cubicBezTo>
                <a:cubicBezTo>
                  <a:pt x="485095" y="55535"/>
                  <a:pt x="484340" y="53970"/>
                  <a:pt x="482831" y="52718"/>
                </a:cubicBezTo>
                <a:cubicBezTo>
                  <a:pt x="481322" y="51467"/>
                  <a:pt x="478373" y="50562"/>
                  <a:pt x="473983" y="50005"/>
                </a:cubicBezTo>
                <a:lnTo>
                  <a:pt x="473983" y="46301"/>
                </a:lnTo>
                <a:lnTo>
                  <a:pt x="517094" y="46301"/>
                </a:lnTo>
                <a:lnTo>
                  <a:pt x="517094" y="50005"/>
                </a:lnTo>
                <a:cubicBezTo>
                  <a:pt x="512978" y="50213"/>
                  <a:pt x="509377" y="51201"/>
                  <a:pt x="506290" y="52969"/>
                </a:cubicBezTo>
                <a:cubicBezTo>
                  <a:pt x="503203" y="54738"/>
                  <a:pt x="497167" y="60060"/>
                  <a:pt x="488181" y="68937"/>
                </a:cubicBezTo>
                <a:lnTo>
                  <a:pt x="477687" y="79312"/>
                </a:lnTo>
                <a:lnTo>
                  <a:pt x="500323" y="112366"/>
                </a:lnTo>
                <a:cubicBezTo>
                  <a:pt x="509445" y="125806"/>
                  <a:pt x="514864" y="133348"/>
                  <a:pt x="516579" y="134992"/>
                </a:cubicBezTo>
                <a:cubicBezTo>
                  <a:pt x="518911" y="137324"/>
                  <a:pt x="521861" y="138628"/>
                  <a:pt x="525428" y="138902"/>
                </a:cubicBezTo>
                <a:lnTo>
                  <a:pt x="525428" y="142606"/>
                </a:lnTo>
                <a:lnTo>
                  <a:pt x="475732" y="142606"/>
                </a:lnTo>
                <a:lnTo>
                  <a:pt x="475732" y="138902"/>
                </a:lnTo>
                <a:cubicBezTo>
                  <a:pt x="477927" y="138902"/>
                  <a:pt x="479522" y="138490"/>
                  <a:pt x="480516" y="137667"/>
                </a:cubicBezTo>
                <a:cubicBezTo>
                  <a:pt x="481511" y="136842"/>
                  <a:pt x="482008" y="135949"/>
                  <a:pt x="482008" y="134989"/>
                </a:cubicBezTo>
                <a:cubicBezTo>
                  <a:pt x="482008" y="133409"/>
                  <a:pt x="480568" y="130491"/>
                  <a:pt x="477687" y="126234"/>
                </a:cubicBezTo>
                <a:lnTo>
                  <a:pt x="458652" y="98321"/>
                </a:lnTo>
                <a:lnTo>
                  <a:pt x="452478" y="104434"/>
                </a:lnTo>
                <a:lnTo>
                  <a:pt x="452478" y="121616"/>
                </a:lnTo>
                <a:cubicBezTo>
                  <a:pt x="452478" y="129001"/>
                  <a:pt x="453164" y="133607"/>
                  <a:pt x="454536" y="135436"/>
                </a:cubicBezTo>
                <a:cubicBezTo>
                  <a:pt x="455908" y="137264"/>
                  <a:pt x="458721" y="138420"/>
                  <a:pt x="462973" y="138902"/>
                </a:cubicBezTo>
                <a:lnTo>
                  <a:pt x="462973" y="142606"/>
                </a:lnTo>
                <a:lnTo>
                  <a:pt x="413277" y="142606"/>
                </a:lnTo>
                <a:lnTo>
                  <a:pt x="413277" y="138902"/>
                </a:lnTo>
                <a:cubicBezTo>
                  <a:pt x="417324" y="138488"/>
                  <a:pt x="420205" y="137178"/>
                  <a:pt x="421920" y="134970"/>
                </a:cubicBezTo>
                <a:cubicBezTo>
                  <a:pt x="423086" y="133452"/>
                  <a:pt x="423669" y="129001"/>
                  <a:pt x="423669" y="121616"/>
                </a:cubicBezTo>
                <a:lnTo>
                  <a:pt x="423669" y="24076"/>
                </a:lnTo>
                <a:cubicBezTo>
                  <a:pt x="423669" y="16718"/>
                  <a:pt x="423000" y="12136"/>
                  <a:pt x="421663" y="10331"/>
                </a:cubicBezTo>
                <a:cubicBezTo>
                  <a:pt x="420325" y="8526"/>
                  <a:pt x="417530" y="7346"/>
                  <a:pt x="413277" y="6791"/>
                </a:cubicBezTo>
                <a:lnTo>
                  <a:pt x="413277" y="3087"/>
                </a:lnTo>
                <a:lnTo>
                  <a:pt x="452478" y="3087"/>
                </a:lnTo>
                <a:close/>
                <a:moveTo>
                  <a:pt x="716771" y="0"/>
                </a:moveTo>
                <a:lnTo>
                  <a:pt x="716771" y="48358"/>
                </a:lnTo>
                <a:lnTo>
                  <a:pt x="712759" y="48358"/>
                </a:lnTo>
                <a:cubicBezTo>
                  <a:pt x="709741" y="35671"/>
                  <a:pt x="704116" y="25949"/>
                  <a:pt x="695885" y="19192"/>
                </a:cubicBezTo>
                <a:cubicBezTo>
                  <a:pt x="687653" y="12434"/>
                  <a:pt x="678325" y="9054"/>
                  <a:pt x="667898" y="9054"/>
                </a:cubicBezTo>
                <a:cubicBezTo>
                  <a:pt x="659187" y="9054"/>
                  <a:pt x="651196" y="11558"/>
                  <a:pt x="643925" y="16565"/>
                </a:cubicBezTo>
                <a:cubicBezTo>
                  <a:pt x="636654" y="21573"/>
                  <a:pt x="631338" y="28123"/>
                  <a:pt x="627977" y="36217"/>
                </a:cubicBezTo>
                <a:cubicBezTo>
                  <a:pt x="623656" y="46575"/>
                  <a:pt x="621495" y="58099"/>
                  <a:pt x="621495" y="70789"/>
                </a:cubicBezTo>
                <a:cubicBezTo>
                  <a:pt x="621495" y="83273"/>
                  <a:pt x="623073" y="94642"/>
                  <a:pt x="626228" y="104897"/>
                </a:cubicBezTo>
                <a:cubicBezTo>
                  <a:pt x="629383" y="115152"/>
                  <a:pt x="634322" y="122903"/>
                  <a:pt x="641044" y="128150"/>
                </a:cubicBezTo>
                <a:cubicBezTo>
                  <a:pt x="647766" y="133397"/>
                  <a:pt x="656478" y="136021"/>
                  <a:pt x="667178" y="136021"/>
                </a:cubicBezTo>
                <a:cubicBezTo>
                  <a:pt x="675958" y="136021"/>
                  <a:pt x="684001" y="134100"/>
                  <a:pt x="691306" y="130259"/>
                </a:cubicBezTo>
                <a:cubicBezTo>
                  <a:pt x="698611" y="126418"/>
                  <a:pt x="706311" y="119799"/>
                  <a:pt x="714405" y="110401"/>
                </a:cubicBezTo>
                <a:lnTo>
                  <a:pt x="714405" y="122440"/>
                </a:lnTo>
                <a:cubicBezTo>
                  <a:pt x="706585" y="130602"/>
                  <a:pt x="698440" y="136518"/>
                  <a:pt x="689968" y="140188"/>
                </a:cubicBezTo>
                <a:cubicBezTo>
                  <a:pt x="681497" y="143858"/>
                  <a:pt x="671603" y="145693"/>
                  <a:pt x="660285" y="145693"/>
                </a:cubicBezTo>
                <a:cubicBezTo>
                  <a:pt x="645400" y="145693"/>
                  <a:pt x="632178" y="142713"/>
                  <a:pt x="620620" y="136754"/>
                </a:cubicBezTo>
                <a:cubicBezTo>
                  <a:pt x="609062" y="130795"/>
                  <a:pt x="600145" y="122234"/>
                  <a:pt x="593869" y="111070"/>
                </a:cubicBezTo>
                <a:cubicBezTo>
                  <a:pt x="587592" y="99904"/>
                  <a:pt x="584454" y="88020"/>
                  <a:pt x="584454" y="75415"/>
                </a:cubicBezTo>
                <a:cubicBezTo>
                  <a:pt x="584454" y="62128"/>
                  <a:pt x="587935" y="49525"/>
                  <a:pt x="594898" y="37606"/>
                </a:cubicBezTo>
                <a:cubicBezTo>
                  <a:pt x="601860" y="25686"/>
                  <a:pt x="611257" y="16439"/>
                  <a:pt x="623090" y="9865"/>
                </a:cubicBezTo>
                <a:cubicBezTo>
                  <a:pt x="634922" y="3288"/>
                  <a:pt x="647492" y="0"/>
                  <a:pt x="660799" y="0"/>
                </a:cubicBezTo>
                <a:cubicBezTo>
                  <a:pt x="670608" y="0"/>
                  <a:pt x="680966" y="2126"/>
                  <a:pt x="691872" y="6379"/>
                </a:cubicBezTo>
                <a:cubicBezTo>
                  <a:pt x="698183" y="8849"/>
                  <a:pt x="702195" y="10083"/>
                  <a:pt x="703910" y="10083"/>
                </a:cubicBezTo>
                <a:cubicBezTo>
                  <a:pt x="706105" y="10083"/>
                  <a:pt x="708009" y="9277"/>
                  <a:pt x="709621" y="7665"/>
                </a:cubicBezTo>
                <a:cubicBezTo>
                  <a:pt x="711232" y="6053"/>
                  <a:pt x="712279" y="3498"/>
                  <a:pt x="712759" y="0"/>
                </a:cubicBezTo>
                <a:lnTo>
                  <a:pt x="716771" y="0"/>
                </a:lnTo>
                <a:close/>
                <a:moveTo>
                  <a:pt x="788451" y="128407"/>
                </a:moveTo>
                <a:cubicBezTo>
                  <a:pt x="776721" y="138833"/>
                  <a:pt x="766192" y="144047"/>
                  <a:pt x="756863" y="144047"/>
                </a:cubicBezTo>
                <a:cubicBezTo>
                  <a:pt x="751376" y="144047"/>
                  <a:pt x="746814" y="142241"/>
                  <a:pt x="743179" y="138629"/>
                </a:cubicBezTo>
                <a:cubicBezTo>
                  <a:pt x="739543" y="135015"/>
                  <a:pt x="737726" y="130490"/>
                  <a:pt x="737726" y="125054"/>
                </a:cubicBezTo>
                <a:cubicBezTo>
                  <a:pt x="737726" y="117688"/>
                  <a:pt x="740881" y="111064"/>
                  <a:pt x="747192" y="105180"/>
                </a:cubicBezTo>
                <a:cubicBezTo>
                  <a:pt x="753502" y="99296"/>
                  <a:pt x="767255" y="91467"/>
                  <a:pt x="788451" y="81695"/>
                </a:cubicBezTo>
                <a:lnTo>
                  <a:pt x="788451" y="72023"/>
                </a:lnTo>
                <a:cubicBezTo>
                  <a:pt x="788451" y="64752"/>
                  <a:pt x="788056" y="60174"/>
                  <a:pt x="787267" y="58287"/>
                </a:cubicBezTo>
                <a:cubicBezTo>
                  <a:pt x="786479" y="56401"/>
                  <a:pt x="784987" y="54755"/>
                  <a:pt x="782792" y="53349"/>
                </a:cubicBezTo>
                <a:cubicBezTo>
                  <a:pt x="780597" y="51942"/>
                  <a:pt x="778127" y="51239"/>
                  <a:pt x="775384" y="51239"/>
                </a:cubicBezTo>
                <a:cubicBezTo>
                  <a:pt x="770925" y="51239"/>
                  <a:pt x="767255" y="52234"/>
                  <a:pt x="764374" y="54223"/>
                </a:cubicBezTo>
                <a:cubicBezTo>
                  <a:pt x="762591" y="55458"/>
                  <a:pt x="761699" y="56898"/>
                  <a:pt x="761699" y="58545"/>
                </a:cubicBezTo>
                <a:cubicBezTo>
                  <a:pt x="761699" y="59985"/>
                  <a:pt x="762659" y="61769"/>
                  <a:pt x="764580" y="63895"/>
                </a:cubicBezTo>
                <a:cubicBezTo>
                  <a:pt x="767187" y="66844"/>
                  <a:pt x="768490" y="69691"/>
                  <a:pt x="768490" y="72435"/>
                </a:cubicBezTo>
                <a:cubicBezTo>
                  <a:pt x="768490" y="75796"/>
                  <a:pt x="767238" y="78660"/>
                  <a:pt x="764734" y="81026"/>
                </a:cubicBezTo>
                <a:cubicBezTo>
                  <a:pt x="762231" y="83393"/>
                  <a:pt x="758955" y="84576"/>
                  <a:pt x="754908" y="84576"/>
                </a:cubicBezTo>
                <a:cubicBezTo>
                  <a:pt x="750587" y="84576"/>
                  <a:pt x="746969" y="83273"/>
                  <a:pt x="744053" y="80666"/>
                </a:cubicBezTo>
                <a:cubicBezTo>
                  <a:pt x="741138" y="78060"/>
                  <a:pt x="739681" y="75007"/>
                  <a:pt x="739681" y="71509"/>
                </a:cubicBezTo>
                <a:cubicBezTo>
                  <a:pt x="739681" y="66570"/>
                  <a:pt x="741636" y="61854"/>
                  <a:pt x="745545" y="57361"/>
                </a:cubicBezTo>
                <a:cubicBezTo>
                  <a:pt x="749455" y="52869"/>
                  <a:pt x="754908" y="49422"/>
                  <a:pt x="761905" y="47021"/>
                </a:cubicBezTo>
                <a:cubicBezTo>
                  <a:pt x="768902" y="44620"/>
                  <a:pt x="776172" y="43420"/>
                  <a:pt x="783718" y="43420"/>
                </a:cubicBezTo>
                <a:cubicBezTo>
                  <a:pt x="792841" y="43420"/>
                  <a:pt x="800060" y="45363"/>
                  <a:pt x="805376" y="49249"/>
                </a:cubicBezTo>
                <a:cubicBezTo>
                  <a:pt x="810692" y="53133"/>
                  <a:pt x="814139" y="57344"/>
                  <a:pt x="815717" y="61882"/>
                </a:cubicBezTo>
                <a:cubicBezTo>
                  <a:pt x="816677" y="64770"/>
                  <a:pt x="817157" y="71404"/>
                  <a:pt x="817157" y="81785"/>
                </a:cubicBezTo>
                <a:lnTo>
                  <a:pt x="817157" y="119221"/>
                </a:lnTo>
                <a:cubicBezTo>
                  <a:pt x="817157" y="123622"/>
                  <a:pt x="817329" y="126390"/>
                  <a:pt x="817672" y="127526"/>
                </a:cubicBezTo>
                <a:cubicBezTo>
                  <a:pt x="818015" y="128660"/>
                  <a:pt x="818529" y="129503"/>
                  <a:pt x="819215" y="130053"/>
                </a:cubicBezTo>
                <a:cubicBezTo>
                  <a:pt x="819901" y="130602"/>
                  <a:pt x="820690" y="130877"/>
                  <a:pt x="821581" y="130877"/>
                </a:cubicBezTo>
                <a:cubicBezTo>
                  <a:pt x="823365" y="130877"/>
                  <a:pt x="825183" y="129608"/>
                  <a:pt x="827035" y="127070"/>
                </a:cubicBezTo>
                <a:lnTo>
                  <a:pt x="830121" y="129539"/>
                </a:lnTo>
                <a:cubicBezTo>
                  <a:pt x="826692" y="134615"/>
                  <a:pt x="823142" y="138302"/>
                  <a:pt x="819472" y="140600"/>
                </a:cubicBezTo>
                <a:cubicBezTo>
                  <a:pt x="815802" y="142898"/>
                  <a:pt x="811635" y="144047"/>
                  <a:pt x="806971" y="144047"/>
                </a:cubicBezTo>
                <a:cubicBezTo>
                  <a:pt x="801483" y="144047"/>
                  <a:pt x="797196" y="142752"/>
                  <a:pt x="794110" y="140162"/>
                </a:cubicBezTo>
                <a:cubicBezTo>
                  <a:pt x="791023" y="137573"/>
                  <a:pt x="789137" y="133655"/>
                  <a:pt x="788451" y="128407"/>
                </a:cubicBezTo>
                <a:moveTo>
                  <a:pt x="788451" y="120793"/>
                </a:moveTo>
                <a:lnTo>
                  <a:pt x="788451" y="88608"/>
                </a:lnTo>
                <a:cubicBezTo>
                  <a:pt x="780151" y="93502"/>
                  <a:pt x="773977" y="98740"/>
                  <a:pt x="769930" y="104324"/>
                </a:cubicBezTo>
                <a:cubicBezTo>
                  <a:pt x="767255" y="108046"/>
                  <a:pt x="765918" y="111802"/>
                  <a:pt x="765918" y="115594"/>
                </a:cubicBezTo>
                <a:cubicBezTo>
                  <a:pt x="765918" y="118764"/>
                  <a:pt x="767049" y="121556"/>
                  <a:pt x="769313" y="123970"/>
                </a:cubicBezTo>
                <a:cubicBezTo>
                  <a:pt x="771028" y="125831"/>
                  <a:pt x="773429" y="126761"/>
                  <a:pt x="776515" y="126761"/>
                </a:cubicBezTo>
                <a:cubicBezTo>
                  <a:pt x="779945" y="126761"/>
                  <a:pt x="783924" y="124772"/>
                  <a:pt x="788451" y="120793"/>
                </a:cubicBezTo>
                <a:close/>
                <a:moveTo>
                  <a:pt x="880023" y="46301"/>
                </a:moveTo>
                <a:lnTo>
                  <a:pt x="880023" y="58853"/>
                </a:lnTo>
                <a:cubicBezTo>
                  <a:pt x="884962" y="53467"/>
                  <a:pt x="889695" y="49548"/>
                  <a:pt x="894222" y="47098"/>
                </a:cubicBezTo>
                <a:cubicBezTo>
                  <a:pt x="898749" y="44646"/>
                  <a:pt x="903619" y="43420"/>
                  <a:pt x="908832" y="43420"/>
                </a:cubicBezTo>
                <a:cubicBezTo>
                  <a:pt x="915074" y="43420"/>
                  <a:pt x="920253" y="45154"/>
                  <a:pt x="924369" y="48622"/>
                </a:cubicBezTo>
                <a:cubicBezTo>
                  <a:pt x="928484" y="52090"/>
                  <a:pt x="931228" y="56400"/>
                  <a:pt x="932600" y="61551"/>
                </a:cubicBezTo>
                <a:cubicBezTo>
                  <a:pt x="933698" y="65467"/>
                  <a:pt x="934246" y="72989"/>
                  <a:pt x="934246" y="84116"/>
                </a:cubicBezTo>
                <a:lnTo>
                  <a:pt x="934246" y="121616"/>
                </a:lnTo>
                <a:cubicBezTo>
                  <a:pt x="934246" y="129025"/>
                  <a:pt x="934915" y="133637"/>
                  <a:pt x="936253" y="135455"/>
                </a:cubicBezTo>
                <a:cubicBezTo>
                  <a:pt x="937590" y="137273"/>
                  <a:pt x="940385" y="138422"/>
                  <a:pt x="944638" y="138902"/>
                </a:cubicBezTo>
                <a:lnTo>
                  <a:pt x="944638" y="142606"/>
                </a:lnTo>
                <a:lnTo>
                  <a:pt x="895971" y="142606"/>
                </a:lnTo>
                <a:lnTo>
                  <a:pt x="895971" y="138902"/>
                </a:lnTo>
                <a:cubicBezTo>
                  <a:pt x="899607" y="138422"/>
                  <a:pt x="902213" y="136913"/>
                  <a:pt x="903791" y="134375"/>
                </a:cubicBezTo>
                <a:cubicBezTo>
                  <a:pt x="904888" y="132660"/>
                  <a:pt x="905437" y="128407"/>
                  <a:pt x="905437" y="121616"/>
                </a:cubicBezTo>
                <a:lnTo>
                  <a:pt x="905437" y="78814"/>
                </a:lnTo>
                <a:cubicBezTo>
                  <a:pt x="905437" y="70926"/>
                  <a:pt x="905128" y="65953"/>
                  <a:pt x="904511" y="63895"/>
                </a:cubicBezTo>
                <a:cubicBezTo>
                  <a:pt x="903894" y="61837"/>
                  <a:pt x="902848" y="60242"/>
                  <a:pt x="901373" y="59111"/>
                </a:cubicBezTo>
                <a:cubicBezTo>
                  <a:pt x="899898" y="57979"/>
                  <a:pt x="898269" y="57413"/>
                  <a:pt x="896486" y="57413"/>
                </a:cubicBezTo>
                <a:cubicBezTo>
                  <a:pt x="890587" y="57413"/>
                  <a:pt x="885099" y="61666"/>
                  <a:pt x="880023" y="70171"/>
                </a:cubicBezTo>
                <a:lnTo>
                  <a:pt x="880023" y="121616"/>
                </a:lnTo>
                <a:cubicBezTo>
                  <a:pt x="880023" y="128819"/>
                  <a:pt x="880692" y="133380"/>
                  <a:pt x="882029" y="135301"/>
                </a:cubicBezTo>
                <a:cubicBezTo>
                  <a:pt x="883367" y="137222"/>
                  <a:pt x="885854" y="138422"/>
                  <a:pt x="889489" y="138902"/>
                </a:cubicBezTo>
                <a:lnTo>
                  <a:pt x="889489" y="142606"/>
                </a:lnTo>
                <a:lnTo>
                  <a:pt x="840822" y="142606"/>
                </a:lnTo>
                <a:lnTo>
                  <a:pt x="840822" y="138902"/>
                </a:lnTo>
                <a:cubicBezTo>
                  <a:pt x="844869" y="138490"/>
                  <a:pt x="847750" y="137187"/>
                  <a:pt x="849465" y="134992"/>
                </a:cubicBezTo>
                <a:cubicBezTo>
                  <a:pt x="850631" y="133483"/>
                  <a:pt x="851214" y="129025"/>
                  <a:pt x="851214" y="121616"/>
                </a:cubicBezTo>
                <a:lnTo>
                  <a:pt x="851214" y="67290"/>
                </a:lnTo>
                <a:cubicBezTo>
                  <a:pt x="851214" y="59932"/>
                  <a:pt x="850545" y="55350"/>
                  <a:pt x="849207" y="53545"/>
                </a:cubicBezTo>
                <a:cubicBezTo>
                  <a:pt x="847870" y="51740"/>
                  <a:pt x="845075" y="50560"/>
                  <a:pt x="840822" y="50005"/>
                </a:cubicBezTo>
                <a:lnTo>
                  <a:pt x="840822" y="46301"/>
                </a:lnTo>
                <a:lnTo>
                  <a:pt x="880023" y="46301"/>
                </a:lnTo>
                <a:close/>
                <a:moveTo>
                  <a:pt x="1051406" y="3087"/>
                </a:moveTo>
                <a:lnTo>
                  <a:pt x="1051406" y="113797"/>
                </a:lnTo>
                <a:cubicBezTo>
                  <a:pt x="1051406" y="121198"/>
                  <a:pt x="1051612" y="125578"/>
                  <a:pt x="1052023" y="126935"/>
                </a:cubicBezTo>
                <a:cubicBezTo>
                  <a:pt x="1052572" y="129177"/>
                  <a:pt x="1053618" y="130841"/>
                  <a:pt x="1055161" y="131928"/>
                </a:cubicBezTo>
                <a:cubicBezTo>
                  <a:pt x="1056705" y="133013"/>
                  <a:pt x="1059397" y="133691"/>
                  <a:pt x="1063238" y="133963"/>
                </a:cubicBezTo>
                <a:lnTo>
                  <a:pt x="1063238" y="137667"/>
                </a:lnTo>
                <a:lnTo>
                  <a:pt x="1022597" y="145487"/>
                </a:lnTo>
                <a:lnTo>
                  <a:pt x="1022597" y="130259"/>
                </a:lnTo>
                <a:cubicBezTo>
                  <a:pt x="1017726" y="136158"/>
                  <a:pt x="1013388" y="140171"/>
                  <a:pt x="1009581" y="142297"/>
                </a:cubicBezTo>
                <a:cubicBezTo>
                  <a:pt x="1005774" y="144424"/>
                  <a:pt x="1001470" y="145487"/>
                  <a:pt x="996668" y="145487"/>
                </a:cubicBezTo>
                <a:cubicBezTo>
                  <a:pt x="984390" y="145487"/>
                  <a:pt x="974684" y="139994"/>
                  <a:pt x="967550" y="129008"/>
                </a:cubicBezTo>
                <a:cubicBezTo>
                  <a:pt x="961788" y="120083"/>
                  <a:pt x="958907" y="109131"/>
                  <a:pt x="958907" y="96154"/>
                </a:cubicBezTo>
                <a:cubicBezTo>
                  <a:pt x="958907" y="85786"/>
                  <a:pt x="960691" y="76499"/>
                  <a:pt x="964258" y="68294"/>
                </a:cubicBezTo>
                <a:cubicBezTo>
                  <a:pt x="967825" y="60088"/>
                  <a:pt x="972712" y="53891"/>
                  <a:pt x="978920" y="49702"/>
                </a:cubicBezTo>
                <a:cubicBezTo>
                  <a:pt x="985127" y="45514"/>
                  <a:pt x="991798" y="43420"/>
                  <a:pt x="998932" y="43420"/>
                </a:cubicBezTo>
                <a:cubicBezTo>
                  <a:pt x="1003528" y="43420"/>
                  <a:pt x="1007609" y="44319"/>
                  <a:pt x="1011176" y="46117"/>
                </a:cubicBezTo>
                <a:cubicBezTo>
                  <a:pt x="1014743" y="47916"/>
                  <a:pt x="1018550" y="51064"/>
                  <a:pt x="1022597" y="55561"/>
                </a:cubicBezTo>
                <a:lnTo>
                  <a:pt x="1022597" y="26546"/>
                </a:lnTo>
                <a:cubicBezTo>
                  <a:pt x="1022597" y="19206"/>
                  <a:pt x="1022288" y="14782"/>
                  <a:pt x="1021671" y="13273"/>
                </a:cubicBezTo>
                <a:cubicBezTo>
                  <a:pt x="1020847" y="11284"/>
                  <a:pt x="1019613" y="9809"/>
                  <a:pt x="1017966" y="8849"/>
                </a:cubicBezTo>
                <a:cubicBezTo>
                  <a:pt x="1016320" y="7888"/>
                  <a:pt x="1013234" y="7408"/>
                  <a:pt x="1008706" y="7408"/>
                </a:cubicBezTo>
                <a:lnTo>
                  <a:pt x="1008706" y="3087"/>
                </a:lnTo>
                <a:lnTo>
                  <a:pt x="1051406" y="3087"/>
                </a:lnTo>
                <a:moveTo>
                  <a:pt x="1022597" y="68113"/>
                </a:moveTo>
                <a:cubicBezTo>
                  <a:pt x="1017521" y="58510"/>
                  <a:pt x="1011313" y="53709"/>
                  <a:pt x="1003973" y="53709"/>
                </a:cubicBezTo>
                <a:cubicBezTo>
                  <a:pt x="1001435" y="53709"/>
                  <a:pt x="999343" y="54395"/>
                  <a:pt x="997697" y="55767"/>
                </a:cubicBezTo>
                <a:cubicBezTo>
                  <a:pt x="995159" y="57893"/>
                  <a:pt x="993084" y="61631"/>
                  <a:pt x="991472" y="66982"/>
                </a:cubicBezTo>
                <a:cubicBezTo>
                  <a:pt x="989860" y="72332"/>
                  <a:pt x="989054" y="80529"/>
                  <a:pt x="989054" y="91572"/>
                </a:cubicBezTo>
                <a:cubicBezTo>
                  <a:pt x="989054" y="103714"/>
                  <a:pt x="989946" y="112699"/>
                  <a:pt x="991729" y="118530"/>
                </a:cubicBezTo>
                <a:cubicBezTo>
                  <a:pt x="993513" y="124360"/>
                  <a:pt x="995948" y="128579"/>
                  <a:pt x="999035" y="131185"/>
                </a:cubicBezTo>
                <a:cubicBezTo>
                  <a:pt x="1000612" y="132489"/>
                  <a:pt x="1002773" y="133140"/>
                  <a:pt x="1005517" y="133140"/>
                </a:cubicBezTo>
                <a:cubicBezTo>
                  <a:pt x="1011553" y="133140"/>
                  <a:pt x="1017246" y="128392"/>
                  <a:pt x="1022597" y="118896"/>
                </a:cubicBezTo>
                <a:lnTo>
                  <a:pt x="1022597" y="68113"/>
                </a:lnTo>
                <a:close/>
                <a:moveTo>
                  <a:pt x="1098189" y="0"/>
                </a:moveTo>
                <a:cubicBezTo>
                  <a:pt x="1102647" y="0"/>
                  <a:pt x="1106420" y="1566"/>
                  <a:pt x="1109507" y="4698"/>
                </a:cubicBezTo>
                <a:cubicBezTo>
                  <a:pt x="1112594" y="7827"/>
                  <a:pt x="1114137" y="11594"/>
                  <a:pt x="1114137" y="15999"/>
                </a:cubicBezTo>
                <a:cubicBezTo>
                  <a:pt x="1114137" y="20404"/>
                  <a:pt x="1112576" y="24156"/>
                  <a:pt x="1109455" y="27253"/>
                </a:cubicBezTo>
                <a:cubicBezTo>
                  <a:pt x="1106334" y="30348"/>
                  <a:pt x="1102579" y="31896"/>
                  <a:pt x="1098189" y="31896"/>
                </a:cubicBezTo>
                <a:cubicBezTo>
                  <a:pt x="1093799" y="31896"/>
                  <a:pt x="1090061" y="30348"/>
                  <a:pt x="1086974" y="27253"/>
                </a:cubicBezTo>
                <a:cubicBezTo>
                  <a:pt x="1083887" y="24156"/>
                  <a:pt x="1082344" y="20404"/>
                  <a:pt x="1082344" y="15999"/>
                </a:cubicBezTo>
                <a:cubicBezTo>
                  <a:pt x="1082344" y="11594"/>
                  <a:pt x="1083887" y="7827"/>
                  <a:pt x="1086974" y="4698"/>
                </a:cubicBezTo>
                <a:cubicBezTo>
                  <a:pt x="1090061" y="1566"/>
                  <a:pt x="1093799" y="0"/>
                  <a:pt x="1098189" y="0"/>
                </a:cubicBezTo>
                <a:moveTo>
                  <a:pt x="1112594" y="46301"/>
                </a:moveTo>
                <a:lnTo>
                  <a:pt x="1112594" y="122645"/>
                </a:lnTo>
                <a:cubicBezTo>
                  <a:pt x="1112594" y="129436"/>
                  <a:pt x="1113382" y="133775"/>
                  <a:pt x="1114960" y="135661"/>
                </a:cubicBezTo>
                <a:cubicBezTo>
                  <a:pt x="1116538" y="137547"/>
                  <a:pt x="1119624" y="138628"/>
                  <a:pt x="1124220" y="138902"/>
                </a:cubicBezTo>
                <a:lnTo>
                  <a:pt x="1124220" y="142606"/>
                </a:lnTo>
                <a:lnTo>
                  <a:pt x="1072261" y="142606"/>
                </a:lnTo>
                <a:lnTo>
                  <a:pt x="1072261" y="138902"/>
                </a:lnTo>
                <a:cubicBezTo>
                  <a:pt x="1076513" y="138765"/>
                  <a:pt x="1079669" y="137530"/>
                  <a:pt x="1081726" y="135198"/>
                </a:cubicBezTo>
                <a:cubicBezTo>
                  <a:pt x="1083098" y="133620"/>
                  <a:pt x="1083784" y="129436"/>
                  <a:pt x="1083784" y="122645"/>
                </a:cubicBezTo>
                <a:lnTo>
                  <a:pt x="1083784" y="66467"/>
                </a:lnTo>
                <a:cubicBezTo>
                  <a:pt x="1083784" y="59591"/>
                  <a:pt x="1082995" y="55197"/>
                  <a:pt x="1081418" y="53288"/>
                </a:cubicBezTo>
                <a:cubicBezTo>
                  <a:pt x="1079840" y="51378"/>
                  <a:pt x="1076788" y="50283"/>
                  <a:pt x="1072261" y="50005"/>
                </a:cubicBezTo>
                <a:lnTo>
                  <a:pt x="1072261" y="46301"/>
                </a:lnTo>
                <a:lnTo>
                  <a:pt x="1112594" y="46301"/>
                </a:lnTo>
                <a:close/>
                <a:moveTo>
                  <a:pt x="1227146" y="3087"/>
                </a:moveTo>
                <a:lnTo>
                  <a:pt x="1227146" y="113797"/>
                </a:lnTo>
                <a:cubicBezTo>
                  <a:pt x="1227146" y="121198"/>
                  <a:pt x="1227352" y="125578"/>
                  <a:pt x="1227763" y="126935"/>
                </a:cubicBezTo>
                <a:cubicBezTo>
                  <a:pt x="1228312" y="129177"/>
                  <a:pt x="1229358" y="130841"/>
                  <a:pt x="1230902" y="131928"/>
                </a:cubicBezTo>
                <a:cubicBezTo>
                  <a:pt x="1232445" y="133013"/>
                  <a:pt x="1235137" y="133691"/>
                  <a:pt x="1238978" y="133963"/>
                </a:cubicBezTo>
                <a:lnTo>
                  <a:pt x="1238978" y="137667"/>
                </a:lnTo>
                <a:lnTo>
                  <a:pt x="1198337" y="145487"/>
                </a:lnTo>
                <a:lnTo>
                  <a:pt x="1198337" y="130259"/>
                </a:lnTo>
                <a:cubicBezTo>
                  <a:pt x="1193467" y="136158"/>
                  <a:pt x="1189128" y="140171"/>
                  <a:pt x="1185321" y="142297"/>
                </a:cubicBezTo>
                <a:cubicBezTo>
                  <a:pt x="1181514" y="144424"/>
                  <a:pt x="1177210" y="145487"/>
                  <a:pt x="1172408" y="145487"/>
                </a:cubicBezTo>
                <a:cubicBezTo>
                  <a:pt x="1160130" y="145487"/>
                  <a:pt x="1150424" y="139994"/>
                  <a:pt x="1143290" y="129008"/>
                </a:cubicBezTo>
                <a:cubicBezTo>
                  <a:pt x="1137529" y="120083"/>
                  <a:pt x="1134648" y="109131"/>
                  <a:pt x="1134648" y="96154"/>
                </a:cubicBezTo>
                <a:cubicBezTo>
                  <a:pt x="1134648" y="85786"/>
                  <a:pt x="1136431" y="76499"/>
                  <a:pt x="1139998" y="68294"/>
                </a:cubicBezTo>
                <a:cubicBezTo>
                  <a:pt x="1143565" y="60088"/>
                  <a:pt x="1148452" y="53891"/>
                  <a:pt x="1154660" y="49702"/>
                </a:cubicBezTo>
                <a:cubicBezTo>
                  <a:pt x="1160868" y="45514"/>
                  <a:pt x="1167538" y="43420"/>
                  <a:pt x="1174672" y="43420"/>
                </a:cubicBezTo>
                <a:cubicBezTo>
                  <a:pt x="1179268" y="43420"/>
                  <a:pt x="1183349" y="44319"/>
                  <a:pt x="1186916" y="46117"/>
                </a:cubicBezTo>
                <a:cubicBezTo>
                  <a:pt x="1190483" y="47916"/>
                  <a:pt x="1194290" y="51064"/>
                  <a:pt x="1198337" y="55561"/>
                </a:cubicBezTo>
                <a:lnTo>
                  <a:pt x="1198337" y="26546"/>
                </a:lnTo>
                <a:cubicBezTo>
                  <a:pt x="1198337" y="19206"/>
                  <a:pt x="1198028" y="14782"/>
                  <a:pt x="1197411" y="13273"/>
                </a:cubicBezTo>
                <a:cubicBezTo>
                  <a:pt x="1196588" y="11284"/>
                  <a:pt x="1195353" y="9809"/>
                  <a:pt x="1193707" y="8849"/>
                </a:cubicBezTo>
                <a:cubicBezTo>
                  <a:pt x="1192060" y="7888"/>
                  <a:pt x="1188974" y="7408"/>
                  <a:pt x="1184447" y="7408"/>
                </a:cubicBezTo>
                <a:lnTo>
                  <a:pt x="1184447" y="3087"/>
                </a:lnTo>
                <a:lnTo>
                  <a:pt x="1227146" y="3087"/>
                </a:lnTo>
                <a:moveTo>
                  <a:pt x="1198337" y="68113"/>
                </a:moveTo>
                <a:cubicBezTo>
                  <a:pt x="1193261" y="58510"/>
                  <a:pt x="1187053" y="53709"/>
                  <a:pt x="1179714" y="53709"/>
                </a:cubicBezTo>
                <a:cubicBezTo>
                  <a:pt x="1177176" y="53709"/>
                  <a:pt x="1175084" y="54395"/>
                  <a:pt x="1173437" y="55767"/>
                </a:cubicBezTo>
                <a:cubicBezTo>
                  <a:pt x="1170899" y="57893"/>
                  <a:pt x="1168824" y="61631"/>
                  <a:pt x="1167212" y="66982"/>
                </a:cubicBezTo>
                <a:cubicBezTo>
                  <a:pt x="1165600" y="72332"/>
                  <a:pt x="1164795" y="80529"/>
                  <a:pt x="1164795" y="91572"/>
                </a:cubicBezTo>
                <a:cubicBezTo>
                  <a:pt x="1164795" y="103714"/>
                  <a:pt x="1165686" y="112699"/>
                  <a:pt x="1167470" y="118530"/>
                </a:cubicBezTo>
                <a:cubicBezTo>
                  <a:pt x="1169253" y="124360"/>
                  <a:pt x="1171688" y="128579"/>
                  <a:pt x="1174775" y="131185"/>
                </a:cubicBezTo>
                <a:cubicBezTo>
                  <a:pt x="1176353" y="132489"/>
                  <a:pt x="1178513" y="133140"/>
                  <a:pt x="1181257" y="133140"/>
                </a:cubicBezTo>
                <a:cubicBezTo>
                  <a:pt x="1187293" y="133140"/>
                  <a:pt x="1192986" y="128392"/>
                  <a:pt x="1198337" y="118896"/>
                </a:cubicBezTo>
                <a:lnTo>
                  <a:pt x="1198337" y="68113"/>
                </a:lnTo>
                <a:close/>
                <a:moveTo>
                  <a:pt x="1303871" y="128407"/>
                </a:moveTo>
                <a:cubicBezTo>
                  <a:pt x="1292141" y="138833"/>
                  <a:pt x="1281612" y="144047"/>
                  <a:pt x="1272283" y="144047"/>
                </a:cubicBezTo>
                <a:cubicBezTo>
                  <a:pt x="1266796" y="144047"/>
                  <a:pt x="1262234" y="142241"/>
                  <a:pt x="1258599" y="138629"/>
                </a:cubicBezTo>
                <a:cubicBezTo>
                  <a:pt x="1254963" y="135015"/>
                  <a:pt x="1253146" y="130490"/>
                  <a:pt x="1253146" y="125054"/>
                </a:cubicBezTo>
                <a:cubicBezTo>
                  <a:pt x="1253146" y="117688"/>
                  <a:pt x="1256301" y="111064"/>
                  <a:pt x="1262611" y="105180"/>
                </a:cubicBezTo>
                <a:cubicBezTo>
                  <a:pt x="1268922" y="99296"/>
                  <a:pt x="1282675" y="91467"/>
                  <a:pt x="1303871" y="81695"/>
                </a:cubicBezTo>
                <a:lnTo>
                  <a:pt x="1303871" y="72023"/>
                </a:lnTo>
                <a:cubicBezTo>
                  <a:pt x="1303871" y="64752"/>
                  <a:pt x="1303476" y="60174"/>
                  <a:pt x="1302687" y="58287"/>
                </a:cubicBezTo>
                <a:cubicBezTo>
                  <a:pt x="1301898" y="56401"/>
                  <a:pt x="1300407" y="54755"/>
                  <a:pt x="1298212" y="53349"/>
                </a:cubicBezTo>
                <a:cubicBezTo>
                  <a:pt x="1296017" y="51942"/>
                  <a:pt x="1293547" y="51239"/>
                  <a:pt x="1290803" y="51239"/>
                </a:cubicBezTo>
                <a:cubicBezTo>
                  <a:pt x="1286345" y="51239"/>
                  <a:pt x="1282675" y="52234"/>
                  <a:pt x="1279794" y="54223"/>
                </a:cubicBezTo>
                <a:cubicBezTo>
                  <a:pt x="1278011" y="55458"/>
                  <a:pt x="1277119" y="56898"/>
                  <a:pt x="1277119" y="58545"/>
                </a:cubicBezTo>
                <a:cubicBezTo>
                  <a:pt x="1277119" y="59985"/>
                  <a:pt x="1278079" y="61769"/>
                  <a:pt x="1280000" y="63895"/>
                </a:cubicBezTo>
                <a:cubicBezTo>
                  <a:pt x="1282607" y="66844"/>
                  <a:pt x="1283910" y="69691"/>
                  <a:pt x="1283910" y="72435"/>
                </a:cubicBezTo>
                <a:cubicBezTo>
                  <a:pt x="1283910" y="75796"/>
                  <a:pt x="1282658" y="78660"/>
                  <a:pt x="1280154" y="81026"/>
                </a:cubicBezTo>
                <a:cubicBezTo>
                  <a:pt x="1277651" y="83393"/>
                  <a:pt x="1274375" y="84576"/>
                  <a:pt x="1270328" y="84576"/>
                </a:cubicBezTo>
                <a:cubicBezTo>
                  <a:pt x="1266007" y="84576"/>
                  <a:pt x="1262389" y="83273"/>
                  <a:pt x="1259473" y="80666"/>
                </a:cubicBezTo>
                <a:cubicBezTo>
                  <a:pt x="1256558" y="78060"/>
                  <a:pt x="1255100" y="75007"/>
                  <a:pt x="1255100" y="71509"/>
                </a:cubicBezTo>
                <a:cubicBezTo>
                  <a:pt x="1255100" y="66570"/>
                  <a:pt x="1257055" y="61854"/>
                  <a:pt x="1260965" y="57361"/>
                </a:cubicBezTo>
                <a:cubicBezTo>
                  <a:pt x="1264875" y="52869"/>
                  <a:pt x="1270328" y="49422"/>
                  <a:pt x="1277325" y="47021"/>
                </a:cubicBezTo>
                <a:cubicBezTo>
                  <a:pt x="1284321" y="44620"/>
                  <a:pt x="1291592" y="43420"/>
                  <a:pt x="1299138" y="43420"/>
                </a:cubicBezTo>
                <a:cubicBezTo>
                  <a:pt x="1308261" y="43420"/>
                  <a:pt x="1315480" y="45363"/>
                  <a:pt x="1320796" y="49249"/>
                </a:cubicBezTo>
                <a:cubicBezTo>
                  <a:pt x="1326112" y="53133"/>
                  <a:pt x="1329559" y="57344"/>
                  <a:pt x="1331136" y="61882"/>
                </a:cubicBezTo>
                <a:cubicBezTo>
                  <a:pt x="1332097" y="64770"/>
                  <a:pt x="1332577" y="71404"/>
                  <a:pt x="1332577" y="81785"/>
                </a:cubicBezTo>
                <a:lnTo>
                  <a:pt x="1332577" y="119221"/>
                </a:lnTo>
                <a:cubicBezTo>
                  <a:pt x="1332577" y="123622"/>
                  <a:pt x="1332748" y="126390"/>
                  <a:pt x="1333091" y="127526"/>
                </a:cubicBezTo>
                <a:cubicBezTo>
                  <a:pt x="1333434" y="128660"/>
                  <a:pt x="1333949" y="129503"/>
                  <a:pt x="1334635" y="130053"/>
                </a:cubicBezTo>
                <a:cubicBezTo>
                  <a:pt x="1335321" y="130602"/>
                  <a:pt x="1336110" y="130877"/>
                  <a:pt x="1337001" y="130877"/>
                </a:cubicBezTo>
                <a:cubicBezTo>
                  <a:pt x="1338785" y="130877"/>
                  <a:pt x="1340602" y="129608"/>
                  <a:pt x="1342454" y="127070"/>
                </a:cubicBezTo>
                <a:lnTo>
                  <a:pt x="1345541" y="129539"/>
                </a:lnTo>
                <a:cubicBezTo>
                  <a:pt x="1342111" y="134615"/>
                  <a:pt x="1338562" y="138302"/>
                  <a:pt x="1334892" y="140600"/>
                </a:cubicBezTo>
                <a:cubicBezTo>
                  <a:pt x="1331222" y="142898"/>
                  <a:pt x="1327055" y="144047"/>
                  <a:pt x="1322391" y="144047"/>
                </a:cubicBezTo>
                <a:cubicBezTo>
                  <a:pt x="1316903" y="144047"/>
                  <a:pt x="1312616" y="142752"/>
                  <a:pt x="1309530" y="140162"/>
                </a:cubicBezTo>
                <a:cubicBezTo>
                  <a:pt x="1306443" y="137573"/>
                  <a:pt x="1304556" y="133655"/>
                  <a:pt x="1303871" y="128407"/>
                </a:cubicBezTo>
                <a:moveTo>
                  <a:pt x="1303871" y="120793"/>
                </a:moveTo>
                <a:lnTo>
                  <a:pt x="1303871" y="88608"/>
                </a:lnTo>
                <a:cubicBezTo>
                  <a:pt x="1295571" y="93502"/>
                  <a:pt x="1289397" y="98740"/>
                  <a:pt x="1285350" y="104324"/>
                </a:cubicBezTo>
                <a:cubicBezTo>
                  <a:pt x="1282675" y="108046"/>
                  <a:pt x="1281338" y="111802"/>
                  <a:pt x="1281338" y="115594"/>
                </a:cubicBezTo>
                <a:cubicBezTo>
                  <a:pt x="1281338" y="118764"/>
                  <a:pt x="1282469" y="121556"/>
                  <a:pt x="1284733" y="123970"/>
                </a:cubicBezTo>
                <a:cubicBezTo>
                  <a:pt x="1286448" y="125831"/>
                  <a:pt x="1288849" y="126761"/>
                  <a:pt x="1291935" y="126761"/>
                </a:cubicBezTo>
                <a:cubicBezTo>
                  <a:pt x="1295365" y="126761"/>
                  <a:pt x="1299343" y="124772"/>
                  <a:pt x="1303871" y="120793"/>
                </a:cubicBezTo>
                <a:close/>
                <a:moveTo>
                  <a:pt x="1394311" y="10906"/>
                </a:moveTo>
                <a:lnTo>
                  <a:pt x="1394311" y="46301"/>
                </a:lnTo>
                <a:lnTo>
                  <a:pt x="1417152" y="46301"/>
                </a:lnTo>
                <a:lnTo>
                  <a:pt x="1417152" y="56384"/>
                </a:lnTo>
                <a:lnTo>
                  <a:pt x="1394311" y="56384"/>
                </a:lnTo>
                <a:lnTo>
                  <a:pt x="1394311" y="115912"/>
                </a:lnTo>
                <a:cubicBezTo>
                  <a:pt x="1394311" y="121484"/>
                  <a:pt x="1394568" y="125077"/>
                  <a:pt x="1395082" y="126693"/>
                </a:cubicBezTo>
                <a:cubicBezTo>
                  <a:pt x="1395597" y="128310"/>
                  <a:pt x="1396506" y="129617"/>
                  <a:pt x="1397809" y="130616"/>
                </a:cubicBezTo>
                <a:cubicBezTo>
                  <a:pt x="1399112" y="131613"/>
                  <a:pt x="1400313" y="132111"/>
                  <a:pt x="1401410" y="132111"/>
                </a:cubicBezTo>
                <a:cubicBezTo>
                  <a:pt x="1405869" y="132111"/>
                  <a:pt x="1410087" y="128682"/>
                  <a:pt x="1414066" y="121822"/>
                </a:cubicBezTo>
                <a:lnTo>
                  <a:pt x="1417152" y="124108"/>
                </a:lnTo>
                <a:cubicBezTo>
                  <a:pt x="1411596" y="137400"/>
                  <a:pt x="1402576" y="144047"/>
                  <a:pt x="1390092" y="144047"/>
                </a:cubicBezTo>
                <a:cubicBezTo>
                  <a:pt x="1383987" y="144047"/>
                  <a:pt x="1378826" y="142344"/>
                  <a:pt x="1374607" y="138937"/>
                </a:cubicBezTo>
                <a:cubicBezTo>
                  <a:pt x="1370389" y="135529"/>
                  <a:pt x="1367696" y="131725"/>
                  <a:pt x="1366530" y="127526"/>
                </a:cubicBezTo>
                <a:cubicBezTo>
                  <a:pt x="1365844" y="125185"/>
                  <a:pt x="1365501" y="118852"/>
                  <a:pt x="1365501" y="108527"/>
                </a:cubicBezTo>
                <a:lnTo>
                  <a:pt x="1365501" y="56384"/>
                </a:lnTo>
                <a:lnTo>
                  <a:pt x="1352949" y="56384"/>
                </a:lnTo>
                <a:lnTo>
                  <a:pt x="1352949" y="52773"/>
                </a:lnTo>
                <a:cubicBezTo>
                  <a:pt x="1361591" y="46655"/>
                  <a:pt x="1368948" y="40228"/>
                  <a:pt x="1375019" y="33491"/>
                </a:cubicBezTo>
                <a:cubicBezTo>
                  <a:pt x="1381089" y="26754"/>
                  <a:pt x="1386388" y="19225"/>
                  <a:pt x="1390915" y="10906"/>
                </a:cubicBezTo>
                <a:lnTo>
                  <a:pt x="1394311" y="10906"/>
                </a:lnTo>
                <a:close/>
                <a:moveTo>
                  <a:pt x="1507798" y="90955"/>
                </a:moveTo>
                <a:lnTo>
                  <a:pt x="1455015" y="90955"/>
                </a:lnTo>
                <a:cubicBezTo>
                  <a:pt x="1455632" y="103748"/>
                  <a:pt x="1459028" y="113858"/>
                  <a:pt x="1465201" y="121285"/>
                </a:cubicBezTo>
                <a:cubicBezTo>
                  <a:pt x="1469934" y="126994"/>
                  <a:pt x="1475627" y="129848"/>
                  <a:pt x="1482281" y="129848"/>
                </a:cubicBezTo>
                <a:cubicBezTo>
                  <a:pt x="1486396" y="129848"/>
                  <a:pt x="1490135" y="128699"/>
                  <a:pt x="1493496" y="126401"/>
                </a:cubicBezTo>
                <a:cubicBezTo>
                  <a:pt x="1496857" y="124103"/>
                  <a:pt x="1500458" y="119970"/>
                  <a:pt x="1504299" y="114003"/>
                </a:cubicBezTo>
                <a:lnTo>
                  <a:pt x="1507798" y="116266"/>
                </a:lnTo>
                <a:cubicBezTo>
                  <a:pt x="1502585" y="126898"/>
                  <a:pt x="1496823" y="134426"/>
                  <a:pt x="1490512" y="138851"/>
                </a:cubicBezTo>
                <a:cubicBezTo>
                  <a:pt x="1484201" y="143275"/>
                  <a:pt x="1476896" y="145487"/>
                  <a:pt x="1468596" y="145487"/>
                </a:cubicBezTo>
                <a:cubicBezTo>
                  <a:pt x="1454329" y="145487"/>
                  <a:pt x="1443525" y="139994"/>
                  <a:pt x="1436186" y="129008"/>
                </a:cubicBezTo>
                <a:cubicBezTo>
                  <a:pt x="1430287" y="120151"/>
                  <a:pt x="1427337" y="109166"/>
                  <a:pt x="1427337" y="96051"/>
                </a:cubicBezTo>
                <a:cubicBezTo>
                  <a:pt x="1427337" y="79983"/>
                  <a:pt x="1431676" y="67195"/>
                  <a:pt x="1440353" y="57686"/>
                </a:cubicBezTo>
                <a:cubicBezTo>
                  <a:pt x="1449030" y="48175"/>
                  <a:pt x="1459199" y="43420"/>
                  <a:pt x="1470860" y="43420"/>
                </a:cubicBezTo>
                <a:cubicBezTo>
                  <a:pt x="1480600" y="43420"/>
                  <a:pt x="1489054" y="47415"/>
                  <a:pt x="1496222" y="55406"/>
                </a:cubicBezTo>
                <a:cubicBezTo>
                  <a:pt x="1503391" y="63398"/>
                  <a:pt x="1507249" y="75247"/>
                  <a:pt x="1507798" y="90955"/>
                </a:cubicBezTo>
                <a:moveTo>
                  <a:pt x="1482487" y="84164"/>
                </a:moveTo>
                <a:cubicBezTo>
                  <a:pt x="1482487" y="73121"/>
                  <a:pt x="1481886" y="65541"/>
                  <a:pt x="1480686" y="61426"/>
                </a:cubicBezTo>
                <a:cubicBezTo>
                  <a:pt x="1479486" y="57310"/>
                  <a:pt x="1477616" y="54189"/>
                  <a:pt x="1475079" y="52063"/>
                </a:cubicBezTo>
                <a:cubicBezTo>
                  <a:pt x="1473638" y="50828"/>
                  <a:pt x="1471717" y="50211"/>
                  <a:pt x="1469317" y="50211"/>
                </a:cubicBezTo>
                <a:cubicBezTo>
                  <a:pt x="1465750" y="50211"/>
                  <a:pt x="1462835" y="51960"/>
                  <a:pt x="1460571" y="55458"/>
                </a:cubicBezTo>
                <a:cubicBezTo>
                  <a:pt x="1456524" y="61563"/>
                  <a:pt x="1454500" y="69931"/>
                  <a:pt x="1454500" y="80563"/>
                </a:cubicBezTo>
                <a:lnTo>
                  <a:pt x="1454500" y="84164"/>
                </a:lnTo>
                <a:lnTo>
                  <a:pt x="1482487" y="84164"/>
                </a:lnTo>
                <a:close/>
                <a:moveTo>
                  <a:pt x="1694708" y="3087"/>
                </a:moveTo>
                <a:lnTo>
                  <a:pt x="1694708" y="40950"/>
                </a:lnTo>
                <a:lnTo>
                  <a:pt x="1691004" y="40950"/>
                </a:lnTo>
                <a:cubicBezTo>
                  <a:pt x="1688809" y="32209"/>
                  <a:pt x="1686374" y="25928"/>
                  <a:pt x="1683699" y="22109"/>
                </a:cubicBezTo>
                <a:cubicBezTo>
                  <a:pt x="1681024" y="18289"/>
                  <a:pt x="1677354" y="15243"/>
                  <a:pt x="1672690" y="12971"/>
                </a:cubicBezTo>
                <a:cubicBezTo>
                  <a:pt x="1670083" y="11732"/>
                  <a:pt x="1665522" y="11112"/>
                  <a:pt x="1659005" y="11112"/>
                </a:cubicBezTo>
                <a:lnTo>
                  <a:pt x="1648613" y="11112"/>
                </a:lnTo>
                <a:lnTo>
                  <a:pt x="1648613" y="118736"/>
                </a:lnTo>
                <a:cubicBezTo>
                  <a:pt x="1648613" y="125906"/>
                  <a:pt x="1649008" y="130388"/>
                  <a:pt x="1649796" y="132182"/>
                </a:cubicBezTo>
                <a:cubicBezTo>
                  <a:pt x="1650585" y="133974"/>
                  <a:pt x="1652129" y="135542"/>
                  <a:pt x="1654427" y="136886"/>
                </a:cubicBezTo>
                <a:cubicBezTo>
                  <a:pt x="1656724" y="138230"/>
                  <a:pt x="1659863" y="138902"/>
                  <a:pt x="1663841" y="138902"/>
                </a:cubicBezTo>
                <a:lnTo>
                  <a:pt x="1668471" y="138902"/>
                </a:lnTo>
                <a:lnTo>
                  <a:pt x="1668471" y="142606"/>
                </a:lnTo>
                <a:lnTo>
                  <a:pt x="1595419" y="142606"/>
                </a:lnTo>
                <a:lnTo>
                  <a:pt x="1595419" y="138902"/>
                </a:lnTo>
                <a:lnTo>
                  <a:pt x="1600049" y="138902"/>
                </a:lnTo>
                <a:cubicBezTo>
                  <a:pt x="1604096" y="138902"/>
                  <a:pt x="1607354" y="138179"/>
                  <a:pt x="1609824" y="136732"/>
                </a:cubicBezTo>
                <a:cubicBezTo>
                  <a:pt x="1611607" y="135765"/>
                  <a:pt x="1613013" y="134110"/>
                  <a:pt x="1614042" y="131767"/>
                </a:cubicBezTo>
                <a:cubicBezTo>
                  <a:pt x="1614797" y="130112"/>
                  <a:pt x="1615174" y="125769"/>
                  <a:pt x="1615174" y="118736"/>
                </a:cubicBezTo>
                <a:lnTo>
                  <a:pt x="1615174" y="11112"/>
                </a:lnTo>
                <a:lnTo>
                  <a:pt x="1605091" y="11112"/>
                </a:lnTo>
                <a:cubicBezTo>
                  <a:pt x="1595693" y="11112"/>
                  <a:pt x="1588868" y="13108"/>
                  <a:pt x="1584615" y="17099"/>
                </a:cubicBezTo>
                <a:cubicBezTo>
                  <a:pt x="1578648" y="22674"/>
                  <a:pt x="1574875" y="30625"/>
                  <a:pt x="1573297" y="40950"/>
                </a:cubicBezTo>
                <a:lnTo>
                  <a:pt x="1569388" y="40950"/>
                </a:lnTo>
                <a:lnTo>
                  <a:pt x="1569388" y="3087"/>
                </a:lnTo>
                <a:lnTo>
                  <a:pt x="1694708" y="3087"/>
                </a:lnTo>
                <a:close/>
                <a:moveTo>
                  <a:pt x="1735453" y="43420"/>
                </a:moveTo>
                <a:cubicBezTo>
                  <a:pt x="1743821" y="43420"/>
                  <a:pt x="1751606" y="45583"/>
                  <a:pt x="1758809" y="49908"/>
                </a:cubicBezTo>
                <a:cubicBezTo>
                  <a:pt x="1766011" y="54234"/>
                  <a:pt x="1771481" y="60380"/>
                  <a:pt x="1775220" y="68345"/>
                </a:cubicBezTo>
                <a:cubicBezTo>
                  <a:pt x="1778958" y="76310"/>
                  <a:pt x="1780827" y="85030"/>
                  <a:pt x="1780827" y="94505"/>
                </a:cubicBezTo>
                <a:cubicBezTo>
                  <a:pt x="1780827" y="108168"/>
                  <a:pt x="1777363" y="119600"/>
                  <a:pt x="1770435" y="128803"/>
                </a:cubicBezTo>
                <a:cubicBezTo>
                  <a:pt x="1762067" y="139926"/>
                  <a:pt x="1750509" y="145487"/>
                  <a:pt x="1735761" y="145487"/>
                </a:cubicBezTo>
                <a:cubicBezTo>
                  <a:pt x="1721288" y="145487"/>
                  <a:pt x="1710142" y="140406"/>
                  <a:pt x="1702322" y="130243"/>
                </a:cubicBezTo>
                <a:cubicBezTo>
                  <a:pt x="1694502" y="120081"/>
                  <a:pt x="1690592" y="108305"/>
                  <a:pt x="1690592" y="94916"/>
                </a:cubicBezTo>
                <a:cubicBezTo>
                  <a:pt x="1690592" y="81116"/>
                  <a:pt x="1694588" y="69083"/>
                  <a:pt x="1702579" y="58818"/>
                </a:cubicBezTo>
                <a:cubicBezTo>
                  <a:pt x="1710570" y="48552"/>
                  <a:pt x="1721528" y="43420"/>
                  <a:pt x="1735453" y="43420"/>
                </a:cubicBezTo>
                <a:moveTo>
                  <a:pt x="1735864" y="50622"/>
                </a:moveTo>
                <a:cubicBezTo>
                  <a:pt x="1732366" y="50622"/>
                  <a:pt x="1729365" y="51945"/>
                  <a:pt x="1726861" y="54590"/>
                </a:cubicBezTo>
                <a:cubicBezTo>
                  <a:pt x="1724358" y="57233"/>
                  <a:pt x="1722711" y="62451"/>
                  <a:pt x="1721923" y="70245"/>
                </a:cubicBezTo>
                <a:cubicBezTo>
                  <a:pt x="1721134" y="78039"/>
                  <a:pt x="1720739" y="88873"/>
                  <a:pt x="1720739" y="102746"/>
                </a:cubicBezTo>
                <a:cubicBezTo>
                  <a:pt x="1720739" y="110094"/>
                  <a:pt x="1721219" y="116962"/>
                  <a:pt x="1722180" y="123350"/>
                </a:cubicBezTo>
                <a:cubicBezTo>
                  <a:pt x="1722934" y="128224"/>
                  <a:pt x="1724546" y="131932"/>
                  <a:pt x="1727016" y="134475"/>
                </a:cubicBezTo>
                <a:cubicBezTo>
                  <a:pt x="1729485" y="137015"/>
                  <a:pt x="1732297" y="138285"/>
                  <a:pt x="1735453" y="138285"/>
                </a:cubicBezTo>
                <a:cubicBezTo>
                  <a:pt x="1738539" y="138285"/>
                  <a:pt x="1741112" y="137426"/>
                  <a:pt x="1743169" y="135709"/>
                </a:cubicBezTo>
                <a:cubicBezTo>
                  <a:pt x="1745845" y="133375"/>
                  <a:pt x="1747628" y="130112"/>
                  <a:pt x="1748520" y="125922"/>
                </a:cubicBezTo>
                <a:cubicBezTo>
                  <a:pt x="1749892" y="119399"/>
                  <a:pt x="1750578" y="106214"/>
                  <a:pt x="1750578" y="86367"/>
                </a:cubicBezTo>
                <a:cubicBezTo>
                  <a:pt x="1750578" y="74693"/>
                  <a:pt x="1749926" y="66676"/>
                  <a:pt x="1748623" y="62316"/>
                </a:cubicBezTo>
                <a:cubicBezTo>
                  <a:pt x="1747319" y="57954"/>
                  <a:pt x="1745399" y="54777"/>
                  <a:pt x="1742861" y="52786"/>
                </a:cubicBezTo>
                <a:cubicBezTo>
                  <a:pt x="1741077" y="51343"/>
                  <a:pt x="1738745" y="50622"/>
                  <a:pt x="1735864" y="50622"/>
                </a:cubicBezTo>
                <a:close/>
                <a:moveTo>
                  <a:pt x="1834536" y="3087"/>
                </a:moveTo>
                <a:lnTo>
                  <a:pt x="1834536" y="94942"/>
                </a:lnTo>
                <a:lnTo>
                  <a:pt x="1856863" y="72991"/>
                </a:lnTo>
                <a:cubicBezTo>
                  <a:pt x="1861459" y="68520"/>
                  <a:pt x="1864323" y="65275"/>
                  <a:pt x="1865455" y="63258"/>
                </a:cubicBezTo>
                <a:cubicBezTo>
                  <a:pt x="1866586" y="61241"/>
                  <a:pt x="1867152" y="59293"/>
                  <a:pt x="1867152" y="57413"/>
                </a:cubicBezTo>
                <a:cubicBezTo>
                  <a:pt x="1867152" y="55535"/>
                  <a:pt x="1866398" y="53970"/>
                  <a:pt x="1864889" y="52718"/>
                </a:cubicBezTo>
                <a:cubicBezTo>
                  <a:pt x="1863380" y="51467"/>
                  <a:pt x="1860430" y="50562"/>
                  <a:pt x="1856040" y="50005"/>
                </a:cubicBezTo>
                <a:lnTo>
                  <a:pt x="1856040" y="46301"/>
                </a:lnTo>
                <a:lnTo>
                  <a:pt x="1899151" y="46301"/>
                </a:lnTo>
                <a:lnTo>
                  <a:pt x="1899151" y="50005"/>
                </a:lnTo>
                <a:cubicBezTo>
                  <a:pt x="1895036" y="50213"/>
                  <a:pt x="1891434" y="51201"/>
                  <a:pt x="1888348" y="52969"/>
                </a:cubicBezTo>
                <a:cubicBezTo>
                  <a:pt x="1885261" y="54738"/>
                  <a:pt x="1879225" y="60060"/>
                  <a:pt x="1870239" y="68937"/>
                </a:cubicBezTo>
                <a:lnTo>
                  <a:pt x="1859744" y="79312"/>
                </a:lnTo>
                <a:lnTo>
                  <a:pt x="1882380" y="112366"/>
                </a:lnTo>
                <a:cubicBezTo>
                  <a:pt x="1891503" y="125806"/>
                  <a:pt x="1896922" y="133348"/>
                  <a:pt x="1898637" y="134992"/>
                </a:cubicBezTo>
                <a:cubicBezTo>
                  <a:pt x="1900969" y="137324"/>
                  <a:pt x="1903919" y="138628"/>
                  <a:pt x="1907485" y="138902"/>
                </a:cubicBezTo>
                <a:lnTo>
                  <a:pt x="1907485" y="142606"/>
                </a:lnTo>
                <a:lnTo>
                  <a:pt x="1857789" y="142606"/>
                </a:lnTo>
                <a:lnTo>
                  <a:pt x="1857789" y="138902"/>
                </a:lnTo>
                <a:cubicBezTo>
                  <a:pt x="1859984" y="138902"/>
                  <a:pt x="1861579" y="138490"/>
                  <a:pt x="1862574" y="137667"/>
                </a:cubicBezTo>
                <a:cubicBezTo>
                  <a:pt x="1863568" y="136842"/>
                  <a:pt x="1864066" y="135949"/>
                  <a:pt x="1864066" y="134989"/>
                </a:cubicBezTo>
                <a:cubicBezTo>
                  <a:pt x="1864066" y="133409"/>
                  <a:pt x="1862625" y="130491"/>
                  <a:pt x="1859744" y="126234"/>
                </a:cubicBezTo>
                <a:lnTo>
                  <a:pt x="1840710" y="98321"/>
                </a:lnTo>
                <a:lnTo>
                  <a:pt x="1834536" y="104434"/>
                </a:lnTo>
                <a:lnTo>
                  <a:pt x="1834536" y="121616"/>
                </a:lnTo>
                <a:cubicBezTo>
                  <a:pt x="1834536" y="129001"/>
                  <a:pt x="1835222" y="133607"/>
                  <a:pt x="1836594" y="135436"/>
                </a:cubicBezTo>
                <a:cubicBezTo>
                  <a:pt x="1837966" y="137264"/>
                  <a:pt x="1840778" y="138420"/>
                  <a:pt x="1845031" y="138902"/>
                </a:cubicBezTo>
                <a:lnTo>
                  <a:pt x="1845031" y="142606"/>
                </a:lnTo>
                <a:lnTo>
                  <a:pt x="1795335" y="142606"/>
                </a:lnTo>
                <a:lnTo>
                  <a:pt x="1795335" y="138902"/>
                </a:lnTo>
                <a:cubicBezTo>
                  <a:pt x="1799382" y="138488"/>
                  <a:pt x="1802263" y="137178"/>
                  <a:pt x="1803978" y="134970"/>
                </a:cubicBezTo>
                <a:cubicBezTo>
                  <a:pt x="1805144" y="133452"/>
                  <a:pt x="1805727" y="129001"/>
                  <a:pt x="1805727" y="121616"/>
                </a:cubicBezTo>
                <a:lnTo>
                  <a:pt x="1805727" y="24076"/>
                </a:lnTo>
                <a:cubicBezTo>
                  <a:pt x="1805727" y="16718"/>
                  <a:pt x="1805058" y="12136"/>
                  <a:pt x="1803720" y="10331"/>
                </a:cubicBezTo>
                <a:cubicBezTo>
                  <a:pt x="1802383" y="8526"/>
                  <a:pt x="1799588" y="7346"/>
                  <a:pt x="1795335" y="6791"/>
                </a:cubicBezTo>
                <a:lnTo>
                  <a:pt x="1795335" y="3087"/>
                </a:lnTo>
                <a:lnTo>
                  <a:pt x="1834536" y="3087"/>
                </a:lnTo>
                <a:close/>
                <a:moveTo>
                  <a:pt x="1994086" y="90955"/>
                </a:moveTo>
                <a:lnTo>
                  <a:pt x="1941304" y="90955"/>
                </a:lnTo>
                <a:cubicBezTo>
                  <a:pt x="1941921" y="103748"/>
                  <a:pt x="1945316" y="113858"/>
                  <a:pt x="1951490" y="121285"/>
                </a:cubicBezTo>
                <a:cubicBezTo>
                  <a:pt x="1956223" y="126994"/>
                  <a:pt x="1961916" y="129848"/>
                  <a:pt x="1968570" y="129848"/>
                </a:cubicBezTo>
                <a:cubicBezTo>
                  <a:pt x="1972685" y="129848"/>
                  <a:pt x="1976424" y="128699"/>
                  <a:pt x="1979785" y="126401"/>
                </a:cubicBezTo>
                <a:cubicBezTo>
                  <a:pt x="1983146" y="124103"/>
                  <a:pt x="1986747" y="119970"/>
                  <a:pt x="1990588" y="114003"/>
                </a:cubicBezTo>
                <a:lnTo>
                  <a:pt x="1994086" y="116266"/>
                </a:lnTo>
                <a:cubicBezTo>
                  <a:pt x="1988873" y="126898"/>
                  <a:pt x="1983111" y="134426"/>
                  <a:pt x="1976801" y="138851"/>
                </a:cubicBezTo>
                <a:cubicBezTo>
                  <a:pt x="1970490" y="143275"/>
                  <a:pt x="1963185" y="145487"/>
                  <a:pt x="1954885" y="145487"/>
                </a:cubicBezTo>
                <a:cubicBezTo>
                  <a:pt x="1940618" y="145487"/>
                  <a:pt x="1929814" y="139994"/>
                  <a:pt x="1922475" y="129008"/>
                </a:cubicBezTo>
                <a:cubicBezTo>
                  <a:pt x="1916576" y="120151"/>
                  <a:pt x="1913626" y="109166"/>
                  <a:pt x="1913626" y="96051"/>
                </a:cubicBezTo>
                <a:cubicBezTo>
                  <a:pt x="1913626" y="79983"/>
                  <a:pt x="1917965" y="67195"/>
                  <a:pt x="1926642" y="57686"/>
                </a:cubicBezTo>
                <a:cubicBezTo>
                  <a:pt x="1935319" y="48175"/>
                  <a:pt x="1945488" y="43420"/>
                  <a:pt x="1957149" y="43420"/>
                </a:cubicBezTo>
                <a:cubicBezTo>
                  <a:pt x="1966889" y="43420"/>
                  <a:pt x="1975343" y="47415"/>
                  <a:pt x="1982511" y="55406"/>
                </a:cubicBezTo>
                <a:cubicBezTo>
                  <a:pt x="1989679" y="63398"/>
                  <a:pt x="1993538" y="75247"/>
                  <a:pt x="1994086" y="90955"/>
                </a:cubicBezTo>
                <a:moveTo>
                  <a:pt x="1968775" y="84164"/>
                </a:moveTo>
                <a:cubicBezTo>
                  <a:pt x="1968775" y="73121"/>
                  <a:pt x="1968175" y="65541"/>
                  <a:pt x="1966975" y="61426"/>
                </a:cubicBezTo>
                <a:cubicBezTo>
                  <a:pt x="1965774" y="57310"/>
                  <a:pt x="1963905" y="54189"/>
                  <a:pt x="1961367" y="52063"/>
                </a:cubicBezTo>
                <a:cubicBezTo>
                  <a:pt x="1959927" y="50828"/>
                  <a:pt x="1958006" y="50211"/>
                  <a:pt x="1955605" y="50211"/>
                </a:cubicBezTo>
                <a:cubicBezTo>
                  <a:pt x="1952039" y="50211"/>
                  <a:pt x="1949123" y="51960"/>
                  <a:pt x="1946860" y="55458"/>
                </a:cubicBezTo>
                <a:cubicBezTo>
                  <a:pt x="1942813" y="61563"/>
                  <a:pt x="1940789" y="69931"/>
                  <a:pt x="1940789" y="80563"/>
                </a:cubicBezTo>
                <a:lnTo>
                  <a:pt x="1940789" y="84164"/>
                </a:lnTo>
                <a:lnTo>
                  <a:pt x="1968775" y="84164"/>
                </a:lnTo>
                <a:close/>
                <a:moveTo>
                  <a:pt x="2045461" y="46301"/>
                </a:moveTo>
                <a:lnTo>
                  <a:pt x="2045461" y="58853"/>
                </a:lnTo>
                <a:cubicBezTo>
                  <a:pt x="2050400" y="53467"/>
                  <a:pt x="2055132" y="49548"/>
                  <a:pt x="2059660" y="47098"/>
                </a:cubicBezTo>
                <a:cubicBezTo>
                  <a:pt x="2064187" y="44646"/>
                  <a:pt x="2069057" y="43420"/>
                  <a:pt x="2074270" y="43420"/>
                </a:cubicBezTo>
                <a:cubicBezTo>
                  <a:pt x="2080512" y="43420"/>
                  <a:pt x="2085691" y="45154"/>
                  <a:pt x="2089807" y="48622"/>
                </a:cubicBezTo>
                <a:cubicBezTo>
                  <a:pt x="2093922" y="52090"/>
                  <a:pt x="2096666" y="56400"/>
                  <a:pt x="2098038" y="61551"/>
                </a:cubicBezTo>
                <a:cubicBezTo>
                  <a:pt x="2099135" y="65467"/>
                  <a:pt x="2099684" y="72989"/>
                  <a:pt x="2099684" y="84116"/>
                </a:cubicBezTo>
                <a:lnTo>
                  <a:pt x="2099684" y="121616"/>
                </a:lnTo>
                <a:cubicBezTo>
                  <a:pt x="2099684" y="129025"/>
                  <a:pt x="2100353" y="133637"/>
                  <a:pt x="2101690" y="135455"/>
                </a:cubicBezTo>
                <a:cubicBezTo>
                  <a:pt x="2103028" y="137273"/>
                  <a:pt x="2105823" y="138422"/>
                  <a:pt x="2110076" y="138902"/>
                </a:cubicBezTo>
                <a:lnTo>
                  <a:pt x="2110076" y="142606"/>
                </a:lnTo>
                <a:lnTo>
                  <a:pt x="2061409" y="142606"/>
                </a:lnTo>
                <a:lnTo>
                  <a:pt x="2061409" y="138902"/>
                </a:lnTo>
                <a:cubicBezTo>
                  <a:pt x="2065044" y="138422"/>
                  <a:pt x="2067651" y="136913"/>
                  <a:pt x="2069228" y="134375"/>
                </a:cubicBezTo>
                <a:cubicBezTo>
                  <a:pt x="2070326" y="132660"/>
                  <a:pt x="2070875" y="128407"/>
                  <a:pt x="2070875" y="121616"/>
                </a:cubicBezTo>
                <a:lnTo>
                  <a:pt x="2070875" y="78814"/>
                </a:lnTo>
                <a:cubicBezTo>
                  <a:pt x="2070875" y="70926"/>
                  <a:pt x="2070566" y="65953"/>
                  <a:pt x="2069949" y="63895"/>
                </a:cubicBezTo>
                <a:cubicBezTo>
                  <a:pt x="2069331" y="61837"/>
                  <a:pt x="2068285" y="60242"/>
                  <a:pt x="2066811" y="59111"/>
                </a:cubicBezTo>
                <a:cubicBezTo>
                  <a:pt x="2065336" y="57979"/>
                  <a:pt x="2063707" y="57413"/>
                  <a:pt x="2061923" y="57413"/>
                </a:cubicBezTo>
                <a:cubicBezTo>
                  <a:pt x="2056024" y="57413"/>
                  <a:pt x="2050537" y="61666"/>
                  <a:pt x="2045461" y="70171"/>
                </a:cubicBezTo>
                <a:lnTo>
                  <a:pt x="2045461" y="121616"/>
                </a:lnTo>
                <a:cubicBezTo>
                  <a:pt x="2045461" y="128819"/>
                  <a:pt x="2046130" y="133380"/>
                  <a:pt x="2047467" y="135301"/>
                </a:cubicBezTo>
                <a:cubicBezTo>
                  <a:pt x="2048805" y="137222"/>
                  <a:pt x="2051291" y="138422"/>
                  <a:pt x="2054927" y="138902"/>
                </a:cubicBezTo>
                <a:lnTo>
                  <a:pt x="2054927" y="142606"/>
                </a:lnTo>
                <a:lnTo>
                  <a:pt x="2006260" y="142606"/>
                </a:lnTo>
                <a:lnTo>
                  <a:pt x="2006260" y="138902"/>
                </a:lnTo>
                <a:cubicBezTo>
                  <a:pt x="2010307" y="138490"/>
                  <a:pt x="2013187" y="137187"/>
                  <a:pt x="2014902" y="134992"/>
                </a:cubicBezTo>
                <a:cubicBezTo>
                  <a:pt x="2016068" y="133483"/>
                  <a:pt x="2016651" y="129025"/>
                  <a:pt x="2016651" y="121616"/>
                </a:cubicBezTo>
                <a:lnTo>
                  <a:pt x="2016651" y="67290"/>
                </a:lnTo>
                <a:cubicBezTo>
                  <a:pt x="2016651" y="59932"/>
                  <a:pt x="2015983" y="55350"/>
                  <a:pt x="2014645" y="53545"/>
                </a:cubicBezTo>
                <a:cubicBezTo>
                  <a:pt x="2013308" y="51740"/>
                  <a:pt x="2010512" y="50560"/>
                  <a:pt x="2006260" y="50005"/>
                </a:cubicBezTo>
                <a:lnTo>
                  <a:pt x="2006260" y="46301"/>
                </a:lnTo>
                <a:lnTo>
                  <a:pt x="2045461" y="46301"/>
                </a:lnTo>
                <a:close/>
                <a:moveTo>
                  <a:pt x="2184125" y="43831"/>
                </a:moveTo>
                <a:lnTo>
                  <a:pt x="2185668" y="76756"/>
                </a:lnTo>
                <a:lnTo>
                  <a:pt x="2182170" y="76756"/>
                </a:lnTo>
                <a:cubicBezTo>
                  <a:pt x="2177986" y="66937"/>
                  <a:pt x="2173647" y="60229"/>
                  <a:pt x="2169154" y="56635"/>
                </a:cubicBezTo>
                <a:cubicBezTo>
                  <a:pt x="2164662" y="53038"/>
                  <a:pt x="2160186" y="51239"/>
                  <a:pt x="2155727" y="51239"/>
                </a:cubicBezTo>
                <a:cubicBezTo>
                  <a:pt x="2152915" y="51239"/>
                  <a:pt x="2150514" y="52183"/>
                  <a:pt x="2148525" y="54069"/>
                </a:cubicBezTo>
                <a:cubicBezTo>
                  <a:pt x="2146536" y="55955"/>
                  <a:pt x="2145541" y="58133"/>
                  <a:pt x="2145541" y="60602"/>
                </a:cubicBezTo>
                <a:cubicBezTo>
                  <a:pt x="2145541" y="62454"/>
                  <a:pt x="2146227" y="64238"/>
                  <a:pt x="2147599" y="65953"/>
                </a:cubicBezTo>
                <a:cubicBezTo>
                  <a:pt x="2149794" y="68765"/>
                  <a:pt x="2155933" y="73584"/>
                  <a:pt x="2166016" y="80409"/>
                </a:cubicBezTo>
                <a:cubicBezTo>
                  <a:pt x="2176099" y="87234"/>
                  <a:pt x="2182736" y="93030"/>
                  <a:pt x="2185926" y="97797"/>
                </a:cubicBezTo>
                <a:cubicBezTo>
                  <a:pt x="2189115" y="102565"/>
                  <a:pt x="2190710" y="107898"/>
                  <a:pt x="2190710" y="113797"/>
                </a:cubicBezTo>
                <a:cubicBezTo>
                  <a:pt x="2190710" y="119147"/>
                  <a:pt x="2189372" y="124394"/>
                  <a:pt x="2186697" y="129539"/>
                </a:cubicBezTo>
                <a:cubicBezTo>
                  <a:pt x="2184022" y="134684"/>
                  <a:pt x="2180249" y="138628"/>
                  <a:pt x="2175379" y="141371"/>
                </a:cubicBezTo>
                <a:cubicBezTo>
                  <a:pt x="2170509" y="144115"/>
                  <a:pt x="2165125" y="145487"/>
                  <a:pt x="2159225" y="145487"/>
                </a:cubicBezTo>
                <a:cubicBezTo>
                  <a:pt x="2154630" y="145487"/>
                  <a:pt x="2148491" y="144020"/>
                  <a:pt x="2140808" y="141085"/>
                </a:cubicBezTo>
                <a:cubicBezTo>
                  <a:pt x="2138750" y="140316"/>
                  <a:pt x="2137344" y="139931"/>
                  <a:pt x="2136590" y="139931"/>
                </a:cubicBezTo>
                <a:cubicBezTo>
                  <a:pt x="2134326" y="139931"/>
                  <a:pt x="2132440" y="141646"/>
                  <a:pt x="2130931" y="145075"/>
                </a:cubicBezTo>
                <a:lnTo>
                  <a:pt x="2127535" y="145075"/>
                </a:lnTo>
                <a:lnTo>
                  <a:pt x="2125889" y="110504"/>
                </a:lnTo>
                <a:lnTo>
                  <a:pt x="2129387" y="110504"/>
                </a:lnTo>
                <a:cubicBezTo>
                  <a:pt x="2132474" y="119559"/>
                  <a:pt x="2136710" y="126349"/>
                  <a:pt x="2142094" y="130877"/>
                </a:cubicBezTo>
                <a:cubicBezTo>
                  <a:pt x="2147479" y="135404"/>
                  <a:pt x="2152572" y="137667"/>
                  <a:pt x="2157373" y="137667"/>
                </a:cubicBezTo>
                <a:cubicBezTo>
                  <a:pt x="2160666" y="137667"/>
                  <a:pt x="2163358" y="136656"/>
                  <a:pt x="2165450" y="134632"/>
                </a:cubicBezTo>
                <a:cubicBezTo>
                  <a:pt x="2167542" y="132609"/>
                  <a:pt x="2168588" y="130156"/>
                  <a:pt x="2168588" y="127275"/>
                </a:cubicBezTo>
                <a:cubicBezTo>
                  <a:pt x="2168588" y="123983"/>
                  <a:pt x="2167560" y="121136"/>
                  <a:pt x="2165502" y="118736"/>
                </a:cubicBezTo>
                <a:cubicBezTo>
                  <a:pt x="2163444" y="116335"/>
                  <a:pt x="2158848" y="112699"/>
                  <a:pt x="2151714" y="107829"/>
                </a:cubicBezTo>
                <a:cubicBezTo>
                  <a:pt x="2141220" y="100558"/>
                  <a:pt x="2134429" y="95002"/>
                  <a:pt x="2131342" y="91161"/>
                </a:cubicBezTo>
                <a:cubicBezTo>
                  <a:pt x="2126815" y="85536"/>
                  <a:pt x="2124551" y="79328"/>
                  <a:pt x="2124551" y="72538"/>
                </a:cubicBezTo>
                <a:cubicBezTo>
                  <a:pt x="2124551" y="65130"/>
                  <a:pt x="2127107" y="58425"/>
                  <a:pt x="2132217" y="52423"/>
                </a:cubicBezTo>
                <a:cubicBezTo>
                  <a:pt x="2137327" y="46421"/>
                  <a:pt x="2144718" y="43420"/>
                  <a:pt x="2154390" y="43420"/>
                </a:cubicBezTo>
                <a:cubicBezTo>
                  <a:pt x="2159603" y="43420"/>
                  <a:pt x="2164644" y="44738"/>
                  <a:pt x="2169515" y="47375"/>
                </a:cubicBezTo>
                <a:cubicBezTo>
                  <a:pt x="2171367" y="48442"/>
                  <a:pt x="2172876" y="48976"/>
                  <a:pt x="2174042" y="48976"/>
                </a:cubicBezTo>
                <a:cubicBezTo>
                  <a:pt x="2175276" y="48976"/>
                  <a:pt x="2176271" y="48719"/>
                  <a:pt x="2177026" y="48204"/>
                </a:cubicBezTo>
                <a:cubicBezTo>
                  <a:pt x="2177780" y="47690"/>
                  <a:pt x="2178980" y="46232"/>
                  <a:pt x="2180627" y="43831"/>
                </a:cubicBezTo>
                <a:lnTo>
                  <a:pt x="2184125" y="438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DC894-35EF-472E-B81C-B0450DD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91" y="591981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47B87-9BF3-4096-B0D0-A4C7AF2F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91" y="591981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sp>
        <p:nvSpPr>
          <p:cNvPr id="377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DB9C092E-766C-44E3-9A93-115DB9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361" y="6012188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4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4" y="51140"/>
                  <a:pt x="105833" y="48244"/>
                </a:cubicBezTo>
                <a:cubicBezTo>
                  <a:pt x="110193" y="45348"/>
                  <a:pt x="114781" y="43900"/>
                  <a:pt x="119598" y="43900"/>
                </a:cubicBezTo>
                <a:cubicBezTo>
                  <a:pt x="128012" y="43900"/>
                  <a:pt x="135024" y="47189"/>
                  <a:pt x="140633" y="53766"/>
                </a:cubicBezTo>
                <a:cubicBezTo>
                  <a:pt x="147523" y="61807"/>
                  <a:pt x="150968" y="72283"/>
                  <a:pt x="150968" y="85196"/>
                </a:cubicBezTo>
                <a:cubicBezTo>
                  <a:pt x="150968" y="99631"/>
                  <a:pt x="146822" y="111569"/>
                  <a:pt x="138529" y="121011"/>
                </a:cubicBezTo>
                <a:cubicBezTo>
                  <a:pt x="131701" y="128746"/>
                  <a:pt x="123104" y="132614"/>
                  <a:pt x="112738" y="132614"/>
                </a:cubicBezTo>
                <a:cubicBezTo>
                  <a:pt x="108226" y="132614"/>
                  <a:pt x="104324" y="131974"/>
                  <a:pt x="101032" y="130694"/>
                </a:cubicBezTo>
                <a:cubicBezTo>
                  <a:pt x="98593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3" y="164442"/>
                  <a:pt x="97511" y="165356"/>
                </a:cubicBezTo>
                <a:cubicBezTo>
                  <a:pt x="99248" y="166271"/>
                  <a:pt x="102404" y="166728"/>
                  <a:pt x="106976" y="166728"/>
                </a:cubicBezTo>
                <a:lnTo>
                  <a:pt x="106976" y="170112"/>
                </a:lnTo>
                <a:lnTo>
                  <a:pt x="63077" y="170112"/>
                </a:lnTo>
                <a:lnTo>
                  <a:pt x="63077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9" y="164134"/>
                  <a:pt x="76018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7" y="60560"/>
                </a:cubicBezTo>
                <a:cubicBezTo>
                  <a:pt x="76399" y="59094"/>
                  <a:pt x="75622" y="57996"/>
                  <a:pt x="74555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4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5" y="111661"/>
                  <a:pt x="93624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4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6" y="57161"/>
                  <a:pt x="106550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8" y="77922"/>
                </a:moveTo>
                <a:cubicBezTo>
                  <a:pt x="177247" y="90332"/>
                  <a:pt x="180265" y="100066"/>
                  <a:pt x="186362" y="107123"/>
                </a:cubicBezTo>
                <a:cubicBezTo>
                  <a:pt x="192459" y="114179"/>
                  <a:pt x="199624" y="117707"/>
                  <a:pt x="207855" y="117707"/>
                </a:cubicBezTo>
                <a:cubicBezTo>
                  <a:pt x="213342" y="117707"/>
                  <a:pt x="218113" y="116198"/>
                  <a:pt x="222168" y="113179"/>
                </a:cubicBezTo>
                <a:cubicBezTo>
                  <a:pt x="226223" y="110161"/>
                  <a:pt x="229622" y="104994"/>
                  <a:pt x="232366" y="97677"/>
                </a:cubicBezTo>
                <a:lnTo>
                  <a:pt x="235201" y="99506"/>
                </a:lnTo>
                <a:cubicBezTo>
                  <a:pt x="233920" y="107860"/>
                  <a:pt x="230201" y="115466"/>
                  <a:pt x="224043" y="122325"/>
                </a:cubicBezTo>
                <a:cubicBezTo>
                  <a:pt x="217885" y="129185"/>
                  <a:pt x="210172" y="132614"/>
                  <a:pt x="200904" y="132614"/>
                </a:cubicBezTo>
                <a:cubicBezTo>
                  <a:pt x="190844" y="132614"/>
                  <a:pt x="182231" y="128705"/>
                  <a:pt x="175067" y="120888"/>
                </a:cubicBezTo>
                <a:cubicBezTo>
                  <a:pt x="167903" y="113068"/>
                  <a:pt x="164321" y="102556"/>
                  <a:pt x="164321" y="89352"/>
                </a:cubicBezTo>
                <a:cubicBezTo>
                  <a:pt x="164321" y="75054"/>
                  <a:pt x="167994" y="63904"/>
                  <a:pt x="175341" y="55904"/>
                </a:cubicBezTo>
                <a:cubicBezTo>
                  <a:pt x="182689" y="47901"/>
                  <a:pt x="191911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3" y="59332"/>
                  <a:pt x="235201" y="67586"/>
                  <a:pt x="235201" y="77922"/>
                </a:cubicBezTo>
                <a:lnTo>
                  <a:pt x="177308" y="77922"/>
                </a:lnTo>
                <a:moveTo>
                  <a:pt x="177308" y="72618"/>
                </a:moveTo>
                <a:lnTo>
                  <a:pt x="216086" y="72618"/>
                </a:lnTo>
                <a:cubicBezTo>
                  <a:pt x="215781" y="67252"/>
                  <a:pt x="215141" y="63472"/>
                  <a:pt x="214165" y="61277"/>
                </a:cubicBezTo>
                <a:cubicBezTo>
                  <a:pt x="212641" y="57863"/>
                  <a:pt x="210370" y="55180"/>
                  <a:pt x="207352" y="53229"/>
                </a:cubicBezTo>
                <a:cubicBezTo>
                  <a:pt x="204334" y="51278"/>
                  <a:pt x="201178" y="50302"/>
                  <a:pt x="197886" y="50302"/>
                </a:cubicBezTo>
                <a:cubicBezTo>
                  <a:pt x="192825" y="50302"/>
                  <a:pt x="188298" y="52268"/>
                  <a:pt x="184304" y="56201"/>
                </a:cubicBezTo>
                <a:cubicBezTo>
                  <a:pt x="180311" y="60134"/>
                  <a:pt x="177978" y="65606"/>
                  <a:pt x="177308" y="72618"/>
                </a:cubicBezTo>
                <a:close/>
                <a:moveTo>
                  <a:pt x="293854" y="117981"/>
                </a:moveTo>
                <a:cubicBezTo>
                  <a:pt x="285257" y="124627"/>
                  <a:pt x="279861" y="128468"/>
                  <a:pt x="277666" y="129505"/>
                </a:cubicBezTo>
                <a:cubicBezTo>
                  <a:pt x="274373" y="131090"/>
                  <a:pt x="270867" y="131883"/>
                  <a:pt x="267148" y="131883"/>
                </a:cubicBezTo>
                <a:cubicBezTo>
                  <a:pt x="261356" y="131883"/>
                  <a:pt x="256585" y="129901"/>
                  <a:pt x="252835" y="125938"/>
                </a:cubicBezTo>
                <a:cubicBezTo>
                  <a:pt x="249085" y="121975"/>
                  <a:pt x="247210" y="116762"/>
                  <a:pt x="247210" y="110299"/>
                </a:cubicBezTo>
                <a:cubicBezTo>
                  <a:pt x="247210" y="106213"/>
                  <a:pt x="248125" y="102677"/>
                  <a:pt x="249954" y="99689"/>
                </a:cubicBezTo>
                <a:cubicBezTo>
                  <a:pt x="252454" y="95543"/>
                  <a:pt x="256798" y="91641"/>
                  <a:pt x="262987" y="87983"/>
                </a:cubicBezTo>
                <a:cubicBezTo>
                  <a:pt x="269175" y="84324"/>
                  <a:pt x="279464" y="79873"/>
                  <a:pt x="293854" y="74630"/>
                </a:cubicBezTo>
                <a:lnTo>
                  <a:pt x="293854" y="71337"/>
                </a:lnTo>
                <a:cubicBezTo>
                  <a:pt x="293854" y="62984"/>
                  <a:pt x="292528" y="57253"/>
                  <a:pt x="289875" y="54143"/>
                </a:cubicBezTo>
                <a:cubicBezTo>
                  <a:pt x="287223" y="51034"/>
                  <a:pt x="283367" y="49479"/>
                  <a:pt x="278306" y="49479"/>
                </a:cubicBezTo>
                <a:cubicBezTo>
                  <a:pt x="274465" y="49479"/>
                  <a:pt x="271416" y="50512"/>
                  <a:pt x="269160" y="52577"/>
                </a:cubicBezTo>
                <a:cubicBezTo>
                  <a:pt x="266843" y="54642"/>
                  <a:pt x="265685" y="57012"/>
                  <a:pt x="265685" y="59685"/>
                </a:cubicBezTo>
                <a:lnTo>
                  <a:pt x="265868" y="64970"/>
                </a:lnTo>
                <a:cubicBezTo>
                  <a:pt x="265868" y="67763"/>
                  <a:pt x="265151" y="69919"/>
                  <a:pt x="263718" y="71437"/>
                </a:cubicBezTo>
                <a:cubicBezTo>
                  <a:pt x="262285" y="72956"/>
                  <a:pt x="260411" y="73715"/>
                  <a:pt x="258094" y="73715"/>
                </a:cubicBezTo>
                <a:cubicBezTo>
                  <a:pt x="255838" y="73715"/>
                  <a:pt x="253993" y="72925"/>
                  <a:pt x="252560" y="71346"/>
                </a:cubicBezTo>
                <a:cubicBezTo>
                  <a:pt x="251128" y="69764"/>
                  <a:pt x="250411" y="67606"/>
                  <a:pt x="250411" y="64870"/>
                </a:cubicBezTo>
                <a:cubicBezTo>
                  <a:pt x="250411" y="59643"/>
                  <a:pt x="253094" y="54842"/>
                  <a:pt x="258459" y="50465"/>
                </a:cubicBezTo>
                <a:cubicBezTo>
                  <a:pt x="263825" y="46088"/>
                  <a:pt x="271355" y="43900"/>
                  <a:pt x="281050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9" y="49532"/>
                  <a:pt x="305591" y="52486"/>
                  <a:pt x="307298" y="56507"/>
                </a:cubicBezTo>
                <a:cubicBezTo>
                  <a:pt x="308396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7" y="113858"/>
                  <a:pt x="309402" y="115655"/>
                </a:cubicBezTo>
                <a:cubicBezTo>
                  <a:pt x="309707" y="117451"/>
                  <a:pt x="310210" y="118655"/>
                  <a:pt x="310911" y="119264"/>
                </a:cubicBezTo>
                <a:cubicBezTo>
                  <a:pt x="311612" y="119872"/>
                  <a:pt x="312420" y="120176"/>
                  <a:pt x="313334" y="120176"/>
                </a:cubicBezTo>
                <a:cubicBezTo>
                  <a:pt x="314310" y="120176"/>
                  <a:pt x="315164" y="119963"/>
                  <a:pt x="315895" y="119536"/>
                </a:cubicBezTo>
                <a:cubicBezTo>
                  <a:pt x="317176" y="118743"/>
                  <a:pt x="319645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4" y="131700"/>
                  <a:pt x="298366" y="130663"/>
                  <a:pt x="296598" y="128590"/>
                </a:cubicBezTo>
                <a:cubicBezTo>
                  <a:pt x="294829" y="126517"/>
                  <a:pt x="293915" y="122981"/>
                  <a:pt x="293854" y="117981"/>
                </a:cubicBezTo>
                <a:moveTo>
                  <a:pt x="293854" y="111985"/>
                </a:moveTo>
                <a:lnTo>
                  <a:pt x="293854" y="80209"/>
                </a:lnTo>
                <a:cubicBezTo>
                  <a:pt x="284647" y="83850"/>
                  <a:pt x="278702" y="86430"/>
                  <a:pt x="276019" y="87948"/>
                </a:cubicBezTo>
                <a:cubicBezTo>
                  <a:pt x="271203" y="90620"/>
                  <a:pt x="267758" y="93412"/>
                  <a:pt x="265685" y="96325"/>
                </a:cubicBezTo>
                <a:cubicBezTo>
                  <a:pt x="263612" y="99239"/>
                  <a:pt x="262575" y="102425"/>
                  <a:pt x="262575" y="105886"/>
                </a:cubicBezTo>
                <a:cubicBezTo>
                  <a:pt x="262575" y="110257"/>
                  <a:pt x="263886" y="113883"/>
                  <a:pt x="266508" y="116766"/>
                </a:cubicBezTo>
                <a:cubicBezTo>
                  <a:pt x="269130" y="119649"/>
                  <a:pt x="272148" y="121091"/>
                  <a:pt x="275562" y="121091"/>
                </a:cubicBezTo>
                <a:cubicBezTo>
                  <a:pt x="280196" y="121091"/>
                  <a:pt x="286293" y="118055"/>
                  <a:pt x="293854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50" y="49204"/>
                </a:cubicBezTo>
                <a:lnTo>
                  <a:pt x="377750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7" y="58991"/>
                </a:cubicBezTo>
                <a:lnTo>
                  <a:pt x="369244" y="78837"/>
                </a:lnTo>
                <a:lnTo>
                  <a:pt x="390737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7" y="124904"/>
                  <a:pt x="410492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50" y="130053"/>
                </a:lnTo>
                <a:lnTo>
                  <a:pt x="377750" y="126670"/>
                </a:lnTo>
                <a:cubicBezTo>
                  <a:pt x="380066" y="126609"/>
                  <a:pt x="381637" y="126259"/>
                  <a:pt x="382460" y="125621"/>
                </a:cubicBezTo>
                <a:cubicBezTo>
                  <a:pt x="383283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2" y="123537"/>
                  <a:pt x="357324" y="124754"/>
                  <a:pt x="358726" y="125483"/>
                </a:cubicBezTo>
                <a:cubicBezTo>
                  <a:pt x="360129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3" y="130053"/>
                </a:lnTo>
                <a:lnTo>
                  <a:pt x="325253" y="126670"/>
                </a:lnTo>
                <a:cubicBezTo>
                  <a:pt x="329521" y="126670"/>
                  <a:pt x="332722" y="126151"/>
                  <a:pt x="334856" y="125115"/>
                </a:cubicBezTo>
                <a:cubicBezTo>
                  <a:pt x="336136" y="124446"/>
                  <a:pt x="337112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5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3" y="10235"/>
                </a:lnTo>
                <a:lnTo>
                  <a:pt x="350129" y="0"/>
                </a:lnTo>
                <a:lnTo>
                  <a:pt x="354336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5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4" y="110161"/>
                  <a:pt x="489603" y="104994"/>
                  <a:pt x="492347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6" y="129185"/>
                  <a:pt x="470153" y="132614"/>
                  <a:pt x="460885" y="132614"/>
                </a:cubicBezTo>
                <a:cubicBezTo>
                  <a:pt x="450825" y="132614"/>
                  <a:pt x="442212" y="128705"/>
                  <a:pt x="435048" y="120888"/>
                </a:cubicBezTo>
                <a:cubicBezTo>
                  <a:pt x="427884" y="113068"/>
                  <a:pt x="424302" y="102556"/>
                  <a:pt x="424302" y="89352"/>
                </a:cubicBezTo>
                <a:cubicBezTo>
                  <a:pt x="424302" y="75054"/>
                  <a:pt x="427975" y="63904"/>
                  <a:pt x="435322" y="55904"/>
                </a:cubicBezTo>
                <a:cubicBezTo>
                  <a:pt x="442670" y="47901"/>
                  <a:pt x="451892" y="43900"/>
                  <a:pt x="462989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4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5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2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1" y="50180"/>
                  <a:pt x="545085" y="43900"/>
                  <a:pt x="552463" y="43900"/>
                </a:cubicBezTo>
                <a:cubicBezTo>
                  <a:pt x="555816" y="43900"/>
                  <a:pt x="558591" y="44921"/>
                  <a:pt x="560786" y="46964"/>
                </a:cubicBezTo>
                <a:cubicBezTo>
                  <a:pt x="562981" y="49006"/>
                  <a:pt x="564078" y="51369"/>
                  <a:pt x="564078" y="54052"/>
                </a:cubicBezTo>
                <a:cubicBezTo>
                  <a:pt x="564078" y="56430"/>
                  <a:pt x="563286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3" y="61506"/>
                  <a:pt x="548850" y="59402"/>
                </a:cubicBezTo>
                <a:cubicBezTo>
                  <a:pt x="546198" y="57299"/>
                  <a:pt x="544232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1" y="60564"/>
                  <a:pt x="533806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7" y="120922"/>
                </a:cubicBezTo>
                <a:cubicBezTo>
                  <a:pt x="533409" y="122564"/>
                  <a:pt x="534812" y="123933"/>
                  <a:pt x="536824" y="125029"/>
                </a:cubicBezTo>
                <a:cubicBezTo>
                  <a:pt x="538836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4" y="61377"/>
                </a:cubicBezTo>
                <a:cubicBezTo>
                  <a:pt x="514797" y="59521"/>
                  <a:pt x="514066" y="58167"/>
                  <a:pt x="512999" y="57316"/>
                </a:cubicBezTo>
                <a:cubicBezTo>
                  <a:pt x="511932" y="56464"/>
                  <a:pt x="510606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4" y="54120"/>
                </a:lnTo>
                <a:lnTo>
                  <a:pt x="527038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5D8AD-4138-4DEB-BF7D-FB5B4B85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789" y="591981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FC8CF-4E62-4229-89AB-ED6FE46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789" y="591981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sp>
        <p:nvSpPr>
          <p:cNvPr id="380" name="Text at">
            <a:extLst xmlns:a="http://schemas.openxmlformats.org/drawingml/2006/main">
              <a:ext uri="{FF2B5EF4-FFF2-40B4-BE49-F238E27FC236}">
                <a16:creationId xmlns:a16="http://schemas.microsoft.com/office/drawing/2014/main" id="{BA993F17-D632-43B8-8DA5-CB8E4948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693" y="6030846"/>
            <a:ext cx="128801" cy="113225"/>
          </a:xfrm>
          <a:custGeom xmlns:a="http://schemas.openxmlformats.org/drawingml/2006/main">
            <a:pathLst>
              <a:path w="128801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6" y="97350"/>
                  <a:pt x="109001" y="99238"/>
                </a:cubicBezTo>
                <a:cubicBezTo>
                  <a:pt x="110556" y="101124"/>
                  <a:pt x="112552" y="102067"/>
                  <a:pt x="114991" y="102067"/>
                </a:cubicBezTo>
                <a:cubicBezTo>
                  <a:pt x="117003" y="102067"/>
                  <a:pt x="118954" y="101442"/>
                  <a:pt x="120845" y="100192"/>
                </a:cubicBezTo>
                <a:cubicBezTo>
                  <a:pt x="122735" y="98942"/>
                  <a:pt x="124198" y="97098"/>
                  <a:pt x="125235" y="94659"/>
                </a:cubicBezTo>
                <a:lnTo>
                  <a:pt x="128801" y="94659"/>
                </a:lnTo>
                <a:cubicBezTo>
                  <a:pt x="126667" y="100652"/>
                  <a:pt x="123649" y="105184"/>
                  <a:pt x="119747" y="108255"/>
                </a:cubicBezTo>
                <a:cubicBezTo>
                  <a:pt x="115845" y="111325"/>
                  <a:pt x="111821" y="112859"/>
                  <a:pt x="107675" y="112859"/>
                </a:cubicBezTo>
                <a:cubicBezTo>
                  <a:pt x="104870" y="112859"/>
                  <a:pt x="102126" y="112081"/>
                  <a:pt x="99443" y="110524"/>
                </a:cubicBezTo>
                <a:cubicBezTo>
                  <a:pt x="96761" y="108968"/>
                  <a:pt x="94779" y="106740"/>
                  <a:pt x="93499" y="103842"/>
                </a:cubicBezTo>
                <a:cubicBezTo>
                  <a:pt x="92218" y="100942"/>
                  <a:pt x="91578" y="96470"/>
                  <a:pt x="91578" y="90426"/>
                </a:cubicBezTo>
                <a:lnTo>
                  <a:pt x="91578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0" y="29659"/>
                  <a:pt x="85100" y="27381"/>
                  <a:pt x="88606" y="24171"/>
                </a:cubicBezTo>
                <a:cubicBezTo>
                  <a:pt x="92111" y="20960"/>
                  <a:pt x="95236" y="17153"/>
                  <a:pt x="97980" y="12750"/>
                </a:cubicBezTo>
                <a:cubicBezTo>
                  <a:pt x="99382" y="10427"/>
                  <a:pt x="101334" y="6177"/>
                  <a:pt x="103833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F074F-7D4C-41B3-99B8-7781C7A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188" y="591981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77420-567D-46D9-9B69-612AA7D0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188" y="591981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383" name="Text ers">
            <a:extLst xmlns:a="http://schemas.openxmlformats.org/drawingml/2006/main">
              <a:ext uri="{FF2B5EF4-FFF2-40B4-BE49-F238E27FC236}">
                <a16:creationId xmlns:a16="http://schemas.microsoft.com/office/drawing/2014/main" id="{FBCF2732-39E5-4106-A0F3-9676A9AD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027" y="6056088"/>
            <a:ext cx="204893" cy="88714"/>
          </a:xfrm>
          <a:custGeom xmlns:a="http://schemas.openxmlformats.org/drawingml/2006/main">
            <a:pathLst>
              <a:path w="204893" h="88714">
                <a:moveTo>
                  <a:pt x="12987" y="34022"/>
                </a:moveTo>
                <a:cubicBezTo>
                  <a:pt x="12926" y="46432"/>
                  <a:pt x="15944" y="56166"/>
                  <a:pt x="22041" y="63223"/>
                </a:cubicBezTo>
                <a:cubicBezTo>
                  <a:pt x="28139" y="70279"/>
                  <a:pt x="35303" y="73807"/>
                  <a:pt x="43534" y="73807"/>
                </a:cubicBezTo>
                <a:cubicBezTo>
                  <a:pt x="49022" y="73807"/>
                  <a:pt x="53793" y="72298"/>
                  <a:pt x="57847" y="69280"/>
                </a:cubicBezTo>
                <a:cubicBezTo>
                  <a:pt x="61902" y="66261"/>
                  <a:pt x="65301" y="61094"/>
                  <a:pt x="68045" y="53777"/>
                </a:cubicBezTo>
                <a:lnTo>
                  <a:pt x="70880" y="55607"/>
                </a:lnTo>
                <a:cubicBezTo>
                  <a:pt x="69600" y="63960"/>
                  <a:pt x="65880" y="71566"/>
                  <a:pt x="59722" y="78425"/>
                </a:cubicBezTo>
                <a:cubicBezTo>
                  <a:pt x="53564" y="85285"/>
                  <a:pt x="45851" y="88714"/>
                  <a:pt x="36583" y="88714"/>
                </a:cubicBezTo>
                <a:cubicBezTo>
                  <a:pt x="26523" y="88714"/>
                  <a:pt x="17911" y="84806"/>
                  <a:pt x="10746" y="76988"/>
                </a:cubicBezTo>
                <a:cubicBezTo>
                  <a:pt x="3582" y="69168"/>
                  <a:pt x="0" y="58656"/>
                  <a:pt x="0" y="45452"/>
                </a:cubicBezTo>
                <a:cubicBezTo>
                  <a:pt x="0" y="31154"/>
                  <a:pt x="3674" y="20005"/>
                  <a:pt x="11021" y="12004"/>
                </a:cubicBezTo>
                <a:cubicBezTo>
                  <a:pt x="18368" y="4001"/>
                  <a:pt x="27590" y="0"/>
                  <a:pt x="38687" y="0"/>
                </a:cubicBezTo>
                <a:cubicBezTo>
                  <a:pt x="48076" y="0"/>
                  <a:pt x="55789" y="3087"/>
                  <a:pt x="61826" y="9260"/>
                </a:cubicBezTo>
                <a:cubicBezTo>
                  <a:pt x="67862" y="15432"/>
                  <a:pt x="70880" y="23686"/>
                  <a:pt x="70880" y="34022"/>
                </a:cubicBezTo>
                <a:lnTo>
                  <a:pt x="12987" y="34022"/>
                </a:lnTo>
                <a:moveTo>
                  <a:pt x="12987" y="28718"/>
                </a:moveTo>
                <a:lnTo>
                  <a:pt x="51765" y="28718"/>
                </a:lnTo>
                <a:cubicBezTo>
                  <a:pt x="51460" y="23352"/>
                  <a:pt x="50820" y="19572"/>
                  <a:pt x="49845" y="17377"/>
                </a:cubicBezTo>
                <a:cubicBezTo>
                  <a:pt x="48320" y="13963"/>
                  <a:pt x="46049" y="11280"/>
                  <a:pt x="43031" y="9329"/>
                </a:cubicBezTo>
                <a:cubicBezTo>
                  <a:pt x="40013" y="7378"/>
                  <a:pt x="36858" y="6402"/>
                  <a:pt x="33565" y="6402"/>
                </a:cubicBezTo>
                <a:cubicBezTo>
                  <a:pt x="28504" y="6402"/>
                  <a:pt x="23977" y="8368"/>
                  <a:pt x="19984" y="12301"/>
                </a:cubicBezTo>
                <a:cubicBezTo>
                  <a:pt x="15990" y="16234"/>
                  <a:pt x="13658" y="21706"/>
                  <a:pt x="12987" y="28718"/>
                </a:cubicBezTo>
                <a:close/>
                <a:moveTo>
                  <a:pt x="106577" y="0"/>
                </a:moveTo>
                <a:lnTo>
                  <a:pt x="106577" y="18840"/>
                </a:lnTo>
                <a:cubicBezTo>
                  <a:pt x="113589" y="6280"/>
                  <a:pt x="120784" y="0"/>
                  <a:pt x="128161" y="0"/>
                </a:cubicBezTo>
                <a:cubicBezTo>
                  <a:pt x="131515" y="0"/>
                  <a:pt x="134289" y="1021"/>
                  <a:pt x="136484" y="3064"/>
                </a:cubicBezTo>
                <a:cubicBezTo>
                  <a:pt x="138679" y="5106"/>
                  <a:pt x="139776" y="7469"/>
                  <a:pt x="139776" y="10152"/>
                </a:cubicBezTo>
                <a:cubicBezTo>
                  <a:pt x="139776" y="12530"/>
                  <a:pt x="138984" y="14542"/>
                  <a:pt x="137399" y="16188"/>
                </a:cubicBezTo>
                <a:cubicBezTo>
                  <a:pt x="135813" y="17834"/>
                  <a:pt x="133923" y="18657"/>
                  <a:pt x="131728" y="18657"/>
                </a:cubicBezTo>
                <a:cubicBezTo>
                  <a:pt x="129594" y="18657"/>
                  <a:pt x="127201" y="17606"/>
                  <a:pt x="124549" y="15502"/>
                </a:cubicBezTo>
                <a:cubicBezTo>
                  <a:pt x="121896" y="13399"/>
                  <a:pt x="119930" y="12347"/>
                  <a:pt x="118650" y="12347"/>
                </a:cubicBezTo>
                <a:cubicBezTo>
                  <a:pt x="117552" y="12347"/>
                  <a:pt x="116363" y="12955"/>
                  <a:pt x="115083" y="14170"/>
                </a:cubicBezTo>
                <a:cubicBezTo>
                  <a:pt x="112339" y="16664"/>
                  <a:pt x="109504" y="20770"/>
                  <a:pt x="106577" y="26486"/>
                </a:cubicBezTo>
                <a:lnTo>
                  <a:pt x="106577" y="66533"/>
                </a:lnTo>
                <a:cubicBezTo>
                  <a:pt x="106577" y="71153"/>
                  <a:pt x="107156" y="74650"/>
                  <a:pt x="108315" y="77022"/>
                </a:cubicBezTo>
                <a:cubicBezTo>
                  <a:pt x="109107" y="78664"/>
                  <a:pt x="110510" y="80033"/>
                  <a:pt x="112522" y="81129"/>
                </a:cubicBezTo>
                <a:cubicBezTo>
                  <a:pt x="114534" y="82223"/>
                  <a:pt x="117430" y="82770"/>
                  <a:pt x="121210" y="82770"/>
                </a:cubicBezTo>
                <a:lnTo>
                  <a:pt x="121210" y="86154"/>
                </a:lnTo>
                <a:lnTo>
                  <a:pt x="78317" y="86154"/>
                </a:lnTo>
                <a:lnTo>
                  <a:pt x="78317" y="82770"/>
                </a:lnTo>
                <a:cubicBezTo>
                  <a:pt x="82585" y="82770"/>
                  <a:pt x="85755" y="82101"/>
                  <a:pt x="87828" y="80763"/>
                </a:cubicBezTo>
                <a:cubicBezTo>
                  <a:pt x="89352" y="79790"/>
                  <a:pt x="90420" y="78238"/>
                  <a:pt x="91029" y="76107"/>
                </a:cubicBezTo>
                <a:cubicBezTo>
                  <a:pt x="91334" y="75073"/>
                  <a:pt x="91487" y="72122"/>
                  <a:pt x="91487" y="67256"/>
                </a:cubicBezTo>
                <a:lnTo>
                  <a:pt x="91487" y="34860"/>
                </a:lnTo>
                <a:cubicBezTo>
                  <a:pt x="91487" y="25125"/>
                  <a:pt x="91288" y="19331"/>
                  <a:pt x="90892" y="17477"/>
                </a:cubicBezTo>
                <a:cubicBezTo>
                  <a:pt x="90496" y="15621"/>
                  <a:pt x="89764" y="14267"/>
                  <a:pt x="88697" y="13416"/>
                </a:cubicBezTo>
                <a:cubicBezTo>
                  <a:pt x="87630" y="12564"/>
                  <a:pt x="86304" y="12138"/>
                  <a:pt x="84719" y="12138"/>
                </a:cubicBezTo>
                <a:cubicBezTo>
                  <a:pt x="82828" y="12138"/>
                  <a:pt x="80694" y="12595"/>
                  <a:pt x="78317" y="13507"/>
                </a:cubicBezTo>
                <a:lnTo>
                  <a:pt x="77402" y="10220"/>
                </a:lnTo>
                <a:lnTo>
                  <a:pt x="102736" y="0"/>
                </a:lnTo>
                <a:lnTo>
                  <a:pt x="106577" y="0"/>
                </a:lnTo>
                <a:close/>
                <a:moveTo>
                  <a:pt x="198582" y="0"/>
                </a:moveTo>
                <a:lnTo>
                  <a:pt x="198582" y="28352"/>
                </a:lnTo>
                <a:lnTo>
                  <a:pt x="195564" y="28352"/>
                </a:lnTo>
                <a:cubicBezTo>
                  <a:pt x="193247" y="19460"/>
                  <a:pt x="190275" y="13411"/>
                  <a:pt x="186647" y="10206"/>
                </a:cubicBezTo>
                <a:cubicBezTo>
                  <a:pt x="183019" y="6999"/>
                  <a:pt x="178401" y="5396"/>
                  <a:pt x="172791" y="5396"/>
                </a:cubicBezTo>
                <a:cubicBezTo>
                  <a:pt x="168523" y="5396"/>
                  <a:pt x="165078" y="6523"/>
                  <a:pt x="162457" y="8777"/>
                </a:cubicBezTo>
                <a:cubicBezTo>
                  <a:pt x="159835" y="11029"/>
                  <a:pt x="158524" y="13526"/>
                  <a:pt x="158524" y="16268"/>
                </a:cubicBezTo>
                <a:cubicBezTo>
                  <a:pt x="158524" y="19679"/>
                  <a:pt x="159499" y="22602"/>
                  <a:pt x="161450" y="25037"/>
                </a:cubicBezTo>
                <a:cubicBezTo>
                  <a:pt x="163341" y="27535"/>
                  <a:pt x="167182" y="30184"/>
                  <a:pt x="172974" y="32985"/>
                </a:cubicBezTo>
                <a:lnTo>
                  <a:pt x="186327" y="39473"/>
                </a:lnTo>
                <a:cubicBezTo>
                  <a:pt x="198704" y="45501"/>
                  <a:pt x="204893" y="53450"/>
                  <a:pt x="204893" y="63318"/>
                </a:cubicBezTo>
                <a:cubicBezTo>
                  <a:pt x="204893" y="70930"/>
                  <a:pt x="202012" y="77066"/>
                  <a:pt x="196250" y="81726"/>
                </a:cubicBezTo>
                <a:cubicBezTo>
                  <a:pt x="190488" y="86385"/>
                  <a:pt x="184041" y="88714"/>
                  <a:pt x="176907" y="88714"/>
                </a:cubicBezTo>
                <a:cubicBezTo>
                  <a:pt x="171785" y="88714"/>
                  <a:pt x="165932" y="87800"/>
                  <a:pt x="159347" y="85971"/>
                </a:cubicBezTo>
                <a:cubicBezTo>
                  <a:pt x="157335" y="85361"/>
                  <a:pt x="155689" y="85056"/>
                  <a:pt x="154408" y="85056"/>
                </a:cubicBezTo>
                <a:cubicBezTo>
                  <a:pt x="153006" y="85056"/>
                  <a:pt x="151908" y="85849"/>
                  <a:pt x="151116" y="87434"/>
                </a:cubicBezTo>
                <a:lnTo>
                  <a:pt x="148098" y="87434"/>
                </a:lnTo>
                <a:lnTo>
                  <a:pt x="148098" y="57436"/>
                </a:lnTo>
                <a:lnTo>
                  <a:pt x="151116" y="57436"/>
                </a:lnTo>
                <a:cubicBezTo>
                  <a:pt x="152823" y="66002"/>
                  <a:pt x="156085" y="72458"/>
                  <a:pt x="160902" y="76802"/>
                </a:cubicBezTo>
                <a:cubicBezTo>
                  <a:pt x="165719" y="81146"/>
                  <a:pt x="171115" y="83318"/>
                  <a:pt x="177090" y="83318"/>
                </a:cubicBezTo>
                <a:cubicBezTo>
                  <a:pt x="181297" y="83318"/>
                  <a:pt x="184727" y="82086"/>
                  <a:pt x="187379" y="79620"/>
                </a:cubicBezTo>
                <a:cubicBezTo>
                  <a:pt x="190031" y="77153"/>
                  <a:pt x="191357" y="74183"/>
                  <a:pt x="191357" y="70711"/>
                </a:cubicBezTo>
                <a:cubicBezTo>
                  <a:pt x="191357" y="66508"/>
                  <a:pt x="189879" y="62976"/>
                  <a:pt x="186922" y="60114"/>
                </a:cubicBezTo>
                <a:cubicBezTo>
                  <a:pt x="183964" y="57252"/>
                  <a:pt x="178065" y="53629"/>
                  <a:pt x="169224" y="49244"/>
                </a:cubicBezTo>
                <a:cubicBezTo>
                  <a:pt x="160383" y="44858"/>
                  <a:pt x="154591" y="40899"/>
                  <a:pt x="151847" y="37366"/>
                </a:cubicBezTo>
                <a:cubicBezTo>
                  <a:pt x="149104" y="33895"/>
                  <a:pt x="147732" y="29510"/>
                  <a:pt x="147732" y="24211"/>
                </a:cubicBezTo>
                <a:cubicBezTo>
                  <a:pt x="147732" y="17328"/>
                  <a:pt x="150094" y="11573"/>
                  <a:pt x="154820" y="6945"/>
                </a:cubicBezTo>
                <a:cubicBezTo>
                  <a:pt x="159545" y="2315"/>
                  <a:pt x="165658" y="0"/>
                  <a:pt x="173157" y="0"/>
                </a:cubicBezTo>
                <a:cubicBezTo>
                  <a:pt x="176450" y="0"/>
                  <a:pt x="180443" y="701"/>
                  <a:pt x="185138" y="2104"/>
                </a:cubicBezTo>
                <a:cubicBezTo>
                  <a:pt x="188248" y="3018"/>
                  <a:pt x="190321" y="3475"/>
                  <a:pt x="191357" y="3475"/>
                </a:cubicBezTo>
                <a:cubicBezTo>
                  <a:pt x="192333" y="3475"/>
                  <a:pt x="193095" y="3262"/>
                  <a:pt x="193644" y="2835"/>
                </a:cubicBezTo>
                <a:cubicBezTo>
                  <a:pt x="194192" y="2408"/>
                  <a:pt x="194833" y="1463"/>
                  <a:pt x="195564" y="0"/>
                </a:cubicBezTo>
                <a:lnTo>
                  <a:pt x="198582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F8EC3-C87B-4D81-9825-93DC1C90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586" y="591981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853FC-13B2-423F-9D95-F87C724B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586" y="591981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sp>
        <p:nvSpPr>
          <p:cNvPr id="386" name="Text a">
            <a:extLst xmlns:a="http://schemas.openxmlformats.org/drawingml/2006/main">
              <a:ext uri="{FF2B5EF4-FFF2-40B4-BE49-F238E27FC236}">
                <a16:creationId xmlns:a16="http://schemas.microsoft.com/office/drawing/2014/main" id="{2B06772E-1229-4F30-A065-C2DA6933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464" y="6056088"/>
            <a:ext cx="76093" cy="87983"/>
          </a:xfrm>
          <a:custGeom xmlns:a="http://schemas.openxmlformats.org/drawingml/2006/main">
            <a:pathLst>
              <a:path w="76093" h="87983">
                <a:moveTo>
                  <a:pt x="46644" y="74081"/>
                </a:moveTo>
                <a:cubicBezTo>
                  <a:pt x="38047" y="80727"/>
                  <a:pt x="32651" y="84568"/>
                  <a:pt x="30456" y="85605"/>
                </a:cubicBezTo>
                <a:cubicBezTo>
                  <a:pt x="27163" y="87190"/>
                  <a:pt x="23657" y="87983"/>
                  <a:pt x="19938" y="87983"/>
                </a:cubicBezTo>
                <a:cubicBezTo>
                  <a:pt x="14146" y="87983"/>
                  <a:pt x="9374" y="86001"/>
                  <a:pt x="5625" y="82038"/>
                </a:cubicBezTo>
                <a:cubicBezTo>
                  <a:pt x="1875" y="78075"/>
                  <a:pt x="0" y="72862"/>
                  <a:pt x="0" y="66399"/>
                </a:cubicBezTo>
                <a:cubicBezTo>
                  <a:pt x="0" y="62313"/>
                  <a:pt x="915" y="58777"/>
                  <a:pt x="2744" y="55789"/>
                </a:cubicBezTo>
                <a:cubicBezTo>
                  <a:pt x="5244" y="51643"/>
                  <a:pt x="9588" y="47741"/>
                  <a:pt x="15777" y="44083"/>
                </a:cubicBezTo>
                <a:cubicBezTo>
                  <a:pt x="21965" y="40424"/>
                  <a:pt x="32254" y="35974"/>
                  <a:pt x="46644" y="30730"/>
                </a:cubicBezTo>
                <a:lnTo>
                  <a:pt x="46644" y="27437"/>
                </a:lnTo>
                <a:cubicBezTo>
                  <a:pt x="46644" y="19084"/>
                  <a:pt x="45318" y="13353"/>
                  <a:pt x="42665" y="10243"/>
                </a:cubicBezTo>
                <a:cubicBezTo>
                  <a:pt x="40013" y="7134"/>
                  <a:pt x="36156" y="5579"/>
                  <a:pt x="31096" y="5579"/>
                </a:cubicBezTo>
                <a:cubicBezTo>
                  <a:pt x="27255" y="5579"/>
                  <a:pt x="24206" y="6612"/>
                  <a:pt x="21950" y="8677"/>
                </a:cubicBezTo>
                <a:cubicBezTo>
                  <a:pt x="19633" y="10743"/>
                  <a:pt x="18475" y="13112"/>
                  <a:pt x="18475" y="15785"/>
                </a:cubicBezTo>
                <a:lnTo>
                  <a:pt x="18657" y="21070"/>
                </a:lnTo>
                <a:cubicBezTo>
                  <a:pt x="18657" y="23863"/>
                  <a:pt x="17941" y="26019"/>
                  <a:pt x="16508" y="27537"/>
                </a:cubicBezTo>
                <a:cubicBezTo>
                  <a:pt x="15075" y="29056"/>
                  <a:pt x="13200" y="29815"/>
                  <a:pt x="10884" y="29815"/>
                </a:cubicBezTo>
                <a:cubicBezTo>
                  <a:pt x="8628" y="29815"/>
                  <a:pt x="6783" y="29026"/>
                  <a:pt x="5350" y="27446"/>
                </a:cubicBezTo>
                <a:cubicBezTo>
                  <a:pt x="3917" y="25865"/>
                  <a:pt x="3201" y="23706"/>
                  <a:pt x="3201" y="20970"/>
                </a:cubicBezTo>
                <a:cubicBezTo>
                  <a:pt x="3201" y="15743"/>
                  <a:pt x="5884" y="10942"/>
                  <a:pt x="11249" y="6565"/>
                </a:cubicBezTo>
                <a:cubicBezTo>
                  <a:pt x="16615" y="2188"/>
                  <a:pt x="24145" y="0"/>
                  <a:pt x="33840" y="0"/>
                </a:cubicBezTo>
                <a:cubicBezTo>
                  <a:pt x="41278" y="0"/>
                  <a:pt x="47375" y="1248"/>
                  <a:pt x="52131" y="3744"/>
                </a:cubicBezTo>
                <a:cubicBezTo>
                  <a:pt x="55728" y="5632"/>
                  <a:pt x="58381" y="8587"/>
                  <a:pt x="60088" y="12607"/>
                </a:cubicBezTo>
                <a:cubicBezTo>
                  <a:pt x="61185" y="15225"/>
                  <a:pt x="61734" y="20584"/>
                  <a:pt x="61734" y="28684"/>
                </a:cubicBezTo>
                <a:lnTo>
                  <a:pt x="61734" y="57093"/>
                </a:lnTo>
                <a:cubicBezTo>
                  <a:pt x="61734" y="65071"/>
                  <a:pt x="61887" y="69958"/>
                  <a:pt x="62192" y="71755"/>
                </a:cubicBezTo>
                <a:cubicBezTo>
                  <a:pt x="62496" y="73551"/>
                  <a:pt x="62999" y="74755"/>
                  <a:pt x="63701" y="75364"/>
                </a:cubicBezTo>
                <a:cubicBezTo>
                  <a:pt x="64402" y="75972"/>
                  <a:pt x="65210" y="76276"/>
                  <a:pt x="66124" y="76276"/>
                </a:cubicBezTo>
                <a:cubicBezTo>
                  <a:pt x="67100" y="76276"/>
                  <a:pt x="67953" y="76063"/>
                  <a:pt x="68685" y="75636"/>
                </a:cubicBezTo>
                <a:cubicBezTo>
                  <a:pt x="69965" y="74843"/>
                  <a:pt x="72435" y="72618"/>
                  <a:pt x="76093" y="68959"/>
                </a:cubicBezTo>
                <a:lnTo>
                  <a:pt x="76093" y="74081"/>
                </a:lnTo>
                <a:cubicBezTo>
                  <a:pt x="69264" y="83227"/>
                  <a:pt x="62740" y="87800"/>
                  <a:pt x="56521" y="87800"/>
                </a:cubicBezTo>
                <a:cubicBezTo>
                  <a:pt x="53533" y="87800"/>
                  <a:pt x="51156" y="86763"/>
                  <a:pt x="49387" y="84690"/>
                </a:cubicBezTo>
                <a:cubicBezTo>
                  <a:pt x="47619" y="82617"/>
                  <a:pt x="46705" y="79081"/>
                  <a:pt x="46644" y="74081"/>
                </a:cubicBezTo>
                <a:moveTo>
                  <a:pt x="46644" y="68085"/>
                </a:moveTo>
                <a:lnTo>
                  <a:pt x="46644" y="36309"/>
                </a:lnTo>
                <a:cubicBezTo>
                  <a:pt x="37437" y="39950"/>
                  <a:pt x="31492" y="42530"/>
                  <a:pt x="28809" y="44049"/>
                </a:cubicBezTo>
                <a:cubicBezTo>
                  <a:pt x="23993" y="46720"/>
                  <a:pt x="20548" y="49512"/>
                  <a:pt x="18475" y="52426"/>
                </a:cubicBezTo>
                <a:cubicBezTo>
                  <a:pt x="16401" y="55339"/>
                  <a:pt x="15365" y="58526"/>
                  <a:pt x="15365" y="61986"/>
                </a:cubicBezTo>
                <a:cubicBezTo>
                  <a:pt x="15365" y="66357"/>
                  <a:pt x="16676" y="69984"/>
                  <a:pt x="19298" y="72866"/>
                </a:cubicBezTo>
                <a:cubicBezTo>
                  <a:pt x="21919" y="75749"/>
                  <a:pt x="24938" y="77191"/>
                  <a:pt x="28352" y="77191"/>
                </a:cubicBezTo>
                <a:cubicBezTo>
                  <a:pt x="32986" y="77191"/>
                  <a:pt x="39083" y="74155"/>
                  <a:pt x="46644" y="680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1564A-C698-44C6-B540-B60BF5DC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22" y="5076937"/>
            <a:ext cx="3769539" cy="491679"/>
          </a:xfrm>
          <a:custGeom xmlns:a="http://schemas.openxmlformats.org/drawingml/2006/main">
            <a:pathLst>
              <a:path w="3769539" h="491679">
                <a:moveTo>
                  <a:pt x="152186" y="0"/>
                </a:moveTo>
                <a:lnTo>
                  <a:pt x="222426" y="0"/>
                </a:lnTo>
                <a:lnTo>
                  <a:pt x="222426" y="23413"/>
                </a:lnTo>
                <a:lnTo>
                  <a:pt x="152186" y="23413"/>
                </a:lnTo>
                <a:lnTo>
                  <a:pt x="152186" y="0"/>
                </a:lnTo>
                <a:close/>
                <a:moveTo>
                  <a:pt x="292666" y="0"/>
                </a:moveTo>
                <a:lnTo>
                  <a:pt x="362906" y="0"/>
                </a:lnTo>
                <a:lnTo>
                  <a:pt x="362906" y="23413"/>
                </a:lnTo>
                <a:lnTo>
                  <a:pt x="292666" y="23413"/>
                </a:lnTo>
                <a:lnTo>
                  <a:pt x="292666" y="0"/>
                </a:lnTo>
                <a:close/>
                <a:moveTo>
                  <a:pt x="433146" y="0"/>
                </a:moveTo>
                <a:lnTo>
                  <a:pt x="503386" y="0"/>
                </a:lnTo>
                <a:lnTo>
                  <a:pt x="503386" y="23413"/>
                </a:lnTo>
                <a:lnTo>
                  <a:pt x="433146" y="23413"/>
                </a:lnTo>
                <a:lnTo>
                  <a:pt x="433146" y="0"/>
                </a:lnTo>
                <a:close/>
                <a:moveTo>
                  <a:pt x="573625" y="0"/>
                </a:moveTo>
                <a:lnTo>
                  <a:pt x="643865" y="0"/>
                </a:lnTo>
                <a:lnTo>
                  <a:pt x="643865" y="23413"/>
                </a:lnTo>
                <a:lnTo>
                  <a:pt x="573625" y="23413"/>
                </a:lnTo>
                <a:lnTo>
                  <a:pt x="573625" y="0"/>
                </a:lnTo>
                <a:close/>
                <a:moveTo>
                  <a:pt x="714105" y="0"/>
                </a:moveTo>
                <a:lnTo>
                  <a:pt x="784345" y="0"/>
                </a:lnTo>
                <a:lnTo>
                  <a:pt x="784345" y="23413"/>
                </a:lnTo>
                <a:lnTo>
                  <a:pt x="714105" y="23413"/>
                </a:lnTo>
                <a:lnTo>
                  <a:pt x="714105" y="0"/>
                </a:lnTo>
                <a:close/>
                <a:moveTo>
                  <a:pt x="854585" y="0"/>
                </a:moveTo>
                <a:lnTo>
                  <a:pt x="924825" y="0"/>
                </a:lnTo>
                <a:lnTo>
                  <a:pt x="924825" y="23413"/>
                </a:lnTo>
                <a:lnTo>
                  <a:pt x="854585" y="23413"/>
                </a:lnTo>
                <a:lnTo>
                  <a:pt x="854585" y="0"/>
                </a:lnTo>
                <a:close/>
                <a:moveTo>
                  <a:pt x="995065" y="0"/>
                </a:moveTo>
                <a:lnTo>
                  <a:pt x="1065304" y="0"/>
                </a:lnTo>
                <a:lnTo>
                  <a:pt x="1065304" y="23413"/>
                </a:lnTo>
                <a:lnTo>
                  <a:pt x="995065" y="23413"/>
                </a:lnTo>
                <a:lnTo>
                  <a:pt x="995065" y="0"/>
                </a:lnTo>
                <a:close/>
                <a:moveTo>
                  <a:pt x="1135544" y="0"/>
                </a:moveTo>
                <a:lnTo>
                  <a:pt x="1205784" y="0"/>
                </a:lnTo>
                <a:lnTo>
                  <a:pt x="1205784" y="23413"/>
                </a:lnTo>
                <a:lnTo>
                  <a:pt x="1135544" y="23413"/>
                </a:lnTo>
                <a:lnTo>
                  <a:pt x="1135544" y="0"/>
                </a:lnTo>
                <a:close/>
                <a:moveTo>
                  <a:pt x="1276024" y="0"/>
                </a:moveTo>
                <a:lnTo>
                  <a:pt x="1346264" y="0"/>
                </a:lnTo>
                <a:lnTo>
                  <a:pt x="1346264" y="23413"/>
                </a:lnTo>
                <a:lnTo>
                  <a:pt x="1276024" y="23413"/>
                </a:lnTo>
                <a:lnTo>
                  <a:pt x="1276024" y="0"/>
                </a:lnTo>
                <a:close/>
                <a:moveTo>
                  <a:pt x="1416504" y="0"/>
                </a:moveTo>
                <a:lnTo>
                  <a:pt x="1486743" y="0"/>
                </a:lnTo>
                <a:lnTo>
                  <a:pt x="1486743" y="23413"/>
                </a:lnTo>
                <a:lnTo>
                  <a:pt x="1416504" y="23413"/>
                </a:lnTo>
                <a:lnTo>
                  <a:pt x="1416504" y="0"/>
                </a:lnTo>
                <a:close/>
                <a:moveTo>
                  <a:pt x="1556983" y="0"/>
                </a:moveTo>
                <a:lnTo>
                  <a:pt x="1627223" y="0"/>
                </a:lnTo>
                <a:lnTo>
                  <a:pt x="1627223" y="23413"/>
                </a:lnTo>
                <a:lnTo>
                  <a:pt x="1556983" y="23413"/>
                </a:lnTo>
                <a:lnTo>
                  <a:pt x="1556983" y="0"/>
                </a:lnTo>
                <a:close/>
                <a:moveTo>
                  <a:pt x="1697463" y="0"/>
                </a:moveTo>
                <a:lnTo>
                  <a:pt x="1767703" y="0"/>
                </a:lnTo>
                <a:lnTo>
                  <a:pt x="1767703" y="23413"/>
                </a:lnTo>
                <a:lnTo>
                  <a:pt x="1697463" y="23413"/>
                </a:lnTo>
                <a:lnTo>
                  <a:pt x="1697463" y="0"/>
                </a:lnTo>
                <a:close/>
                <a:moveTo>
                  <a:pt x="1837943" y="0"/>
                </a:moveTo>
                <a:lnTo>
                  <a:pt x="1908183" y="0"/>
                </a:lnTo>
                <a:lnTo>
                  <a:pt x="1908183" y="23413"/>
                </a:lnTo>
                <a:lnTo>
                  <a:pt x="1837943" y="23413"/>
                </a:lnTo>
                <a:lnTo>
                  <a:pt x="1837943" y="0"/>
                </a:lnTo>
                <a:close/>
                <a:moveTo>
                  <a:pt x="1978422" y="0"/>
                </a:moveTo>
                <a:lnTo>
                  <a:pt x="2048662" y="0"/>
                </a:lnTo>
                <a:lnTo>
                  <a:pt x="2048662" y="23413"/>
                </a:lnTo>
                <a:lnTo>
                  <a:pt x="1978422" y="23413"/>
                </a:lnTo>
                <a:lnTo>
                  <a:pt x="1978422" y="0"/>
                </a:lnTo>
                <a:close/>
                <a:moveTo>
                  <a:pt x="2118902" y="0"/>
                </a:moveTo>
                <a:lnTo>
                  <a:pt x="2189142" y="0"/>
                </a:lnTo>
                <a:lnTo>
                  <a:pt x="2189142" y="23413"/>
                </a:lnTo>
                <a:lnTo>
                  <a:pt x="2118902" y="23413"/>
                </a:lnTo>
                <a:lnTo>
                  <a:pt x="2118902" y="0"/>
                </a:lnTo>
                <a:close/>
                <a:moveTo>
                  <a:pt x="2259382" y="0"/>
                </a:moveTo>
                <a:lnTo>
                  <a:pt x="2329622" y="0"/>
                </a:lnTo>
                <a:lnTo>
                  <a:pt x="2329622" y="23413"/>
                </a:lnTo>
                <a:lnTo>
                  <a:pt x="2259382" y="23413"/>
                </a:lnTo>
                <a:lnTo>
                  <a:pt x="2259382" y="0"/>
                </a:lnTo>
                <a:close/>
                <a:moveTo>
                  <a:pt x="2399862" y="0"/>
                </a:moveTo>
                <a:lnTo>
                  <a:pt x="2470101" y="0"/>
                </a:lnTo>
                <a:lnTo>
                  <a:pt x="2470101" y="23413"/>
                </a:lnTo>
                <a:lnTo>
                  <a:pt x="2399862" y="23413"/>
                </a:lnTo>
                <a:lnTo>
                  <a:pt x="2399862" y="0"/>
                </a:lnTo>
                <a:close/>
                <a:moveTo>
                  <a:pt x="2540341" y="0"/>
                </a:moveTo>
                <a:lnTo>
                  <a:pt x="2610581" y="0"/>
                </a:lnTo>
                <a:lnTo>
                  <a:pt x="2610581" y="23413"/>
                </a:lnTo>
                <a:lnTo>
                  <a:pt x="2540341" y="23413"/>
                </a:lnTo>
                <a:lnTo>
                  <a:pt x="2540341" y="0"/>
                </a:lnTo>
                <a:close/>
                <a:moveTo>
                  <a:pt x="2680821" y="0"/>
                </a:moveTo>
                <a:lnTo>
                  <a:pt x="2751061" y="0"/>
                </a:lnTo>
                <a:lnTo>
                  <a:pt x="2751061" y="23413"/>
                </a:lnTo>
                <a:lnTo>
                  <a:pt x="2680821" y="23413"/>
                </a:lnTo>
                <a:lnTo>
                  <a:pt x="2680821" y="0"/>
                </a:lnTo>
                <a:close/>
                <a:moveTo>
                  <a:pt x="2821301" y="0"/>
                </a:moveTo>
                <a:lnTo>
                  <a:pt x="2891540" y="0"/>
                </a:lnTo>
                <a:lnTo>
                  <a:pt x="2891540" y="23413"/>
                </a:lnTo>
                <a:lnTo>
                  <a:pt x="2821301" y="23413"/>
                </a:lnTo>
                <a:lnTo>
                  <a:pt x="2821301" y="0"/>
                </a:lnTo>
                <a:close/>
                <a:moveTo>
                  <a:pt x="2961780" y="0"/>
                </a:moveTo>
                <a:lnTo>
                  <a:pt x="3032020" y="0"/>
                </a:lnTo>
                <a:lnTo>
                  <a:pt x="3032020" y="23413"/>
                </a:lnTo>
                <a:lnTo>
                  <a:pt x="2961780" y="23413"/>
                </a:lnTo>
                <a:lnTo>
                  <a:pt x="2961780" y="0"/>
                </a:lnTo>
                <a:close/>
                <a:moveTo>
                  <a:pt x="3102260" y="0"/>
                </a:moveTo>
                <a:lnTo>
                  <a:pt x="3172500" y="0"/>
                </a:lnTo>
                <a:lnTo>
                  <a:pt x="3172500" y="23413"/>
                </a:lnTo>
                <a:lnTo>
                  <a:pt x="3102260" y="23413"/>
                </a:lnTo>
                <a:lnTo>
                  <a:pt x="3102260" y="0"/>
                </a:lnTo>
                <a:close/>
                <a:moveTo>
                  <a:pt x="3242740" y="0"/>
                </a:moveTo>
                <a:lnTo>
                  <a:pt x="3312980" y="0"/>
                </a:lnTo>
                <a:lnTo>
                  <a:pt x="3312980" y="23413"/>
                </a:lnTo>
                <a:lnTo>
                  <a:pt x="3242740" y="23413"/>
                </a:lnTo>
                <a:lnTo>
                  <a:pt x="3242740" y="0"/>
                </a:lnTo>
                <a:close/>
                <a:moveTo>
                  <a:pt x="3383219" y="0"/>
                </a:moveTo>
                <a:lnTo>
                  <a:pt x="3453459" y="0"/>
                </a:lnTo>
                <a:lnTo>
                  <a:pt x="3453459" y="23413"/>
                </a:lnTo>
                <a:lnTo>
                  <a:pt x="3383219" y="23413"/>
                </a:lnTo>
                <a:lnTo>
                  <a:pt x="3383219" y="0"/>
                </a:lnTo>
                <a:close/>
                <a:moveTo>
                  <a:pt x="3523699" y="0"/>
                </a:moveTo>
                <a:lnTo>
                  <a:pt x="3593939" y="0"/>
                </a:lnTo>
                <a:lnTo>
                  <a:pt x="3593939" y="23413"/>
                </a:lnTo>
                <a:lnTo>
                  <a:pt x="3523699" y="23413"/>
                </a:lnTo>
                <a:lnTo>
                  <a:pt x="3523699" y="0"/>
                </a:lnTo>
                <a:close/>
                <a:moveTo>
                  <a:pt x="3664179" y="0"/>
                </a:moveTo>
                <a:lnTo>
                  <a:pt x="3734419" y="0"/>
                </a:lnTo>
                <a:lnTo>
                  <a:pt x="3734419" y="23413"/>
                </a:lnTo>
                <a:lnTo>
                  <a:pt x="3664179" y="23413"/>
                </a:lnTo>
                <a:lnTo>
                  <a:pt x="3664179" y="0"/>
                </a:lnTo>
                <a:close/>
                <a:moveTo>
                  <a:pt x="3769539" y="58533"/>
                </a:moveTo>
                <a:lnTo>
                  <a:pt x="3769539" y="128773"/>
                </a:lnTo>
                <a:lnTo>
                  <a:pt x="3746125" y="128773"/>
                </a:lnTo>
                <a:lnTo>
                  <a:pt x="3746125" y="58533"/>
                </a:lnTo>
                <a:lnTo>
                  <a:pt x="3769539" y="58533"/>
                </a:lnTo>
                <a:close/>
                <a:moveTo>
                  <a:pt x="3769539" y="199013"/>
                </a:moveTo>
                <a:lnTo>
                  <a:pt x="3769539" y="269253"/>
                </a:lnTo>
                <a:lnTo>
                  <a:pt x="3746125" y="269253"/>
                </a:lnTo>
                <a:lnTo>
                  <a:pt x="3746125" y="199013"/>
                </a:lnTo>
                <a:lnTo>
                  <a:pt x="3769539" y="199013"/>
                </a:lnTo>
                <a:close/>
                <a:moveTo>
                  <a:pt x="3769539" y="339493"/>
                </a:moveTo>
                <a:lnTo>
                  <a:pt x="3769539" y="409732"/>
                </a:lnTo>
                <a:lnTo>
                  <a:pt x="3746125" y="409732"/>
                </a:lnTo>
                <a:lnTo>
                  <a:pt x="3746125" y="339493"/>
                </a:lnTo>
                <a:lnTo>
                  <a:pt x="3769539" y="339493"/>
                </a:lnTo>
                <a:close/>
                <a:moveTo>
                  <a:pt x="3757832" y="491679"/>
                </a:moveTo>
                <a:lnTo>
                  <a:pt x="3687592" y="491679"/>
                </a:lnTo>
                <a:lnTo>
                  <a:pt x="3687592" y="468266"/>
                </a:lnTo>
                <a:lnTo>
                  <a:pt x="3757832" y="468266"/>
                </a:lnTo>
                <a:lnTo>
                  <a:pt x="3757832" y="491679"/>
                </a:lnTo>
                <a:close/>
                <a:moveTo>
                  <a:pt x="3617352" y="491679"/>
                </a:moveTo>
                <a:lnTo>
                  <a:pt x="3547112" y="491679"/>
                </a:lnTo>
                <a:lnTo>
                  <a:pt x="3547112" y="468266"/>
                </a:lnTo>
                <a:lnTo>
                  <a:pt x="3617352" y="468266"/>
                </a:lnTo>
                <a:lnTo>
                  <a:pt x="3617352" y="491679"/>
                </a:lnTo>
                <a:close/>
                <a:moveTo>
                  <a:pt x="3476873" y="491679"/>
                </a:moveTo>
                <a:lnTo>
                  <a:pt x="3406633" y="491679"/>
                </a:lnTo>
                <a:lnTo>
                  <a:pt x="3406633" y="468266"/>
                </a:lnTo>
                <a:lnTo>
                  <a:pt x="3476873" y="468266"/>
                </a:lnTo>
                <a:lnTo>
                  <a:pt x="3476873" y="491679"/>
                </a:lnTo>
                <a:close/>
                <a:moveTo>
                  <a:pt x="3336393" y="491679"/>
                </a:moveTo>
                <a:lnTo>
                  <a:pt x="3266153" y="491679"/>
                </a:lnTo>
                <a:lnTo>
                  <a:pt x="3266153" y="468266"/>
                </a:lnTo>
                <a:lnTo>
                  <a:pt x="3336393" y="468266"/>
                </a:lnTo>
                <a:lnTo>
                  <a:pt x="3336393" y="491679"/>
                </a:lnTo>
                <a:close/>
                <a:moveTo>
                  <a:pt x="3195913" y="491679"/>
                </a:moveTo>
                <a:lnTo>
                  <a:pt x="3125673" y="491679"/>
                </a:lnTo>
                <a:lnTo>
                  <a:pt x="3125673" y="468266"/>
                </a:lnTo>
                <a:lnTo>
                  <a:pt x="3195913" y="468266"/>
                </a:lnTo>
                <a:lnTo>
                  <a:pt x="3195913" y="491679"/>
                </a:lnTo>
                <a:close/>
                <a:moveTo>
                  <a:pt x="3055433" y="491679"/>
                </a:moveTo>
                <a:lnTo>
                  <a:pt x="2985194" y="491679"/>
                </a:lnTo>
                <a:lnTo>
                  <a:pt x="2985194" y="468266"/>
                </a:lnTo>
                <a:lnTo>
                  <a:pt x="3055433" y="468266"/>
                </a:lnTo>
                <a:lnTo>
                  <a:pt x="3055433" y="491679"/>
                </a:lnTo>
                <a:close/>
                <a:moveTo>
                  <a:pt x="2914954" y="491679"/>
                </a:moveTo>
                <a:lnTo>
                  <a:pt x="2844714" y="491679"/>
                </a:lnTo>
                <a:lnTo>
                  <a:pt x="2844714" y="468266"/>
                </a:lnTo>
                <a:lnTo>
                  <a:pt x="2914954" y="468266"/>
                </a:lnTo>
                <a:lnTo>
                  <a:pt x="2914954" y="491679"/>
                </a:lnTo>
                <a:close/>
                <a:moveTo>
                  <a:pt x="2774474" y="491679"/>
                </a:moveTo>
                <a:lnTo>
                  <a:pt x="2704234" y="491679"/>
                </a:lnTo>
                <a:lnTo>
                  <a:pt x="2704234" y="468266"/>
                </a:lnTo>
                <a:lnTo>
                  <a:pt x="2774474" y="468266"/>
                </a:lnTo>
                <a:lnTo>
                  <a:pt x="2774474" y="491679"/>
                </a:lnTo>
                <a:close/>
                <a:moveTo>
                  <a:pt x="2633994" y="491679"/>
                </a:moveTo>
                <a:lnTo>
                  <a:pt x="2563755" y="491679"/>
                </a:lnTo>
                <a:lnTo>
                  <a:pt x="2563755" y="468266"/>
                </a:lnTo>
                <a:lnTo>
                  <a:pt x="2633994" y="468266"/>
                </a:lnTo>
                <a:lnTo>
                  <a:pt x="2633994" y="491679"/>
                </a:lnTo>
                <a:close/>
                <a:moveTo>
                  <a:pt x="2493515" y="491679"/>
                </a:moveTo>
                <a:lnTo>
                  <a:pt x="2423275" y="491679"/>
                </a:lnTo>
                <a:lnTo>
                  <a:pt x="2423275" y="468266"/>
                </a:lnTo>
                <a:lnTo>
                  <a:pt x="2493515" y="468266"/>
                </a:lnTo>
                <a:lnTo>
                  <a:pt x="2493515" y="491679"/>
                </a:lnTo>
                <a:close/>
                <a:moveTo>
                  <a:pt x="2353035" y="491679"/>
                </a:moveTo>
                <a:lnTo>
                  <a:pt x="2282795" y="491679"/>
                </a:lnTo>
                <a:lnTo>
                  <a:pt x="2282795" y="468266"/>
                </a:lnTo>
                <a:lnTo>
                  <a:pt x="2353035" y="468266"/>
                </a:lnTo>
                <a:lnTo>
                  <a:pt x="2353035" y="491679"/>
                </a:lnTo>
                <a:close/>
                <a:moveTo>
                  <a:pt x="2212555" y="491679"/>
                </a:moveTo>
                <a:lnTo>
                  <a:pt x="2142315" y="491679"/>
                </a:lnTo>
                <a:lnTo>
                  <a:pt x="2142315" y="468266"/>
                </a:lnTo>
                <a:lnTo>
                  <a:pt x="2212555" y="468266"/>
                </a:lnTo>
                <a:lnTo>
                  <a:pt x="2212555" y="491679"/>
                </a:lnTo>
                <a:close/>
                <a:moveTo>
                  <a:pt x="2072076" y="491679"/>
                </a:moveTo>
                <a:lnTo>
                  <a:pt x="2001836" y="491679"/>
                </a:lnTo>
                <a:lnTo>
                  <a:pt x="2001836" y="468266"/>
                </a:lnTo>
                <a:lnTo>
                  <a:pt x="2072076" y="468266"/>
                </a:lnTo>
                <a:lnTo>
                  <a:pt x="2072076" y="491679"/>
                </a:lnTo>
                <a:close/>
                <a:moveTo>
                  <a:pt x="1931596" y="491679"/>
                </a:moveTo>
                <a:lnTo>
                  <a:pt x="1861356" y="491679"/>
                </a:lnTo>
                <a:lnTo>
                  <a:pt x="1861356" y="468266"/>
                </a:lnTo>
                <a:lnTo>
                  <a:pt x="1931596" y="468266"/>
                </a:lnTo>
                <a:lnTo>
                  <a:pt x="1931596" y="491679"/>
                </a:lnTo>
                <a:close/>
                <a:moveTo>
                  <a:pt x="1791116" y="491679"/>
                </a:moveTo>
                <a:lnTo>
                  <a:pt x="1720876" y="491679"/>
                </a:lnTo>
                <a:lnTo>
                  <a:pt x="1720876" y="468266"/>
                </a:lnTo>
                <a:lnTo>
                  <a:pt x="1791116" y="468266"/>
                </a:lnTo>
                <a:lnTo>
                  <a:pt x="1791116" y="491679"/>
                </a:lnTo>
                <a:close/>
                <a:moveTo>
                  <a:pt x="1650636" y="491679"/>
                </a:moveTo>
                <a:lnTo>
                  <a:pt x="1580397" y="491679"/>
                </a:lnTo>
                <a:lnTo>
                  <a:pt x="1580397" y="468266"/>
                </a:lnTo>
                <a:lnTo>
                  <a:pt x="1650636" y="468266"/>
                </a:lnTo>
                <a:lnTo>
                  <a:pt x="1650636" y="491679"/>
                </a:lnTo>
                <a:close/>
                <a:moveTo>
                  <a:pt x="1510157" y="491679"/>
                </a:moveTo>
                <a:lnTo>
                  <a:pt x="1439917" y="491679"/>
                </a:lnTo>
                <a:lnTo>
                  <a:pt x="1439917" y="468266"/>
                </a:lnTo>
                <a:lnTo>
                  <a:pt x="1510157" y="468266"/>
                </a:lnTo>
                <a:lnTo>
                  <a:pt x="1510157" y="491679"/>
                </a:lnTo>
                <a:close/>
                <a:moveTo>
                  <a:pt x="1369677" y="491679"/>
                </a:moveTo>
                <a:lnTo>
                  <a:pt x="1299437" y="491679"/>
                </a:lnTo>
                <a:lnTo>
                  <a:pt x="1299437" y="468266"/>
                </a:lnTo>
                <a:lnTo>
                  <a:pt x="1369677" y="468266"/>
                </a:lnTo>
                <a:lnTo>
                  <a:pt x="1369677" y="491679"/>
                </a:lnTo>
                <a:close/>
                <a:moveTo>
                  <a:pt x="1229197" y="491679"/>
                </a:moveTo>
                <a:lnTo>
                  <a:pt x="1158958" y="491679"/>
                </a:lnTo>
                <a:lnTo>
                  <a:pt x="1158958" y="468266"/>
                </a:lnTo>
                <a:lnTo>
                  <a:pt x="1229197" y="468266"/>
                </a:lnTo>
                <a:lnTo>
                  <a:pt x="1229197" y="491679"/>
                </a:lnTo>
                <a:close/>
                <a:moveTo>
                  <a:pt x="1088718" y="491679"/>
                </a:moveTo>
                <a:lnTo>
                  <a:pt x="1018478" y="491679"/>
                </a:lnTo>
                <a:lnTo>
                  <a:pt x="1018478" y="468266"/>
                </a:lnTo>
                <a:lnTo>
                  <a:pt x="1088718" y="468266"/>
                </a:lnTo>
                <a:lnTo>
                  <a:pt x="1088718" y="491679"/>
                </a:lnTo>
                <a:close/>
                <a:moveTo>
                  <a:pt x="948238" y="491679"/>
                </a:moveTo>
                <a:lnTo>
                  <a:pt x="877998" y="491679"/>
                </a:lnTo>
                <a:lnTo>
                  <a:pt x="877998" y="468266"/>
                </a:lnTo>
                <a:lnTo>
                  <a:pt x="948238" y="468266"/>
                </a:lnTo>
                <a:lnTo>
                  <a:pt x="948238" y="491679"/>
                </a:lnTo>
                <a:close/>
                <a:moveTo>
                  <a:pt x="807758" y="491679"/>
                </a:moveTo>
                <a:lnTo>
                  <a:pt x="737518" y="491679"/>
                </a:lnTo>
                <a:lnTo>
                  <a:pt x="737518" y="468266"/>
                </a:lnTo>
                <a:lnTo>
                  <a:pt x="807758" y="468266"/>
                </a:lnTo>
                <a:lnTo>
                  <a:pt x="807758" y="491679"/>
                </a:lnTo>
                <a:close/>
                <a:moveTo>
                  <a:pt x="667279" y="491679"/>
                </a:moveTo>
                <a:lnTo>
                  <a:pt x="597039" y="491679"/>
                </a:lnTo>
                <a:lnTo>
                  <a:pt x="597039" y="468266"/>
                </a:lnTo>
                <a:lnTo>
                  <a:pt x="667279" y="468266"/>
                </a:lnTo>
                <a:lnTo>
                  <a:pt x="667279" y="491679"/>
                </a:lnTo>
                <a:close/>
                <a:moveTo>
                  <a:pt x="526799" y="491679"/>
                </a:moveTo>
                <a:lnTo>
                  <a:pt x="456559" y="491679"/>
                </a:lnTo>
                <a:lnTo>
                  <a:pt x="456559" y="468266"/>
                </a:lnTo>
                <a:lnTo>
                  <a:pt x="526799" y="468266"/>
                </a:lnTo>
                <a:lnTo>
                  <a:pt x="526799" y="491679"/>
                </a:lnTo>
                <a:close/>
                <a:moveTo>
                  <a:pt x="386319" y="491679"/>
                </a:moveTo>
                <a:lnTo>
                  <a:pt x="316079" y="491679"/>
                </a:lnTo>
                <a:lnTo>
                  <a:pt x="316079" y="468266"/>
                </a:lnTo>
                <a:lnTo>
                  <a:pt x="386319" y="468266"/>
                </a:lnTo>
                <a:lnTo>
                  <a:pt x="386319" y="491679"/>
                </a:lnTo>
                <a:close/>
                <a:moveTo>
                  <a:pt x="245839" y="491679"/>
                </a:moveTo>
                <a:lnTo>
                  <a:pt x="175600" y="491679"/>
                </a:lnTo>
                <a:lnTo>
                  <a:pt x="175600" y="468266"/>
                </a:lnTo>
                <a:lnTo>
                  <a:pt x="245839" y="468266"/>
                </a:lnTo>
                <a:lnTo>
                  <a:pt x="245839" y="491679"/>
                </a:lnTo>
                <a:close/>
                <a:moveTo>
                  <a:pt x="105360" y="491679"/>
                </a:moveTo>
                <a:lnTo>
                  <a:pt x="35120" y="491679"/>
                </a:lnTo>
                <a:lnTo>
                  <a:pt x="35120" y="468266"/>
                </a:lnTo>
                <a:lnTo>
                  <a:pt x="105360" y="468266"/>
                </a:lnTo>
                <a:lnTo>
                  <a:pt x="105360" y="491679"/>
                </a:lnTo>
                <a:close/>
                <a:moveTo>
                  <a:pt x="0" y="433146"/>
                </a:moveTo>
                <a:lnTo>
                  <a:pt x="0" y="362906"/>
                </a:lnTo>
                <a:lnTo>
                  <a:pt x="23413" y="362906"/>
                </a:lnTo>
                <a:lnTo>
                  <a:pt x="23413" y="433146"/>
                </a:lnTo>
                <a:lnTo>
                  <a:pt x="0" y="433146"/>
                </a:lnTo>
                <a:close/>
                <a:moveTo>
                  <a:pt x="0" y="292666"/>
                </a:moveTo>
                <a:lnTo>
                  <a:pt x="0" y="222426"/>
                </a:lnTo>
                <a:lnTo>
                  <a:pt x="23413" y="222426"/>
                </a:lnTo>
                <a:lnTo>
                  <a:pt x="23413" y="292666"/>
                </a:lnTo>
                <a:lnTo>
                  <a:pt x="0" y="292666"/>
                </a:lnTo>
                <a:close/>
                <a:moveTo>
                  <a:pt x="0" y="152186"/>
                </a:moveTo>
                <a:lnTo>
                  <a:pt x="0" y="81946"/>
                </a:lnTo>
                <a:lnTo>
                  <a:pt x="23413" y="81946"/>
                </a:lnTo>
                <a:lnTo>
                  <a:pt x="23413" y="152186"/>
                </a:lnTo>
                <a:lnTo>
                  <a:pt x="0" y="152186"/>
                </a:lnTo>
                <a:close/>
                <a:moveTo>
                  <a:pt x="11707" y="0"/>
                </a:moveTo>
                <a:lnTo>
                  <a:pt x="81946" y="0"/>
                </a:lnTo>
                <a:lnTo>
                  <a:pt x="81946" y="23413"/>
                </a:lnTo>
                <a:lnTo>
                  <a:pt x="11707" y="23413"/>
                </a:lnTo>
                <a:lnTo>
                  <a:pt x="11707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AA99A-1FA2-4339-BDA6-9A240F3F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85" y="591981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F7B2A-31D8-4BBE-AF00-EDD9BF7F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85" y="591981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390" name="Text a">
            <a:extLst xmlns:a="http://schemas.openxmlformats.org/drawingml/2006/main">
              <a:ext uri="{FF2B5EF4-FFF2-40B4-BE49-F238E27FC236}">
                <a16:creationId xmlns:a16="http://schemas.microsoft.com/office/drawing/2014/main" id="{C3E78D29-B2AE-4B7F-9ED9-345A9D67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863" y="6056088"/>
            <a:ext cx="76093" cy="87983"/>
          </a:xfrm>
          <a:custGeom xmlns:a="http://schemas.openxmlformats.org/drawingml/2006/main">
            <a:pathLst>
              <a:path w="76093" h="87983">
                <a:moveTo>
                  <a:pt x="46644" y="74081"/>
                </a:moveTo>
                <a:cubicBezTo>
                  <a:pt x="38047" y="80727"/>
                  <a:pt x="32651" y="84568"/>
                  <a:pt x="30456" y="85605"/>
                </a:cubicBezTo>
                <a:cubicBezTo>
                  <a:pt x="27163" y="87190"/>
                  <a:pt x="23657" y="87983"/>
                  <a:pt x="19938" y="87983"/>
                </a:cubicBezTo>
                <a:cubicBezTo>
                  <a:pt x="14146" y="87983"/>
                  <a:pt x="9374" y="86001"/>
                  <a:pt x="5625" y="82038"/>
                </a:cubicBezTo>
                <a:cubicBezTo>
                  <a:pt x="1875" y="78075"/>
                  <a:pt x="0" y="72862"/>
                  <a:pt x="0" y="66399"/>
                </a:cubicBezTo>
                <a:cubicBezTo>
                  <a:pt x="0" y="62313"/>
                  <a:pt x="915" y="58777"/>
                  <a:pt x="2744" y="55789"/>
                </a:cubicBezTo>
                <a:cubicBezTo>
                  <a:pt x="5244" y="51643"/>
                  <a:pt x="9588" y="47741"/>
                  <a:pt x="15777" y="44083"/>
                </a:cubicBezTo>
                <a:cubicBezTo>
                  <a:pt x="21965" y="40424"/>
                  <a:pt x="32254" y="35974"/>
                  <a:pt x="46644" y="30730"/>
                </a:cubicBezTo>
                <a:lnTo>
                  <a:pt x="46644" y="27437"/>
                </a:lnTo>
                <a:cubicBezTo>
                  <a:pt x="46644" y="19084"/>
                  <a:pt x="45318" y="13353"/>
                  <a:pt x="42665" y="10243"/>
                </a:cubicBezTo>
                <a:cubicBezTo>
                  <a:pt x="40013" y="7134"/>
                  <a:pt x="36156" y="5579"/>
                  <a:pt x="31096" y="5579"/>
                </a:cubicBezTo>
                <a:cubicBezTo>
                  <a:pt x="27255" y="5579"/>
                  <a:pt x="24206" y="6612"/>
                  <a:pt x="21950" y="8677"/>
                </a:cubicBezTo>
                <a:cubicBezTo>
                  <a:pt x="19633" y="10743"/>
                  <a:pt x="18475" y="13112"/>
                  <a:pt x="18475" y="15785"/>
                </a:cubicBezTo>
                <a:lnTo>
                  <a:pt x="18657" y="21070"/>
                </a:lnTo>
                <a:cubicBezTo>
                  <a:pt x="18657" y="23863"/>
                  <a:pt x="17941" y="26019"/>
                  <a:pt x="16508" y="27537"/>
                </a:cubicBezTo>
                <a:cubicBezTo>
                  <a:pt x="15075" y="29056"/>
                  <a:pt x="13200" y="29815"/>
                  <a:pt x="10884" y="29815"/>
                </a:cubicBezTo>
                <a:cubicBezTo>
                  <a:pt x="8628" y="29815"/>
                  <a:pt x="6783" y="29026"/>
                  <a:pt x="5350" y="27446"/>
                </a:cubicBezTo>
                <a:cubicBezTo>
                  <a:pt x="3917" y="25865"/>
                  <a:pt x="3201" y="23706"/>
                  <a:pt x="3201" y="20970"/>
                </a:cubicBezTo>
                <a:cubicBezTo>
                  <a:pt x="3201" y="15743"/>
                  <a:pt x="5884" y="10942"/>
                  <a:pt x="11249" y="6565"/>
                </a:cubicBezTo>
                <a:cubicBezTo>
                  <a:pt x="16615" y="2188"/>
                  <a:pt x="24145" y="0"/>
                  <a:pt x="33840" y="0"/>
                </a:cubicBezTo>
                <a:cubicBezTo>
                  <a:pt x="41278" y="0"/>
                  <a:pt x="47375" y="1248"/>
                  <a:pt x="52131" y="3744"/>
                </a:cubicBezTo>
                <a:cubicBezTo>
                  <a:pt x="55728" y="5632"/>
                  <a:pt x="58381" y="8587"/>
                  <a:pt x="60088" y="12607"/>
                </a:cubicBezTo>
                <a:cubicBezTo>
                  <a:pt x="61185" y="15225"/>
                  <a:pt x="61734" y="20584"/>
                  <a:pt x="61734" y="28684"/>
                </a:cubicBezTo>
                <a:lnTo>
                  <a:pt x="61734" y="57093"/>
                </a:lnTo>
                <a:cubicBezTo>
                  <a:pt x="61734" y="65071"/>
                  <a:pt x="61887" y="69958"/>
                  <a:pt x="62192" y="71755"/>
                </a:cubicBezTo>
                <a:cubicBezTo>
                  <a:pt x="62496" y="73551"/>
                  <a:pt x="62999" y="74755"/>
                  <a:pt x="63701" y="75364"/>
                </a:cubicBezTo>
                <a:cubicBezTo>
                  <a:pt x="64402" y="75972"/>
                  <a:pt x="65210" y="76276"/>
                  <a:pt x="66124" y="76276"/>
                </a:cubicBezTo>
                <a:cubicBezTo>
                  <a:pt x="67100" y="76276"/>
                  <a:pt x="67953" y="76063"/>
                  <a:pt x="68685" y="75636"/>
                </a:cubicBezTo>
                <a:cubicBezTo>
                  <a:pt x="69965" y="74843"/>
                  <a:pt x="72435" y="72618"/>
                  <a:pt x="76093" y="68959"/>
                </a:cubicBezTo>
                <a:lnTo>
                  <a:pt x="76093" y="74081"/>
                </a:lnTo>
                <a:cubicBezTo>
                  <a:pt x="69264" y="83227"/>
                  <a:pt x="62740" y="87800"/>
                  <a:pt x="56521" y="87800"/>
                </a:cubicBezTo>
                <a:cubicBezTo>
                  <a:pt x="53533" y="87800"/>
                  <a:pt x="51156" y="86763"/>
                  <a:pt x="49387" y="84690"/>
                </a:cubicBezTo>
                <a:cubicBezTo>
                  <a:pt x="47619" y="82617"/>
                  <a:pt x="46705" y="79081"/>
                  <a:pt x="46644" y="74081"/>
                </a:cubicBezTo>
                <a:moveTo>
                  <a:pt x="46644" y="68085"/>
                </a:moveTo>
                <a:lnTo>
                  <a:pt x="46644" y="36309"/>
                </a:lnTo>
                <a:cubicBezTo>
                  <a:pt x="37437" y="39950"/>
                  <a:pt x="31492" y="42530"/>
                  <a:pt x="28809" y="44049"/>
                </a:cubicBezTo>
                <a:cubicBezTo>
                  <a:pt x="23993" y="46720"/>
                  <a:pt x="20548" y="49512"/>
                  <a:pt x="18475" y="52426"/>
                </a:cubicBezTo>
                <a:cubicBezTo>
                  <a:pt x="16401" y="55339"/>
                  <a:pt x="15365" y="58526"/>
                  <a:pt x="15365" y="61986"/>
                </a:cubicBezTo>
                <a:cubicBezTo>
                  <a:pt x="15365" y="66357"/>
                  <a:pt x="16676" y="69984"/>
                  <a:pt x="19298" y="72866"/>
                </a:cubicBezTo>
                <a:cubicBezTo>
                  <a:pt x="21919" y="75749"/>
                  <a:pt x="24938" y="77191"/>
                  <a:pt x="28352" y="77191"/>
                </a:cubicBezTo>
                <a:cubicBezTo>
                  <a:pt x="32986" y="77191"/>
                  <a:pt x="39083" y="74155"/>
                  <a:pt x="46644" y="68085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86D2F-615E-4F8E-B1CC-69A668B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204" y="5088644"/>
            <a:ext cx="4460231" cy="561919"/>
          </a:xfrm>
          <a:custGeom xmlns:a="http://schemas.openxmlformats.org/drawingml/2006/main">
            <a:pathLst>
              <a:path w="4460231" h="561919">
                <a:moveTo>
                  <a:pt x="84288" y="0"/>
                </a:moveTo>
                <a:lnTo>
                  <a:pt x="4375943" y="0"/>
                </a:lnTo>
                <a:cubicBezTo>
                  <a:pt x="4387119" y="0"/>
                  <a:pt x="4397871" y="2139"/>
                  <a:pt x="4408198" y="6416"/>
                </a:cubicBezTo>
                <a:cubicBezTo>
                  <a:pt x="4418524" y="10693"/>
                  <a:pt x="4427639" y="16784"/>
                  <a:pt x="4435543" y="24687"/>
                </a:cubicBezTo>
                <a:cubicBezTo>
                  <a:pt x="4443446" y="32591"/>
                  <a:pt x="4449535" y="41705"/>
                  <a:pt x="4453813" y="52031"/>
                </a:cubicBezTo>
                <a:cubicBezTo>
                  <a:pt x="4458091" y="62358"/>
                  <a:pt x="4460230" y="73110"/>
                  <a:pt x="4460231" y="84288"/>
                </a:cubicBezTo>
                <a:lnTo>
                  <a:pt x="4460231" y="477631"/>
                </a:lnTo>
                <a:cubicBezTo>
                  <a:pt x="4460230" y="488808"/>
                  <a:pt x="4458091" y="499559"/>
                  <a:pt x="4453813" y="509886"/>
                </a:cubicBezTo>
                <a:cubicBezTo>
                  <a:pt x="4449535" y="520212"/>
                  <a:pt x="4443446" y="529328"/>
                  <a:pt x="4435543" y="537231"/>
                </a:cubicBezTo>
                <a:cubicBezTo>
                  <a:pt x="4427639" y="545134"/>
                  <a:pt x="4418524" y="551224"/>
                  <a:pt x="4408198" y="555502"/>
                </a:cubicBezTo>
                <a:cubicBezTo>
                  <a:pt x="4397871" y="559779"/>
                  <a:pt x="4387119" y="561919"/>
                  <a:pt x="4375943" y="561919"/>
                </a:cubicBezTo>
                <a:lnTo>
                  <a:pt x="84288" y="561919"/>
                </a:lnTo>
                <a:cubicBezTo>
                  <a:pt x="73111" y="561919"/>
                  <a:pt x="62358" y="559779"/>
                  <a:pt x="52031" y="555502"/>
                </a:cubicBezTo>
                <a:cubicBezTo>
                  <a:pt x="41705" y="551224"/>
                  <a:pt x="32590" y="545134"/>
                  <a:pt x="24687" y="537231"/>
                </a:cubicBezTo>
                <a:cubicBezTo>
                  <a:pt x="16783" y="529328"/>
                  <a:pt x="10693" y="520212"/>
                  <a:pt x="6415" y="509886"/>
                </a:cubicBezTo>
                <a:cubicBezTo>
                  <a:pt x="2138" y="499559"/>
                  <a:pt x="0" y="488808"/>
                  <a:pt x="0" y="477631"/>
                </a:cubicBezTo>
                <a:lnTo>
                  <a:pt x="0" y="84288"/>
                </a:lnTo>
                <a:cubicBezTo>
                  <a:pt x="0" y="73110"/>
                  <a:pt x="2138" y="62358"/>
                  <a:pt x="6415" y="52031"/>
                </a:cubicBezTo>
                <a:cubicBezTo>
                  <a:pt x="10693" y="41705"/>
                  <a:pt x="16783" y="32591"/>
                  <a:pt x="24687" y="24687"/>
                </a:cubicBezTo>
                <a:cubicBezTo>
                  <a:pt x="32590" y="16784"/>
                  <a:pt x="41705" y="10693"/>
                  <a:pt x="52032" y="6416"/>
                </a:cubicBezTo>
                <a:cubicBezTo>
                  <a:pt x="62359" y="2139"/>
                  <a:pt x="73111" y="0"/>
                  <a:pt x="84288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434B5-4322-4E68-AFE1-75324A34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204" y="5088644"/>
            <a:ext cx="4460231" cy="561919"/>
          </a:xfrm>
          <a:custGeom xmlns:a="http://schemas.openxmlformats.org/drawingml/2006/main">
            <a:pathLst>
              <a:path w="4460231" h="561919" fill="none">
                <a:moveTo>
                  <a:pt x="84288" y="0"/>
                </a:moveTo>
                <a:lnTo>
                  <a:pt x="4375943" y="0"/>
                </a:lnTo>
                <a:cubicBezTo>
                  <a:pt x="4387119" y="0"/>
                  <a:pt x="4397871" y="2139"/>
                  <a:pt x="4408198" y="6416"/>
                </a:cubicBezTo>
                <a:cubicBezTo>
                  <a:pt x="4418524" y="10693"/>
                  <a:pt x="4427639" y="16784"/>
                  <a:pt x="4435543" y="24687"/>
                </a:cubicBezTo>
                <a:cubicBezTo>
                  <a:pt x="4443446" y="32591"/>
                  <a:pt x="4449535" y="41705"/>
                  <a:pt x="4453813" y="52031"/>
                </a:cubicBezTo>
                <a:cubicBezTo>
                  <a:pt x="4458091" y="62358"/>
                  <a:pt x="4460230" y="73110"/>
                  <a:pt x="4460231" y="84288"/>
                </a:cubicBezTo>
                <a:lnTo>
                  <a:pt x="4460231" y="477631"/>
                </a:lnTo>
                <a:cubicBezTo>
                  <a:pt x="4460230" y="488808"/>
                  <a:pt x="4458091" y="499559"/>
                  <a:pt x="4453813" y="509886"/>
                </a:cubicBezTo>
                <a:cubicBezTo>
                  <a:pt x="4449535" y="520212"/>
                  <a:pt x="4443446" y="529328"/>
                  <a:pt x="4435543" y="537231"/>
                </a:cubicBezTo>
                <a:cubicBezTo>
                  <a:pt x="4427639" y="545134"/>
                  <a:pt x="4418524" y="551224"/>
                  <a:pt x="4408198" y="555502"/>
                </a:cubicBezTo>
                <a:cubicBezTo>
                  <a:pt x="4397871" y="559779"/>
                  <a:pt x="4387119" y="561919"/>
                  <a:pt x="4375943" y="561919"/>
                </a:cubicBezTo>
                <a:lnTo>
                  <a:pt x="84288" y="561919"/>
                </a:lnTo>
                <a:cubicBezTo>
                  <a:pt x="73111" y="561919"/>
                  <a:pt x="62358" y="559779"/>
                  <a:pt x="52031" y="555502"/>
                </a:cubicBezTo>
                <a:cubicBezTo>
                  <a:pt x="41705" y="551224"/>
                  <a:pt x="32590" y="545134"/>
                  <a:pt x="24687" y="537231"/>
                </a:cubicBezTo>
                <a:cubicBezTo>
                  <a:pt x="16783" y="529328"/>
                  <a:pt x="10693" y="520212"/>
                  <a:pt x="6415" y="509886"/>
                </a:cubicBezTo>
                <a:cubicBezTo>
                  <a:pt x="2138" y="499559"/>
                  <a:pt x="0" y="488808"/>
                  <a:pt x="0" y="477631"/>
                </a:cubicBezTo>
                <a:lnTo>
                  <a:pt x="0" y="84288"/>
                </a:lnTo>
                <a:cubicBezTo>
                  <a:pt x="0" y="73110"/>
                  <a:pt x="2138" y="62358"/>
                  <a:pt x="6415" y="52031"/>
                </a:cubicBezTo>
                <a:cubicBezTo>
                  <a:pt x="10693" y="41705"/>
                  <a:pt x="16783" y="32591"/>
                  <a:pt x="24687" y="24687"/>
                </a:cubicBezTo>
                <a:cubicBezTo>
                  <a:pt x="32590" y="16784"/>
                  <a:pt x="41705" y="10693"/>
                  <a:pt x="52032" y="6416"/>
                </a:cubicBezTo>
                <a:cubicBezTo>
                  <a:pt x="62359" y="2139"/>
                  <a:pt x="73111" y="0"/>
                  <a:pt x="8428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393" name="Text LLM">
            <a:extLst xmlns:a="http://schemas.openxmlformats.org/drawingml/2006/main">
              <a:ext uri="{FF2B5EF4-FFF2-40B4-BE49-F238E27FC236}">
                <a16:creationId xmlns:a16="http://schemas.microsoft.com/office/drawing/2014/main" id="{40EF3BCB-CE91-483E-8A7B-5238CA3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301" y="5339239"/>
            <a:ext cx="387751" cy="124017"/>
          </a:xfrm>
          <a:custGeom xmlns:a="http://schemas.openxmlformats.org/drawingml/2006/main">
            <a:pathLst>
              <a:path w="387751" h="124017">
                <a:moveTo>
                  <a:pt x="103622" y="89629"/>
                </a:moveTo>
                <a:lnTo>
                  <a:pt x="106640" y="90272"/>
                </a:lnTo>
                <a:lnTo>
                  <a:pt x="96031" y="124017"/>
                </a:lnTo>
                <a:lnTo>
                  <a:pt x="0" y="124017"/>
                </a:lnTo>
                <a:lnTo>
                  <a:pt x="0" y="120633"/>
                </a:lnTo>
                <a:lnTo>
                  <a:pt x="4664" y="120633"/>
                </a:lnTo>
                <a:cubicBezTo>
                  <a:pt x="9908" y="120633"/>
                  <a:pt x="13658" y="118926"/>
                  <a:pt x="15914" y="115512"/>
                </a:cubicBezTo>
                <a:cubicBezTo>
                  <a:pt x="17194" y="113561"/>
                  <a:pt x="17834" y="109049"/>
                  <a:pt x="17834" y="101976"/>
                </a:cubicBezTo>
                <a:lnTo>
                  <a:pt x="17834" y="21950"/>
                </a:lnTo>
                <a:cubicBezTo>
                  <a:pt x="17834" y="14207"/>
                  <a:pt x="16981" y="9359"/>
                  <a:pt x="15274" y="7408"/>
                </a:cubicBezTo>
                <a:cubicBezTo>
                  <a:pt x="12896" y="4725"/>
                  <a:pt x="9359" y="3384"/>
                  <a:pt x="4664" y="3384"/>
                </a:cubicBezTo>
                <a:lnTo>
                  <a:pt x="0" y="3384"/>
                </a:lnTo>
                <a:lnTo>
                  <a:pt x="0" y="0"/>
                </a:lnTo>
                <a:lnTo>
                  <a:pt x="56155" y="0"/>
                </a:lnTo>
                <a:lnTo>
                  <a:pt x="56155" y="3384"/>
                </a:lnTo>
                <a:cubicBezTo>
                  <a:pt x="49570" y="3323"/>
                  <a:pt x="44952" y="3934"/>
                  <a:pt x="42299" y="5216"/>
                </a:cubicBezTo>
                <a:cubicBezTo>
                  <a:pt x="39647" y="6496"/>
                  <a:pt x="37833" y="8113"/>
                  <a:pt x="36858" y="10066"/>
                </a:cubicBezTo>
                <a:cubicBezTo>
                  <a:pt x="35882" y="12019"/>
                  <a:pt x="35394" y="16687"/>
                  <a:pt x="35394" y="24071"/>
                </a:cubicBezTo>
                <a:lnTo>
                  <a:pt x="35394" y="102056"/>
                </a:lnTo>
                <a:cubicBezTo>
                  <a:pt x="35394" y="107120"/>
                  <a:pt x="35882" y="110599"/>
                  <a:pt x="36858" y="112491"/>
                </a:cubicBezTo>
                <a:cubicBezTo>
                  <a:pt x="37589" y="113771"/>
                  <a:pt x="38717" y="114717"/>
                  <a:pt x="40242" y="115329"/>
                </a:cubicBezTo>
                <a:cubicBezTo>
                  <a:pt x="41766" y="115938"/>
                  <a:pt x="46522" y="116243"/>
                  <a:pt x="54509" y="116243"/>
                </a:cubicBezTo>
                <a:lnTo>
                  <a:pt x="63563" y="116243"/>
                </a:lnTo>
                <a:cubicBezTo>
                  <a:pt x="73075" y="116243"/>
                  <a:pt x="79751" y="115537"/>
                  <a:pt x="83593" y="114125"/>
                </a:cubicBezTo>
                <a:cubicBezTo>
                  <a:pt x="87434" y="112714"/>
                  <a:pt x="90940" y="110212"/>
                  <a:pt x="94110" y="106620"/>
                </a:cubicBezTo>
                <a:cubicBezTo>
                  <a:pt x="97281" y="103029"/>
                  <a:pt x="100452" y="97365"/>
                  <a:pt x="103622" y="89629"/>
                </a:cubicBezTo>
                <a:close/>
                <a:moveTo>
                  <a:pt x="218067" y="89629"/>
                </a:moveTo>
                <a:lnTo>
                  <a:pt x="221085" y="90272"/>
                </a:lnTo>
                <a:lnTo>
                  <a:pt x="210476" y="124017"/>
                </a:lnTo>
                <a:lnTo>
                  <a:pt x="114445" y="124017"/>
                </a:lnTo>
                <a:lnTo>
                  <a:pt x="114445" y="120633"/>
                </a:lnTo>
                <a:lnTo>
                  <a:pt x="119109" y="120633"/>
                </a:lnTo>
                <a:cubicBezTo>
                  <a:pt x="124353" y="120633"/>
                  <a:pt x="128102" y="118926"/>
                  <a:pt x="130358" y="115512"/>
                </a:cubicBezTo>
                <a:cubicBezTo>
                  <a:pt x="131639" y="113561"/>
                  <a:pt x="132279" y="109049"/>
                  <a:pt x="132279" y="101976"/>
                </a:cubicBezTo>
                <a:lnTo>
                  <a:pt x="132279" y="21950"/>
                </a:lnTo>
                <a:cubicBezTo>
                  <a:pt x="132279" y="14207"/>
                  <a:pt x="131425" y="9359"/>
                  <a:pt x="129718" y="7408"/>
                </a:cubicBezTo>
                <a:cubicBezTo>
                  <a:pt x="127340" y="4725"/>
                  <a:pt x="123804" y="3384"/>
                  <a:pt x="119109" y="3384"/>
                </a:cubicBezTo>
                <a:lnTo>
                  <a:pt x="114445" y="3384"/>
                </a:lnTo>
                <a:lnTo>
                  <a:pt x="114445" y="0"/>
                </a:lnTo>
                <a:lnTo>
                  <a:pt x="170600" y="0"/>
                </a:lnTo>
                <a:lnTo>
                  <a:pt x="170600" y="3384"/>
                </a:lnTo>
                <a:cubicBezTo>
                  <a:pt x="164015" y="3323"/>
                  <a:pt x="159396" y="3934"/>
                  <a:pt x="156744" y="5216"/>
                </a:cubicBezTo>
                <a:cubicBezTo>
                  <a:pt x="154092" y="6496"/>
                  <a:pt x="152278" y="8113"/>
                  <a:pt x="151302" y="10066"/>
                </a:cubicBezTo>
                <a:cubicBezTo>
                  <a:pt x="150327" y="12019"/>
                  <a:pt x="149839" y="16687"/>
                  <a:pt x="149839" y="24071"/>
                </a:cubicBezTo>
                <a:lnTo>
                  <a:pt x="149839" y="102056"/>
                </a:lnTo>
                <a:cubicBezTo>
                  <a:pt x="149839" y="107120"/>
                  <a:pt x="150327" y="110599"/>
                  <a:pt x="151302" y="112491"/>
                </a:cubicBezTo>
                <a:cubicBezTo>
                  <a:pt x="152034" y="113771"/>
                  <a:pt x="153162" y="114717"/>
                  <a:pt x="154686" y="115329"/>
                </a:cubicBezTo>
                <a:cubicBezTo>
                  <a:pt x="156210" y="115938"/>
                  <a:pt x="160966" y="116243"/>
                  <a:pt x="168954" y="116243"/>
                </a:cubicBezTo>
                <a:lnTo>
                  <a:pt x="178008" y="116243"/>
                </a:lnTo>
                <a:cubicBezTo>
                  <a:pt x="187520" y="116243"/>
                  <a:pt x="194196" y="115537"/>
                  <a:pt x="198037" y="114125"/>
                </a:cubicBezTo>
                <a:cubicBezTo>
                  <a:pt x="201879" y="112714"/>
                  <a:pt x="205384" y="110212"/>
                  <a:pt x="208555" y="106620"/>
                </a:cubicBezTo>
                <a:cubicBezTo>
                  <a:pt x="211726" y="103029"/>
                  <a:pt x="214896" y="97365"/>
                  <a:pt x="218067" y="89629"/>
                </a:cubicBezTo>
                <a:close/>
                <a:moveTo>
                  <a:pt x="301780" y="124017"/>
                </a:moveTo>
                <a:lnTo>
                  <a:pt x="253856" y="19664"/>
                </a:lnTo>
                <a:lnTo>
                  <a:pt x="253856" y="102525"/>
                </a:lnTo>
                <a:cubicBezTo>
                  <a:pt x="253856" y="110146"/>
                  <a:pt x="254680" y="114902"/>
                  <a:pt x="256326" y="116792"/>
                </a:cubicBezTo>
                <a:cubicBezTo>
                  <a:pt x="258582" y="119353"/>
                  <a:pt x="262149" y="120633"/>
                  <a:pt x="267026" y="120633"/>
                </a:cubicBezTo>
                <a:lnTo>
                  <a:pt x="271416" y="120633"/>
                </a:lnTo>
                <a:lnTo>
                  <a:pt x="271416" y="124017"/>
                </a:lnTo>
                <a:lnTo>
                  <a:pt x="228248" y="124017"/>
                </a:lnTo>
                <a:lnTo>
                  <a:pt x="228248" y="120633"/>
                </a:lnTo>
                <a:lnTo>
                  <a:pt x="232638" y="120633"/>
                </a:lnTo>
                <a:cubicBezTo>
                  <a:pt x="237882" y="120633"/>
                  <a:pt x="241601" y="119048"/>
                  <a:pt x="243796" y="115877"/>
                </a:cubicBezTo>
                <a:cubicBezTo>
                  <a:pt x="245137" y="113926"/>
                  <a:pt x="245808" y="109475"/>
                  <a:pt x="245808" y="102525"/>
                </a:cubicBezTo>
                <a:lnTo>
                  <a:pt x="245808" y="21493"/>
                </a:lnTo>
                <a:cubicBezTo>
                  <a:pt x="245808" y="16005"/>
                  <a:pt x="245198" y="12042"/>
                  <a:pt x="243979" y="9603"/>
                </a:cubicBezTo>
                <a:cubicBezTo>
                  <a:pt x="243125" y="7835"/>
                  <a:pt x="241555" y="6356"/>
                  <a:pt x="239269" y="5167"/>
                </a:cubicBezTo>
                <a:cubicBezTo>
                  <a:pt x="236982" y="3978"/>
                  <a:pt x="233309" y="3384"/>
                  <a:pt x="228248" y="3384"/>
                </a:cubicBezTo>
                <a:lnTo>
                  <a:pt x="228248" y="0"/>
                </a:lnTo>
                <a:lnTo>
                  <a:pt x="263368" y="0"/>
                </a:lnTo>
                <a:lnTo>
                  <a:pt x="308365" y="97037"/>
                </a:lnTo>
                <a:lnTo>
                  <a:pt x="352631" y="0"/>
                </a:lnTo>
                <a:lnTo>
                  <a:pt x="387751" y="0"/>
                </a:lnTo>
                <a:lnTo>
                  <a:pt x="387751" y="3384"/>
                </a:lnTo>
                <a:lnTo>
                  <a:pt x="383453" y="3384"/>
                </a:lnTo>
                <a:cubicBezTo>
                  <a:pt x="378148" y="3384"/>
                  <a:pt x="374398" y="4969"/>
                  <a:pt x="372203" y="8140"/>
                </a:cubicBezTo>
                <a:cubicBezTo>
                  <a:pt x="370862" y="10091"/>
                  <a:pt x="370191" y="14542"/>
                  <a:pt x="370191" y="21493"/>
                </a:cubicBezTo>
                <a:lnTo>
                  <a:pt x="370191" y="102525"/>
                </a:lnTo>
                <a:cubicBezTo>
                  <a:pt x="370191" y="110146"/>
                  <a:pt x="371045" y="114902"/>
                  <a:pt x="372752" y="116792"/>
                </a:cubicBezTo>
                <a:cubicBezTo>
                  <a:pt x="375008" y="119353"/>
                  <a:pt x="378575" y="120633"/>
                  <a:pt x="383453" y="120633"/>
                </a:cubicBezTo>
                <a:lnTo>
                  <a:pt x="387751" y="120633"/>
                </a:lnTo>
                <a:lnTo>
                  <a:pt x="387751" y="124017"/>
                </a:lnTo>
                <a:lnTo>
                  <a:pt x="335071" y="124017"/>
                </a:lnTo>
                <a:lnTo>
                  <a:pt x="335071" y="120633"/>
                </a:lnTo>
                <a:lnTo>
                  <a:pt x="339461" y="120633"/>
                </a:lnTo>
                <a:cubicBezTo>
                  <a:pt x="344766" y="120633"/>
                  <a:pt x="348485" y="119048"/>
                  <a:pt x="350619" y="115877"/>
                </a:cubicBezTo>
                <a:cubicBezTo>
                  <a:pt x="351960" y="113926"/>
                  <a:pt x="352631" y="109475"/>
                  <a:pt x="352631" y="102525"/>
                </a:cubicBezTo>
                <a:lnTo>
                  <a:pt x="352631" y="19664"/>
                </a:lnTo>
                <a:lnTo>
                  <a:pt x="304799" y="124017"/>
                </a:lnTo>
                <a:lnTo>
                  <a:pt x="301780" y="1240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Text 5.Selectthelongestcorrectsequence">
            <a:extLst xmlns:a="http://schemas.openxmlformats.org/drawingml/2006/main">
              <a:ext uri="{FF2B5EF4-FFF2-40B4-BE49-F238E27FC236}">
                <a16:creationId xmlns:a16="http://schemas.microsoft.com/office/drawing/2014/main" id="{D51472DF-015A-415F-AB1C-E98A6632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655" y="4513738"/>
            <a:ext cx="2805099" cy="170478"/>
          </a:xfrm>
          <a:custGeom xmlns:a="http://schemas.openxmlformats.org/drawingml/2006/main">
            <a:pathLst>
              <a:path w="2805099" h="170478">
                <a:moveTo>
                  <a:pt x="72343" y="6036"/>
                </a:moveTo>
                <a:lnTo>
                  <a:pt x="65210" y="21767"/>
                </a:lnTo>
                <a:lnTo>
                  <a:pt x="27895" y="21767"/>
                </a:lnTo>
                <a:lnTo>
                  <a:pt x="19755" y="38230"/>
                </a:lnTo>
                <a:cubicBezTo>
                  <a:pt x="35913" y="40607"/>
                  <a:pt x="48717" y="46613"/>
                  <a:pt x="58167" y="56247"/>
                </a:cubicBezTo>
                <a:cubicBezTo>
                  <a:pt x="66277" y="64539"/>
                  <a:pt x="70331" y="74294"/>
                  <a:pt x="70331" y="85513"/>
                </a:cubicBezTo>
                <a:cubicBezTo>
                  <a:pt x="70331" y="92037"/>
                  <a:pt x="69005" y="98074"/>
                  <a:pt x="66353" y="103622"/>
                </a:cubicBezTo>
                <a:cubicBezTo>
                  <a:pt x="63701" y="109171"/>
                  <a:pt x="60362" y="113896"/>
                  <a:pt x="56338" y="117798"/>
                </a:cubicBezTo>
                <a:cubicBezTo>
                  <a:pt x="52314" y="121700"/>
                  <a:pt x="47833" y="124840"/>
                  <a:pt x="42894" y="127218"/>
                </a:cubicBezTo>
                <a:cubicBezTo>
                  <a:pt x="35882" y="130572"/>
                  <a:pt x="28687" y="132248"/>
                  <a:pt x="21310" y="132248"/>
                </a:cubicBezTo>
                <a:cubicBezTo>
                  <a:pt x="13871" y="132248"/>
                  <a:pt x="8460" y="130983"/>
                  <a:pt x="5076" y="128453"/>
                </a:cubicBezTo>
                <a:cubicBezTo>
                  <a:pt x="1692" y="125923"/>
                  <a:pt x="0" y="123133"/>
                  <a:pt x="0" y="120085"/>
                </a:cubicBezTo>
                <a:cubicBezTo>
                  <a:pt x="0" y="118377"/>
                  <a:pt x="701" y="116868"/>
                  <a:pt x="2104" y="115557"/>
                </a:cubicBezTo>
                <a:cubicBezTo>
                  <a:pt x="3506" y="114246"/>
                  <a:pt x="5274" y="113591"/>
                  <a:pt x="7408" y="113591"/>
                </a:cubicBezTo>
                <a:cubicBezTo>
                  <a:pt x="8993" y="113591"/>
                  <a:pt x="10380" y="113835"/>
                  <a:pt x="11569" y="114323"/>
                </a:cubicBezTo>
                <a:cubicBezTo>
                  <a:pt x="12758" y="114810"/>
                  <a:pt x="14786" y="116060"/>
                  <a:pt x="17651" y="118072"/>
                </a:cubicBezTo>
                <a:cubicBezTo>
                  <a:pt x="22224" y="121243"/>
                  <a:pt x="26858" y="122828"/>
                  <a:pt x="31553" y="122828"/>
                </a:cubicBezTo>
                <a:cubicBezTo>
                  <a:pt x="38687" y="122828"/>
                  <a:pt x="44952" y="120130"/>
                  <a:pt x="50348" y="114734"/>
                </a:cubicBezTo>
                <a:cubicBezTo>
                  <a:pt x="55744" y="109338"/>
                  <a:pt x="58442" y="102768"/>
                  <a:pt x="58442" y="95025"/>
                </a:cubicBezTo>
                <a:cubicBezTo>
                  <a:pt x="58442" y="87525"/>
                  <a:pt x="56033" y="80529"/>
                  <a:pt x="51217" y="74035"/>
                </a:cubicBezTo>
                <a:cubicBezTo>
                  <a:pt x="46400" y="67542"/>
                  <a:pt x="39754" y="62527"/>
                  <a:pt x="31279" y="58991"/>
                </a:cubicBezTo>
                <a:cubicBezTo>
                  <a:pt x="24633" y="56247"/>
                  <a:pt x="15578" y="54661"/>
                  <a:pt x="4116" y="54235"/>
                </a:cubicBezTo>
                <a:lnTo>
                  <a:pt x="27895" y="6036"/>
                </a:lnTo>
                <a:lnTo>
                  <a:pt x="72343" y="6036"/>
                </a:lnTo>
                <a:close/>
                <a:moveTo>
                  <a:pt x="108103" y="112311"/>
                </a:moveTo>
                <a:cubicBezTo>
                  <a:pt x="110969" y="112311"/>
                  <a:pt x="113377" y="113301"/>
                  <a:pt x="115328" y="115283"/>
                </a:cubicBezTo>
                <a:cubicBezTo>
                  <a:pt x="117279" y="117265"/>
                  <a:pt x="118255" y="119658"/>
                  <a:pt x="118255" y="122462"/>
                </a:cubicBezTo>
                <a:cubicBezTo>
                  <a:pt x="118255" y="125267"/>
                  <a:pt x="117264" y="127660"/>
                  <a:pt x="115282" y="129642"/>
                </a:cubicBezTo>
                <a:cubicBezTo>
                  <a:pt x="113301" y="131624"/>
                  <a:pt x="110908" y="132614"/>
                  <a:pt x="108103" y="132614"/>
                </a:cubicBezTo>
                <a:cubicBezTo>
                  <a:pt x="105298" y="132614"/>
                  <a:pt x="102905" y="131624"/>
                  <a:pt x="100923" y="129642"/>
                </a:cubicBezTo>
                <a:cubicBezTo>
                  <a:pt x="98942" y="127660"/>
                  <a:pt x="97951" y="125267"/>
                  <a:pt x="97951" y="122462"/>
                </a:cubicBezTo>
                <a:cubicBezTo>
                  <a:pt x="97951" y="119597"/>
                  <a:pt x="98942" y="117188"/>
                  <a:pt x="100923" y="115237"/>
                </a:cubicBezTo>
                <a:cubicBezTo>
                  <a:pt x="102905" y="113286"/>
                  <a:pt x="105298" y="112311"/>
                  <a:pt x="108103" y="112311"/>
                </a:cubicBezTo>
                <a:close/>
                <a:moveTo>
                  <a:pt x="266326" y="3292"/>
                </a:moveTo>
                <a:lnTo>
                  <a:pt x="267332" y="44632"/>
                </a:lnTo>
                <a:lnTo>
                  <a:pt x="263582" y="44632"/>
                </a:lnTo>
                <a:cubicBezTo>
                  <a:pt x="261814" y="34293"/>
                  <a:pt x="257470" y="25977"/>
                  <a:pt x="250550" y="19684"/>
                </a:cubicBezTo>
                <a:cubicBezTo>
                  <a:pt x="243629" y="13390"/>
                  <a:pt x="236145" y="10243"/>
                  <a:pt x="228097" y="10243"/>
                </a:cubicBezTo>
                <a:cubicBezTo>
                  <a:pt x="221877" y="10243"/>
                  <a:pt x="216954" y="11900"/>
                  <a:pt x="213326" y="15213"/>
                </a:cubicBezTo>
                <a:cubicBezTo>
                  <a:pt x="209698" y="18525"/>
                  <a:pt x="207884" y="22339"/>
                  <a:pt x="207884" y="26654"/>
                </a:cubicBezTo>
                <a:cubicBezTo>
                  <a:pt x="207884" y="29389"/>
                  <a:pt x="208525" y="31820"/>
                  <a:pt x="209805" y="33948"/>
                </a:cubicBezTo>
                <a:cubicBezTo>
                  <a:pt x="211573" y="36804"/>
                  <a:pt x="214408" y="39630"/>
                  <a:pt x="218311" y="42425"/>
                </a:cubicBezTo>
                <a:cubicBezTo>
                  <a:pt x="221176" y="44432"/>
                  <a:pt x="227792" y="47988"/>
                  <a:pt x="238157" y="53094"/>
                </a:cubicBezTo>
                <a:cubicBezTo>
                  <a:pt x="252668" y="60205"/>
                  <a:pt x="262454" y="66923"/>
                  <a:pt x="267515" y="73247"/>
                </a:cubicBezTo>
                <a:cubicBezTo>
                  <a:pt x="272515" y="79569"/>
                  <a:pt x="275015" y="86803"/>
                  <a:pt x="275015" y="94951"/>
                </a:cubicBezTo>
                <a:cubicBezTo>
                  <a:pt x="275015" y="105285"/>
                  <a:pt x="270975" y="114177"/>
                  <a:pt x="262896" y="121625"/>
                </a:cubicBezTo>
                <a:cubicBezTo>
                  <a:pt x="254818" y="129073"/>
                  <a:pt x="244559" y="132797"/>
                  <a:pt x="232121" y="132797"/>
                </a:cubicBezTo>
                <a:cubicBezTo>
                  <a:pt x="228219" y="132797"/>
                  <a:pt x="224530" y="132401"/>
                  <a:pt x="221054" y="131608"/>
                </a:cubicBezTo>
                <a:cubicBezTo>
                  <a:pt x="217579" y="130816"/>
                  <a:pt x="213219" y="129322"/>
                  <a:pt x="207976" y="127127"/>
                </a:cubicBezTo>
                <a:cubicBezTo>
                  <a:pt x="205049" y="125907"/>
                  <a:pt x="202641" y="125298"/>
                  <a:pt x="200751" y="125298"/>
                </a:cubicBezTo>
                <a:cubicBezTo>
                  <a:pt x="199165" y="125298"/>
                  <a:pt x="197489" y="125915"/>
                  <a:pt x="195720" y="127150"/>
                </a:cubicBezTo>
                <a:cubicBezTo>
                  <a:pt x="193952" y="128384"/>
                  <a:pt x="192519" y="130267"/>
                  <a:pt x="191422" y="132797"/>
                </a:cubicBezTo>
                <a:lnTo>
                  <a:pt x="188038" y="132797"/>
                </a:lnTo>
                <a:lnTo>
                  <a:pt x="188038" y="85971"/>
                </a:lnTo>
                <a:lnTo>
                  <a:pt x="191422" y="85971"/>
                </a:lnTo>
                <a:cubicBezTo>
                  <a:pt x="194105" y="99110"/>
                  <a:pt x="199272" y="109132"/>
                  <a:pt x="206924" y="116038"/>
                </a:cubicBezTo>
                <a:cubicBezTo>
                  <a:pt x="214576" y="122943"/>
                  <a:pt x="222823" y="126395"/>
                  <a:pt x="231663" y="126395"/>
                </a:cubicBezTo>
                <a:cubicBezTo>
                  <a:pt x="238492" y="126395"/>
                  <a:pt x="243934" y="124541"/>
                  <a:pt x="247989" y="120833"/>
                </a:cubicBezTo>
                <a:cubicBezTo>
                  <a:pt x="252043" y="117125"/>
                  <a:pt x="254071" y="112810"/>
                  <a:pt x="254071" y="107886"/>
                </a:cubicBezTo>
                <a:cubicBezTo>
                  <a:pt x="254071" y="104969"/>
                  <a:pt x="253293" y="102144"/>
                  <a:pt x="251739" y="99409"/>
                </a:cubicBezTo>
                <a:cubicBezTo>
                  <a:pt x="250184" y="96673"/>
                  <a:pt x="247821" y="94074"/>
                  <a:pt x="244651" y="91612"/>
                </a:cubicBezTo>
                <a:cubicBezTo>
                  <a:pt x="241480" y="89151"/>
                  <a:pt x="235871" y="85945"/>
                  <a:pt x="227822" y="81995"/>
                </a:cubicBezTo>
                <a:cubicBezTo>
                  <a:pt x="216542" y="76464"/>
                  <a:pt x="208433" y="71750"/>
                  <a:pt x="203494" y="67853"/>
                </a:cubicBezTo>
                <a:cubicBezTo>
                  <a:pt x="198556" y="63957"/>
                  <a:pt x="194760" y="59604"/>
                  <a:pt x="192108" y="54795"/>
                </a:cubicBezTo>
                <a:cubicBezTo>
                  <a:pt x="189456" y="49986"/>
                  <a:pt x="188129" y="44690"/>
                  <a:pt x="188129" y="38907"/>
                </a:cubicBezTo>
                <a:cubicBezTo>
                  <a:pt x="188129" y="29045"/>
                  <a:pt x="191757" y="20644"/>
                  <a:pt x="199013" y="13704"/>
                </a:cubicBezTo>
                <a:cubicBezTo>
                  <a:pt x="206269" y="6763"/>
                  <a:pt x="215414" y="3292"/>
                  <a:pt x="226450" y="3292"/>
                </a:cubicBezTo>
                <a:cubicBezTo>
                  <a:pt x="230475" y="3292"/>
                  <a:pt x="234377" y="3786"/>
                  <a:pt x="238157" y="4773"/>
                </a:cubicBezTo>
                <a:cubicBezTo>
                  <a:pt x="241023" y="5512"/>
                  <a:pt x="244513" y="6883"/>
                  <a:pt x="248629" y="8886"/>
                </a:cubicBezTo>
                <a:cubicBezTo>
                  <a:pt x="252745" y="10888"/>
                  <a:pt x="255625" y="11890"/>
                  <a:pt x="257272" y="11890"/>
                </a:cubicBezTo>
                <a:cubicBezTo>
                  <a:pt x="258857" y="11890"/>
                  <a:pt x="260107" y="11397"/>
                  <a:pt x="261022" y="10412"/>
                </a:cubicBezTo>
                <a:cubicBezTo>
                  <a:pt x="261936" y="9425"/>
                  <a:pt x="262790" y="7052"/>
                  <a:pt x="263582" y="3292"/>
                </a:cubicBezTo>
                <a:lnTo>
                  <a:pt x="266326" y="3292"/>
                </a:lnTo>
                <a:close/>
                <a:moveTo>
                  <a:pt x="361231" y="84141"/>
                </a:moveTo>
                <a:lnTo>
                  <a:pt x="314313" y="84141"/>
                </a:lnTo>
                <a:cubicBezTo>
                  <a:pt x="314862" y="95513"/>
                  <a:pt x="317880" y="104499"/>
                  <a:pt x="323368" y="111102"/>
                </a:cubicBezTo>
                <a:cubicBezTo>
                  <a:pt x="327575" y="116176"/>
                  <a:pt x="332635" y="118713"/>
                  <a:pt x="338550" y="118713"/>
                </a:cubicBezTo>
                <a:cubicBezTo>
                  <a:pt x="342208" y="118713"/>
                  <a:pt x="345531" y="117691"/>
                  <a:pt x="348519" y="115649"/>
                </a:cubicBezTo>
                <a:cubicBezTo>
                  <a:pt x="351506" y="113606"/>
                  <a:pt x="354707" y="109933"/>
                  <a:pt x="358122" y="104628"/>
                </a:cubicBezTo>
                <a:lnTo>
                  <a:pt x="361231" y="106640"/>
                </a:lnTo>
                <a:cubicBezTo>
                  <a:pt x="356597" y="116091"/>
                  <a:pt x="351476" y="122783"/>
                  <a:pt x="345866" y="126715"/>
                </a:cubicBezTo>
                <a:cubicBezTo>
                  <a:pt x="340257" y="130648"/>
                  <a:pt x="333763" y="132614"/>
                  <a:pt x="326386" y="132614"/>
                </a:cubicBezTo>
                <a:cubicBezTo>
                  <a:pt x="313704" y="132614"/>
                  <a:pt x="304100" y="127732"/>
                  <a:pt x="297576" y="117967"/>
                </a:cubicBezTo>
                <a:cubicBezTo>
                  <a:pt x="292333" y="110094"/>
                  <a:pt x="289711" y="100329"/>
                  <a:pt x="289711" y="88672"/>
                </a:cubicBezTo>
                <a:cubicBezTo>
                  <a:pt x="289711" y="74389"/>
                  <a:pt x="293567" y="63021"/>
                  <a:pt x="301280" y="54569"/>
                </a:cubicBezTo>
                <a:cubicBezTo>
                  <a:pt x="308993" y="46115"/>
                  <a:pt x="318033" y="41888"/>
                  <a:pt x="328398" y="41888"/>
                </a:cubicBezTo>
                <a:cubicBezTo>
                  <a:pt x="337056" y="41888"/>
                  <a:pt x="344571" y="45439"/>
                  <a:pt x="350942" y="52543"/>
                </a:cubicBezTo>
                <a:cubicBezTo>
                  <a:pt x="357314" y="59646"/>
                  <a:pt x="360743" y="70179"/>
                  <a:pt x="361231" y="84141"/>
                </a:cubicBezTo>
                <a:moveTo>
                  <a:pt x="338733" y="78105"/>
                </a:moveTo>
                <a:cubicBezTo>
                  <a:pt x="338733" y="68289"/>
                  <a:pt x="338199" y="61551"/>
                  <a:pt x="337132" y="57893"/>
                </a:cubicBezTo>
                <a:cubicBezTo>
                  <a:pt x="336065" y="54235"/>
                  <a:pt x="334404" y="51460"/>
                  <a:pt x="332148" y="49570"/>
                </a:cubicBezTo>
                <a:cubicBezTo>
                  <a:pt x="330867" y="48473"/>
                  <a:pt x="329160" y="47924"/>
                  <a:pt x="327026" y="47924"/>
                </a:cubicBezTo>
                <a:cubicBezTo>
                  <a:pt x="323855" y="47924"/>
                  <a:pt x="321264" y="49479"/>
                  <a:pt x="319252" y="52588"/>
                </a:cubicBezTo>
                <a:cubicBezTo>
                  <a:pt x="315655" y="58015"/>
                  <a:pt x="313856" y="65454"/>
                  <a:pt x="313856" y="74904"/>
                </a:cubicBezTo>
                <a:lnTo>
                  <a:pt x="313856" y="78105"/>
                </a:lnTo>
                <a:lnTo>
                  <a:pt x="338733" y="78105"/>
                </a:lnTo>
                <a:close/>
                <a:moveTo>
                  <a:pt x="405434" y="6036"/>
                </a:moveTo>
                <a:lnTo>
                  <a:pt x="405434" y="112311"/>
                </a:lnTo>
                <a:cubicBezTo>
                  <a:pt x="405434" y="118347"/>
                  <a:pt x="406135" y="122203"/>
                  <a:pt x="407537" y="123880"/>
                </a:cubicBezTo>
                <a:cubicBezTo>
                  <a:pt x="408940" y="125557"/>
                  <a:pt x="411684" y="126517"/>
                  <a:pt x="415769" y="126761"/>
                </a:cubicBezTo>
                <a:lnTo>
                  <a:pt x="415769" y="130053"/>
                </a:lnTo>
                <a:lnTo>
                  <a:pt x="369582" y="130053"/>
                </a:lnTo>
                <a:lnTo>
                  <a:pt x="369582" y="126761"/>
                </a:lnTo>
                <a:cubicBezTo>
                  <a:pt x="373363" y="126639"/>
                  <a:pt x="376167" y="125542"/>
                  <a:pt x="377996" y="123468"/>
                </a:cubicBezTo>
                <a:cubicBezTo>
                  <a:pt x="379216" y="122066"/>
                  <a:pt x="379826" y="118347"/>
                  <a:pt x="379826" y="112311"/>
                </a:cubicBezTo>
                <a:lnTo>
                  <a:pt x="379826" y="23779"/>
                </a:lnTo>
                <a:cubicBezTo>
                  <a:pt x="379826" y="17766"/>
                  <a:pt x="379124" y="13916"/>
                  <a:pt x="377722" y="12230"/>
                </a:cubicBezTo>
                <a:cubicBezTo>
                  <a:pt x="376320" y="10541"/>
                  <a:pt x="373606" y="9575"/>
                  <a:pt x="369582" y="9329"/>
                </a:cubicBezTo>
                <a:lnTo>
                  <a:pt x="369582" y="6036"/>
                </a:lnTo>
                <a:lnTo>
                  <a:pt x="405434" y="6036"/>
                </a:lnTo>
                <a:close/>
                <a:moveTo>
                  <a:pt x="496466" y="84141"/>
                </a:moveTo>
                <a:lnTo>
                  <a:pt x="449548" y="84141"/>
                </a:lnTo>
                <a:cubicBezTo>
                  <a:pt x="450097" y="95513"/>
                  <a:pt x="453115" y="104499"/>
                  <a:pt x="458603" y="111102"/>
                </a:cubicBezTo>
                <a:cubicBezTo>
                  <a:pt x="462810" y="116176"/>
                  <a:pt x="467870" y="118713"/>
                  <a:pt x="473785" y="118713"/>
                </a:cubicBezTo>
                <a:cubicBezTo>
                  <a:pt x="477443" y="118713"/>
                  <a:pt x="480766" y="117691"/>
                  <a:pt x="483753" y="115649"/>
                </a:cubicBezTo>
                <a:cubicBezTo>
                  <a:pt x="486741" y="113606"/>
                  <a:pt x="489942" y="109933"/>
                  <a:pt x="493357" y="104628"/>
                </a:cubicBezTo>
                <a:lnTo>
                  <a:pt x="496466" y="106640"/>
                </a:lnTo>
                <a:cubicBezTo>
                  <a:pt x="491832" y="116091"/>
                  <a:pt x="486711" y="122783"/>
                  <a:pt x="481101" y="126715"/>
                </a:cubicBezTo>
                <a:cubicBezTo>
                  <a:pt x="475492" y="130648"/>
                  <a:pt x="468998" y="132614"/>
                  <a:pt x="461621" y="132614"/>
                </a:cubicBezTo>
                <a:cubicBezTo>
                  <a:pt x="448938" y="132614"/>
                  <a:pt x="439335" y="127732"/>
                  <a:pt x="432811" y="117967"/>
                </a:cubicBezTo>
                <a:cubicBezTo>
                  <a:pt x="427568" y="110094"/>
                  <a:pt x="424946" y="100329"/>
                  <a:pt x="424946" y="88672"/>
                </a:cubicBezTo>
                <a:cubicBezTo>
                  <a:pt x="424946" y="74389"/>
                  <a:pt x="428802" y="63021"/>
                  <a:pt x="436515" y="54569"/>
                </a:cubicBezTo>
                <a:cubicBezTo>
                  <a:pt x="444228" y="46115"/>
                  <a:pt x="453267" y="41888"/>
                  <a:pt x="463633" y="41888"/>
                </a:cubicBezTo>
                <a:cubicBezTo>
                  <a:pt x="472291" y="41888"/>
                  <a:pt x="479806" y="45439"/>
                  <a:pt x="486177" y="52543"/>
                </a:cubicBezTo>
                <a:cubicBezTo>
                  <a:pt x="492549" y="59646"/>
                  <a:pt x="495978" y="70179"/>
                  <a:pt x="496466" y="84141"/>
                </a:cubicBezTo>
                <a:moveTo>
                  <a:pt x="473967" y="78105"/>
                </a:moveTo>
                <a:cubicBezTo>
                  <a:pt x="473967" y="68289"/>
                  <a:pt x="473434" y="61551"/>
                  <a:pt x="472367" y="57893"/>
                </a:cubicBezTo>
                <a:cubicBezTo>
                  <a:pt x="471300" y="54235"/>
                  <a:pt x="469638" y="51460"/>
                  <a:pt x="467382" y="49570"/>
                </a:cubicBezTo>
                <a:cubicBezTo>
                  <a:pt x="466102" y="48473"/>
                  <a:pt x="464395" y="47924"/>
                  <a:pt x="462261" y="47924"/>
                </a:cubicBezTo>
                <a:cubicBezTo>
                  <a:pt x="459090" y="47924"/>
                  <a:pt x="456499" y="49479"/>
                  <a:pt x="454487" y="52588"/>
                </a:cubicBezTo>
                <a:cubicBezTo>
                  <a:pt x="450890" y="58015"/>
                  <a:pt x="449091" y="65454"/>
                  <a:pt x="449091" y="74904"/>
                </a:cubicBezTo>
                <a:lnTo>
                  <a:pt x="449091" y="78105"/>
                </a:lnTo>
                <a:lnTo>
                  <a:pt x="473967" y="78105"/>
                </a:lnTo>
                <a:close/>
                <a:moveTo>
                  <a:pt x="576978" y="107941"/>
                </a:moveTo>
                <a:lnTo>
                  <a:pt x="579813" y="110133"/>
                </a:lnTo>
                <a:cubicBezTo>
                  <a:pt x="575789" y="117718"/>
                  <a:pt x="570774" y="123362"/>
                  <a:pt x="564768" y="127064"/>
                </a:cubicBezTo>
                <a:cubicBezTo>
                  <a:pt x="558763" y="130764"/>
                  <a:pt x="552376" y="132614"/>
                  <a:pt x="545608" y="132614"/>
                </a:cubicBezTo>
                <a:cubicBezTo>
                  <a:pt x="534206" y="132614"/>
                  <a:pt x="525091" y="128312"/>
                  <a:pt x="518262" y="119707"/>
                </a:cubicBezTo>
                <a:cubicBezTo>
                  <a:pt x="511433" y="111101"/>
                  <a:pt x="508019" y="100755"/>
                  <a:pt x="508019" y="88672"/>
                </a:cubicBezTo>
                <a:cubicBezTo>
                  <a:pt x="508019" y="77013"/>
                  <a:pt x="511128" y="66759"/>
                  <a:pt x="517347" y="57910"/>
                </a:cubicBezTo>
                <a:cubicBezTo>
                  <a:pt x="524847" y="47229"/>
                  <a:pt x="535182" y="41888"/>
                  <a:pt x="548352" y="41888"/>
                </a:cubicBezTo>
                <a:cubicBezTo>
                  <a:pt x="557193" y="41888"/>
                  <a:pt x="564220" y="44120"/>
                  <a:pt x="569433" y="48584"/>
                </a:cubicBezTo>
                <a:cubicBezTo>
                  <a:pt x="574646" y="53047"/>
                  <a:pt x="577252" y="58029"/>
                  <a:pt x="577252" y="63532"/>
                </a:cubicBezTo>
                <a:cubicBezTo>
                  <a:pt x="577252" y="67017"/>
                  <a:pt x="576201" y="69799"/>
                  <a:pt x="574097" y="71878"/>
                </a:cubicBezTo>
                <a:cubicBezTo>
                  <a:pt x="571994" y="73956"/>
                  <a:pt x="569235" y="74996"/>
                  <a:pt x="565820" y="74996"/>
                </a:cubicBezTo>
                <a:cubicBezTo>
                  <a:pt x="562223" y="74996"/>
                  <a:pt x="559250" y="73803"/>
                  <a:pt x="556903" y="71417"/>
                </a:cubicBezTo>
                <a:cubicBezTo>
                  <a:pt x="554556" y="69030"/>
                  <a:pt x="553107" y="64777"/>
                  <a:pt x="552559" y="58659"/>
                </a:cubicBezTo>
                <a:cubicBezTo>
                  <a:pt x="552193" y="54804"/>
                  <a:pt x="551309" y="52112"/>
                  <a:pt x="549906" y="50582"/>
                </a:cubicBezTo>
                <a:cubicBezTo>
                  <a:pt x="548504" y="49054"/>
                  <a:pt x="546858" y="48290"/>
                  <a:pt x="544968" y="48290"/>
                </a:cubicBezTo>
                <a:cubicBezTo>
                  <a:pt x="542041" y="48290"/>
                  <a:pt x="539541" y="49845"/>
                  <a:pt x="537468" y="52954"/>
                </a:cubicBezTo>
                <a:cubicBezTo>
                  <a:pt x="534298" y="57649"/>
                  <a:pt x="532712" y="64844"/>
                  <a:pt x="532712" y="74538"/>
                </a:cubicBezTo>
                <a:cubicBezTo>
                  <a:pt x="532712" y="82587"/>
                  <a:pt x="533993" y="90284"/>
                  <a:pt x="536553" y="97632"/>
                </a:cubicBezTo>
                <a:cubicBezTo>
                  <a:pt x="539114" y="104979"/>
                  <a:pt x="542620" y="110451"/>
                  <a:pt x="547071" y="114048"/>
                </a:cubicBezTo>
                <a:cubicBezTo>
                  <a:pt x="550425" y="116670"/>
                  <a:pt x="554388" y="117981"/>
                  <a:pt x="558961" y="117981"/>
                </a:cubicBezTo>
                <a:cubicBezTo>
                  <a:pt x="561948" y="117981"/>
                  <a:pt x="564784" y="117282"/>
                  <a:pt x="567466" y="115883"/>
                </a:cubicBezTo>
                <a:cubicBezTo>
                  <a:pt x="570149" y="114483"/>
                  <a:pt x="573320" y="111835"/>
                  <a:pt x="576978" y="107941"/>
                </a:cubicBezTo>
                <a:close/>
                <a:moveTo>
                  <a:pt x="624290" y="12987"/>
                </a:moveTo>
                <a:lnTo>
                  <a:pt x="624290" y="44449"/>
                </a:lnTo>
                <a:lnTo>
                  <a:pt x="644594" y="44449"/>
                </a:lnTo>
                <a:lnTo>
                  <a:pt x="644594" y="53412"/>
                </a:lnTo>
                <a:lnTo>
                  <a:pt x="624290" y="53412"/>
                </a:lnTo>
                <a:lnTo>
                  <a:pt x="624290" y="106326"/>
                </a:lnTo>
                <a:cubicBezTo>
                  <a:pt x="624290" y="111278"/>
                  <a:pt x="624519" y="114472"/>
                  <a:pt x="624976" y="115909"/>
                </a:cubicBezTo>
                <a:cubicBezTo>
                  <a:pt x="625433" y="117346"/>
                  <a:pt x="626241" y="118508"/>
                  <a:pt x="627400" y="119396"/>
                </a:cubicBezTo>
                <a:cubicBezTo>
                  <a:pt x="628558" y="120282"/>
                  <a:pt x="629625" y="120725"/>
                  <a:pt x="630601" y="120725"/>
                </a:cubicBezTo>
                <a:cubicBezTo>
                  <a:pt x="634564" y="120725"/>
                  <a:pt x="638314" y="117676"/>
                  <a:pt x="641850" y="111579"/>
                </a:cubicBezTo>
                <a:lnTo>
                  <a:pt x="644594" y="113611"/>
                </a:lnTo>
                <a:cubicBezTo>
                  <a:pt x="639655" y="125426"/>
                  <a:pt x="631637" y="131334"/>
                  <a:pt x="620540" y="131334"/>
                </a:cubicBezTo>
                <a:cubicBezTo>
                  <a:pt x="615114" y="131334"/>
                  <a:pt x="610526" y="129820"/>
                  <a:pt x="606776" y="126792"/>
                </a:cubicBezTo>
                <a:cubicBezTo>
                  <a:pt x="603026" y="123763"/>
                  <a:pt x="600633" y="120382"/>
                  <a:pt x="599597" y="116649"/>
                </a:cubicBezTo>
                <a:cubicBezTo>
                  <a:pt x="598987" y="114568"/>
                  <a:pt x="598682" y="108939"/>
                  <a:pt x="598682" y="99761"/>
                </a:cubicBezTo>
                <a:lnTo>
                  <a:pt x="598682" y="53412"/>
                </a:lnTo>
                <a:lnTo>
                  <a:pt x="587524" y="53412"/>
                </a:lnTo>
                <a:lnTo>
                  <a:pt x="587524" y="50202"/>
                </a:lnTo>
                <a:cubicBezTo>
                  <a:pt x="595207" y="44764"/>
                  <a:pt x="601746" y="39051"/>
                  <a:pt x="607142" y="33062"/>
                </a:cubicBezTo>
                <a:cubicBezTo>
                  <a:pt x="612538" y="27074"/>
                  <a:pt x="617248" y="20382"/>
                  <a:pt x="621272" y="12987"/>
                </a:cubicBezTo>
                <a:lnTo>
                  <a:pt x="624290" y="12987"/>
                </a:lnTo>
                <a:close/>
                <a:moveTo>
                  <a:pt x="723616" y="18657"/>
                </a:moveTo>
                <a:lnTo>
                  <a:pt x="723616" y="46278"/>
                </a:lnTo>
                <a:lnTo>
                  <a:pt x="743188" y="46278"/>
                </a:lnTo>
                <a:lnTo>
                  <a:pt x="743188" y="52680"/>
                </a:lnTo>
                <a:lnTo>
                  <a:pt x="723616" y="52680"/>
                </a:lnTo>
                <a:lnTo>
                  <a:pt x="723616" y="106932"/>
                </a:lnTo>
                <a:cubicBezTo>
                  <a:pt x="723616" y="112353"/>
                  <a:pt x="724394" y="116007"/>
                  <a:pt x="725949" y="117895"/>
                </a:cubicBezTo>
                <a:cubicBezTo>
                  <a:pt x="727503" y="119782"/>
                  <a:pt x="729500" y="120725"/>
                  <a:pt x="731939" y="120725"/>
                </a:cubicBezTo>
                <a:cubicBezTo>
                  <a:pt x="733951" y="120725"/>
                  <a:pt x="735902" y="120100"/>
                  <a:pt x="737792" y="118850"/>
                </a:cubicBezTo>
                <a:cubicBezTo>
                  <a:pt x="739683" y="117600"/>
                  <a:pt x="741146" y="115756"/>
                  <a:pt x="742182" y="113317"/>
                </a:cubicBezTo>
                <a:lnTo>
                  <a:pt x="745749" y="113317"/>
                </a:lnTo>
                <a:cubicBezTo>
                  <a:pt x="743615" y="119309"/>
                  <a:pt x="740597" y="123841"/>
                  <a:pt x="736695" y="126912"/>
                </a:cubicBezTo>
                <a:cubicBezTo>
                  <a:pt x="732793" y="129982"/>
                  <a:pt x="728769" y="131517"/>
                  <a:pt x="724622" y="131517"/>
                </a:cubicBezTo>
                <a:cubicBezTo>
                  <a:pt x="721818" y="131517"/>
                  <a:pt x="719074" y="130738"/>
                  <a:pt x="716391" y="129182"/>
                </a:cubicBezTo>
                <a:cubicBezTo>
                  <a:pt x="713708" y="127625"/>
                  <a:pt x="711727" y="125398"/>
                  <a:pt x="710446" y="122500"/>
                </a:cubicBezTo>
                <a:cubicBezTo>
                  <a:pt x="709166" y="119600"/>
                  <a:pt x="708526" y="115128"/>
                  <a:pt x="708526" y="109084"/>
                </a:cubicBezTo>
                <a:lnTo>
                  <a:pt x="708526" y="52680"/>
                </a:lnTo>
                <a:lnTo>
                  <a:pt x="695264" y="52680"/>
                </a:lnTo>
                <a:lnTo>
                  <a:pt x="695264" y="49662"/>
                </a:lnTo>
                <a:cubicBezTo>
                  <a:pt x="698618" y="48317"/>
                  <a:pt x="702047" y="46039"/>
                  <a:pt x="705553" y="42828"/>
                </a:cubicBezTo>
                <a:cubicBezTo>
                  <a:pt x="709059" y="39618"/>
                  <a:pt x="712184" y="35811"/>
                  <a:pt x="714928" y="31407"/>
                </a:cubicBezTo>
                <a:cubicBezTo>
                  <a:pt x="716330" y="29085"/>
                  <a:pt x="718281" y="24835"/>
                  <a:pt x="720781" y="18657"/>
                </a:cubicBezTo>
                <a:lnTo>
                  <a:pt x="723616" y="18657"/>
                </a:lnTo>
                <a:close/>
                <a:moveTo>
                  <a:pt x="775962" y="0"/>
                </a:moveTo>
                <a:lnTo>
                  <a:pt x="775962" y="61368"/>
                </a:lnTo>
                <a:cubicBezTo>
                  <a:pt x="782730" y="53930"/>
                  <a:pt x="788096" y="49159"/>
                  <a:pt x="792059" y="47055"/>
                </a:cubicBezTo>
                <a:cubicBezTo>
                  <a:pt x="796022" y="44952"/>
                  <a:pt x="799985" y="43900"/>
                  <a:pt x="803949" y="43900"/>
                </a:cubicBezTo>
                <a:cubicBezTo>
                  <a:pt x="808704" y="43900"/>
                  <a:pt x="812790" y="45208"/>
                  <a:pt x="816204" y="47824"/>
                </a:cubicBezTo>
                <a:cubicBezTo>
                  <a:pt x="819618" y="50440"/>
                  <a:pt x="822149" y="54546"/>
                  <a:pt x="823795" y="60142"/>
                </a:cubicBezTo>
                <a:cubicBezTo>
                  <a:pt x="824953" y="64037"/>
                  <a:pt x="825533" y="71155"/>
                  <a:pt x="825533" y="81498"/>
                </a:cubicBezTo>
                <a:lnTo>
                  <a:pt x="825533" y="111064"/>
                </a:lnTo>
                <a:cubicBezTo>
                  <a:pt x="825533" y="116358"/>
                  <a:pt x="825960" y="119978"/>
                  <a:pt x="826813" y="121925"/>
                </a:cubicBezTo>
                <a:cubicBezTo>
                  <a:pt x="827423" y="123385"/>
                  <a:pt x="828459" y="124540"/>
                  <a:pt x="829923" y="125392"/>
                </a:cubicBezTo>
                <a:cubicBezTo>
                  <a:pt x="831386" y="126244"/>
                  <a:pt x="834069" y="126670"/>
                  <a:pt x="837971" y="126670"/>
                </a:cubicBezTo>
                <a:lnTo>
                  <a:pt x="837971" y="130053"/>
                </a:lnTo>
                <a:lnTo>
                  <a:pt x="796815" y="130053"/>
                </a:lnTo>
                <a:lnTo>
                  <a:pt x="796815" y="126670"/>
                </a:lnTo>
                <a:lnTo>
                  <a:pt x="798735" y="126670"/>
                </a:lnTo>
                <a:cubicBezTo>
                  <a:pt x="802638" y="126670"/>
                  <a:pt x="805351" y="126075"/>
                  <a:pt x="806875" y="124886"/>
                </a:cubicBezTo>
                <a:cubicBezTo>
                  <a:pt x="808400" y="123697"/>
                  <a:pt x="809467" y="121944"/>
                  <a:pt x="810076" y="119627"/>
                </a:cubicBezTo>
                <a:cubicBezTo>
                  <a:pt x="810259" y="118652"/>
                  <a:pt x="810351" y="115786"/>
                  <a:pt x="810351" y="111030"/>
                </a:cubicBezTo>
                <a:lnTo>
                  <a:pt x="810351" y="81398"/>
                </a:lnTo>
                <a:cubicBezTo>
                  <a:pt x="810351" y="72252"/>
                  <a:pt x="809878" y="66246"/>
                  <a:pt x="808933" y="63380"/>
                </a:cubicBezTo>
                <a:cubicBezTo>
                  <a:pt x="807988" y="60515"/>
                  <a:pt x="806479" y="58366"/>
                  <a:pt x="804406" y="56933"/>
                </a:cubicBezTo>
                <a:cubicBezTo>
                  <a:pt x="802333" y="55500"/>
                  <a:pt x="799833" y="54783"/>
                  <a:pt x="796906" y="54783"/>
                </a:cubicBezTo>
                <a:cubicBezTo>
                  <a:pt x="793919" y="54783"/>
                  <a:pt x="790809" y="55576"/>
                  <a:pt x="787578" y="57161"/>
                </a:cubicBezTo>
                <a:cubicBezTo>
                  <a:pt x="784346" y="58747"/>
                  <a:pt x="780474" y="61948"/>
                  <a:pt x="775962" y="66764"/>
                </a:cubicBezTo>
                <a:lnTo>
                  <a:pt x="775962" y="111030"/>
                </a:lnTo>
                <a:cubicBezTo>
                  <a:pt x="775962" y="116762"/>
                  <a:pt x="776282" y="120328"/>
                  <a:pt x="776923" y="121731"/>
                </a:cubicBezTo>
                <a:cubicBezTo>
                  <a:pt x="777563" y="123133"/>
                  <a:pt x="778752" y="124307"/>
                  <a:pt x="780490" y="125252"/>
                </a:cubicBezTo>
                <a:cubicBezTo>
                  <a:pt x="782227" y="126197"/>
                  <a:pt x="785230" y="126670"/>
                  <a:pt x="789498" y="126670"/>
                </a:cubicBezTo>
                <a:lnTo>
                  <a:pt x="789498" y="130053"/>
                </a:lnTo>
                <a:lnTo>
                  <a:pt x="747976" y="130053"/>
                </a:lnTo>
                <a:lnTo>
                  <a:pt x="747976" y="126670"/>
                </a:lnTo>
                <a:cubicBezTo>
                  <a:pt x="751695" y="126670"/>
                  <a:pt x="754622" y="126090"/>
                  <a:pt x="756756" y="124932"/>
                </a:cubicBezTo>
                <a:cubicBezTo>
                  <a:pt x="757976" y="124324"/>
                  <a:pt x="758951" y="123167"/>
                  <a:pt x="759683" y="121462"/>
                </a:cubicBezTo>
                <a:cubicBezTo>
                  <a:pt x="760415" y="119755"/>
                  <a:pt x="760780" y="116281"/>
                  <a:pt x="760780" y="111042"/>
                </a:cubicBezTo>
                <a:lnTo>
                  <a:pt x="760780" y="35277"/>
                </a:lnTo>
                <a:cubicBezTo>
                  <a:pt x="760780" y="25712"/>
                  <a:pt x="760552" y="19833"/>
                  <a:pt x="760094" y="17640"/>
                </a:cubicBezTo>
                <a:cubicBezTo>
                  <a:pt x="759637" y="15445"/>
                  <a:pt x="758936" y="13952"/>
                  <a:pt x="757991" y="13161"/>
                </a:cubicBezTo>
                <a:cubicBezTo>
                  <a:pt x="757046" y="12369"/>
                  <a:pt x="755781" y="11972"/>
                  <a:pt x="754195" y="11972"/>
                </a:cubicBezTo>
                <a:cubicBezTo>
                  <a:pt x="752915" y="11972"/>
                  <a:pt x="750842" y="12460"/>
                  <a:pt x="747976" y="13436"/>
                </a:cubicBezTo>
                <a:lnTo>
                  <a:pt x="746696" y="10235"/>
                </a:lnTo>
                <a:lnTo>
                  <a:pt x="771755" y="0"/>
                </a:lnTo>
                <a:lnTo>
                  <a:pt x="775962" y="0"/>
                </a:lnTo>
                <a:close/>
                <a:moveTo>
                  <a:pt x="859097" y="77922"/>
                </a:moveTo>
                <a:cubicBezTo>
                  <a:pt x="859036" y="90332"/>
                  <a:pt x="862054" y="100066"/>
                  <a:pt x="868151" y="107123"/>
                </a:cubicBezTo>
                <a:cubicBezTo>
                  <a:pt x="874249" y="114179"/>
                  <a:pt x="881413" y="117707"/>
                  <a:pt x="889644" y="117707"/>
                </a:cubicBezTo>
                <a:cubicBezTo>
                  <a:pt x="895131" y="117707"/>
                  <a:pt x="899903" y="116198"/>
                  <a:pt x="903957" y="113179"/>
                </a:cubicBezTo>
                <a:cubicBezTo>
                  <a:pt x="908012" y="110161"/>
                  <a:pt x="911411" y="104994"/>
                  <a:pt x="914155" y="97677"/>
                </a:cubicBezTo>
                <a:lnTo>
                  <a:pt x="916990" y="99506"/>
                </a:lnTo>
                <a:cubicBezTo>
                  <a:pt x="915710" y="107860"/>
                  <a:pt x="911990" y="115466"/>
                  <a:pt x="905832" y="122325"/>
                </a:cubicBezTo>
                <a:cubicBezTo>
                  <a:pt x="899674" y="129185"/>
                  <a:pt x="891961" y="132614"/>
                  <a:pt x="882693" y="132614"/>
                </a:cubicBezTo>
                <a:cubicBezTo>
                  <a:pt x="872633" y="132614"/>
                  <a:pt x="864020" y="128705"/>
                  <a:pt x="856856" y="120888"/>
                </a:cubicBezTo>
                <a:cubicBezTo>
                  <a:pt x="849692" y="113068"/>
                  <a:pt x="846110" y="102556"/>
                  <a:pt x="846110" y="89352"/>
                </a:cubicBezTo>
                <a:cubicBezTo>
                  <a:pt x="846110" y="75054"/>
                  <a:pt x="849783" y="63904"/>
                  <a:pt x="857131" y="55904"/>
                </a:cubicBezTo>
                <a:cubicBezTo>
                  <a:pt x="864478" y="47901"/>
                  <a:pt x="873700" y="43900"/>
                  <a:pt x="884797" y="43900"/>
                </a:cubicBezTo>
                <a:cubicBezTo>
                  <a:pt x="894186" y="43900"/>
                  <a:pt x="901899" y="46987"/>
                  <a:pt x="907936" y="53160"/>
                </a:cubicBezTo>
                <a:cubicBezTo>
                  <a:pt x="913972" y="59332"/>
                  <a:pt x="916990" y="67586"/>
                  <a:pt x="916990" y="77922"/>
                </a:cubicBezTo>
                <a:lnTo>
                  <a:pt x="859097" y="77922"/>
                </a:lnTo>
                <a:moveTo>
                  <a:pt x="859097" y="72618"/>
                </a:moveTo>
                <a:lnTo>
                  <a:pt x="897875" y="72618"/>
                </a:lnTo>
                <a:cubicBezTo>
                  <a:pt x="897570" y="67252"/>
                  <a:pt x="896930" y="63472"/>
                  <a:pt x="895955" y="61277"/>
                </a:cubicBezTo>
                <a:cubicBezTo>
                  <a:pt x="894430" y="57863"/>
                  <a:pt x="892159" y="55180"/>
                  <a:pt x="889141" y="53229"/>
                </a:cubicBezTo>
                <a:cubicBezTo>
                  <a:pt x="886123" y="51278"/>
                  <a:pt x="882968" y="50302"/>
                  <a:pt x="879675" y="50302"/>
                </a:cubicBezTo>
                <a:cubicBezTo>
                  <a:pt x="874614" y="50302"/>
                  <a:pt x="870087" y="52268"/>
                  <a:pt x="866094" y="56201"/>
                </a:cubicBezTo>
                <a:cubicBezTo>
                  <a:pt x="862100" y="60134"/>
                  <a:pt x="859768" y="65606"/>
                  <a:pt x="859097" y="72618"/>
                </a:cubicBezTo>
                <a:close/>
                <a:moveTo>
                  <a:pt x="1003812" y="0"/>
                </a:moveTo>
                <a:lnTo>
                  <a:pt x="1003812" y="111042"/>
                </a:lnTo>
                <a:cubicBezTo>
                  <a:pt x="1003812" y="116281"/>
                  <a:pt x="1004193" y="119755"/>
                  <a:pt x="1004955" y="121462"/>
                </a:cubicBezTo>
                <a:cubicBezTo>
                  <a:pt x="1005718" y="123167"/>
                  <a:pt x="1006891" y="124462"/>
                  <a:pt x="1008477" y="125346"/>
                </a:cubicBezTo>
                <a:cubicBezTo>
                  <a:pt x="1010062" y="126228"/>
                  <a:pt x="1013019" y="126670"/>
                  <a:pt x="1017348" y="126670"/>
                </a:cubicBezTo>
                <a:lnTo>
                  <a:pt x="1017348" y="130053"/>
                </a:lnTo>
                <a:lnTo>
                  <a:pt x="976283" y="130053"/>
                </a:lnTo>
                <a:lnTo>
                  <a:pt x="976283" y="126670"/>
                </a:lnTo>
                <a:cubicBezTo>
                  <a:pt x="980125" y="126670"/>
                  <a:pt x="982746" y="126274"/>
                  <a:pt x="984149" y="125483"/>
                </a:cubicBezTo>
                <a:cubicBezTo>
                  <a:pt x="985551" y="124691"/>
                  <a:pt x="986649" y="123381"/>
                  <a:pt x="987441" y="121554"/>
                </a:cubicBezTo>
                <a:cubicBezTo>
                  <a:pt x="988234" y="119724"/>
                  <a:pt x="988630" y="116220"/>
                  <a:pt x="988630" y="111042"/>
                </a:cubicBezTo>
                <a:lnTo>
                  <a:pt x="988630" y="35003"/>
                </a:lnTo>
                <a:cubicBezTo>
                  <a:pt x="988630" y="25560"/>
                  <a:pt x="988417" y="19757"/>
                  <a:pt x="987990" y="17594"/>
                </a:cubicBezTo>
                <a:cubicBezTo>
                  <a:pt x="987563" y="15430"/>
                  <a:pt x="986877" y="13952"/>
                  <a:pt x="985932" y="13161"/>
                </a:cubicBezTo>
                <a:cubicBezTo>
                  <a:pt x="984987" y="12369"/>
                  <a:pt x="983783" y="11972"/>
                  <a:pt x="982320" y="11972"/>
                </a:cubicBezTo>
                <a:cubicBezTo>
                  <a:pt x="980734" y="11972"/>
                  <a:pt x="978722" y="12460"/>
                  <a:pt x="976283" y="13436"/>
                </a:cubicBezTo>
                <a:lnTo>
                  <a:pt x="974729" y="10235"/>
                </a:lnTo>
                <a:lnTo>
                  <a:pt x="999697" y="0"/>
                </a:lnTo>
                <a:lnTo>
                  <a:pt x="1003812" y="0"/>
                </a:lnTo>
                <a:close/>
                <a:moveTo>
                  <a:pt x="1068048" y="43900"/>
                </a:moveTo>
                <a:cubicBezTo>
                  <a:pt x="1080730" y="43900"/>
                  <a:pt x="1090912" y="48712"/>
                  <a:pt x="1098595" y="58336"/>
                </a:cubicBezTo>
                <a:cubicBezTo>
                  <a:pt x="1105119" y="66558"/>
                  <a:pt x="1108381" y="75999"/>
                  <a:pt x="1108381" y="86659"/>
                </a:cubicBezTo>
                <a:cubicBezTo>
                  <a:pt x="1108381" y="94151"/>
                  <a:pt x="1106582" y="101735"/>
                  <a:pt x="1102985" y="109410"/>
                </a:cubicBezTo>
                <a:cubicBezTo>
                  <a:pt x="1099388" y="117083"/>
                  <a:pt x="1094434" y="122868"/>
                  <a:pt x="1088123" y="126767"/>
                </a:cubicBezTo>
                <a:cubicBezTo>
                  <a:pt x="1081812" y="130665"/>
                  <a:pt x="1074785" y="132614"/>
                  <a:pt x="1067042" y="132614"/>
                </a:cubicBezTo>
                <a:cubicBezTo>
                  <a:pt x="1054421" y="132614"/>
                  <a:pt x="1044391" y="127589"/>
                  <a:pt x="1036952" y="117538"/>
                </a:cubicBezTo>
                <a:cubicBezTo>
                  <a:pt x="1030672" y="109072"/>
                  <a:pt x="1027532" y="99571"/>
                  <a:pt x="1027532" y="89035"/>
                </a:cubicBezTo>
                <a:cubicBezTo>
                  <a:pt x="1027532" y="81360"/>
                  <a:pt x="1029437" y="73731"/>
                  <a:pt x="1033248" y="66147"/>
                </a:cubicBezTo>
                <a:cubicBezTo>
                  <a:pt x="1037059" y="58564"/>
                  <a:pt x="1042074" y="52960"/>
                  <a:pt x="1048293" y="49336"/>
                </a:cubicBezTo>
                <a:cubicBezTo>
                  <a:pt x="1054512" y="45712"/>
                  <a:pt x="1061097" y="43900"/>
                  <a:pt x="1068048" y="43900"/>
                </a:cubicBezTo>
                <a:moveTo>
                  <a:pt x="1065213" y="49936"/>
                </a:moveTo>
                <a:cubicBezTo>
                  <a:pt x="1061981" y="49936"/>
                  <a:pt x="1058734" y="50896"/>
                  <a:pt x="1055472" y="52814"/>
                </a:cubicBezTo>
                <a:cubicBezTo>
                  <a:pt x="1052210" y="54733"/>
                  <a:pt x="1049573" y="58098"/>
                  <a:pt x="1047561" y="62909"/>
                </a:cubicBezTo>
                <a:cubicBezTo>
                  <a:pt x="1045549" y="67720"/>
                  <a:pt x="1044543" y="73901"/>
                  <a:pt x="1044543" y="81452"/>
                </a:cubicBezTo>
                <a:cubicBezTo>
                  <a:pt x="1044543" y="93631"/>
                  <a:pt x="1046967" y="104137"/>
                  <a:pt x="1051814" y="112968"/>
                </a:cubicBezTo>
                <a:cubicBezTo>
                  <a:pt x="1056661" y="121797"/>
                  <a:pt x="1063048" y="126212"/>
                  <a:pt x="1070975" y="126212"/>
                </a:cubicBezTo>
                <a:cubicBezTo>
                  <a:pt x="1076889" y="126212"/>
                  <a:pt x="1081767" y="123776"/>
                  <a:pt x="1085608" y="118904"/>
                </a:cubicBezTo>
                <a:cubicBezTo>
                  <a:pt x="1089449" y="114032"/>
                  <a:pt x="1091370" y="105659"/>
                  <a:pt x="1091370" y="93785"/>
                </a:cubicBezTo>
                <a:cubicBezTo>
                  <a:pt x="1091370" y="78925"/>
                  <a:pt x="1088169" y="67231"/>
                  <a:pt x="1081767" y="58705"/>
                </a:cubicBezTo>
                <a:cubicBezTo>
                  <a:pt x="1077438" y="52859"/>
                  <a:pt x="1071920" y="49936"/>
                  <a:pt x="1065213" y="49936"/>
                </a:cubicBezTo>
                <a:close/>
                <a:moveTo>
                  <a:pt x="1145148" y="61643"/>
                </a:moveTo>
                <a:cubicBezTo>
                  <a:pt x="1154964" y="49814"/>
                  <a:pt x="1164323" y="43900"/>
                  <a:pt x="1173225" y="43900"/>
                </a:cubicBezTo>
                <a:cubicBezTo>
                  <a:pt x="1177798" y="43900"/>
                  <a:pt x="1181731" y="45041"/>
                  <a:pt x="1185023" y="47324"/>
                </a:cubicBezTo>
                <a:cubicBezTo>
                  <a:pt x="1188316" y="49605"/>
                  <a:pt x="1190938" y="53361"/>
                  <a:pt x="1192889" y="58593"/>
                </a:cubicBezTo>
                <a:cubicBezTo>
                  <a:pt x="1194230" y="62242"/>
                  <a:pt x="1194901" y="67839"/>
                  <a:pt x="1194901" y="75384"/>
                </a:cubicBezTo>
                <a:lnTo>
                  <a:pt x="1194901" y="111064"/>
                </a:lnTo>
                <a:cubicBezTo>
                  <a:pt x="1194901" y="116358"/>
                  <a:pt x="1195328" y="119947"/>
                  <a:pt x="1196181" y="121834"/>
                </a:cubicBezTo>
                <a:cubicBezTo>
                  <a:pt x="1196852" y="123354"/>
                  <a:pt x="1197934" y="124540"/>
                  <a:pt x="1199428" y="125392"/>
                </a:cubicBezTo>
                <a:cubicBezTo>
                  <a:pt x="1200922" y="126244"/>
                  <a:pt x="1203681" y="126670"/>
                  <a:pt x="1207705" y="126670"/>
                </a:cubicBezTo>
                <a:lnTo>
                  <a:pt x="1207705" y="130053"/>
                </a:lnTo>
                <a:lnTo>
                  <a:pt x="1166274" y="130053"/>
                </a:lnTo>
                <a:lnTo>
                  <a:pt x="1166274" y="126670"/>
                </a:lnTo>
                <a:lnTo>
                  <a:pt x="1168012" y="126670"/>
                </a:lnTo>
                <a:cubicBezTo>
                  <a:pt x="1171914" y="126670"/>
                  <a:pt x="1174643" y="126078"/>
                  <a:pt x="1176198" y="124895"/>
                </a:cubicBezTo>
                <a:cubicBezTo>
                  <a:pt x="1177752" y="123711"/>
                  <a:pt x="1178835" y="121968"/>
                  <a:pt x="1179444" y="119664"/>
                </a:cubicBezTo>
                <a:cubicBezTo>
                  <a:pt x="1179688" y="118754"/>
                  <a:pt x="1179810" y="115902"/>
                  <a:pt x="1179810" y="111110"/>
                </a:cubicBezTo>
                <a:lnTo>
                  <a:pt x="1179810" y="76988"/>
                </a:lnTo>
                <a:cubicBezTo>
                  <a:pt x="1179810" y="69406"/>
                  <a:pt x="1178819" y="63902"/>
                  <a:pt x="1176838" y="60474"/>
                </a:cubicBezTo>
                <a:cubicBezTo>
                  <a:pt x="1174856" y="57046"/>
                  <a:pt x="1171518" y="55332"/>
                  <a:pt x="1166823" y="55332"/>
                </a:cubicBezTo>
                <a:cubicBezTo>
                  <a:pt x="1159568" y="55332"/>
                  <a:pt x="1152342" y="59275"/>
                  <a:pt x="1145148" y="67162"/>
                </a:cubicBezTo>
                <a:lnTo>
                  <a:pt x="1145148" y="111110"/>
                </a:lnTo>
                <a:cubicBezTo>
                  <a:pt x="1145148" y="116752"/>
                  <a:pt x="1145483" y="120240"/>
                  <a:pt x="1146154" y="121574"/>
                </a:cubicBezTo>
                <a:cubicBezTo>
                  <a:pt x="1147007" y="123332"/>
                  <a:pt x="1148181" y="124621"/>
                  <a:pt x="1149675" y="125441"/>
                </a:cubicBezTo>
                <a:cubicBezTo>
                  <a:pt x="1151169" y="126260"/>
                  <a:pt x="1154202" y="126670"/>
                  <a:pt x="1158775" y="126670"/>
                </a:cubicBezTo>
                <a:lnTo>
                  <a:pt x="1158775" y="130053"/>
                </a:lnTo>
                <a:lnTo>
                  <a:pt x="1117344" y="130053"/>
                </a:lnTo>
                <a:lnTo>
                  <a:pt x="1117344" y="126670"/>
                </a:lnTo>
                <a:lnTo>
                  <a:pt x="1119174" y="126670"/>
                </a:lnTo>
                <a:cubicBezTo>
                  <a:pt x="1123442" y="126670"/>
                  <a:pt x="1126323" y="125590"/>
                  <a:pt x="1127816" y="123431"/>
                </a:cubicBezTo>
                <a:cubicBezTo>
                  <a:pt x="1129310" y="121271"/>
                  <a:pt x="1130057" y="117148"/>
                  <a:pt x="1130057" y="111064"/>
                </a:cubicBezTo>
                <a:lnTo>
                  <a:pt x="1130057" y="80037"/>
                </a:lnTo>
                <a:cubicBezTo>
                  <a:pt x="1130057" y="70000"/>
                  <a:pt x="1129828" y="63886"/>
                  <a:pt x="1129371" y="61697"/>
                </a:cubicBezTo>
                <a:cubicBezTo>
                  <a:pt x="1128914" y="59506"/>
                  <a:pt x="1128213" y="58015"/>
                  <a:pt x="1127268" y="57224"/>
                </a:cubicBezTo>
                <a:cubicBezTo>
                  <a:pt x="1126323" y="56433"/>
                  <a:pt x="1125057" y="56038"/>
                  <a:pt x="1123472" y="56038"/>
                </a:cubicBezTo>
                <a:cubicBezTo>
                  <a:pt x="1121765" y="56038"/>
                  <a:pt x="1119722" y="56494"/>
                  <a:pt x="1117344" y="57407"/>
                </a:cubicBezTo>
                <a:lnTo>
                  <a:pt x="1115972" y="54120"/>
                </a:lnTo>
                <a:lnTo>
                  <a:pt x="1141215" y="43900"/>
                </a:lnTo>
                <a:lnTo>
                  <a:pt x="1145148" y="43900"/>
                </a:lnTo>
                <a:lnTo>
                  <a:pt x="1145148" y="61643"/>
                </a:lnTo>
                <a:close/>
                <a:moveTo>
                  <a:pt x="1236788" y="99526"/>
                </a:moveTo>
                <a:cubicBezTo>
                  <a:pt x="1231666" y="97030"/>
                  <a:pt x="1227734" y="93545"/>
                  <a:pt x="1224990" y="89069"/>
                </a:cubicBezTo>
                <a:cubicBezTo>
                  <a:pt x="1222246" y="84593"/>
                  <a:pt x="1220874" y="79645"/>
                  <a:pt x="1220874" y="74224"/>
                </a:cubicBezTo>
                <a:cubicBezTo>
                  <a:pt x="1220874" y="65943"/>
                  <a:pt x="1223999" y="58819"/>
                  <a:pt x="1230249" y="52851"/>
                </a:cubicBezTo>
                <a:cubicBezTo>
                  <a:pt x="1236499" y="46884"/>
                  <a:pt x="1244501" y="43900"/>
                  <a:pt x="1254257" y="43900"/>
                </a:cubicBezTo>
                <a:cubicBezTo>
                  <a:pt x="1262244" y="43900"/>
                  <a:pt x="1269164" y="45851"/>
                  <a:pt x="1275018" y="49753"/>
                </a:cubicBezTo>
                <a:lnTo>
                  <a:pt x="1292761" y="49753"/>
                </a:lnTo>
                <a:cubicBezTo>
                  <a:pt x="1295382" y="49753"/>
                  <a:pt x="1296907" y="49828"/>
                  <a:pt x="1297333" y="49979"/>
                </a:cubicBezTo>
                <a:cubicBezTo>
                  <a:pt x="1297760" y="50130"/>
                  <a:pt x="1298065" y="50386"/>
                  <a:pt x="1298248" y="50748"/>
                </a:cubicBezTo>
                <a:cubicBezTo>
                  <a:pt x="1298614" y="51291"/>
                  <a:pt x="1298797" y="52256"/>
                  <a:pt x="1298797" y="53643"/>
                </a:cubicBezTo>
                <a:cubicBezTo>
                  <a:pt x="1298797" y="55209"/>
                  <a:pt x="1298644" y="56294"/>
                  <a:pt x="1298339" y="56898"/>
                </a:cubicBezTo>
                <a:cubicBezTo>
                  <a:pt x="1298157" y="57199"/>
                  <a:pt x="1297836" y="57440"/>
                  <a:pt x="1297379" y="57621"/>
                </a:cubicBezTo>
                <a:cubicBezTo>
                  <a:pt x="1296922" y="57802"/>
                  <a:pt x="1295382" y="57893"/>
                  <a:pt x="1292761" y="57893"/>
                </a:cubicBezTo>
                <a:lnTo>
                  <a:pt x="1281877" y="57893"/>
                </a:lnTo>
                <a:cubicBezTo>
                  <a:pt x="1285291" y="62293"/>
                  <a:pt x="1286999" y="67913"/>
                  <a:pt x="1286999" y="74756"/>
                </a:cubicBezTo>
                <a:cubicBezTo>
                  <a:pt x="1286999" y="82575"/>
                  <a:pt x="1284011" y="89265"/>
                  <a:pt x="1278036" y="94825"/>
                </a:cubicBezTo>
                <a:cubicBezTo>
                  <a:pt x="1272060" y="100385"/>
                  <a:pt x="1264043" y="103165"/>
                  <a:pt x="1253982" y="103165"/>
                </a:cubicBezTo>
                <a:cubicBezTo>
                  <a:pt x="1249836" y="103165"/>
                  <a:pt x="1245599" y="102543"/>
                  <a:pt x="1241270" y="101298"/>
                </a:cubicBezTo>
                <a:cubicBezTo>
                  <a:pt x="1238587" y="103613"/>
                  <a:pt x="1236773" y="105640"/>
                  <a:pt x="1235828" y="107378"/>
                </a:cubicBezTo>
                <a:cubicBezTo>
                  <a:pt x="1234883" y="109113"/>
                  <a:pt x="1234410" y="110590"/>
                  <a:pt x="1234410" y="111808"/>
                </a:cubicBezTo>
                <a:cubicBezTo>
                  <a:pt x="1234410" y="112844"/>
                  <a:pt x="1234913" y="113850"/>
                  <a:pt x="1235919" y="114826"/>
                </a:cubicBezTo>
                <a:cubicBezTo>
                  <a:pt x="1236925" y="115799"/>
                  <a:pt x="1238892" y="116500"/>
                  <a:pt x="1241818" y="116926"/>
                </a:cubicBezTo>
                <a:cubicBezTo>
                  <a:pt x="1243526" y="117170"/>
                  <a:pt x="1247794" y="117384"/>
                  <a:pt x="1254622" y="117567"/>
                </a:cubicBezTo>
                <a:cubicBezTo>
                  <a:pt x="1267183" y="117870"/>
                  <a:pt x="1275322" y="118295"/>
                  <a:pt x="1279042" y="118844"/>
                </a:cubicBezTo>
                <a:cubicBezTo>
                  <a:pt x="1284712" y="119637"/>
                  <a:pt x="1289239" y="121739"/>
                  <a:pt x="1292623" y="125152"/>
                </a:cubicBezTo>
                <a:cubicBezTo>
                  <a:pt x="1296007" y="128563"/>
                  <a:pt x="1297699" y="132766"/>
                  <a:pt x="1297699" y="137762"/>
                </a:cubicBezTo>
                <a:cubicBezTo>
                  <a:pt x="1297699" y="144646"/>
                  <a:pt x="1294468" y="151104"/>
                  <a:pt x="1288005" y="157137"/>
                </a:cubicBezTo>
                <a:cubicBezTo>
                  <a:pt x="1278493" y="166031"/>
                  <a:pt x="1266085" y="170478"/>
                  <a:pt x="1250781" y="170478"/>
                </a:cubicBezTo>
                <a:cubicBezTo>
                  <a:pt x="1239014" y="170478"/>
                  <a:pt x="1229075" y="167829"/>
                  <a:pt x="1220966" y="162533"/>
                </a:cubicBezTo>
                <a:cubicBezTo>
                  <a:pt x="1216393" y="159488"/>
                  <a:pt x="1214107" y="156321"/>
                  <a:pt x="1214107" y="153032"/>
                </a:cubicBezTo>
                <a:cubicBezTo>
                  <a:pt x="1214107" y="151573"/>
                  <a:pt x="1214442" y="150112"/>
                  <a:pt x="1215113" y="148651"/>
                </a:cubicBezTo>
                <a:cubicBezTo>
                  <a:pt x="1216149" y="146397"/>
                  <a:pt x="1218283" y="143261"/>
                  <a:pt x="1221515" y="139242"/>
                </a:cubicBezTo>
                <a:cubicBezTo>
                  <a:pt x="1221941" y="138695"/>
                  <a:pt x="1225051" y="135408"/>
                  <a:pt x="1230843" y="129379"/>
                </a:cubicBezTo>
                <a:cubicBezTo>
                  <a:pt x="1227673" y="127487"/>
                  <a:pt x="1225432" y="125793"/>
                  <a:pt x="1224121" y="124297"/>
                </a:cubicBezTo>
                <a:cubicBezTo>
                  <a:pt x="1222810" y="122802"/>
                  <a:pt x="1222155" y="121108"/>
                  <a:pt x="1222155" y="119216"/>
                </a:cubicBezTo>
                <a:cubicBezTo>
                  <a:pt x="1222155" y="117078"/>
                  <a:pt x="1223024" y="114574"/>
                  <a:pt x="1224761" y="111705"/>
                </a:cubicBezTo>
                <a:cubicBezTo>
                  <a:pt x="1226499" y="108835"/>
                  <a:pt x="1230508" y="104776"/>
                  <a:pt x="1236788" y="99526"/>
                </a:cubicBezTo>
                <a:moveTo>
                  <a:pt x="1252702" y="48473"/>
                </a:moveTo>
                <a:cubicBezTo>
                  <a:pt x="1248190" y="48473"/>
                  <a:pt x="1244410" y="50262"/>
                  <a:pt x="1241361" y="53840"/>
                </a:cubicBezTo>
                <a:cubicBezTo>
                  <a:pt x="1238312" y="57417"/>
                  <a:pt x="1236788" y="62904"/>
                  <a:pt x="1236788" y="70303"/>
                </a:cubicBezTo>
                <a:cubicBezTo>
                  <a:pt x="1236788" y="79885"/>
                  <a:pt x="1238861" y="87313"/>
                  <a:pt x="1243007" y="92587"/>
                </a:cubicBezTo>
                <a:cubicBezTo>
                  <a:pt x="1246178" y="96590"/>
                  <a:pt x="1250202" y="98592"/>
                  <a:pt x="1255080" y="98592"/>
                </a:cubicBezTo>
                <a:cubicBezTo>
                  <a:pt x="1259714" y="98592"/>
                  <a:pt x="1263524" y="96864"/>
                  <a:pt x="1266512" y="93407"/>
                </a:cubicBezTo>
                <a:cubicBezTo>
                  <a:pt x="1269500" y="89951"/>
                  <a:pt x="1270993" y="84524"/>
                  <a:pt x="1270993" y="77125"/>
                </a:cubicBezTo>
                <a:cubicBezTo>
                  <a:pt x="1270993" y="67484"/>
                  <a:pt x="1268890" y="59934"/>
                  <a:pt x="1264683" y="54475"/>
                </a:cubicBezTo>
                <a:cubicBezTo>
                  <a:pt x="1261573" y="50473"/>
                  <a:pt x="1257580" y="48473"/>
                  <a:pt x="1252702" y="48473"/>
                </a:cubicBezTo>
                <a:moveTo>
                  <a:pt x="1235874" y="130108"/>
                </a:moveTo>
                <a:cubicBezTo>
                  <a:pt x="1233008" y="133212"/>
                  <a:pt x="1230843" y="136102"/>
                  <a:pt x="1229380" y="138779"/>
                </a:cubicBezTo>
                <a:cubicBezTo>
                  <a:pt x="1227917" y="141458"/>
                  <a:pt x="1227185" y="143924"/>
                  <a:pt x="1227185" y="146176"/>
                </a:cubicBezTo>
                <a:cubicBezTo>
                  <a:pt x="1227185" y="149097"/>
                  <a:pt x="1228953" y="151653"/>
                  <a:pt x="1232490" y="153844"/>
                </a:cubicBezTo>
                <a:cubicBezTo>
                  <a:pt x="1238587" y="157617"/>
                  <a:pt x="1247397" y="159503"/>
                  <a:pt x="1258921" y="159503"/>
                </a:cubicBezTo>
                <a:cubicBezTo>
                  <a:pt x="1269896" y="159503"/>
                  <a:pt x="1277990" y="157570"/>
                  <a:pt x="1283203" y="153704"/>
                </a:cubicBezTo>
                <a:cubicBezTo>
                  <a:pt x="1288416" y="149840"/>
                  <a:pt x="1291023" y="145718"/>
                  <a:pt x="1291023" y="141337"/>
                </a:cubicBezTo>
                <a:cubicBezTo>
                  <a:pt x="1291023" y="138172"/>
                  <a:pt x="1289468" y="135920"/>
                  <a:pt x="1286358" y="134581"/>
                </a:cubicBezTo>
                <a:cubicBezTo>
                  <a:pt x="1283188" y="133241"/>
                  <a:pt x="1276908" y="132450"/>
                  <a:pt x="1267518" y="132208"/>
                </a:cubicBezTo>
                <a:cubicBezTo>
                  <a:pt x="1253799" y="131843"/>
                  <a:pt x="1243251" y="131142"/>
                  <a:pt x="1235874" y="130108"/>
                </a:cubicBezTo>
                <a:close/>
                <a:moveTo>
                  <a:pt x="1322119" y="77922"/>
                </a:moveTo>
                <a:cubicBezTo>
                  <a:pt x="1322058" y="90332"/>
                  <a:pt x="1325076" y="100066"/>
                  <a:pt x="1331173" y="107123"/>
                </a:cubicBezTo>
                <a:cubicBezTo>
                  <a:pt x="1337271" y="114179"/>
                  <a:pt x="1344435" y="117707"/>
                  <a:pt x="1352666" y="117707"/>
                </a:cubicBezTo>
                <a:cubicBezTo>
                  <a:pt x="1358154" y="117707"/>
                  <a:pt x="1362925" y="116198"/>
                  <a:pt x="1366979" y="113179"/>
                </a:cubicBezTo>
                <a:cubicBezTo>
                  <a:pt x="1371034" y="110161"/>
                  <a:pt x="1374433" y="104994"/>
                  <a:pt x="1377177" y="97677"/>
                </a:cubicBezTo>
                <a:lnTo>
                  <a:pt x="1380012" y="99506"/>
                </a:lnTo>
                <a:cubicBezTo>
                  <a:pt x="1378732" y="107860"/>
                  <a:pt x="1375012" y="115466"/>
                  <a:pt x="1368854" y="122325"/>
                </a:cubicBezTo>
                <a:cubicBezTo>
                  <a:pt x="1362696" y="129185"/>
                  <a:pt x="1354983" y="132614"/>
                  <a:pt x="1345715" y="132614"/>
                </a:cubicBezTo>
                <a:cubicBezTo>
                  <a:pt x="1335655" y="132614"/>
                  <a:pt x="1327043" y="128705"/>
                  <a:pt x="1319878" y="120888"/>
                </a:cubicBezTo>
                <a:cubicBezTo>
                  <a:pt x="1312714" y="113068"/>
                  <a:pt x="1309132" y="102556"/>
                  <a:pt x="1309132" y="89352"/>
                </a:cubicBezTo>
                <a:cubicBezTo>
                  <a:pt x="1309132" y="75054"/>
                  <a:pt x="1312806" y="63904"/>
                  <a:pt x="1320153" y="55904"/>
                </a:cubicBezTo>
                <a:cubicBezTo>
                  <a:pt x="1327500" y="47901"/>
                  <a:pt x="1336722" y="43900"/>
                  <a:pt x="1347819" y="43900"/>
                </a:cubicBezTo>
                <a:cubicBezTo>
                  <a:pt x="1357209" y="43900"/>
                  <a:pt x="1364922" y="46987"/>
                  <a:pt x="1370958" y="53160"/>
                </a:cubicBezTo>
                <a:cubicBezTo>
                  <a:pt x="1376994" y="59332"/>
                  <a:pt x="1380012" y="67586"/>
                  <a:pt x="1380012" y="77922"/>
                </a:cubicBezTo>
                <a:lnTo>
                  <a:pt x="1322119" y="77922"/>
                </a:lnTo>
                <a:moveTo>
                  <a:pt x="1322119" y="72618"/>
                </a:moveTo>
                <a:lnTo>
                  <a:pt x="1360897" y="72618"/>
                </a:lnTo>
                <a:cubicBezTo>
                  <a:pt x="1360593" y="67252"/>
                  <a:pt x="1359952" y="63472"/>
                  <a:pt x="1358977" y="61277"/>
                </a:cubicBezTo>
                <a:cubicBezTo>
                  <a:pt x="1357452" y="57863"/>
                  <a:pt x="1355181" y="55180"/>
                  <a:pt x="1352163" y="53229"/>
                </a:cubicBezTo>
                <a:cubicBezTo>
                  <a:pt x="1349145" y="51278"/>
                  <a:pt x="1345990" y="50302"/>
                  <a:pt x="1342697" y="50302"/>
                </a:cubicBezTo>
                <a:cubicBezTo>
                  <a:pt x="1337637" y="50302"/>
                  <a:pt x="1333109" y="52268"/>
                  <a:pt x="1329116" y="56201"/>
                </a:cubicBezTo>
                <a:cubicBezTo>
                  <a:pt x="1325122" y="60134"/>
                  <a:pt x="1322790" y="65606"/>
                  <a:pt x="1322119" y="72618"/>
                </a:cubicBezTo>
                <a:close/>
                <a:moveTo>
                  <a:pt x="1445341" y="43900"/>
                </a:moveTo>
                <a:lnTo>
                  <a:pt x="1445341" y="72252"/>
                </a:lnTo>
                <a:lnTo>
                  <a:pt x="1442323" y="72252"/>
                </a:lnTo>
                <a:cubicBezTo>
                  <a:pt x="1440006" y="63360"/>
                  <a:pt x="1437034" y="57311"/>
                  <a:pt x="1433406" y="54106"/>
                </a:cubicBezTo>
                <a:cubicBezTo>
                  <a:pt x="1429778" y="50899"/>
                  <a:pt x="1425159" y="49296"/>
                  <a:pt x="1419550" y="49296"/>
                </a:cubicBezTo>
                <a:cubicBezTo>
                  <a:pt x="1415282" y="49296"/>
                  <a:pt x="1411837" y="50423"/>
                  <a:pt x="1409215" y="52677"/>
                </a:cubicBezTo>
                <a:cubicBezTo>
                  <a:pt x="1406593" y="54929"/>
                  <a:pt x="1405282" y="57426"/>
                  <a:pt x="1405282" y="60168"/>
                </a:cubicBezTo>
                <a:cubicBezTo>
                  <a:pt x="1405282" y="63579"/>
                  <a:pt x="1406258" y="66502"/>
                  <a:pt x="1408209" y="68937"/>
                </a:cubicBezTo>
                <a:cubicBezTo>
                  <a:pt x="1410099" y="71435"/>
                  <a:pt x="1413940" y="74084"/>
                  <a:pt x="1419733" y="76885"/>
                </a:cubicBezTo>
                <a:lnTo>
                  <a:pt x="1433086" y="83373"/>
                </a:lnTo>
                <a:cubicBezTo>
                  <a:pt x="1445463" y="89401"/>
                  <a:pt x="1451652" y="97350"/>
                  <a:pt x="1451652" y="107218"/>
                </a:cubicBezTo>
                <a:cubicBezTo>
                  <a:pt x="1451652" y="114830"/>
                  <a:pt x="1448771" y="120966"/>
                  <a:pt x="1443009" y="125626"/>
                </a:cubicBezTo>
                <a:cubicBezTo>
                  <a:pt x="1437247" y="130285"/>
                  <a:pt x="1430799" y="132614"/>
                  <a:pt x="1423665" y="132614"/>
                </a:cubicBezTo>
                <a:cubicBezTo>
                  <a:pt x="1418544" y="132614"/>
                  <a:pt x="1412690" y="131700"/>
                  <a:pt x="1406106" y="129871"/>
                </a:cubicBezTo>
                <a:cubicBezTo>
                  <a:pt x="1404093" y="129261"/>
                  <a:pt x="1402447" y="128956"/>
                  <a:pt x="1401167" y="128956"/>
                </a:cubicBezTo>
                <a:cubicBezTo>
                  <a:pt x="1399764" y="128956"/>
                  <a:pt x="1398667" y="129749"/>
                  <a:pt x="1397874" y="131334"/>
                </a:cubicBezTo>
                <a:lnTo>
                  <a:pt x="1394856" y="131334"/>
                </a:lnTo>
                <a:lnTo>
                  <a:pt x="1394856" y="101336"/>
                </a:lnTo>
                <a:lnTo>
                  <a:pt x="1397874" y="101336"/>
                </a:lnTo>
                <a:cubicBezTo>
                  <a:pt x="1399581" y="109902"/>
                  <a:pt x="1402844" y="116358"/>
                  <a:pt x="1407660" y="120702"/>
                </a:cubicBezTo>
                <a:cubicBezTo>
                  <a:pt x="1412477" y="125046"/>
                  <a:pt x="1417873" y="127218"/>
                  <a:pt x="1423848" y="127218"/>
                </a:cubicBezTo>
                <a:cubicBezTo>
                  <a:pt x="1428055" y="127218"/>
                  <a:pt x="1431485" y="125985"/>
                  <a:pt x="1434137" y="123520"/>
                </a:cubicBezTo>
                <a:cubicBezTo>
                  <a:pt x="1436790" y="121052"/>
                  <a:pt x="1438116" y="118083"/>
                  <a:pt x="1438116" y="114611"/>
                </a:cubicBezTo>
                <a:cubicBezTo>
                  <a:pt x="1438116" y="110408"/>
                  <a:pt x="1436637" y="106876"/>
                  <a:pt x="1433680" y="104014"/>
                </a:cubicBezTo>
                <a:cubicBezTo>
                  <a:pt x="1430723" y="101152"/>
                  <a:pt x="1424824" y="97529"/>
                  <a:pt x="1415983" y="93144"/>
                </a:cubicBezTo>
                <a:cubicBezTo>
                  <a:pt x="1407142" y="88758"/>
                  <a:pt x="1401350" y="84799"/>
                  <a:pt x="1398606" y="81266"/>
                </a:cubicBezTo>
                <a:cubicBezTo>
                  <a:pt x="1395862" y="77795"/>
                  <a:pt x="1394490" y="73409"/>
                  <a:pt x="1394490" y="68111"/>
                </a:cubicBezTo>
                <a:cubicBezTo>
                  <a:pt x="1394490" y="61228"/>
                  <a:pt x="1396853" y="55473"/>
                  <a:pt x="1401578" y="50845"/>
                </a:cubicBezTo>
                <a:cubicBezTo>
                  <a:pt x="1406304" y="46215"/>
                  <a:pt x="1412416" y="43900"/>
                  <a:pt x="1419916" y="43900"/>
                </a:cubicBezTo>
                <a:cubicBezTo>
                  <a:pt x="1423208" y="43900"/>
                  <a:pt x="1427202" y="44601"/>
                  <a:pt x="1431897" y="46003"/>
                </a:cubicBezTo>
                <a:cubicBezTo>
                  <a:pt x="1435006" y="46918"/>
                  <a:pt x="1437079" y="47375"/>
                  <a:pt x="1438116" y="47375"/>
                </a:cubicBezTo>
                <a:cubicBezTo>
                  <a:pt x="1439091" y="47375"/>
                  <a:pt x="1439854" y="47162"/>
                  <a:pt x="1440402" y="46735"/>
                </a:cubicBezTo>
                <a:cubicBezTo>
                  <a:pt x="1440951" y="46308"/>
                  <a:pt x="1441591" y="45363"/>
                  <a:pt x="1442323" y="43900"/>
                </a:cubicBezTo>
                <a:lnTo>
                  <a:pt x="1445341" y="43900"/>
                </a:lnTo>
                <a:close/>
                <a:moveTo>
                  <a:pt x="1488389" y="18657"/>
                </a:moveTo>
                <a:lnTo>
                  <a:pt x="1488389" y="46278"/>
                </a:lnTo>
                <a:lnTo>
                  <a:pt x="1507961" y="46278"/>
                </a:lnTo>
                <a:lnTo>
                  <a:pt x="1507961" y="52680"/>
                </a:lnTo>
                <a:lnTo>
                  <a:pt x="1488389" y="52680"/>
                </a:lnTo>
                <a:lnTo>
                  <a:pt x="1488389" y="106932"/>
                </a:lnTo>
                <a:cubicBezTo>
                  <a:pt x="1488389" y="112353"/>
                  <a:pt x="1489166" y="116007"/>
                  <a:pt x="1490721" y="117895"/>
                </a:cubicBezTo>
                <a:cubicBezTo>
                  <a:pt x="1492275" y="119782"/>
                  <a:pt x="1494272" y="120725"/>
                  <a:pt x="1496711" y="120725"/>
                </a:cubicBezTo>
                <a:cubicBezTo>
                  <a:pt x="1498723" y="120725"/>
                  <a:pt x="1500674" y="120100"/>
                  <a:pt x="1502565" y="118850"/>
                </a:cubicBezTo>
                <a:cubicBezTo>
                  <a:pt x="1504455" y="117600"/>
                  <a:pt x="1505918" y="115756"/>
                  <a:pt x="1506955" y="113317"/>
                </a:cubicBezTo>
                <a:lnTo>
                  <a:pt x="1510521" y="113317"/>
                </a:lnTo>
                <a:cubicBezTo>
                  <a:pt x="1508387" y="119309"/>
                  <a:pt x="1505369" y="123841"/>
                  <a:pt x="1501467" y="126912"/>
                </a:cubicBezTo>
                <a:cubicBezTo>
                  <a:pt x="1497565" y="129982"/>
                  <a:pt x="1493541" y="131517"/>
                  <a:pt x="1489395" y="131517"/>
                </a:cubicBezTo>
                <a:cubicBezTo>
                  <a:pt x="1486590" y="131517"/>
                  <a:pt x="1483846" y="130738"/>
                  <a:pt x="1481163" y="129182"/>
                </a:cubicBezTo>
                <a:cubicBezTo>
                  <a:pt x="1478481" y="127625"/>
                  <a:pt x="1476499" y="125398"/>
                  <a:pt x="1475219" y="122500"/>
                </a:cubicBezTo>
                <a:cubicBezTo>
                  <a:pt x="1473938" y="119600"/>
                  <a:pt x="1473298" y="115128"/>
                  <a:pt x="1473298" y="109084"/>
                </a:cubicBezTo>
                <a:lnTo>
                  <a:pt x="1473298" y="52680"/>
                </a:lnTo>
                <a:lnTo>
                  <a:pt x="1460036" y="52680"/>
                </a:lnTo>
                <a:lnTo>
                  <a:pt x="1460036" y="49662"/>
                </a:lnTo>
                <a:cubicBezTo>
                  <a:pt x="1463390" y="48317"/>
                  <a:pt x="1466820" y="46039"/>
                  <a:pt x="1470326" y="42828"/>
                </a:cubicBezTo>
                <a:cubicBezTo>
                  <a:pt x="1473831" y="39618"/>
                  <a:pt x="1476956" y="35811"/>
                  <a:pt x="1479700" y="31407"/>
                </a:cubicBezTo>
                <a:cubicBezTo>
                  <a:pt x="1481102" y="29085"/>
                  <a:pt x="1483053" y="24835"/>
                  <a:pt x="1485553" y="18657"/>
                </a:cubicBezTo>
                <a:lnTo>
                  <a:pt x="1488389" y="18657"/>
                </a:lnTo>
                <a:close/>
                <a:moveTo>
                  <a:pt x="1634174" y="98226"/>
                </a:moveTo>
                <a:cubicBezTo>
                  <a:pt x="1631918" y="109262"/>
                  <a:pt x="1627497" y="117752"/>
                  <a:pt x="1620912" y="123697"/>
                </a:cubicBezTo>
                <a:cubicBezTo>
                  <a:pt x="1614327" y="129642"/>
                  <a:pt x="1607041" y="132614"/>
                  <a:pt x="1599054" y="132614"/>
                </a:cubicBezTo>
                <a:cubicBezTo>
                  <a:pt x="1589542" y="132614"/>
                  <a:pt x="1581250" y="128625"/>
                  <a:pt x="1574177" y="120648"/>
                </a:cubicBezTo>
                <a:cubicBezTo>
                  <a:pt x="1567104" y="112668"/>
                  <a:pt x="1563568" y="101886"/>
                  <a:pt x="1563568" y="88303"/>
                </a:cubicBezTo>
                <a:cubicBezTo>
                  <a:pt x="1563568" y="75146"/>
                  <a:pt x="1567486" y="64457"/>
                  <a:pt x="1575320" y="56235"/>
                </a:cubicBezTo>
                <a:cubicBezTo>
                  <a:pt x="1583155" y="48012"/>
                  <a:pt x="1592560" y="43900"/>
                  <a:pt x="1603535" y="43900"/>
                </a:cubicBezTo>
                <a:cubicBezTo>
                  <a:pt x="1611766" y="43900"/>
                  <a:pt x="1618534" y="46073"/>
                  <a:pt x="1623839" y="50419"/>
                </a:cubicBezTo>
                <a:cubicBezTo>
                  <a:pt x="1629144" y="54763"/>
                  <a:pt x="1631796" y="59275"/>
                  <a:pt x="1631796" y="63955"/>
                </a:cubicBezTo>
                <a:cubicBezTo>
                  <a:pt x="1631796" y="66264"/>
                  <a:pt x="1631049" y="68133"/>
                  <a:pt x="1629555" y="69562"/>
                </a:cubicBezTo>
                <a:cubicBezTo>
                  <a:pt x="1628061" y="70990"/>
                  <a:pt x="1625973" y="71703"/>
                  <a:pt x="1623290" y="71703"/>
                </a:cubicBezTo>
                <a:cubicBezTo>
                  <a:pt x="1619693" y="71703"/>
                  <a:pt x="1616980" y="70545"/>
                  <a:pt x="1615150" y="68228"/>
                </a:cubicBezTo>
                <a:cubicBezTo>
                  <a:pt x="1614114" y="66947"/>
                  <a:pt x="1613428" y="64508"/>
                  <a:pt x="1613093" y="60911"/>
                </a:cubicBezTo>
                <a:cubicBezTo>
                  <a:pt x="1612757" y="57314"/>
                  <a:pt x="1611523" y="54570"/>
                  <a:pt x="1609389" y="52680"/>
                </a:cubicBezTo>
                <a:cubicBezTo>
                  <a:pt x="1607255" y="50851"/>
                  <a:pt x="1604297" y="49936"/>
                  <a:pt x="1600517" y="49936"/>
                </a:cubicBezTo>
                <a:cubicBezTo>
                  <a:pt x="1594420" y="49936"/>
                  <a:pt x="1589512" y="52192"/>
                  <a:pt x="1585792" y="56704"/>
                </a:cubicBezTo>
                <a:cubicBezTo>
                  <a:pt x="1580854" y="62679"/>
                  <a:pt x="1578384" y="70575"/>
                  <a:pt x="1578384" y="80392"/>
                </a:cubicBezTo>
                <a:cubicBezTo>
                  <a:pt x="1578384" y="90391"/>
                  <a:pt x="1580838" y="99217"/>
                  <a:pt x="1585747" y="106869"/>
                </a:cubicBezTo>
                <a:cubicBezTo>
                  <a:pt x="1590655" y="114521"/>
                  <a:pt x="1597286" y="118347"/>
                  <a:pt x="1605639" y="118347"/>
                </a:cubicBezTo>
                <a:cubicBezTo>
                  <a:pt x="1611614" y="118347"/>
                  <a:pt x="1616980" y="116304"/>
                  <a:pt x="1621735" y="112219"/>
                </a:cubicBezTo>
                <a:cubicBezTo>
                  <a:pt x="1625089" y="109414"/>
                  <a:pt x="1628351" y="104323"/>
                  <a:pt x="1631521" y="96946"/>
                </a:cubicBezTo>
                <a:lnTo>
                  <a:pt x="1634174" y="98226"/>
                </a:lnTo>
                <a:close/>
                <a:moveTo>
                  <a:pt x="1687157" y="43900"/>
                </a:moveTo>
                <a:cubicBezTo>
                  <a:pt x="1699839" y="43900"/>
                  <a:pt x="1710021" y="48712"/>
                  <a:pt x="1717704" y="58336"/>
                </a:cubicBezTo>
                <a:cubicBezTo>
                  <a:pt x="1724228" y="66558"/>
                  <a:pt x="1727490" y="75999"/>
                  <a:pt x="1727490" y="86659"/>
                </a:cubicBezTo>
                <a:cubicBezTo>
                  <a:pt x="1727490" y="94151"/>
                  <a:pt x="1725691" y="101735"/>
                  <a:pt x="1722094" y="109410"/>
                </a:cubicBezTo>
                <a:cubicBezTo>
                  <a:pt x="1718497" y="117083"/>
                  <a:pt x="1713543" y="122868"/>
                  <a:pt x="1707232" y="126767"/>
                </a:cubicBezTo>
                <a:cubicBezTo>
                  <a:pt x="1700921" y="130665"/>
                  <a:pt x="1693894" y="132614"/>
                  <a:pt x="1686151" y="132614"/>
                </a:cubicBezTo>
                <a:cubicBezTo>
                  <a:pt x="1673530" y="132614"/>
                  <a:pt x="1663500" y="127589"/>
                  <a:pt x="1656061" y="117538"/>
                </a:cubicBezTo>
                <a:cubicBezTo>
                  <a:pt x="1649781" y="109072"/>
                  <a:pt x="1646641" y="99571"/>
                  <a:pt x="1646641" y="89035"/>
                </a:cubicBezTo>
                <a:cubicBezTo>
                  <a:pt x="1646641" y="81360"/>
                  <a:pt x="1648546" y="73731"/>
                  <a:pt x="1652357" y="66147"/>
                </a:cubicBezTo>
                <a:cubicBezTo>
                  <a:pt x="1656168" y="58564"/>
                  <a:pt x="1661183" y="52960"/>
                  <a:pt x="1667402" y="49336"/>
                </a:cubicBezTo>
                <a:cubicBezTo>
                  <a:pt x="1673621" y="45712"/>
                  <a:pt x="1680206" y="43900"/>
                  <a:pt x="1687157" y="43900"/>
                </a:cubicBezTo>
                <a:moveTo>
                  <a:pt x="1684322" y="49936"/>
                </a:moveTo>
                <a:cubicBezTo>
                  <a:pt x="1681090" y="49936"/>
                  <a:pt x="1677843" y="50896"/>
                  <a:pt x="1674581" y="52814"/>
                </a:cubicBezTo>
                <a:cubicBezTo>
                  <a:pt x="1671319" y="54733"/>
                  <a:pt x="1668682" y="58098"/>
                  <a:pt x="1666670" y="62909"/>
                </a:cubicBezTo>
                <a:cubicBezTo>
                  <a:pt x="1664658" y="67720"/>
                  <a:pt x="1663652" y="73901"/>
                  <a:pt x="1663652" y="81452"/>
                </a:cubicBezTo>
                <a:cubicBezTo>
                  <a:pt x="1663652" y="93631"/>
                  <a:pt x="1666076" y="104137"/>
                  <a:pt x="1670923" y="112968"/>
                </a:cubicBezTo>
                <a:cubicBezTo>
                  <a:pt x="1675770" y="121797"/>
                  <a:pt x="1682157" y="126212"/>
                  <a:pt x="1690084" y="126212"/>
                </a:cubicBezTo>
                <a:cubicBezTo>
                  <a:pt x="1695998" y="126212"/>
                  <a:pt x="1700876" y="123776"/>
                  <a:pt x="1704717" y="118904"/>
                </a:cubicBezTo>
                <a:cubicBezTo>
                  <a:pt x="1708558" y="114032"/>
                  <a:pt x="1710479" y="105659"/>
                  <a:pt x="1710479" y="93785"/>
                </a:cubicBezTo>
                <a:cubicBezTo>
                  <a:pt x="1710479" y="78925"/>
                  <a:pt x="1707278" y="67231"/>
                  <a:pt x="1700876" y="58705"/>
                </a:cubicBezTo>
                <a:cubicBezTo>
                  <a:pt x="1696547" y="52859"/>
                  <a:pt x="1691029" y="49936"/>
                  <a:pt x="1684322" y="49936"/>
                </a:cubicBezTo>
                <a:close/>
                <a:moveTo>
                  <a:pt x="1764346" y="43900"/>
                </a:moveTo>
                <a:lnTo>
                  <a:pt x="1764346" y="62740"/>
                </a:lnTo>
                <a:cubicBezTo>
                  <a:pt x="1771358" y="50180"/>
                  <a:pt x="1778553" y="43900"/>
                  <a:pt x="1785931" y="43900"/>
                </a:cubicBezTo>
                <a:cubicBezTo>
                  <a:pt x="1789284" y="43900"/>
                  <a:pt x="1792058" y="44921"/>
                  <a:pt x="1794253" y="46964"/>
                </a:cubicBezTo>
                <a:cubicBezTo>
                  <a:pt x="1796448" y="49006"/>
                  <a:pt x="1797546" y="51369"/>
                  <a:pt x="1797546" y="54052"/>
                </a:cubicBezTo>
                <a:cubicBezTo>
                  <a:pt x="1797546" y="56430"/>
                  <a:pt x="1796753" y="58442"/>
                  <a:pt x="1795168" y="60088"/>
                </a:cubicBezTo>
                <a:cubicBezTo>
                  <a:pt x="1793583" y="61734"/>
                  <a:pt x="1791692" y="62557"/>
                  <a:pt x="1789497" y="62557"/>
                </a:cubicBezTo>
                <a:cubicBezTo>
                  <a:pt x="1787363" y="62557"/>
                  <a:pt x="1784970" y="61506"/>
                  <a:pt x="1782318" y="59402"/>
                </a:cubicBezTo>
                <a:cubicBezTo>
                  <a:pt x="1779666" y="57299"/>
                  <a:pt x="1777699" y="56247"/>
                  <a:pt x="1776419" y="56247"/>
                </a:cubicBezTo>
                <a:cubicBezTo>
                  <a:pt x="1775321" y="56247"/>
                  <a:pt x="1774132" y="56855"/>
                  <a:pt x="1772852" y="58070"/>
                </a:cubicBezTo>
                <a:cubicBezTo>
                  <a:pt x="1770108" y="60564"/>
                  <a:pt x="1767273" y="64669"/>
                  <a:pt x="1764346" y="70386"/>
                </a:cubicBezTo>
                <a:lnTo>
                  <a:pt x="1764346" y="110433"/>
                </a:lnTo>
                <a:cubicBezTo>
                  <a:pt x="1764346" y="115053"/>
                  <a:pt x="1764926" y="118550"/>
                  <a:pt x="1766084" y="120922"/>
                </a:cubicBezTo>
                <a:cubicBezTo>
                  <a:pt x="1766877" y="122564"/>
                  <a:pt x="1768279" y="123933"/>
                  <a:pt x="1770291" y="125029"/>
                </a:cubicBezTo>
                <a:cubicBezTo>
                  <a:pt x="1772303" y="126123"/>
                  <a:pt x="1775200" y="126670"/>
                  <a:pt x="1778980" y="126670"/>
                </a:cubicBezTo>
                <a:lnTo>
                  <a:pt x="1778980" y="130053"/>
                </a:lnTo>
                <a:lnTo>
                  <a:pt x="1736086" y="130053"/>
                </a:lnTo>
                <a:lnTo>
                  <a:pt x="1736086" y="126670"/>
                </a:lnTo>
                <a:cubicBezTo>
                  <a:pt x="1740354" y="126670"/>
                  <a:pt x="1743525" y="126001"/>
                  <a:pt x="1745598" y="124663"/>
                </a:cubicBezTo>
                <a:cubicBezTo>
                  <a:pt x="1747122" y="123690"/>
                  <a:pt x="1748189" y="122138"/>
                  <a:pt x="1748799" y="120007"/>
                </a:cubicBezTo>
                <a:cubicBezTo>
                  <a:pt x="1749103" y="118973"/>
                  <a:pt x="1749256" y="116022"/>
                  <a:pt x="1749256" y="111156"/>
                </a:cubicBezTo>
                <a:lnTo>
                  <a:pt x="1749256" y="78760"/>
                </a:lnTo>
                <a:cubicBezTo>
                  <a:pt x="1749256" y="69025"/>
                  <a:pt x="1749058" y="63231"/>
                  <a:pt x="1748661" y="61377"/>
                </a:cubicBezTo>
                <a:cubicBezTo>
                  <a:pt x="1748265" y="59521"/>
                  <a:pt x="1747533" y="58167"/>
                  <a:pt x="1746466" y="57316"/>
                </a:cubicBezTo>
                <a:cubicBezTo>
                  <a:pt x="1745399" y="56464"/>
                  <a:pt x="1744073" y="56038"/>
                  <a:pt x="1742488" y="56038"/>
                </a:cubicBezTo>
                <a:cubicBezTo>
                  <a:pt x="1740598" y="56038"/>
                  <a:pt x="1738464" y="56494"/>
                  <a:pt x="1736086" y="57407"/>
                </a:cubicBezTo>
                <a:lnTo>
                  <a:pt x="1735171" y="54120"/>
                </a:lnTo>
                <a:lnTo>
                  <a:pt x="1760505" y="43900"/>
                </a:lnTo>
                <a:lnTo>
                  <a:pt x="1764346" y="43900"/>
                </a:lnTo>
                <a:close/>
                <a:moveTo>
                  <a:pt x="1826720" y="43900"/>
                </a:moveTo>
                <a:lnTo>
                  <a:pt x="1826720" y="62740"/>
                </a:lnTo>
                <a:cubicBezTo>
                  <a:pt x="1833732" y="50180"/>
                  <a:pt x="1840926" y="43900"/>
                  <a:pt x="1848304" y="43900"/>
                </a:cubicBezTo>
                <a:cubicBezTo>
                  <a:pt x="1851658" y="43900"/>
                  <a:pt x="1854432" y="44921"/>
                  <a:pt x="1856627" y="46964"/>
                </a:cubicBezTo>
                <a:cubicBezTo>
                  <a:pt x="1858822" y="49006"/>
                  <a:pt x="1859919" y="51369"/>
                  <a:pt x="1859919" y="54052"/>
                </a:cubicBezTo>
                <a:cubicBezTo>
                  <a:pt x="1859919" y="56430"/>
                  <a:pt x="1859127" y="58442"/>
                  <a:pt x="1857541" y="60088"/>
                </a:cubicBezTo>
                <a:cubicBezTo>
                  <a:pt x="1855956" y="61734"/>
                  <a:pt x="1854066" y="62557"/>
                  <a:pt x="1851871" y="62557"/>
                </a:cubicBezTo>
                <a:cubicBezTo>
                  <a:pt x="1849737" y="62557"/>
                  <a:pt x="1847344" y="61506"/>
                  <a:pt x="1844692" y="59402"/>
                </a:cubicBezTo>
                <a:cubicBezTo>
                  <a:pt x="1842039" y="57299"/>
                  <a:pt x="1840073" y="56247"/>
                  <a:pt x="1838792" y="56247"/>
                </a:cubicBezTo>
                <a:cubicBezTo>
                  <a:pt x="1837695" y="56247"/>
                  <a:pt x="1836506" y="56855"/>
                  <a:pt x="1835226" y="58070"/>
                </a:cubicBezTo>
                <a:cubicBezTo>
                  <a:pt x="1832482" y="60564"/>
                  <a:pt x="1829647" y="64669"/>
                  <a:pt x="1826720" y="70386"/>
                </a:cubicBezTo>
                <a:lnTo>
                  <a:pt x="1826720" y="110433"/>
                </a:lnTo>
                <a:cubicBezTo>
                  <a:pt x="1826720" y="115053"/>
                  <a:pt x="1827299" y="118550"/>
                  <a:pt x="1828458" y="120922"/>
                </a:cubicBezTo>
                <a:cubicBezTo>
                  <a:pt x="1829250" y="122564"/>
                  <a:pt x="1830653" y="123933"/>
                  <a:pt x="1832665" y="125029"/>
                </a:cubicBezTo>
                <a:cubicBezTo>
                  <a:pt x="1834677" y="126123"/>
                  <a:pt x="1837573" y="126670"/>
                  <a:pt x="1841353" y="126670"/>
                </a:cubicBezTo>
                <a:lnTo>
                  <a:pt x="1841353" y="130053"/>
                </a:lnTo>
                <a:lnTo>
                  <a:pt x="1798459" y="130053"/>
                </a:lnTo>
                <a:lnTo>
                  <a:pt x="1798459" y="126670"/>
                </a:lnTo>
                <a:cubicBezTo>
                  <a:pt x="1802727" y="126670"/>
                  <a:pt x="1805898" y="126001"/>
                  <a:pt x="1807971" y="124663"/>
                </a:cubicBezTo>
                <a:cubicBezTo>
                  <a:pt x="1809495" y="123690"/>
                  <a:pt x="1810562" y="122138"/>
                  <a:pt x="1811172" y="120007"/>
                </a:cubicBezTo>
                <a:cubicBezTo>
                  <a:pt x="1811477" y="118973"/>
                  <a:pt x="1811629" y="116022"/>
                  <a:pt x="1811629" y="111156"/>
                </a:cubicBezTo>
                <a:lnTo>
                  <a:pt x="1811629" y="78760"/>
                </a:lnTo>
                <a:cubicBezTo>
                  <a:pt x="1811629" y="69025"/>
                  <a:pt x="1811431" y="63231"/>
                  <a:pt x="1811035" y="61377"/>
                </a:cubicBezTo>
                <a:cubicBezTo>
                  <a:pt x="1810639" y="59521"/>
                  <a:pt x="1809907" y="58167"/>
                  <a:pt x="1808840" y="57316"/>
                </a:cubicBezTo>
                <a:cubicBezTo>
                  <a:pt x="1807773" y="56464"/>
                  <a:pt x="1806447" y="56038"/>
                  <a:pt x="1804861" y="56038"/>
                </a:cubicBezTo>
                <a:cubicBezTo>
                  <a:pt x="1802971" y="56038"/>
                  <a:pt x="1800837" y="56494"/>
                  <a:pt x="1798459" y="57407"/>
                </a:cubicBezTo>
                <a:lnTo>
                  <a:pt x="1797545" y="54120"/>
                </a:lnTo>
                <a:lnTo>
                  <a:pt x="1822879" y="43900"/>
                </a:lnTo>
                <a:lnTo>
                  <a:pt x="1826720" y="43900"/>
                </a:lnTo>
                <a:close/>
                <a:moveTo>
                  <a:pt x="1878667" y="77922"/>
                </a:moveTo>
                <a:cubicBezTo>
                  <a:pt x="1878606" y="90332"/>
                  <a:pt x="1881624" y="100066"/>
                  <a:pt x="1887721" y="107123"/>
                </a:cubicBezTo>
                <a:cubicBezTo>
                  <a:pt x="1893819" y="114179"/>
                  <a:pt x="1900983" y="117707"/>
                  <a:pt x="1909214" y="117707"/>
                </a:cubicBezTo>
                <a:cubicBezTo>
                  <a:pt x="1914701" y="117707"/>
                  <a:pt x="1919473" y="116198"/>
                  <a:pt x="1923527" y="113179"/>
                </a:cubicBezTo>
                <a:cubicBezTo>
                  <a:pt x="1927582" y="110161"/>
                  <a:pt x="1930981" y="104994"/>
                  <a:pt x="1933725" y="97677"/>
                </a:cubicBezTo>
                <a:lnTo>
                  <a:pt x="1936560" y="99506"/>
                </a:lnTo>
                <a:cubicBezTo>
                  <a:pt x="1935280" y="107860"/>
                  <a:pt x="1931560" y="115466"/>
                  <a:pt x="1925402" y="122325"/>
                </a:cubicBezTo>
                <a:cubicBezTo>
                  <a:pt x="1919244" y="129185"/>
                  <a:pt x="1911531" y="132614"/>
                  <a:pt x="1902263" y="132614"/>
                </a:cubicBezTo>
                <a:cubicBezTo>
                  <a:pt x="1892203" y="132614"/>
                  <a:pt x="1883590" y="128705"/>
                  <a:pt x="1876426" y="120888"/>
                </a:cubicBezTo>
                <a:cubicBezTo>
                  <a:pt x="1869262" y="113068"/>
                  <a:pt x="1865680" y="102556"/>
                  <a:pt x="1865680" y="89352"/>
                </a:cubicBezTo>
                <a:cubicBezTo>
                  <a:pt x="1865680" y="75054"/>
                  <a:pt x="1869353" y="63904"/>
                  <a:pt x="1876701" y="55904"/>
                </a:cubicBezTo>
                <a:cubicBezTo>
                  <a:pt x="1884048" y="47901"/>
                  <a:pt x="1893270" y="43900"/>
                  <a:pt x="1904367" y="43900"/>
                </a:cubicBezTo>
                <a:cubicBezTo>
                  <a:pt x="1913756" y="43900"/>
                  <a:pt x="1921469" y="46987"/>
                  <a:pt x="1927506" y="53160"/>
                </a:cubicBezTo>
                <a:cubicBezTo>
                  <a:pt x="1933542" y="59332"/>
                  <a:pt x="1936560" y="67586"/>
                  <a:pt x="1936560" y="77922"/>
                </a:cubicBezTo>
                <a:lnTo>
                  <a:pt x="1878667" y="77922"/>
                </a:lnTo>
                <a:moveTo>
                  <a:pt x="1878667" y="72618"/>
                </a:moveTo>
                <a:lnTo>
                  <a:pt x="1917445" y="72618"/>
                </a:lnTo>
                <a:cubicBezTo>
                  <a:pt x="1917140" y="67252"/>
                  <a:pt x="1916500" y="63472"/>
                  <a:pt x="1915525" y="61277"/>
                </a:cubicBezTo>
                <a:cubicBezTo>
                  <a:pt x="1914000" y="57863"/>
                  <a:pt x="1911729" y="55180"/>
                  <a:pt x="1908711" y="53229"/>
                </a:cubicBezTo>
                <a:cubicBezTo>
                  <a:pt x="1905693" y="51278"/>
                  <a:pt x="1902538" y="50302"/>
                  <a:pt x="1899245" y="50302"/>
                </a:cubicBezTo>
                <a:cubicBezTo>
                  <a:pt x="1894184" y="50302"/>
                  <a:pt x="1889657" y="52268"/>
                  <a:pt x="1885664" y="56201"/>
                </a:cubicBezTo>
                <a:cubicBezTo>
                  <a:pt x="1881670" y="60134"/>
                  <a:pt x="1879338" y="65606"/>
                  <a:pt x="1878667" y="72618"/>
                </a:cubicBezTo>
                <a:close/>
                <a:moveTo>
                  <a:pt x="2018901" y="98226"/>
                </a:moveTo>
                <a:cubicBezTo>
                  <a:pt x="2016645" y="109262"/>
                  <a:pt x="2012224" y="117752"/>
                  <a:pt x="2005639" y="123697"/>
                </a:cubicBezTo>
                <a:cubicBezTo>
                  <a:pt x="1999054" y="129642"/>
                  <a:pt x="1991768" y="132614"/>
                  <a:pt x="1983781" y="132614"/>
                </a:cubicBezTo>
                <a:cubicBezTo>
                  <a:pt x="1974269" y="132614"/>
                  <a:pt x="1965977" y="128625"/>
                  <a:pt x="1958904" y="120648"/>
                </a:cubicBezTo>
                <a:cubicBezTo>
                  <a:pt x="1951831" y="112668"/>
                  <a:pt x="1948295" y="101886"/>
                  <a:pt x="1948295" y="88303"/>
                </a:cubicBezTo>
                <a:cubicBezTo>
                  <a:pt x="1948295" y="75146"/>
                  <a:pt x="1952212" y="64457"/>
                  <a:pt x="1960047" y="56235"/>
                </a:cubicBezTo>
                <a:cubicBezTo>
                  <a:pt x="1967882" y="48012"/>
                  <a:pt x="1977287" y="43900"/>
                  <a:pt x="1988262" y="43900"/>
                </a:cubicBezTo>
                <a:cubicBezTo>
                  <a:pt x="1996493" y="43900"/>
                  <a:pt x="2003261" y="46073"/>
                  <a:pt x="2008566" y="50419"/>
                </a:cubicBezTo>
                <a:cubicBezTo>
                  <a:pt x="2013870" y="54763"/>
                  <a:pt x="2016523" y="59275"/>
                  <a:pt x="2016523" y="63955"/>
                </a:cubicBezTo>
                <a:cubicBezTo>
                  <a:pt x="2016523" y="66264"/>
                  <a:pt x="2015776" y="68133"/>
                  <a:pt x="2014282" y="69562"/>
                </a:cubicBezTo>
                <a:cubicBezTo>
                  <a:pt x="2012788" y="70990"/>
                  <a:pt x="2010700" y="71703"/>
                  <a:pt x="2008017" y="71703"/>
                </a:cubicBezTo>
                <a:cubicBezTo>
                  <a:pt x="2004420" y="71703"/>
                  <a:pt x="2001707" y="70545"/>
                  <a:pt x="1999877" y="68228"/>
                </a:cubicBezTo>
                <a:cubicBezTo>
                  <a:pt x="1998841" y="66947"/>
                  <a:pt x="1998155" y="64508"/>
                  <a:pt x="1997820" y="60911"/>
                </a:cubicBezTo>
                <a:cubicBezTo>
                  <a:pt x="1997484" y="57314"/>
                  <a:pt x="1996250" y="54570"/>
                  <a:pt x="1994116" y="52680"/>
                </a:cubicBezTo>
                <a:cubicBezTo>
                  <a:pt x="1991982" y="50851"/>
                  <a:pt x="1989024" y="49936"/>
                  <a:pt x="1985244" y="49936"/>
                </a:cubicBezTo>
                <a:cubicBezTo>
                  <a:pt x="1979147" y="49936"/>
                  <a:pt x="1974239" y="52192"/>
                  <a:pt x="1970519" y="56704"/>
                </a:cubicBezTo>
                <a:cubicBezTo>
                  <a:pt x="1965581" y="62679"/>
                  <a:pt x="1963111" y="70575"/>
                  <a:pt x="1963111" y="80392"/>
                </a:cubicBezTo>
                <a:cubicBezTo>
                  <a:pt x="1963111" y="90391"/>
                  <a:pt x="1965565" y="99217"/>
                  <a:pt x="1970474" y="106869"/>
                </a:cubicBezTo>
                <a:cubicBezTo>
                  <a:pt x="1975382" y="114521"/>
                  <a:pt x="1982013" y="118347"/>
                  <a:pt x="1990366" y="118347"/>
                </a:cubicBezTo>
                <a:cubicBezTo>
                  <a:pt x="1996341" y="118347"/>
                  <a:pt x="2001707" y="116304"/>
                  <a:pt x="2006462" y="112219"/>
                </a:cubicBezTo>
                <a:cubicBezTo>
                  <a:pt x="2009816" y="109414"/>
                  <a:pt x="2013078" y="104323"/>
                  <a:pt x="2016248" y="96946"/>
                </a:cubicBezTo>
                <a:lnTo>
                  <a:pt x="2018901" y="98226"/>
                </a:lnTo>
                <a:close/>
                <a:moveTo>
                  <a:pt x="2055239" y="18657"/>
                </a:moveTo>
                <a:lnTo>
                  <a:pt x="2055239" y="46278"/>
                </a:lnTo>
                <a:lnTo>
                  <a:pt x="2074811" y="46278"/>
                </a:lnTo>
                <a:lnTo>
                  <a:pt x="2074811" y="52680"/>
                </a:lnTo>
                <a:lnTo>
                  <a:pt x="2055239" y="52680"/>
                </a:lnTo>
                <a:lnTo>
                  <a:pt x="2055239" y="106932"/>
                </a:lnTo>
                <a:cubicBezTo>
                  <a:pt x="2055239" y="112353"/>
                  <a:pt x="2056016" y="116007"/>
                  <a:pt x="2057571" y="117895"/>
                </a:cubicBezTo>
                <a:cubicBezTo>
                  <a:pt x="2059126" y="119782"/>
                  <a:pt x="2061123" y="120725"/>
                  <a:pt x="2063561" y="120725"/>
                </a:cubicBezTo>
                <a:cubicBezTo>
                  <a:pt x="2065574" y="120725"/>
                  <a:pt x="2067525" y="120100"/>
                  <a:pt x="2069415" y="118850"/>
                </a:cubicBezTo>
                <a:cubicBezTo>
                  <a:pt x="2071305" y="117600"/>
                  <a:pt x="2072768" y="115756"/>
                  <a:pt x="2073805" y="113317"/>
                </a:cubicBezTo>
                <a:lnTo>
                  <a:pt x="2077372" y="113317"/>
                </a:lnTo>
                <a:cubicBezTo>
                  <a:pt x="2075238" y="119309"/>
                  <a:pt x="2072220" y="123841"/>
                  <a:pt x="2068317" y="126912"/>
                </a:cubicBezTo>
                <a:cubicBezTo>
                  <a:pt x="2064415" y="129982"/>
                  <a:pt x="2060391" y="131517"/>
                  <a:pt x="2056245" y="131517"/>
                </a:cubicBezTo>
                <a:cubicBezTo>
                  <a:pt x="2053440" y="131517"/>
                  <a:pt x="2050696" y="130738"/>
                  <a:pt x="2048014" y="129182"/>
                </a:cubicBezTo>
                <a:cubicBezTo>
                  <a:pt x="2045331" y="127625"/>
                  <a:pt x="2043349" y="125398"/>
                  <a:pt x="2042069" y="122500"/>
                </a:cubicBezTo>
                <a:cubicBezTo>
                  <a:pt x="2040788" y="119600"/>
                  <a:pt x="2040148" y="115128"/>
                  <a:pt x="2040148" y="109084"/>
                </a:cubicBezTo>
                <a:lnTo>
                  <a:pt x="2040148" y="52680"/>
                </a:lnTo>
                <a:lnTo>
                  <a:pt x="2026887" y="52680"/>
                </a:lnTo>
                <a:lnTo>
                  <a:pt x="2026887" y="49662"/>
                </a:lnTo>
                <a:cubicBezTo>
                  <a:pt x="2030240" y="48317"/>
                  <a:pt x="2033670" y="46039"/>
                  <a:pt x="2037176" y="42828"/>
                </a:cubicBezTo>
                <a:cubicBezTo>
                  <a:pt x="2040682" y="39618"/>
                  <a:pt x="2043807" y="35811"/>
                  <a:pt x="2046550" y="31407"/>
                </a:cubicBezTo>
                <a:cubicBezTo>
                  <a:pt x="2047953" y="29085"/>
                  <a:pt x="2049904" y="24835"/>
                  <a:pt x="2052404" y="18657"/>
                </a:cubicBezTo>
                <a:lnTo>
                  <a:pt x="2055239" y="18657"/>
                </a:lnTo>
                <a:close/>
                <a:moveTo>
                  <a:pt x="2183951" y="43900"/>
                </a:moveTo>
                <a:lnTo>
                  <a:pt x="2183951" y="72252"/>
                </a:lnTo>
                <a:lnTo>
                  <a:pt x="2180933" y="72252"/>
                </a:lnTo>
                <a:cubicBezTo>
                  <a:pt x="2178616" y="63360"/>
                  <a:pt x="2175644" y="57311"/>
                  <a:pt x="2172016" y="54106"/>
                </a:cubicBezTo>
                <a:cubicBezTo>
                  <a:pt x="2168388" y="50899"/>
                  <a:pt x="2163770" y="49296"/>
                  <a:pt x="2158160" y="49296"/>
                </a:cubicBezTo>
                <a:cubicBezTo>
                  <a:pt x="2153892" y="49296"/>
                  <a:pt x="2150447" y="50423"/>
                  <a:pt x="2147825" y="52677"/>
                </a:cubicBezTo>
                <a:cubicBezTo>
                  <a:pt x="2145204" y="54929"/>
                  <a:pt x="2143893" y="57426"/>
                  <a:pt x="2143893" y="60168"/>
                </a:cubicBezTo>
                <a:cubicBezTo>
                  <a:pt x="2143893" y="63579"/>
                  <a:pt x="2144868" y="66502"/>
                  <a:pt x="2146819" y="68937"/>
                </a:cubicBezTo>
                <a:cubicBezTo>
                  <a:pt x="2148709" y="71435"/>
                  <a:pt x="2152551" y="74084"/>
                  <a:pt x="2158343" y="76885"/>
                </a:cubicBezTo>
                <a:lnTo>
                  <a:pt x="2171696" y="83373"/>
                </a:lnTo>
                <a:cubicBezTo>
                  <a:pt x="2184073" y="89401"/>
                  <a:pt x="2190262" y="97350"/>
                  <a:pt x="2190262" y="107218"/>
                </a:cubicBezTo>
                <a:cubicBezTo>
                  <a:pt x="2190262" y="114830"/>
                  <a:pt x="2187381" y="120966"/>
                  <a:pt x="2181619" y="125626"/>
                </a:cubicBezTo>
                <a:cubicBezTo>
                  <a:pt x="2175857" y="130285"/>
                  <a:pt x="2169410" y="132614"/>
                  <a:pt x="2162276" y="132614"/>
                </a:cubicBezTo>
                <a:cubicBezTo>
                  <a:pt x="2157154" y="132614"/>
                  <a:pt x="2151301" y="131700"/>
                  <a:pt x="2144716" y="129871"/>
                </a:cubicBezTo>
                <a:cubicBezTo>
                  <a:pt x="2142704" y="129261"/>
                  <a:pt x="2141057" y="128956"/>
                  <a:pt x="2139777" y="128956"/>
                </a:cubicBezTo>
                <a:cubicBezTo>
                  <a:pt x="2138375" y="128956"/>
                  <a:pt x="2137277" y="129749"/>
                  <a:pt x="2136485" y="131334"/>
                </a:cubicBezTo>
                <a:lnTo>
                  <a:pt x="2133466" y="131334"/>
                </a:lnTo>
                <a:lnTo>
                  <a:pt x="2133466" y="101336"/>
                </a:lnTo>
                <a:lnTo>
                  <a:pt x="2136485" y="101336"/>
                </a:lnTo>
                <a:cubicBezTo>
                  <a:pt x="2138192" y="109902"/>
                  <a:pt x="2141454" y="116358"/>
                  <a:pt x="2146271" y="120702"/>
                </a:cubicBezTo>
                <a:cubicBezTo>
                  <a:pt x="2151087" y="125046"/>
                  <a:pt x="2156483" y="127218"/>
                  <a:pt x="2162459" y="127218"/>
                </a:cubicBezTo>
                <a:cubicBezTo>
                  <a:pt x="2166666" y="127218"/>
                  <a:pt x="2170095" y="125985"/>
                  <a:pt x="2172748" y="123520"/>
                </a:cubicBezTo>
                <a:cubicBezTo>
                  <a:pt x="2175400" y="121052"/>
                  <a:pt x="2176726" y="118083"/>
                  <a:pt x="2176726" y="114611"/>
                </a:cubicBezTo>
                <a:cubicBezTo>
                  <a:pt x="2176726" y="110408"/>
                  <a:pt x="2175248" y="106876"/>
                  <a:pt x="2172290" y="104014"/>
                </a:cubicBezTo>
                <a:cubicBezTo>
                  <a:pt x="2169333" y="101152"/>
                  <a:pt x="2163434" y="97529"/>
                  <a:pt x="2154593" y="93144"/>
                </a:cubicBezTo>
                <a:cubicBezTo>
                  <a:pt x="2145752" y="88758"/>
                  <a:pt x="2139960" y="84799"/>
                  <a:pt x="2137216" y="81266"/>
                </a:cubicBezTo>
                <a:cubicBezTo>
                  <a:pt x="2134473" y="77795"/>
                  <a:pt x="2133101" y="73409"/>
                  <a:pt x="2133101" y="68111"/>
                </a:cubicBezTo>
                <a:cubicBezTo>
                  <a:pt x="2133101" y="61228"/>
                  <a:pt x="2135463" y="55473"/>
                  <a:pt x="2140189" y="50845"/>
                </a:cubicBezTo>
                <a:cubicBezTo>
                  <a:pt x="2144914" y="46215"/>
                  <a:pt x="2151026" y="43900"/>
                  <a:pt x="2158526" y="43900"/>
                </a:cubicBezTo>
                <a:cubicBezTo>
                  <a:pt x="2161818" y="43900"/>
                  <a:pt x="2165812" y="44601"/>
                  <a:pt x="2170507" y="46003"/>
                </a:cubicBezTo>
                <a:cubicBezTo>
                  <a:pt x="2173617" y="46918"/>
                  <a:pt x="2175690" y="47375"/>
                  <a:pt x="2176726" y="47375"/>
                </a:cubicBezTo>
                <a:cubicBezTo>
                  <a:pt x="2177702" y="47375"/>
                  <a:pt x="2178464" y="47162"/>
                  <a:pt x="2179013" y="46735"/>
                </a:cubicBezTo>
                <a:cubicBezTo>
                  <a:pt x="2179561" y="46308"/>
                  <a:pt x="2180202" y="45363"/>
                  <a:pt x="2180933" y="43900"/>
                </a:cubicBezTo>
                <a:lnTo>
                  <a:pt x="2183951" y="43900"/>
                </a:lnTo>
                <a:close/>
                <a:moveTo>
                  <a:pt x="2216755" y="77922"/>
                </a:moveTo>
                <a:cubicBezTo>
                  <a:pt x="2216694" y="90332"/>
                  <a:pt x="2219712" y="100066"/>
                  <a:pt x="2225810" y="107123"/>
                </a:cubicBezTo>
                <a:cubicBezTo>
                  <a:pt x="2231907" y="114179"/>
                  <a:pt x="2239071" y="117707"/>
                  <a:pt x="2247302" y="117707"/>
                </a:cubicBezTo>
                <a:cubicBezTo>
                  <a:pt x="2252790" y="117707"/>
                  <a:pt x="2257561" y="116198"/>
                  <a:pt x="2261615" y="113179"/>
                </a:cubicBezTo>
                <a:cubicBezTo>
                  <a:pt x="2265670" y="110161"/>
                  <a:pt x="2269069" y="104994"/>
                  <a:pt x="2271813" y="97677"/>
                </a:cubicBezTo>
                <a:lnTo>
                  <a:pt x="2274648" y="99506"/>
                </a:lnTo>
                <a:cubicBezTo>
                  <a:pt x="2273368" y="107860"/>
                  <a:pt x="2269649" y="115466"/>
                  <a:pt x="2263490" y="122325"/>
                </a:cubicBezTo>
                <a:cubicBezTo>
                  <a:pt x="2257332" y="129185"/>
                  <a:pt x="2249619" y="132614"/>
                  <a:pt x="2240351" y="132614"/>
                </a:cubicBezTo>
                <a:cubicBezTo>
                  <a:pt x="2230291" y="132614"/>
                  <a:pt x="2221679" y="128705"/>
                  <a:pt x="2214515" y="120888"/>
                </a:cubicBezTo>
                <a:cubicBezTo>
                  <a:pt x="2207350" y="113068"/>
                  <a:pt x="2203768" y="102556"/>
                  <a:pt x="2203768" y="89352"/>
                </a:cubicBezTo>
                <a:cubicBezTo>
                  <a:pt x="2203768" y="75054"/>
                  <a:pt x="2207442" y="63904"/>
                  <a:pt x="2214789" y="55904"/>
                </a:cubicBezTo>
                <a:cubicBezTo>
                  <a:pt x="2222136" y="47901"/>
                  <a:pt x="2231358" y="43900"/>
                  <a:pt x="2242455" y="43900"/>
                </a:cubicBezTo>
                <a:cubicBezTo>
                  <a:pt x="2251845" y="43900"/>
                  <a:pt x="2259558" y="46987"/>
                  <a:pt x="2265594" y="53160"/>
                </a:cubicBezTo>
                <a:cubicBezTo>
                  <a:pt x="2271630" y="59332"/>
                  <a:pt x="2274648" y="67586"/>
                  <a:pt x="2274648" y="77922"/>
                </a:cubicBezTo>
                <a:lnTo>
                  <a:pt x="2216755" y="77922"/>
                </a:lnTo>
                <a:moveTo>
                  <a:pt x="2216755" y="72618"/>
                </a:moveTo>
                <a:lnTo>
                  <a:pt x="2255533" y="72618"/>
                </a:lnTo>
                <a:cubicBezTo>
                  <a:pt x="2255229" y="67252"/>
                  <a:pt x="2254588" y="63472"/>
                  <a:pt x="2253613" y="61277"/>
                </a:cubicBezTo>
                <a:cubicBezTo>
                  <a:pt x="2252089" y="57863"/>
                  <a:pt x="2249817" y="55180"/>
                  <a:pt x="2246799" y="53229"/>
                </a:cubicBezTo>
                <a:cubicBezTo>
                  <a:pt x="2243781" y="51278"/>
                  <a:pt x="2240626" y="50302"/>
                  <a:pt x="2237333" y="50302"/>
                </a:cubicBezTo>
                <a:cubicBezTo>
                  <a:pt x="2232273" y="50302"/>
                  <a:pt x="2227745" y="52268"/>
                  <a:pt x="2223752" y="56201"/>
                </a:cubicBezTo>
                <a:cubicBezTo>
                  <a:pt x="2219758" y="60134"/>
                  <a:pt x="2217426" y="65606"/>
                  <a:pt x="2216755" y="72618"/>
                </a:cubicBezTo>
                <a:close/>
                <a:moveTo>
                  <a:pt x="2360007" y="43900"/>
                </a:moveTo>
                <a:lnTo>
                  <a:pt x="2360007" y="151558"/>
                </a:lnTo>
                <a:cubicBezTo>
                  <a:pt x="2360007" y="156919"/>
                  <a:pt x="2360373" y="160361"/>
                  <a:pt x="2361105" y="161884"/>
                </a:cubicBezTo>
                <a:cubicBezTo>
                  <a:pt x="2361836" y="163408"/>
                  <a:pt x="2362979" y="164596"/>
                  <a:pt x="2364534" y="165448"/>
                </a:cubicBezTo>
                <a:cubicBezTo>
                  <a:pt x="2366089" y="166301"/>
                  <a:pt x="2369122" y="166728"/>
                  <a:pt x="2373634" y="166728"/>
                </a:cubicBezTo>
                <a:lnTo>
                  <a:pt x="2373634" y="170112"/>
                </a:lnTo>
                <a:lnTo>
                  <a:pt x="2331381" y="170112"/>
                </a:lnTo>
                <a:lnTo>
                  <a:pt x="2331381" y="166728"/>
                </a:lnTo>
                <a:lnTo>
                  <a:pt x="2333118" y="166728"/>
                </a:lnTo>
                <a:cubicBezTo>
                  <a:pt x="2336533" y="166728"/>
                  <a:pt x="2339124" y="166240"/>
                  <a:pt x="2340892" y="165265"/>
                </a:cubicBezTo>
                <a:cubicBezTo>
                  <a:pt x="2342112" y="164594"/>
                  <a:pt x="2343087" y="163390"/>
                  <a:pt x="2343819" y="161652"/>
                </a:cubicBezTo>
                <a:cubicBezTo>
                  <a:pt x="2344551" y="159915"/>
                  <a:pt x="2344916" y="156546"/>
                  <a:pt x="2344916" y="151546"/>
                </a:cubicBezTo>
                <a:lnTo>
                  <a:pt x="2344916" y="115512"/>
                </a:lnTo>
                <a:cubicBezTo>
                  <a:pt x="2339368" y="122097"/>
                  <a:pt x="2334521" y="126593"/>
                  <a:pt x="2330375" y="129002"/>
                </a:cubicBezTo>
                <a:cubicBezTo>
                  <a:pt x="2326229" y="131410"/>
                  <a:pt x="2321930" y="132614"/>
                  <a:pt x="2317479" y="132614"/>
                </a:cubicBezTo>
                <a:cubicBezTo>
                  <a:pt x="2309370" y="132614"/>
                  <a:pt x="2302129" y="128929"/>
                  <a:pt x="2295758" y="121559"/>
                </a:cubicBezTo>
                <a:cubicBezTo>
                  <a:pt x="2289386" y="114189"/>
                  <a:pt x="2286200" y="104322"/>
                  <a:pt x="2286200" y="91958"/>
                </a:cubicBezTo>
                <a:cubicBezTo>
                  <a:pt x="2286200" y="77765"/>
                  <a:pt x="2290407" y="66207"/>
                  <a:pt x="2298822" y="57284"/>
                </a:cubicBezTo>
                <a:cubicBezTo>
                  <a:pt x="2307236" y="48361"/>
                  <a:pt x="2317388" y="43900"/>
                  <a:pt x="2329277" y="43900"/>
                </a:cubicBezTo>
                <a:cubicBezTo>
                  <a:pt x="2332753" y="43900"/>
                  <a:pt x="2335954" y="44388"/>
                  <a:pt x="2338880" y="45363"/>
                </a:cubicBezTo>
                <a:cubicBezTo>
                  <a:pt x="2341807" y="46339"/>
                  <a:pt x="2344429" y="47802"/>
                  <a:pt x="2346746" y="49753"/>
                </a:cubicBezTo>
                <a:cubicBezTo>
                  <a:pt x="2350282" y="48046"/>
                  <a:pt x="2353666" y="46095"/>
                  <a:pt x="2356897" y="43900"/>
                </a:cubicBezTo>
                <a:lnTo>
                  <a:pt x="2360007" y="43900"/>
                </a:lnTo>
                <a:moveTo>
                  <a:pt x="2344916" y="109764"/>
                </a:moveTo>
                <a:lnTo>
                  <a:pt x="2344916" y="70489"/>
                </a:lnTo>
                <a:cubicBezTo>
                  <a:pt x="2344916" y="65921"/>
                  <a:pt x="2344322" y="62329"/>
                  <a:pt x="2343133" y="59711"/>
                </a:cubicBezTo>
                <a:cubicBezTo>
                  <a:pt x="2341944" y="57091"/>
                  <a:pt x="2339825" y="54868"/>
                  <a:pt x="2336777" y="53043"/>
                </a:cubicBezTo>
                <a:cubicBezTo>
                  <a:pt x="2333728" y="51216"/>
                  <a:pt x="2330283" y="50302"/>
                  <a:pt x="2326442" y="50302"/>
                </a:cubicBezTo>
                <a:cubicBezTo>
                  <a:pt x="2319613" y="50302"/>
                  <a:pt x="2313760" y="53194"/>
                  <a:pt x="2308882" y="58979"/>
                </a:cubicBezTo>
                <a:cubicBezTo>
                  <a:pt x="2304004" y="64764"/>
                  <a:pt x="2301565" y="73532"/>
                  <a:pt x="2301565" y="85285"/>
                </a:cubicBezTo>
                <a:cubicBezTo>
                  <a:pt x="2301565" y="96549"/>
                  <a:pt x="2304050" y="105104"/>
                  <a:pt x="2309019" y="110950"/>
                </a:cubicBezTo>
                <a:cubicBezTo>
                  <a:pt x="2313988" y="116796"/>
                  <a:pt x="2319979" y="119719"/>
                  <a:pt x="2326991" y="119719"/>
                </a:cubicBezTo>
                <a:cubicBezTo>
                  <a:pt x="2330588" y="119719"/>
                  <a:pt x="2333789" y="118942"/>
                  <a:pt x="2336594" y="117389"/>
                </a:cubicBezTo>
                <a:cubicBezTo>
                  <a:pt x="2339398" y="115836"/>
                  <a:pt x="2342173" y="113295"/>
                  <a:pt x="2344916" y="109764"/>
                </a:cubicBezTo>
                <a:close/>
                <a:moveTo>
                  <a:pt x="2452929" y="46278"/>
                </a:moveTo>
                <a:lnTo>
                  <a:pt x="2452929" y="97037"/>
                </a:lnTo>
                <a:cubicBezTo>
                  <a:pt x="2452929" y="106732"/>
                  <a:pt x="2453157" y="112661"/>
                  <a:pt x="2453615" y="114826"/>
                </a:cubicBezTo>
                <a:cubicBezTo>
                  <a:pt x="2454072" y="116990"/>
                  <a:pt x="2454804" y="118499"/>
                  <a:pt x="2455810" y="119353"/>
                </a:cubicBezTo>
                <a:cubicBezTo>
                  <a:pt x="2456816" y="120206"/>
                  <a:pt x="2457989" y="120633"/>
                  <a:pt x="2459331" y="120633"/>
                </a:cubicBezTo>
                <a:cubicBezTo>
                  <a:pt x="2461221" y="120633"/>
                  <a:pt x="2463355" y="120115"/>
                  <a:pt x="2465733" y="119078"/>
                </a:cubicBezTo>
                <a:lnTo>
                  <a:pt x="2467013" y="122280"/>
                </a:lnTo>
                <a:lnTo>
                  <a:pt x="2441954" y="132614"/>
                </a:lnTo>
                <a:lnTo>
                  <a:pt x="2437838" y="132614"/>
                </a:lnTo>
                <a:lnTo>
                  <a:pt x="2437838" y="114871"/>
                </a:lnTo>
                <a:cubicBezTo>
                  <a:pt x="2430644" y="122676"/>
                  <a:pt x="2425156" y="127584"/>
                  <a:pt x="2421376" y="129596"/>
                </a:cubicBezTo>
                <a:cubicBezTo>
                  <a:pt x="2417595" y="131608"/>
                  <a:pt x="2413602" y="132614"/>
                  <a:pt x="2409395" y="132614"/>
                </a:cubicBezTo>
                <a:cubicBezTo>
                  <a:pt x="2404700" y="132614"/>
                  <a:pt x="2400630" y="131258"/>
                  <a:pt x="2397185" y="128544"/>
                </a:cubicBezTo>
                <a:cubicBezTo>
                  <a:pt x="2393740" y="125831"/>
                  <a:pt x="2391347" y="122341"/>
                  <a:pt x="2390006" y="118072"/>
                </a:cubicBezTo>
                <a:cubicBezTo>
                  <a:pt x="2388664" y="113804"/>
                  <a:pt x="2387994" y="107768"/>
                  <a:pt x="2387994" y="99964"/>
                </a:cubicBezTo>
                <a:lnTo>
                  <a:pt x="2387994" y="62557"/>
                </a:lnTo>
                <a:cubicBezTo>
                  <a:pt x="2387994" y="58594"/>
                  <a:pt x="2387567" y="55850"/>
                  <a:pt x="2386713" y="54326"/>
                </a:cubicBezTo>
                <a:cubicBezTo>
                  <a:pt x="2385860" y="52802"/>
                  <a:pt x="2384594" y="51628"/>
                  <a:pt x="2382918" y="50805"/>
                </a:cubicBezTo>
                <a:cubicBezTo>
                  <a:pt x="2381241" y="49982"/>
                  <a:pt x="2378208" y="49601"/>
                  <a:pt x="2373818" y="49662"/>
                </a:cubicBezTo>
                <a:lnTo>
                  <a:pt x="2373818" y="46278"/>
                </a:lnTo>
                <a:lnTo>
                  <a:pt x="2403176" y="46278"/>
                </a:lnTo>
                <a:lnTo>
                  <a:pt x="2403176" y="102204"/>
                </a:lnTo>
                <a:cubicBezTo>
                  <a:pt x="2403176" y="109990"/>
                  <a:pt x="2404532" y="115099"/>
                  <a:pt x="2407245" y="117532"/>
                </a:cubicBezTo>
                <a:cubicBezTo>
                  <a:pt x="2409959" y="119965"/>
                  <a:pt x="2413236" y="121182"/>
                  <a:pt x="2417077" y="121182"/>
                </a:cubicBezTo>
                <a:cubicBezTo>
                  <a:pt x="2419699" y="121182"/>
                  <a:pt x="2422671" y="120361"/>
                  <a:pt x="2425994" y="118718"/>
                </a:cubicBezTo>
                <a:cubicBezTo>
                  <a:pt x="2429317" y="117076"/>
                  <a:pt x="2433265" y="113944"/>
                  <a:pt x="2437838" y="109324"/>
                </a:cubicBezTo>
                <a:lnTo>
                  <a:pt x="2437838" y="61977"/>
                </a:lnTo>
                <a:cubicBezTo>
                  <a:pt x="2437838" y="57233"/>
                  <a:pt x="2436969" y="54025"/>
                  <a:pt x="2435232" y="52354"/>
                </a:cubicBezTo>
                <a:cubicBezTo>
                  <a:pt x="2433494" y="50681"/>
                  <a:pt x="2429881" y="49784"/>
                  <a:pt x="2424394" y="49662"/>
                </a:cubicBezTo>
                <a:lnTo>
                  <a:pt x="2424394" y="46278"/>
                </a:lnTo>
                <a:lnTo>
                  <a:pt x="2452929" y="46278"/>
                </a:lnTo>
                <a:close/>
                <a:moveTo>
                  <a:pt x="2487225" y="77922"/>
                </a:moveTo>
                <a:cubicBezTo>
                  <a:pt x="2487164" y="90332"/>
                  <a:pt x="2490182" y="100066"/>
                  <a:pt x="2496280" y="107123"/>
                </a:cubicBezTo>
                <a:cubicBezTo>
                  <a:pt x="2502377" y="114179"/>
                  <a:pt x="2509541" y="117707"/>
                  <a:pt x="2517772" y="117707"/>
                </a:cubicBezTo>
                <a:cubicBezTo>
                  <a:pt x="2523260" y="117707"/>
                  <a:pt x="2528031" y="116198"/>
                  <a:pt x="2532086" y="113179"/>
                </a:cubicBezTo>
                <a:cubicBezTo>
                  <a:pt x="2536140" y="110161"/>
                  <a:pt x="2539539" y="104994"/>
                  <a:pt x="2542283" y="97677"/>
                </a:cubicBezTo>
                <a:lnTo>
                  <a:pt x="2545118" y="99506"/>
                </a:lnTo>
                <a:cubicBezTo>
                  <a:pt x="2543838" y="107860"/>
                  <a:pt x="2540119" y="115466"/>
                  <a:pt x="2533960" y="122325"/>
                </a:cubicBezTo>
                <a:cubicBezTo>
                  <a:pt x="2527802" y="129185"/>
                  <a:pt x="2520089" y="132614"/>
                  <a:pt x="2510822" y="132614"/>
                </a:cubicBezTo>
                <a:cubicBezTo>
                  <a:pt x="2500761" y="132614"/>
                  <a:pt x="2492149" y="128705"/>
                  <a:pt x="2484985" y="120888"/>
                </a:cubicBezTo>
                <a:cubicBezTo>
                  <a:pt x="2477820" y="113068"/>
                  <a:pt x="2474238" y="102556"/>
                  <a:pt x="2474238" y="89352"/>
                </a:cubicBezTo>
                <a:cubicBezTo>
                  <a:pt x="2474238" y="75054"/>
                  <a:pt x="2477912" y="63904"/>
                  <a:pt x="2485259" y="55904"/>
                </a:cubicBezTo>
                <a:cubicBezTo>
                  <a:pt x="2492606" y="47901"/>
                  <a:pt x="2501828" y="43900"/>
                  <a:pt x="2512925" y="43900"/>
                </a:cubicBezTo>
                <a:cubicBezTo>
                  <a:pt x="2522315" y="43900"/>
                  <a:pt x="2530028" y="46987"/>
                  <a:pt x="2536064" y="53160"/>
                </a:cubicBezTo>
                <a:cubicBezTo>
                  <a:pt x="2542100" y="59332"/>
                  <a:pt x="2545118" y="67586"/>
                  <a:pt x="2545118" y="77922"/>
                </a:cubicBezTo>
                <a:lnTo>
                  <a:pt x="2487225" y="77922"/>
                </a:lnTo>
                <a:moveTo>
                  <a:pt x="2487225" y="72618"/>
                </a:moveTo>
                <a:lnTo>
                  <a:pt x="2526004" y="72618"/>
                </a:lnTo>
                <a:cubicBezTo>
                  <a:pt x="2525699" y="67252"/>
                  <a:pt x="2525059" y="63472"/>
                  <a:pt x="2524083" y="61277"/>
                </a:cubicBezTo>
                <a:cubicBezTo>
                  <a:pt x="2522559" y="57863"/>
                  <a:pt x="2520287" y="55180"/>
                  <a:pt x="2517269" y="53229"/>
                </a:cubicBezTo>
                <a:cubicBezTo>
                  <a:pt x="2514251" y="51278"/>
                  <a:pt x="2511096" y="50302"/>
                  <a:pt x="2507803" y="50302"/>
                </a:cubicBezTo>
                <a:cubicBezTo>
                  <a:pt x="2502743" y="50302"/>
                  <a:pt x="2498216" y="52268"/>
                  <a:pt x="2494222" y="56201"/>
                </a:cubicBezTo>
                <a:cubicBezTo>
                  <a:pt x="2490228" y="60134"/>
                  <a:pt x="2487896" y="65606"/>
                  <a:pt x="2487225" y="72618"/>
                </a:cubicBezTo>
                <a:close/>
                <a:moveTo>
                  <a:pt x="2580724" y="61643"/>
                </a:moveTo>
                <a:cubicBezTo>
                  <a:pt x="2590540" y="49814"/>
                  <a:pt x="2599900" y="43900"/>
                  <a:pt x="2608802" y="43900"/>
                </a:cubicBezTo>
                <a:cubicBezTo>
                  <a:pt x="2613374" y="43900"/>
                  <a:pt x="2617307" y="45041"/>
                  <a:pt x="2620600" y="47324"/>
                </a:cubicBezTo>
                <a:cubicBezTo>
                  <a:pt x="2623892" y="49605"/>
                  <a:pt x="2626514" y="53361"/>
                  <a:pt x="2628465" y="58593"/>
                </a:cubicBezTo>
                <a:cubicBezTo>
                  <a:pt x="2629806" y="62242"/>
                  <a:pt x="2630477" y="67839"/>
                  <a:pt x="2630477" y="75384"/>
                </a:cubicBezTo>
                <a:lnTo>
                  <a:pt x="2630477" y="111064"/>
                </a:lnTo>
                <a:cubicBezTo>
                  <a:pt x="2630477" y="116358"/>
                  <a:pt x="2630904" y="119947"/>
                  <a:pt x="2631758" y="121834"/>
                </a:cubicBezTo>
                <a:cubicBezTo>
                  <a:pt x="2632428" y="123354"/>
                  <a:pt x="2633511" y="124540"/>
                  <a:pt x="2635004" y="125392"/>
                </a:cubicBezTo>
                <a:cubicBezTo>
                  <a:pt x="2636498" y="126244"/>
                  <a:pt x="2639257" y="126670"/>
                  <a:pt x="2643281" y="126670"/>
                </a:cubicBezTo>
                <a:lnTo>
                  <a:pt x="2643281" y="130053"/>
                </a:lnTo>
                <a:lnTo>
                  <a:pt x="2601851" y="130053"/>
                </a:lnTo>
                <a:lnTo>
                  <a:pt x="2601851" y="126670"/>
                </a:lnTo>
                <a:lnTo>
                  <a:pt x="2603588" y="126670"/>
                </a:lnTo>
                <a:cubicBezTo>
                  <a:pt x="2607491" y="126670"/>
                  <a:pt x="2610219" y="126078"/>
                  <a:pt x="2611774" y="124895"/>
                </a:cubicBezTo>
                <a:cubicBezTo>
                  <a:pt x="2613329" y="123711"/>
                  <a:pt x="2614411" y="121968"/>
                  <a:pt x="2615021" y="119664"/>
                </a:cubicBezTo>
                <a:cubicBezTo>
                  <a:pt x="2615265" y="118754"/>
                  <a:pt x="2615387" y="115902"/>
                  <a:pt x="2615387" y="111110"/>
                </a:cubicBezTo>
                <a:lnTo>
                  <a:pt x="2615387" y="76988"/>
                </a:lnTo>
                <a:cubicBezTo>
                  <a:pt x="2615387" y="69406"/>
                  <a:pt x="2614396" y="63902"/>
                  <a:pt x="2612414" y="60474"/>
                </a:cubicBezTo>
                <a:cubicBezTo>
                  <a:pt x="2610433" y="57046"/>
                  <a:pt x="2607094" y="55332"/>
                  <a:pt x="2602399" y="55332"/>
                </a:cubicBezTo>
                <a:cubicBezTo>
                  <a:pt x="2595144" y="55332"/>
                  <a:pt x="2587919" y="59275"/>
                  <a:pt x="2580724" y="67162"/>
                </a:cubicBezTo>
                <a:lnTo>
                  <a:pt x="2580724" y="111110"/>
                </a:lnTo>
                <a:cubicBezTo>
                  <a:pt x="2580724" y="116752"/>
                  <a:pt x="2581059" y="120240"/>
                  <a:pt x="2581730" y="121574"/>
                </a:cubicBezTo>
                <a:cubicBezTo>
                  <a:pt x="2582584" y="123332"/>
                  <a:pt x="2583757" y="124621"/>
                  <a:pt x="2585251" y="125441"/>
                </a:cubicBezTo>
                <a:cubicBezTo>
                  <a:pt x="2586745" y="126260"/>
                  <a:pt x="2589778" y="126670"/>
                  <a:pt x="2594351" y="126670"/>
                </a:cubicBezTo>
                <a:lnTo>
                  <a:pt x="2594351" y="130053"/>
                </a:lnTo>
                <a:lnTo>
                  <a:pt x="2552921" y="130053"/>
                </a:lnTo>
                <a:lnTo>
                  <a:pt x="2552921" y="126670"/>
                </a:lnTo>
                <a:lnTo>
                  <a:pt x="2554750" y="126670"/>
                </a:lnTo>
                <a:cubicBezTo>
                  <a:pt x="2559018" y="126670"/>
                  <a:pt x="2561899" y="125590"/>
                  <a:pt x="2563393" y="123431"/>
                </a:cubicBezTo>
                <a:cubicBezTo>
                  <a:pt x="2564886" y="121271"/>
                  <a:pt x="2565633" y="117148"/>
                  <a:pt x="2565633" y="111064"/>
                </a:cubicBezTo>
                <a:lnTo>
                  <a:pt x="2565633" y="80037"/>
                </a:lnTo>
                <a:cubicBezTo>
                  <a:pt x="2565633" y="70000"/>
                  <a:pt x="2565405" y="63886"/>
                  <a:pt x="2564947" y="61697"/>
                </a:cubicBezTo>
                <a:cubicBezTo>
                  <a:pt x="2564490" y="59506"/>
                  <a:pt x="2563789" y="58015"/>
                  <a:pt x="2562844" y="57224"/>
                </a:cubicBezTo>
                <a:cubicBezTo>
                  <a:pt x="2561899" y="56433"/>
                  <a:pt x="2560634" y="56038"/>
                  <a:pt x="2559048" y="56038"/>
                </a:cubicBezTo>
                <a:cubicBezTo>
                  <a:pt x="2557341" y="56038"/>
                  <a:pt x="2555299" y="56494"/>
                  <a:pt x="2552921" y="57407"/>
                </a:cubicBezTo>
                <a:lnTo>
                  <a:pt x="2551549" y="54120"/>
                </a:lnTo>
                <a:lnTo>
                  <a:pt x="2576791" y="43900"/>
                </a:lnTo>
                <a:lnTo>
                  <a:pt x="2580724" y="43900"/>
                </a:lnTo>
                <a:lnTo>
                  <a:pt x="2580724" y="61643"/>
                </a:lnTo>
                <a:close/>
                <a:moveTo>
                  <a:pt x="2721112" y="98226"/>
                </a:moveTo>
                <a:cubicBezTo>
                  <a:pt x="2718856" y="109262"/>
                  <a:pt x="2714436" y="117752"/>
                  <a:pt x="2707851" y="123697"/>
                </a:cubicBezTo>
                <a:cubicBezTo>
                  <a:pt x="2701266" y="129642"/>
                  <a:pt x="2693980" y="132614"/>
                  <a:pt x="2685993" y="132614"/>
                </a:cubicBezTo>
                <a:cubicBezTo>
                  <a:pt x="2676481" y="132614"/>
                  <a:pt x="2668189" y="128625"/>
                  <a:pt x="2661116" y="120648"/>
                </a:cubicBezTo>
                <a:cubicBezTo>
                  <a:pt x="2654043" y="112668"/>
                  <a:pt x="2650507" y="101886"/>
                  <a:pt x="2650507" y="88303"/>
                </a:cubicBezTo>
                <a:cubicBezTo>
                  <a:pt x="2650507" y="75146"/>
                  <a:pt x="2654424" y="64457"/>
                  <a:pt x="2662259" y="56235"/>
                </a:cubicBezTo>
                <a:cubicBezTo>
                  <a:pt x="2670094" y="48012"/>
                  <a:pt x="2679499" y="43900"/>
                  <a:pt x="2690474" y="43900"/>
                </a:cubicBezTo>
                <a:cubicBezTo>
                  <a:pt x="2698705" y="43900"/>
                  <a:pt x="2705473" y="46073"/>
                  <a:pt x="2710778" y="50419"/>
                </a:cubicBezTo>
                <a:cubicBezTo>
                  <a:pt x="2716082" y="54763"/>
                  <a:pt x="2718735" y="59275"/>
                  <a:pt x="2718735" y="63955"/>
                </a:cubicBezTo>
                <a:cubicBezTo>
                  <a:pt x="2718735" y="66264"/>
                  <a:pt x="2717988" y="68133"/>
                  <a:pt x="2716494" y="69562"/>
                </a:cubicBezTo>
                <a:cubicBezTo>
                  <a:pt x="2715000" y="70990"/>
                  <a:pt x="2712912" y="71703"/>
                  <a:pt x="2710229" y="71703"/>
                </a:cubicBezTo>
                <a:cubicBezTo>
                  <a:pt x="2706632" y="71703"/>
                  <a:pt x="2703918" y="70545"/>
                  <a:pt x="2702089" y="68228"/>
                </a:cubicBezTo>
                <a:cubicBezTo>
                  <a:pt x="2701053" y="66947"/>
                  <a:pt x="2700367" y="64508"/>
                  <a:pt x="2700031" y="60911"/>
                </a:cubicBezTo>
                <a:cubicBezTo>
                  <a:pt x="2699696" y="57314"/>
                  <a:pt x="2698461" y="54570"/>
                  <a:pt x="2696327" y="52680"/>
                </a:cubicBezTo>
                <a:cubicBezTo>
                  <a:pt x="2694193" y="50851"/>
                  <a:pt x="2691236" y="49936"/>
                  <a:pt x="2687456" y="49936"/>
                </a:cubicBezTo>
                <a:cubicBezTo>
                  <a:pt x="2681359" y="49936"/>
                  <a:pt x="2676450" y="52192"/>
                  <a:pt x="2672731" y="56704"/>
                </a:cubicBezTo>
                <a:cubicBezTo>
                  <a:pt x="2667792" y="62679"/>
                  <a:pt x="2665323" y="70575"/>
                  <a:pt x="2665323" y="80392"/>
                </a:cubicBezTo>
                <a:cubicBezTo>
                  <a:pt x="2665323" y="90391"/>
                  <a:pt x="2667777" y="99217"/>
                  <a:pt x="2672685" y="106869"/>
                </a:cubicBezTo>
                <a:cubicBezTo>
                  <a:pt x="2677594" y="114521"/>
                  <a:pt x="2684224" y="118347"/>
                  <a:pt x="2692578" y="118347"/>
                </a:cubicBezTo>
                <a:cubicBezTo>
                  <a:pt x="2698553" y="118347"/>
                  <a:pt x="2703918" y="116304"/>
                  <a:pt x="2708674" y="112219"/>
                </a:cubicBezTo>
                <a:cubicBezTo>
                  <a:pt x="2712028" y="109414"/>
                  <a:pt x="2715290" y="104323"/>
                  <a:pt x="2718460" y="96946"/>
                </a:cubicBezTo>
                <a:lnTo>
                  <a:pt x="2721112" y="98226"/>
                </a:lnTo>
                <a:close/>
                <a:moveTo>
                  <a:pt x="2747206" y="77922"/>
                </a:moveTo>
                <a:cubicBezTo>
                  <a:pt x="2747145" y="90332"/>
                  <a:pt x="2750164" y="100066"/>
                  <a:pt x="2756261" y="107123"/>
                </a:cubicBezTo>
                <a:cubicBezTo>
                  <a:pt x="2762358" y="114179"/>
                  <a:pt x="2769522" y="117707"/>
                  <a:pt x="2777753" y="117707"/>
                </a:cubicBezTo>
                <a:cubicBezTo>
                  <a:pt x="2783241" y="117707"/>
                  <a:pt x="2788012" y="116198"/>
                  <a:pt x="2792067" y="113179"/>
                </a:cubicBezTo>
                <a:cubicBezTo>
                  <a:pt x="2796121" y="110161"/>
                  <a:pt x="2799520" y="104994"/>
                  <a:pt x="2802264" y="97677"/>
                </a:cubicBezTo>
                <a:lnTo>
                  <a:pt x="2805099" y="99506"/>
                </a:lnTo>
                <a:cubicBezTo>
                  <a:pt x="2803819" y="107860"/>
                  <a:pt x="2800100" y="115466"/>
                  <a:pt x="2793942" y="122325"/>
                </a:cubicBezTo>
                <a:cubicBezTo>
                  <a:pt x="2787783" y="129185"/>
                  <a:pt x="2780070" y="132614"/>
                  <a:pt x="2770803" y="132614"/>
                </a:cubicBezTo>
                <a:cubicBezTo>
                  <a:pt x="2760742" y="132614"/>
                  <a:pt x="2752130" y="128705"/>
                  <a:pt x="2744966" y="120888"/>
                </a:cubicBezTo>
                <a:cubicBezTo>
                  <a:pt x="2737801" y="113068"/>
                  <a:pt x="2734219" y="102556"/>
                  <a:pt x="2734219" y="89352"/>
                </a:cubicBezTo>
                <a:cubicBezTo>
                  <a:pt x="2734219" y="75054"/>
                  <a:pt x="2737893" y="63904"/>
                  <a:pt x="2745240" y="55904"/>
                </a:cubicBezTo>
                <a:cubicBezTo>
                  <a:pt x="2752587" y="47901"/>
                  <a:pt x="2761809" y="43900"/>
                  <a:pt x="2772906" y="43900"/>
                </a:cubicBezTo>
                <a:cubicBezTo>
                  <a:pt x="2782296" y="43900"/>
                  <a:pt x="2790009" y="46987"/>
                  <a:pt x="2796045" y="53160"/>
                </a:cubicBezTo>
                <a:cubicBezTo>
                  <a:pt x="2802081" y="59332"/>
                  <a:pt x="2805099" y="67586"/>
                  <a:pt x="2805099" y="77922"/>
                </a:cubicBezTo>
                <a:lnTo>
                  <a:pt x="2747206" y="77922"/>
                </a:lnTo>
                <a:moveTo>
                  <a:pt x="2747206" y="72618"/>
                </a:moveTo>
                <a:lnTo>
                  <a:pt x="2785985" y="72618"/>
                </a:lnTo>
                <a:cubicBezTo>
                  <a:pt x="2785680" y="67252"/>
                  <a:pt x="2785040" y="63472"/>
                  <a:pt x="2784064" y="61277"/>
                </a:cubicBezTo>
                <a:cubicBezTo>
                  <a:pt x="2782540" y="57863"/>
                  <a:pt x="2780269" y="55180"/>
                  <a:pt x="2777250" y="53229"/>
                </a:cubicBezTo>
                <a:cubicBezTo>
                  <a:pt x="2774232" y="51278"/>
                  <a:pt x="2771077" y="50302"/>
                  <a:pt x="2767784" y="50302"/>
                </a:cubicBezTo>
                <a:cubicBezTo>
                  <a:pt x="2762724" y="50302"/>
                  <a:pt x="2758197" y="52268"/>
                  <a:pt x="2754203" y="56201"/>
                </a:cubicBezTo>
                <a:cubicBezTo>
                  <a:pt x="2750209" y="60134"/>
                  <a:pt x="2747877" y="65606"/>
                  <a:pt x="2747206" y="726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Text guest">
            <a:extLst xmlns:a="http://schemas.openxmlformats.org/drawingml/2006/main">
              <a:ext uri="{FF2B5EF4-FFF2-40B4-BE49-F238E27FC236}">
                <a16:creationId xmlns:a16="http://schemas.microsoft.com/office/drawing/2014/main" id="{2FA016D9-45D1-4BE6-A6DA-96F6B70B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690" y="1184296"/>
            <a:ext cx="390068" cy="151821"/>
          </a:xfrm>
          <a:custGeom xmlns:a="http://schemas.openxmlformats.org/drawingml/2006/main">
            <a:pathLst>
              <a:path w="390068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70" y="27620"/>
                </a:moveTo>
                <a:lnTo>
                  <a:pt x="167370" y="78380"/>
                </a:lnTo>
                <a:cubicBezTo>
                  <a:pt x="167370" y="88074"/>
                  <a:pt x="167598" y="94004"/>
                  <a:pt x="168055" y="96168"/>
                </a:cubicBezTo>
                <a:cubicBezTo>
                  <a:pt x="168513" y="98333"/>
                  <a:pt x="169244" y="99842"/>
                  <a:pt x="170250" y="100695"/>
                </a:cubicBezTo>
                <a:cubicBezTo>
                  <a:pt x="171257" y="101549"/>
                  <a:pt x="172430" y="101976"/>
                  <a:pt x="173772" y="101976"/>
                </a:cubicBezTo>
                <a:cubicBezTo>
                  <a:pt x="175662" y="101976"/>
                  <a:pt x="177796" y="101458"/>
                  <a:pt x="180174" y="100421"/>
                </a:cubicBezTo>
                <a:lnTo>
                  <a:pt x="181454" y="103622"/>
                </a:lnTo>
                <a:lnTo>
                  <a:pt x="156395" y="113957"/>
                </a:lnTo>
                <a:lnTo>
                  <a:pt x="152279" y="113957"/>
                </a:lnTo>
                <a:lnTo>
                  <a:pt x="152279" y="96214"/>
                </a:lnTo>
                <a:cubicBezTo>
                  <a:pt x="145084" y="104018"/>
                  <a:pt x="139597" y="108927"/>
                  <a:pt x="135816" y="110939"/>
                </a:cubicBezTo>
                <a:cubicBezTo>
                  <a:pt x="132036" y="112951"/>
                  <a:pt x="128043" y="113957"/>
                  <a:pt x="123835" y="113957"/>
                </a:cubicBezTo>
                <a:cubicBezTo>
                  <a:pt x="119141" y="113957"/>
                  <a:pt x="115071" y="112600"/>
                  <a:pt x="111626" y="109887"/>
                </a:cubicBezTo>
                <a:cubicBezTo>
                  <a:pt x="108181" y="107174"/>
                  <a:pt x="105788" y="103683"/>
                  <a:pt x="104446" y="99415"/>
                </a:cubicBezTo>
                <a:cubicBezTo>
                  <a:pt x="103105" y="95147"/>
                  <a:pt x="102434" y="89111"/>
                  <a:pt x="102434" y="81306"/>
                </a:cubicBezTo>
                <a:lnTo>
                  <a:pt x="102434" y="43900"/>
                </a:lnTo>
                <a:cubicBezTo>
                  <a:pt x="102434" y="39937"/>
                  <a:pt x="102007" y="37193"/>
                  <a:pt x="101154" y="35669"/>
                </a:cubicBezTo>
                <a:cubicBezTo>
                  <a:pt x="100300" y="34144"/>
                  <a:pt x="99035" y="32971"/>
                  <a:pt x="97358" y="32148"/>
                </a:cubicBezTo>
                <a:cubicBezTo>
                  <a:pt x="95682" y="31324"/>
                  <a:pt x="92648" y="30943"/>
                  <a:pt x="88258" y="31004"/>
                </a:cubicBezTo>
                <a:lnTo>
                  <a:pt x="88258" y="27620"/>
                </a:lnTo>
                <a:lnTo>
                  <a:pt x="117616" y="27620"/>
                </a:lnTo>
                <a:lnTo>
                  <a:pt x="117616" y="83547"/>
                </a:lnTo>
                <a:cubicBezTo>
                  <a:pt x="117616" y="91332"/>
                  <a:pt x="118973" y="96442"/>
                  <a:pt x="121686" y="98875"/>
                </a:cubicBezTo>
                <a:cubicBezTo>
                  <a:pt x="124399" y="101308"/>
                  <a:pt x="127677" y="102525"/>
                  <a:pt x="131518" y="102525"/>
                </a:cubicBezTo>
                <a:cubicBezTo>
                  <a:pt x="134140" y="102525"/>
                  <a:pt x="137112" y="101703"/>
                  <a:pt x="140435" y="100061"/>
                </a:cubicBezTo>
                <a:cubicBezTo>
                  <a:pt x="143758" y="98418"/>
                  <a:pt x="147706" y="95287"/>
                  <a:pt x="152279" y="90666"/>
                </a:cubicBezTo>
                <a:lnTo>
                  <a:pt x="152279" y="43320"/>
                </a:lnTo>
                <a:cubicBezTo>
                  <a:pt x="152279" y="38575"/>
                  <a:pt x="151410" y="35368"/>
                  <a:pt x="149672" y="33697"/>
                </a:cubicBezTo>
                <a:cubicBezTo>
                  <a:pt x="147935" y="32024"/>
                  <a:pt x="144322" y="31126"/>
                  <a:pt x="138835" y="31004"/>
                </a:cubicBezTo>
                <a:lnTo>
                  <a:pt x="138835" y="27620"/>
                </a:lnTo>
                <a:lnTo>
                  <a:pt x="167370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8" y="25242"/>
                </a:moveTo>
                <a:lnTo>
                  <a:pt x="324888" y="53594"/>
                </a:lnTo>
                <a:lnTo>
                  <a:pt x="321870" y="53594"/>
                </a:lnTo>
                <a:cubicBezTo>
                  <a:pt x="319553" y="44702"/>
                  <a:pt x="316581" y="38653"/>
                  <a:pt x="312953" y="35449"/>
                </a:cubicBezTo>
                <a:cubicBezTo>
                  <a:pt x="309325" y="32242"/>
                  <a:pt x="304706" y="30638"/>
                  <a:pt x="299097" y="30638"/>
                </a:cubicBezTo>
                <a:cubicBezTo>
                  <a:pt x="294829" y="30638"/>
                  <a:pt x="291384" y="31766"/>
                  <a:pt x="288762" y="34020"/>
                </a:cubicBezTo>
                <a:cubicBezTo>
                  <a:pt x="286140" y="36272"/>
                  <a:pt x="284830" y="38769"/>
                  <a:pt x="284830" y="41511"/>
                </a:cubicBezTo>
                <a:cubicBezTo>
                  <a:pt x="284830" y="44921"/>
                  <a:pt x="285805" y="47844"/>
                  <a:pt x="287756" y="50279"/>
                </a:cubicBezTo>
                <a:cubicBezTo>
                  <a:pt x="289646" y="52777"/>
                  <a:pt x="293488" y="55426"/>
                  <a:pt x="299280" y="58227"/>
                </a:cubicBezTo>
                <a:lnTo>
                  <a:pt x="312633" y="64715"/>
                </a:lnTo>
                <a:cubicBezTo>
                  <a:pt x="325010" y="70744"/>
                  <a:pt x="331199" y="78692"/>
                  <a:pt x="331199" y="88560"/>
                </a:cubicBezTo>
                <a:cubicBezTo>
                  <a:pt x="331199" y="96172"/>
                  <a:pt x="328318" y="102308"/>
                  <a:pt x="322556" y="106969"/>
                </a:cubicBezTo>
                <a:cubicBezTo>
                  <a:pt x="316794" y="111628"/>
                  <a:pt x="310346" y="113957"/>
                  <a:pt x="303213" y="113957"/>
                </a:cubicBezTo>
                <a:cubicBezTo>
                  <a:pt x="298091" y="113957"/>
                  <a:pt x="292238" y="113042"/>
                  <a:pt x="285653" y="111213"/>
                </a:cubicBezTo>
                <a:cubicBezTo>
                  <a:pt x="283641" y="110603"/>
                  <a:pt x="281994" y="110299"/>
                  <a:pt x="280714" y="110299"/>
                </a:cubicBezTo>
                <a:cubicBezTo>
                  <a:pt x="279312" y="110299"/>
                  <a:pt x="278214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9" y="91245"/>
                  <a:pt x="282391" y="97700"/>
                  <a:pt x="287208" y="102044"/>
                </a:cubicBezTo>
                <a:cubicBezTo>
                  <a:pt x="292024" y="106389"/>
                  <a:pt x="297420" y="108561"/>
                  <a:pt x="303396" y="108561"/>
                </a:cubicBezTo>
                <a:cubicBezTo>
                  <a:pt x="307603" y="108561"/>
                  <a:pt x="311032" y="107328"/>
                  <a:pt x="313685" y="104862"/>
                </a:cubicBezTo>
                <a:cubicBezTo>
                  <a:pt x="316337" y="102395"/>
                  <a:pt x="317663" y="99425"/>
                  <a:pt x="317663" y="95954"/>
                </a:cubicBezTo>
                <a:cubicBezTo>
                  <a:pt x="317663" y="91751"/>
                  <a:pt x="316184" y="88218"/>
                  <a:pt x="313227" y="85356"/>
                </a:cubicBezTo>
                <a:cubicBezTo>
                  <a:pt x="310270" y="82494"/>
                  <a:pt x="304371" y="78871"/>
                  <a:pt x="295530" y="74487"/>
                </a:cubicBezTo>
                <a:cubicBezTo>
                  <a:pt x="286689" y="70101"/>
                  <a:pt x="280897" y="66141"/>
                  <a:pt x="278153" y="62609"/>
                </a:cubicBezTo>
                <a:cubicBezTo>
                  <a:pt x="275409" y="59137"/>
                  <a:pt x="274038" y="54752"/>
                  <a:pt x="274038" y="49453"/>
                </a:cubicBezTo>
                <a:cubicBezTo>
                  <a:pt x="274038" y="42571"/>
                  <a:pt x="276400" y="36816"/>
                  <a:pt x="281126" y="32188"/>
                </a:cubicBezTo>
                <a:cubicBezTo>
                  <a:pt x="285851" y="27557"/>
                  <a:pt x="291963" y="25242"/>
                  <a:pt x="299463" y="25242"/>
                </a:cubicBezTo>
                <a:cubicBezTo>
                  <a:pt x="302755" y="25242"/>
                  <a:pt x="306749" y="25944"/>
                  <a:pt x="311444" y="27346"/>
                </a:cubicBezTo>
                <a:cubicBezTo>
                  <a:pt x="314553" y="28261"/>
                  <a:pt x="316627" y="28718"/>
                  <a:pt x="317663" y="28718"/>
                </a:cubicBezTo>
                <a:cubicBezTo>
                  <a:pt x="318639" y="28718"/>
                  <a:pt x="319401" y="28504"/>
                  <a:pt x="319950" y="28078"/>
                </a:cubicBezTo>
                <a:cubicBezTo>
                  <a:pt x="320498" y="27651"/>
                  <a:pt x="321138" y="26706"/>
                  <a:pt x="321870" y="25242"/>
                </a:cubicBezTo>
                <a:lnTo>
                  <a:pt x="324888" y="25242"/>
                </a:lnTo>
                <a:close/>
                <a:moveTo>
                  <a:pt x="367935" y="0"/>
                </a:moveTo>
                <a:lnTo>
                  <a:pt x="367935" y="27620"/>
                </a:lnTo>
                <a:lnTo>
                  <a:pt x="387507" y="27620"/>
                </a:lnTo>
                <a:lnTo>
                  <a:pt x="387507" y="34022"/>
                </a:lnTo>
                <a:lnTo>
                  <a:pt x="367935" y="34022"/>
                </a:lnTo>
                <a:lnTo>
                  <a:pt x="367935" y="88274"/>
                </a:lnTo>
                <a:cubicBezTo>
                  <a:pt x="367935" y="93695"/>
                  <a:pt x="368713" y="97350"/>
                  <a:pt x="370268" y="99238"/>
                </a:cubicBezTo>
                <a:cubicBezTo>
                  <a:pt x="371822" y="101124"/>
                  <a:pt x="373819" y="102067"/>
                  <a:pt x="376258" y="102067"/>
                </a:cubicBezTo>
                <a:cubicBezTo>
                  <a:pt x="378270" y="102067"/>
                  <a:pt x="380221" y="101442"/>
                  <a:pt x="382111" y="100192"/>
                </a:cubicBezTo>
                <a:cubicBezTo>
                  <a:pt x="384002" y="98942"/>
                  <a:pt x="385465" y="97098"/>
                  <a:pt x="386501" y="94659"/>
                </a:cubicBezTo>
                <a:lnTo>
                  <a:pt x="390068" y="94659"/>
                </a:lnTo>
                <a:cubicBezTo>
                  <a:pt x="387934" y="100652"/>
                  <a:pt x="384916" y="105184"/>
                  <a:pt x="381014" y="108255"/>
                </a:cubicBezTo>
                <a:cubicBezTo>
                  <a:pt x="377112" y="111325"/>
                  <a:pt x="373088" y="112859"/>
                  <a:pt x="368941" y="112859"/>
                </a:cubicBezTo>
                <a:cubicBezTo>
                  <a:pt x="366137" y="112859"/>
                  <a:pt x="363393" y="112081"/>
                  <a:pt x="360710" y="110524"/>
                </a:cubicBezTo>
                <a:cubicBezTo>
                  <a:pt x="358027" y="108968"/>
                  <a:pt x="356046" y="106740"/>
                  <a:pt x="354765" y="103842"/>
                </a:cubicBezTo>
                <a:cubicBezTo>
                  <a:pt x="353485" y="100942"/>
                  <a:pt x="352845" y="96470"/>
                  <a:pt x="352845" y="90426"/>
                </a:cubicBezTo>
                <a:lnTo>
                  <a:pt x="352845" y="34022"/>
                </a:lnTo>
                <a:lnTo>
                  <a:pt x="339583" y="34022"/>
                </a:lnTo>
                <a:lnTo>
                  <a:pt x="339583" y="31004"/>
                </a:lnTo>
                <a:cubicBezTo>
                  <a:pt x="342937" y="29659"/>
                  <a:pt x="346367" y="27381"/>
                  <a:pt x="349872" y="24171"/>
                </a:cubicBezTo>
                <a:cubicBezTo>
                  <a:pt x="353378" y="20960"/>
                  <a:pt x="356503" y="17153"/>
                  <a:pt x="359247" y="12750"/>
                </a:cubicBezTo>
                <a:cubicBezTo>
                  <a:pt x="360649" y="10427"/>
                  <a:pt x="362600" y="6177"/>
                  <a:pt x="365100" y="0"/>
                </a:cubicBezTo>
                <a:lnTo>
                  <a:pt x="3679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1F4BB410-D7B9-436F-A66E-1E1E124B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140" y="1610491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2" y="54518"/>
                </a:moveTo>
                <a:lnTo>
                  <a:pt x="89324" y="44083"/>
                </a:lnTo>
                <a:lnTo>
                  <a:pt x="92799" y="44083"/>
                </a:lnTo>
                <a:lnTo>
                  <a:pt x="92799" y="63655"/>
                </a:lnTo>
                <a:cubicBezTo>
                  <a:pt x="97128" y="56277"/>
                  <a:pt x="101472" y="51140"/>
                  <a:pt x="105832" y="48244"/>
                </a:cubicBezTo>
                <a:cubicBezTo>
                  <a:pt x="110191" y="45348"/>
                  <a:pt x="114779" y="43900"/>
                  <a:pt x="119596" y="43900"/>
                </a:cubicBezTo>
                <a:cubicBezTo>
                  <a:pt x="128010" y="43900"/>
                  <a:pt x="135022" y="47189"/>
                  <a:pt x="140632" y="53766"/>
                </a:cubicBezTo>
                <a:cubicBezTo>
                  <a:pt x="147521" y="61807"/>
                  <a:pt x="150966" y="72283"/>
                  <a:pt x="150966" y="85196"/>
                </a:cubicBezTo>
                <a:cubicBezTo>
                  <a:pt x="150966" y="99631"/>
                  <a:pt x="146820" y="111569"/>
                  <a:pt x="138528" y="121011"/>
                </a:cubicBezTo>
                <a:cubicBezTo>
                  <a:pt x="131699" y="128746"/>
                  <a:pt x="123102" y="132614"/>
                  <a:pt x="112737" y="132614"/>
                </a:cubicBezTo>
                <a:cubicBezTo>
                  <a:pt x="108225" y="132614"/>
                  <a:pt x="104323" y="131974"/>
                  <a:pt x="101030" y="130694"/>
                </a:cubicBezTo>
                <a:cubicBezTo>
                  <a:pt x="98591" y="129779"/>
                  <a:pt x="95848" y="127950"/>
                  <a:pt x="92799" y="125206"/>
                </a:cubicBezTo>
                <a:lnTo>
                  <a:pt x="92799" y="150723"/>
                </a:lnTo>
                <a:cubicBezTo>
                  <a:pt x="92799" y="156454"/>
                  <a:pt x="93150" y="160097"/>
                  <a:pt x="93851" y="161652"/>
                </a:cubicBezTo>
                <a:cubicBezTo>
                  <a:pt x="94552" y="163207"/>
                  <a:pt x="95771" y="164442"/>
                  <a:pt x="97509" y="165356"/>
                </a:cubicBezTo>
                <a:cubicBezTo>
                  <a:pt x="99247" y="166271"/>
                  <a:pt x="102402" y="166728"/>
                  <a:pt x="106975" y="166728"/>
                </a:cubicBezTo>
                <a:lnTo>
                  <a:pt x="106975" y="170112"/>
                </a:lnTo>
                <a:lnTo>
                  <a:pt x="63075" y="170112"/>
                </a:lnTo>
                <a:lnTo>
                  <a:pt x="63075" y="166728"/>
                </a:lnTo>
                <a:lnTo>
                  <a:pt x="65362" y="166728"/>
                </a:lnTo>
                <a:cubicBezTo>
                  <a:pt x="68715" y="166789"/>
                  <a:pt x="71581" y="166148"/>
                  <a:pt x="73959" y="164805"/>
                </a:cubicBezTo>
                <a:cubicBezTo>
                  <a:pt x="75117" y="164134"/>
                  <a:pt x="76016" y="163051"/>
                  <a:pt x="76657" y="161555"/>
                </a:cubicBezTo>
                <a:cubicBezTo>
                  <a:pt x="77297" y="160061"/>
                  <a:pt x="77617" y="156264"/>
                  <a:pt x="77617" y="150163"/>
                </a:cubicBezTo>
                <a:lnTo>
                  <a:pt x="77617" y="70900"/>
                </a:lnTo>
                <a:cubicBezTo>
                  <a:pt x="77617" y="65470"/>
                  <a:pt x="77373" y="62023"/>
                  <a:pt x="76885" y="60560"/>
                </a:cubicBezTo>
                <a:cubicBezTo>
                  <a:pt x="76397" y="59094"/>
                  <a:pt x="75620" y="57996"/>
                  <a:pt x="74553" y="57264"/>
                </a:cubicBezTo>
                <a:cubicBezTo>
                  <a:pt x="73486" y="56531"/>
                  <a:pt x="72038" y="56164"/>
                  <a:pt x="70209" y="56164"/>
                </a:cubicBezTo>
                <a:cubicBezTo>
                  <a:pt x="68745" y="56164"/>
                  <a:pt x="66886" y="56591"/>
                  <a:pt x="64630" y="57444"/>
                </a:cubicBezTo>
                <a:lnTo>
                  <a:pt x="63532" y="54518"/>
                </a:lnTo>
                <a:moveTo>
                  <a:pt x="92799" y="69217"/>
                </a:moveTo>
                <a:lnTo>
                  <a:pt x="92799" y="100455"/>
                </a:lnTo>
                <a:cubicBezTo>
                  <a:pt x="92799" y="107216"/>
                  <a:pt x="93073" y="111661"/>
                  <a:pt x="93622" y="113791"/>
                </a:cubicBezTo>
                <a:cubicBezTo>
                  <a:pt x="94476" y="117324"/>
                  <a:pt x="96564" y="120429"/>
                  <a:pt x="99887" y="123108"/>
                </a:cubicBezTo>
                <a:cubicBezTo>
                  <a:pt x="103210" y="125787"/>
                  <a:pt x="107402" y="127127"/>
                  <a:pt x="112462" y="127127"/>
                </a:cubicBezTo>
                <a:cubicBezTo>
                  <a:pt x="118560" y="127127"/>
                  <a:pt x="123498" y="124752"/>
                  <a:pt x="127279" y="120002"/>
                </a:cubicBezTo>
                <a:cubicBezTo>
                  <a:pt x="132217" y="113792"/>
                  <a:pt x="134687" y="105054"/>
                  <a:pt x="134687" y="93787"/>
                </a:cubicBezTo>
                <a:cubicBezTo>
                  <a:pt x="134687" y="81000"/>
                  <a:pt x="131882" y="71167"/>
                  <a:pt x="126273" y="64286"/>
                </a:cubicBezTo>
                <a:cubicBezTo>
                  <a:pt x="122370" y="59536"/>
                  <a:pt x="117737" y="57161"/>
                  <a:pt x="112371" y="57161"/>
                </a:cubicBezTo>
                <a:cubicBezTo>
                  <a:pt x="109444" y="57161"/>
                  <a:pt x="106548" y="57892"/>
                  <a:pt x="103682" y="59353"/>
                </a:cubicBezTo>
                <a:cubicBezTo>
                  <a:pt x="101488" y="60449"/>
                  <a:pt x="97860" y="63737"/>
                  <a:pt x="92799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5" y="0"/>
                </a:moveTo>
                <a:lnTo>
                  <a:pt x="354335" y="83318"/>
                </a:lnTo>
                <a:lnTo>
                  <a:pt x="375645" y="63929"/>
                </a:lnTo>
                <a:cubicBezTo>
                  <a:pt x="380157" y="59783"/>
                  <a:pt x="382778" y="57161"/>
                  <a:pt x="383510" y="56064"/>
                </a:cubicBezTo>
                <a:cubicBezTo>
                  <a:pt x="383998" y="55332"/>
                  <a:pt x="384242" y="54601"/>
                  <a:pt x="384242" y="53869"/>
                </a:cubicBezTo>
                <a:cubicBezTo>
                  <a:pt x="384242" y="52649"/>
                  <a:pt x="383739" y="51598"/>
                  <a:pt x="382733" y="50714"/>
                </a:cubicBezTo>
                <a:cubicBezTo>
                  <a:pt x="381727" y="49829"/>
                  <a:pt x="380065" y="49326"/>
                  <a:pt x="377748" y="49204"/>
                </a:cubicBezTo>
                <a:lnTo>
                  <a:pt x="377748" y="46278"/>
                </a:lnTo>
                <a:lnTo>
                  <a:pt x="414148" y="46278"/>
                </a:lnTo>
                <a:lnTo>
                  <a:pt x="414148" y="49204"/>
                </a:lnTo>
                <a:cubicBezTo>
                  <a:pt x="409149" y="49326"/>
                  <a:pt x="404987" y="50089"/>
                  <a:pt x="401664" y="51491"/>
                </a:cubicBezTo>
                <a:cubicBezTo>
                  <a:pt x="398341" y="52893"/>
                  <a:pt x="394698" y="55393"/>
                  <a:pt x="390735" y="58991"/>
                </a:cubicBezTo>
                <a:lnTo>
                  <a:pt x="369243" y="78837"/>
                </a:lnTo>
                <a:lnTo>
                  <a:pt x="390735" y="105949"/>
                </a:lnTo>
                <a:cubicBezTo>
                  <a:pt x="396710" y="113433"/>
                  <a:pt x="400735" y="118179"/>
                  <a:pt x="402808" y="120187"/>
                </a:cubicBezTo>
                <a:cubicBezTo>
                  <a:pt x="405734" y="123047"/>
                  <a:pt x="408295" y="124904"/>
                  <a:pt x="410490" y="125758"/>
                </a:cubicBezTo>
                <a:cubicBezTo>
                  <a:pt x="412014" y="126366"/>
                  <a:pt x="414667" y="126670"/>
                  <a:pt x="418447" y="126670"/>
                </a:cubicBezTo>
                <a:lnTo>
                  <a:pt x="418447" y="130053"/>
                </a:lnTo>
                <a:lnTo>
                  <a:pt x="377748" y="130053"/>
                </a:lnTo>
                <a:lnTo>
                  <a:pt x="377748" y="126670"/>
                </a:lnTo>
                <a:cubicBezTo>
                  <a:pt x="380065" y="126609"/>
                  <a:pt x="381635" y="126259"/>
                  <a:pt x="382458" y="125621"/>
                </a:cubicBezTo>
                <a:cubicBezTo>
                  <a:pt x="383281" y="124980"/>
                  <a:pt x="383693" y="124083"/>
                  <a:pt x="383693" y="122928"/>
                </a:cubicBezTo>
                <a:cubicBezTo>
                  <a:pt x="383693" y="121528"/>
                  <a:pt x="382473" y="119277"/>
                  <a:pt x="380035" y="116175"/>
                </a:cubicBezTo>
                <a:lnTo>
                  <a:pt x="354335" y="83410"/>
                </a:lnTo>
                <a:lnTo>
                  <a:pt x="354335" y="111153"/>
                </a:lnTo>
                <a:cubicBezTo>
                  <a:pt x="354335" y="116568"/>
                  <a:pt x="354716" y="120128"/>
                  <a:pt x="355478" y="121834"/>
                </a:cubicBezTo>
                <a:cubicBezTo>
                  <a:pt x="356240" y="123537"/>
                  <a:pt x="357322" y="124754"/>
                  <a:pt x="358725" y="125483"/>
                </a:cubicBezTo>
                <a:cubicBezTo>
                  <a:pt x="360127" y="126213"/>
                  <a:pt x="363176" y="126609"/>
                  <a:pt x="367871" y="126670"/>
                </a:cubicBezTo>
                <a:lnTo>
                  <a:pt x="367871" y="130053"/>
                </a:lnTo>
                <a:lnTo>
                  <a:pt x="325251" y="130053"/>
                </a:lnTo>
                <a:lnTo>
                  <a:pt x="325251" y="126670"/>
                </a:lnTo>
                <a:cubicBezTo>
                  <a:pt x="329519" y="126670"/>
                  <a:pt x="332720" y="126151"/>
                  <a:pt x="334854" y="125115"/>
                </a:cubicBezTo>
                <a:cubicBezTo>
                  <a:pt x="336135" y="124446"/>
                  <a:pt x="337110" y="123410"/>
                  <a:pt x="337781" y="122008"/>
                </a:cubicBezTo>
                <a:cubicBezTo>
                  <a:pt x="338695" y="119998"/>
                  <a:pt x="339153" y="116525"/>
                  <a:pt x="339153" y="111590"/>
                </a:cubicBezTo>
                <a:lnTo>
                  <a:pt x="339153" y="35369"/>
                </a:lnTo>
                <a:cubicBezTo>
                  <a:pt x="339153" y="25682"/>
                  <a:pt x="338939" y="19757"/>
                  <a:pt x="338513" y="17594"/>
                </a:cubicBezTo>
                <a:cubicBezTo>
                  <a:pt x="338086" y="15430"/>
                  <a:pt x="337385" y="13937"/>
                  <a:pt x="336409" y="13116"/>
                </a:cubicBezTo>
                <a:cubicBezTo>
                  <a:pt x="335433" y="12293"/>
                  <a:pt x="334153" y="11881"/>
                  <a:pt x="332568" y="11881"/>
                </a:cubicBezTo>
                <a:cubicBezTo>
                  <a:pt x="331287" y="11881"/>
                  <a:pt x="329367" y="12399"/>
                  <a:pt x="326806" y="13436"/>
                </a:cubicBezTo>
                <a:lnTo>
                  <a:pt x="325251" y="10235"/>
                </a:lnTo>
                <a:lnTo>
                  <a:pt x="350128" y="0"/>
                </a:lnTo>
                <a:lnTo>
                  <a:pt x="354335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3" y="104994"/>
                  <a:pt x="492346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4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0" y="50180"/>
                  <a:pt x="545085" y="43900"/>
                  <a:pt x="552463" y="43900"/>
                </a:cubicBezTo>
                <a:cubicBezTo>
                  <a:pt x="555816" y="43900"/>
                  <a:pt x="558590" y="44921"/>
                  <a:pt x="560785" y="46964"/>
                </a:cubicBezTo>
                <a:cubicBezTo>
                  <a:pt x="562980" y="49006"/>
                  <a:pt x="564078" y="51369"/>
                  <a:pt x="564078" y="54052"/>
                </a:cubicBezTo>
                <a:cubicBezTo>
                  <a:pt x="564078" y="56430"/>
                  <a:pt x="563285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2" y="61506"/>
                  <a:pt x="548850" y="59402"/>
                </a:cubicBezTo>
                <a:cubicBezTo>
                  <a:pt x="546198" y="57299"/>
                  <a:pt x="544231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0" y="60564"/>
                  <a:pt x="533805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6" y="120922"/>
                </a:cubicBezTo>
                <a:cubicBezTo>
                  <a:pt x="533409" y="122564"/>
                  <a:pt x="534811" y="123933"/>
                  <a:pt x="536823" y="125029"/>
                </a:cubicBezTo>
                <a:cubicBezTo>
                  <a:pt x="538835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3" y="61377"/>
                </a:cubicBezTo>
                <a:cubicBezTo>
                  <a:pt x="514797" y="59521"/>
                  <a:pt x="514066" y="58167"/>
                  <a:pt x="512998" y="57316"/>
                </a:cubicBezTo>
                <a:cubicBezTo>
                  <a:pt x="511931" y="56464"/>
                  <a:pt x="510605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3" y="54120"/>
                </a:lnTo>
                <a:lnTo>
                  <a:pt x="527037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Text speak">
            <a:extLst xmlns:a="http://schemas.openxmlformats.org/drawingml/2006/main">
              <a:ext uri="{FF2B5EF4-FFF2-40B4-BE49-F238E27FC236}">
                <a16:creationId xmlns:a16="http://schemas.microsoft.com/office/drawing/2014/main" id="{79BE40C1-4DF5-489C-9D32-0DBB72D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940" y="2031930"/>
            <a:ext cx="418448" cy="170112"/>
          </a:xfrm>
          <a:custGeom xmlns:a="http://schemas.openxmlformats.org/drawingml/2006/main">
            <a:pathLst>
              <a:path w="41844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4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4" y="51140"/>
                  <a:pt x="105833" y="48244"/>
                </a:cubicBezTo>
                <a:cubicBezTo>
                  <a:pt x="110193" y="45348"/>
                  <a:pt x="114781" y="43900"/>
                  <a:pt x="119598" y="43900"/>
                </a:cubicBezTo>
                <a:cubicBezTo>
                  <a:pt x="128012" y="43900"/>
                  <a:pt x="135024" y="47189"/>
                  <a:pt x="140633" y="53766"/>
                </a:cubicBezTo>
                <a:cubicBezTo>
                  <a:pt x="147523" y="61807"/>
                  <a:pt x="150968" y="72283"/>
                  <a:pt x="150968" y="85196"/>
                </a:cubicBezTo>
                <a:cubicBezTo>
                  <a:pt x="150968" y="99631"/>
                  <a:pt x="146822" y="111569"/>
                  <a:pt x="138529" y="121011"/>
                </a:cubicBezTo>
                <a:cubicBezTo>
                  <a:pt x="131701" y="128746"/>
                  <a:pt x="123104" y="132614"/>
                  <a:pt x="112738" y="132614"/>
                </a:cubicBezTo>
                <a:cubicBezTo>
                  <a:pt x="108226" y="132614"/>
                  <a:pt x="104324" y="131974"/>
                  <a:pt x="101032" y="130694"/>
                </a:cubicBezTo>
                <a:cubicBezTo>
                  <a:pt x="98593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3" y="164442"/>
                  <a:pt x="97511" y="165356"/>
                </a:cubicBezTo>
                <a:cubicBezTo>
                  <a:pt x="99248" y="166271"/>
                  <a:pt x="102404" y="166728"/>
                  <a:pt x="106976" y="166728"/>
                </a:cubicBezTo>
                <a:lnTo>
                  <a:pt x="106976" y="170112"/>
                </a:lnTo>
                <a:lnTo>
                  <a:pt x="63077" y="170112"/>
                </a:lnTo>
                <a:lnTo>
                  <a:pt x="63077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9" y="164134"/>
                  <a:pt x="76018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7" y="60560"/>
                </a:cubicBezTo>
                <a:cubicBezTo>
                  <a:pt x="76399" y="59094"/>
                  <a:pt x="75622" y="57996"/>
                  <a:pt x="74555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4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5" y="111661"/>
                  <a:pt x="93624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4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6" y="57161"/>
                  <a:pt x="106550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50" y="49204"/>
                </a:cubicBezTo>
                <a:lnTo>
                  <a:pt x="377750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7" y="58991"/>
                </a:cubicBezTo>
                <a:lnTo>
                  <a:pt x="369244" y="78837"/>
                </a:lnTo>
                <a:lnTo>
                  <a:pt x="390737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7" y="124904"/>
                  <a:pt x="410492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50" y="130053"/>
                </a:lnTo>
                <a:lnTo>
                  <a:pt x="377750" y="126670"/>
                </a:lnTo>
                <a:cubicBezTo>
                  <a:pt x="380066" y="126609"/>
                  <a:pt x="381637" y="126259"/>
                  <a:pt x="382460" y="125621"/>
                </a:cubicBezTo>
                <a:cubicBezTo>
                  <a:pt x="383283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2" y="123537"/>
                  <a:pt x="357324" y="124754"/>
                  <a:pt x="358726" y="125483"/>
                </a:cubicBezTo>
                <a:cubicBezTo>
                  <a:pt x="360129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3" y="130053"/>
                </a:lnTo>
                <a:lnTo>
                  <a:pt x="325253" y="126670"/>
                </a:lnTo>
                <a:cubicBezTo>
                  <a:pt x="329521" y="126670"/>
                  <a:pt x="332722" y="126151"/>
                  <a:pt x="334856" y="125115"/>
                </a:cubicBezTo>
                <a:cubicBezTo>
                  <a:pt x="336136" y="124446"/>
                  <a:pt x="337112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5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3" y="10235"/>
                </a:lnTo>
                <a:lnTo>
                  <a:pt x="350129" y="0"/>
                </a:lnTo>
                <a:lnTo>
                  <a:pt x="3543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Text at">
            <a:extLst xmlns:a="http://schemas.openxmlformats.org/drawingml/2006/main">
              <a:ext uri="{FF2B5EF4-FFF2-40B4-BE49-F238E27FC236}">
                <a16:creationId xmlns:a16="http://schemas.microsoft.com/office/drawing/2014/main" id="{E43359A4-3813-494D-8EA4-FF0FE450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899" y="2448613"/>
            <a:ext cx="128802" cy="113225"/>
          </a:xfrm>
          <a:custGeom xmlns:a="http://schemas.openxmlformats.org/drawingml/2006/main">
            <a:pathLst>
              <a:path w="128802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6" y="97350"/>
                  <a:pt x="109001" y="99238"/>
                </a:cubicBezTo>
                <a:cubicBezTo>
                  <a:pt x="110556" y="101124"/>
                  <a:pt x="112553" y="102067"/>
                  <a:pt x="114992" y="102067"/>
                </a:cubicBezTo>
                <a:cubicBezTo>
                  <a:pt x="117004" y="102067"/>
                  <a:pt x="118955" y="101442"/>
                  <a:pt x="120845" y="100192"/>
                </a:cubicBezTo>
                <a:cubicBezTo>
                  <a:pt x="122735" y="98942"/>
                  <a:pt x="124198" y="97098"/>
                  <a:pt x="125235" y="94659"/>
                </a:cubicBezTo>
                <a:lnTo>
                  <a:pt x="128802" y="94659"/>
                </a:lnTo>
                <a:cubicBezTo>
                  <a:pt x="126668" y="100652"/>
                  <a:pt x="123650" y="105184"/>
                  <a:pt x="119747" y="108255"/>
                </a:cubicBezTo>
                <a:cubicBezTo>
                  <a:pt x="115845" y="111325"/>
                  <a:pt x="111821" y="112859"/>
                  <a:pt x="107675" y="112859"/>
                </a:cubicBezTo>
                <a:cubicBezTo>
                  <a:pt x="104870" y="112859"/>
                  <a:pt x="102126" y="112081"/>
                  <a:pt x="99444" y="110524"/>
                </a:cubicBezTo>
                <a:cubicBezTo>
                  <a:pt x="96761" y="108968"/>
                  <a:pt x="94779" y="106740"/>
                  <a:pt x="93499" y="103842"/>
                </a:cubicBezTo>
                <a:cubicBezTo>
                  <a:pt x="92218" y="100942"/>
                  <a:pt x="91578" y="96470"/>
                  <a:pt x="91578" y="90426"/>
                </a:cubicBezTo>
                <a:lnTo>
                  <a:pt x="91578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0" y="29659"/>
                  <a:pt x="85100" y="27381"/>
                  <a:pt x="88606" y="24171"/>
                </a:cubicBezTo>
                <a:cubicBezTo>
                  <a:pt x="92112" y="20960"/>
                  <a:pt x="95237" y="17153"/>
                  <a:pt x="97980" y="12750"/>
                </a:cubicBezTo>
                <a:cubicBezTo>
                  <a:pt x="99383" y="10427"/>
                  <a:pt x="101334" y="6177"/>
                  <a:pt x="103834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Text f">
            <a:extLst xmlns:a="http://schemas.openxmlformats.org/drawingml/2006/main">
              <a:ext uri="{FF2B5EF4-FFF2-40B4-BE49-F238E27FC236}">
                <a16:creationId xmlns:a16="http://schemas.microsoft.com/office/drawing/2014/main" id="{08BEFD05-A48B-4F76-A879-CFBA56D3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695" y="2851395"/>
            <a:ext cx="74173" cy="130053"/>
          </a:xfrm>
          <a:custGeom xmlns:a="http://schemas.openxmlformats.org/drawingml/2006/main">
            <a:pathLst>
              <a:path w="74173" h="130053">
                <a:moveTo>
                  <a:pt x="31370" y="52680"/>
                </a:moveTo>
                <a:lnTo>
                  <a:pt x="31370" y="107806"/>
                </a:lnTo>
                <a:cubicBezTo>
                  <a:pt x="31370" y="115620"/>
                  <a:pt x="32224" y="120565"/>
                  <a:pt x="33931" y="122640"/>
                </a:cubicBezTo>
                <a:cubicBezTo>
                  <a:pt x="36187" y="125326"/>
                  <a:pt x="39205" y="126670"/>
                  <a:pt x="42985" y="126670"/>
                </a:cubicBezTo>
                <a:lnTo>
                  <a:pt x="50576" y="126670"/>
                </a:lnTo>
                <a:lnTo>
                  <a:pt x="50576" y="130053"/>
                </a:lnTo>
                <a:lnTo>
                  <a:pt x="549" y="130053"/>
                </a:lnTo>
                <a:lnTo>
                  <a:pt x="549" y="126670"/>
                </a:lnTo>
                <a:lnTo>
                  <a:pt x="4299" y="126670"/>
                </a:lnTo>
                <a:cubicBezTo>
                  <a:pt x="6737" y="126670"/>
                  <a:pt x="8963" y="126059"/>
                  <a:pt x="10975" y="124838"/>
                </a:cubicBezTo>
                <a:cubicBezTo>
                  <a:pt x="12987" y="123616"/>
                  <a:pt x="14374" y="121968"/>
                  <a:pt x="15136" y="119893"/>
                </a:cubicBezTo>
                <a:cubicBezTo>
                  <a:pt x="15898" y="117818"/>
                  <a:pt x="16280" y="113789"/>
                  <a:pt x="16280" y="107806"/>
                </a:cubicBezTo>
                <a:lnTo>
                  <a:pt x="16280" y="52680"/>
                </a:lnTo>
                <a:lnTo>
                  <a:pt x="0" y="52680"/>
                </a:lnTo>
                <a:lnTo>
                  <a:pt x="0" y="46278"/>
                </a:lnTo>
                <a:lnTo>
                  <a:pt x="16280" y="46278"/>
                </a:lnTo>
                <a:lnTo>
                  <a:pt x="16280" y="40767"/>
                </a:lnTo>
                <a:cubicBezTo>
                  <a:pt x="16280" y="32382"/>
                  <a:pt x="17621" y="25282"/>
                  <a:pt x="20304" y="19466"/>
                </a:cubicBezTo>
                <a:cubicBezTo>
                  <a:pt x="22986" y="13651"/>
                  <a:pt x="27087" y="8953"/>
                  <a:pt x="32605" y="5373"/>
                </a:cubicBezTo>
                <a:cubicBezTo>
                  <a:pt x="38123" y="1791"/>
                  <a:pt x="44327" y="0"/>
                  <a:pt x="51217" y="0"/>
                </a:cubicBezTo>
                <a:cubicBezTo>
                  <a:pt x="57619" y="0"/>
                  <a:pt x="63502" y="2073"/>
                  <a:pt x="68868" y="6219"/>
                </a:cubicBezTo>
                <a:cubicBezTo>
                  <a:pt x="72404" y="8963"/>
                  <a:pt x="74173" y="12042"/>
                  <a:pt x="74173" y="15456"/>
                </a:cubicBezTo>
                <a:cubicBezTo>
                  <a:pt x="74173" y="17286"/>
                  <a:pt x="73380" y="19008"/>
                  <a:pt x="71795" y="20624"/>
                </a:cubicBezTo>
                <a:cubicBezTo>
                  <a:pt x="70209" y="22240"/>
                  <a:pt x="68502" y="23047"/>
                  <a:pt x="66673" y="23047"/>
                </a:cubicBezTo>
                <a:cubicBezTo>
                  <a:pt x="65271" y="23047"/>
                  <a:pt x="63792" y="22539"/>
                  <a:pt x="62237" y="21521"/>
                </a:cubicBezTo>
                <a:cubicBezTo>
                  <a:pt x="60682" y="20504"/>
                  <a:pt x="58777" y="18315"/>
                  <a:pt x="56521" y="14956"/>
                </a:cubicBezTo>
                <a:cubicBezTo>
                  <a:pt x="54265" y="11597"/>
                  <a:pt x="52192" y="9332"/>
                  <a:pt x="50302" y="8160"/>
                </a:cubicBezTo>
                <a:cubicBezTo>
                  <a:pt x="48412" y="6988"/>
                  <a:pt x="46308" y="6402"/>
                  <a:pt x="43991" y="6402"/>
                </a:cubicBezTo>
                <a:cubicBezTo>
                  <a:pt x="41187" y="6402"/>
                  <a:pt x="38809" y="7157"/>
                  <a:pt x="36858" y="8666"/>
                </a:cubicBezTo>
                <a:cubicBezTo>
                  <a:pt x="34907" y="10173"/>
                  <a:pt x="33504" y="12511"/>
                  <a:pt x="32651" y="15679"/>
                </a:cubicBezTo>
                <a:cubicBezTo>
                  <a:pt x="31797" y="18848"/>
                  <a:pt x="31370" y="27016"/>
                  <a:pt x="31370" y="40184"/>
                </a:cubicBezTo>
                <a:lnTo>
                  <a:pt x="31370" y="46278"/>
                </a:lnTo>
                <a:lnTo>
                  <a:pt x="52954" y="46278"/>
                </a:lnTo>
                <a:lnTo>
                  <a:pt x="52954" y="52680"/>
                </a:lnTo>
                <a:lnTo>
                  <a:pt x="31370" y="5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Text or">
            <a:extLst xmlns:a="http://schemas.openxmlformats.org/drawingml/2006/main">
              <a:ext uri="{FF2B5EF4-FFF2-40B4-BE49-F238E27FC236}">
                <a16:creationId xmlns:a16="http://schemas.microsoft.com/office/drawing/2014/main" id="{8CE7F61A-8818-4A4B-AF75-3F2805D0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154" y="2895295"/>
            <a:ext cx="150906" cy="88714"/>
          </a:xfrm>
          <a:custGeom xmlns:a="http://schemas.openxmlformats.org/drawingml/2006/main">
            <a:pathLst>
              <a:path w="150906" h="88714">
                <a:moveTo>
                  <a:pt x="40516" y="0"/>
                </a:moveTo>
                <a:cubicBezTo>
                  <a:pt x="53198" y="0"/>
                  <a:pt x="63380" y="4812"/>
                  <a:pt x="71063" y="14436"/>
                </a:cubicBezTo>
                <a:cubicBezTo>
                  <a:pt x="77587" y="22658"/>
                  <a:pt x="80849" y="32099"/>
                  <a:pt x="80849" y="42760"/>
                </a:cubicBezTo>
                <a:cubicBezTo>
                  <a:pt x="80849" y="50251"/>
                  <a:pt x="79050" y="57835"/>
                  <a:pt x="75453" y="65510"/>
                </a:cubicBezTo>
                <a:cubicBezTo>
                  <a:pt x="71856" y="73183"/>
                  <a:pt x="66902" y="78968"/>
                  <a:pt x="60591" y="82867"/>
                </a:cubicBezTo>
                <a:cubicBezTo>
                  <a:pt x="54280" y="86765"/>
                  <a:pt x="47253" y="88714"/>
                  <a:pt x="39510" y="88714"/>
                </a:cubicBezTo>
                <a:cubicBezTo>
                  <a:pt x="26889" y="88714"/>
                  <a:pt x="16859" y="83689"/>
                  <a:pt x="9420" y="73638"/>
                </a:cubicBezTo>
                <a:cubicBezTo>
                  <a:pt x="3140" y="65172"/>
                  <a:pt x="0" y="55671"/>
                  <a:pt x="0" y="45135"/>
                </a:cubicBezTo>
                <a:cubicBezTo>
                  <a:pt x="0" y="37460"/>
                  <a:pt x="1905" y="29831"/>
                  <a:pt x="5716" y="22247"/>
                </a:cubicBezTo>
                <a:cubicBezTo>
                  <a:pt x="9527" y="14664"/>
                  <a:pt x="14542" y="9060"/>
                  <a:pt x="20761" y="5436"/>
                </a:cubicBezTo>
                <a:cubicBezTo>
                  <a:pt x="26980" y="1812"/>
                  <a:pt x="33565" y="0"/>
                  <a:pt x="40516" y="0"/>
                </a:cubicBezTo>
                <a:moveTo>
                  <a:pt x="37681" y="6036"/>
                </a:moveTo>
                <a:cubicBezTo>
                  <a:pt x="34449" y="6036"/>
                  <a:pt x="31202" y="6996"/>
                  <a:pt x="27940" y="8914"/>
                </a:cubicBezTo>
                <a:cubicBezTo>
                  <a:pt x="24678" y="10833"/>
                  <a:pt x="22041" y="14198"/>
                  <a:pt x="20029" y="19009"/>
                </a:cubicBezTo>
                <a:cubicBezTo>
                  <a:pt x="18017" y="23820"/>
                  <a:pt x="17011" y="30001"/>
                  <a:pt x="17011" y="37552"/>
                </a:cubicBezTo>
                <a:cubicBezTo>
                  <a:pt x="17011" y="49731"/>
                  <a:pt x="19435" y="60237"/>
                  <a:pt x="24282" y="69068"/>
                </a:cubicBezTo>
                <a:cubicBezTo>
                  <a:pt x="29129" y="77898"/>
                  <a:pt x="35516" y="82312"/>
                  <a:pt x="43443" y="82312"/>
                </a:cubicBezTo>
                <a:cubicBezTo>
                  <a:pt x="49357" y="82312"/>
                  <a:pt x="54235" y="79876"/>
                  <a:pt x="58076" y="75004"/>
                </a:cubicBezTo>
                <a:cubicBezTo>
                  <a:pt x="61917" y="70132"/>
                  <a:pt x="63838" y="61759"/>
                  <a:pt x="63838" y="49885"/>
                </a:cubicBezTo>
                <a:cubicBezTo>
                  <a:pt x="63838" y="35025"/>
                  <a:pt x="60637" y="23331"/>
                  <a:pt x="54235" y="14805"/>
                </a:cubicBezTo>
                <a:cubicBezTo>
                  <a:pt x="49906" y="8959"/>
                  <a:pt x="44388" y="6036"/>
                  <a:pt x="37681" y="6036"/>
                </a:cubicBezTo>
                <a:close/>
                <a:moveTo>
                  <a:pt x="117706" y="0"/>
                </a:moveTo>
                <a:lnTo>
                  <a:pt x="117706" y="18840"/>
                </a:lnTo>
                <a:cubicBezTo>
                  <a:pt x="124718" y="6280"/>
                  <a:pt x="131913" y="0"/>
                  <a:pt x="139290" y="0"/>
                </a:cubicBezTo>
                <a:cubicBezTo>
                  <a:pt x="142644" y="0"/>
                  <a:pt x="145418" y="1021"/>
                  <a:pt x="147613" y="3064"/>
                </a:cubicBezTo>
                <a:cubicBezTo>
                  <a:pt x="149808" y="5106"/>
                  <a:pt x="150906" y="7469"/>
                  <a:pt x="150906" y="10152"/>
                </a:cubicBezTo>
                <a:cubicBezTo>
                  <a:pt x="150906" y="12530"/>
                  <a:pt x="150113" y="14542"/>
                  <a:pt x="148528" y="16188"/>
                </a:cubicBezTo>
                <a:cubicBezTo>
                  <a:pt x="146942" y="17834"/>
                  <a:pt x="145052" y="18657"/>
                  <a:pt x="142857" y="18657"/>
                </a:cubicBezTo>
                <a:cubicBezTo>
                  <a:pt x="140723" y="18657"/>
                  <a:pt x="138330" y="17606"/>
                  <a:pt x="135678" y="15502"/>
                </a:cubicBezTo>
                <a:cubicBezTo>
                  <a:pt x="133026" y="13399"/>
                  <a:pt x="131059" y="12347"/>
                  <a:pt x="129779" y="12347"/>
                </a:cubicBezTo>
                <a:cubicBezTo>
                  <a:pt x="128681" y="12347"/>
                  <a:pt x="127492" y="12955"/>
                  <a:pt x="126212" y="14170"/>
                </a:cubicBezTo>
                <a:cubicBezTo>
                  <a:pt x="123468" y="16664"/>
                  <a:pt x="120633" y="20770"/>
                  <a:pt x="117706" y="26486"/>
                </a:cubicBezTo>
                <a:lnTo>
                  <a:pt x="117706" y="66533"/>
                </a:lnTo>
                <a:cubicBezTo>
                  <a:pt x="117706" y="71153"/>
                  <a:pt x="118286" y="74650"/>
                  <a:pt x="119444" y="77022"/>
                </a:cubicBezTo>
                <a:cubicBezTo>
                  <a:pt x="120237" y="78664"/>
                  <a:pt x="121639" y="80033"/>
                  <a:pt x="123651" y="81129"/>
                </a:cubicBezTo>
                <a:cubicBezTo>
                  <a:pt x="125663" y="82223"/>
                  <a:pt x="128559" y="82770"/>
                  <a:pt x="132340" y="82770"/>
                </a:cubicBezTo>
                <a:lnTo>
                  <a:pt x="132340" y="86154"/>
                </a:lnTo>
                <a:lnTo>
                  <a:pt x="89446" y="86154"/>
                </a:lnTo>
                <a:lnTo>
                  <a:pt x="89446" y="82770"/>
                </a:lnTo>
                <a:cubicBezTo>
                  <a:pt x="93714" y="82770"/>
                  <a:pt x="96884" y="82101"/>
                  <a:pt x="98957" y="80763"/>
                </a:cubicBezTo>
                <a:cubicBezTo>
                  <a:pt x="100482" y="79790"/>
                  <a:pt x="101549" y="78238"/>
                  <a:pt x="102158" y="76107"/>
                </a:cubicBezTo>
                <a:cubicBezTo>
                  <a:pt x="102463" y="75073"/>
                  <a:pt x="102616" y="72122"/>
                  <a:pt x="102616" y="67256"/>
                </a:cubicBezTo>
                <a:lnTo>
                  <a:pt x="102616" y="34860"/>
                </a:lnTo>
                <a:cubicBezTo>
                  <a:pt x="102616" y="25125"/>
                  <a:pt x="102418" y="19331"/>
                  <a:pt x="102021" y="17477"/>
                </a:cubicBezTo>
                <a:cubicBezTo>
                  <a:pt x="101625" y="15621"/>
                  <a:pt x="100893" y="14267"/>
                  <a:pt x="99826" y="13416"/>
                </a:cubicBezTo>
                <a:cubicBezTo>
                  <a:pt x="98759" y="12564"/>
                  <a:pt x="97433" y="12138"/>
                  <a:pt x="95848" y="12138"/>
                </a:cubicBezTo>
                <a:cubicBezTo>
                  <a:pt x="93958" y="12138"/>
                  <a:pt x="91824" y="12595"/>
                  <a:pt x="89446" y="13507"/>
                </a:cubicBezTo>
                <a:lnTo>
                  <a:pt x="88531" y="10220"/>
                </a:lnTo>
                <a:lnTo>
                  <a:pt x="113865" y="0"/>
                </a:lnTo>
                <a:lnTo>
                  <a:pt x="1177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Text g">
            <a:extLst xmlns:a="http://schemas.openxmlformats.org/drawingml/2006/main">
              <a:ext uri="{FF2B5EF4-FFF2-40B4-BE49-F238E27FC236}">
                <a16:creationId xmlns:a16="http://schemas.microsoft.com/office/drawing/2014/main" id="{A8CAE8A7-12DC-4C05-BC89-1A6B164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810" y="780930"/>
            <a:ext cx="113302" cy="136075"/>
          </a:xfrm>
          <a:custGeom xmlns:a="http://schemas.openxmlformats.org/drawingml/2006/main">
            <a:pathLst>
              <a:path w="113302" h="136075">
                <a:moveTo>
                  <a:pt x="35963" y="77032"/>
                </a:moveTo>
                <a:cubicBezTo>
                  <a:pt x="30435" y="78412"/>
                  <a:pt x="25182" y="78270"/>
                  <a:pt x="20203" y="76605"/>
                </a:cubicBezTo>
                <a:cubicBezTo>
                  <a:pt x="15224" y="74940"/>
                  <a:pt x="10993" y="72031"/>
                  <a:pt x="7508" y="67879"/>
                </a:cubicBezTo>
                <a:cubicBezTo>
                  <a:pt x="2186" y="61535"/>
                  <a:pt x="0" y="54069"/>
                  <a:pt x="952" y="45481"/>
                </a:cubicBezTo>
                <a:cubicBezTo>
                  <a:pt x="1903" y="36892"/>
                  <a:pt x="6116" y="29462"/>
                  <a:pt x="13589" y="23191"/>
                </a:cubicBezTo>
                <a:cubicBezTo>
                  <a:pt x="19707" y="18057"/>
                  <a:pt x="26263" y="15104"/>
                  <a:pt x="33255" y="14330"/>
                </a:cubicBezTo>
                <a:lnTo>
                  <a:pt x="46847" y="2925"/>
                </a:lnTo>
                <a:cubicBezTo>
                  <a:pt x="48855" y="1240"/>
                  <a:pt x="50071" y="318"/>
                  <a:pt x="50495" y="159"/>
                </a:cubicBezTo>
                <a:cubicBezTo>
                  <a:pt x="50919" y="0"/>
                  <a:pt x="51317" y="0"/>
                  <a:pt x="51690" y="160"/>
                </a:cubicBezTo>
                <a:cubicBezTo>
                  <a:pt x="52319" y="341"/>
                  <a:pt x="53080" y="963"/>
                  <a:pt x="53971" y="2025"/>
                </a:cubicBezTo>
                <a:cubicBezTo>
                  <a:pt x="54978" y="3225"/>
                  <a:pt x="55559" y="4154"/>
                  <a:pt x="55713" y="4813"/>
                </a:cubicBezTo>
                <a:cubicBezTo>
                  <a:pt x="55767" y="5161"/>
                  <a:pt x="55676" y="5552"/>
                  <a:pt x="55443" y="5984"/>
                </a:cubicBezTo>
                <a:cubicBezTo>
                  <a:pt x="55209" y="6417"/>
                  <a:pt x="54087" y="7476"/>
                  <a:pt x="52079" y="9161"/>
                </a:cubicBezTo>
                <a:lnTo>
                  <a:pt x="43742" y="16157"/>
                </a:lnTo>
                <a:cubicBezTo>
                  <a:pt x="49185" y="17332"/>
                  <a:pt x="54106" y="20541"/>
                  <a:pt x="58504" y="25782"/>
                </a:cubicBezTo>
                <a:cubicBezTo>
                  <a:pt x="63531" y="31772"/>
                  <a:pt x="65542" y="38817"/>
                  <a:pt x="64539" y="46917"/>
                </a:cubicBezTo>
                <a:cubicBezTo>
                  <a:pt x="63535" y="55017"/>
                  <a:pt x="59180" y="62301"/>
                  <a:pt x="51473" y="68767"/>
                </a:cubicBezTo>
                <a:cubicBezTo>
                  <a:pt x="48297" y="71432"/>
                  <a:pt x="44651" y="73680"/>
                  <a:pt x="40535" y="75509"/>
                </a:cubicBezTo>
                <a:cubicBezTo>
                  <a:pt x="39968" y="79007"/>
                  <a:pt x="39881" y="81725"/>
                  <a:pt x="40274" y="83664"/>
                </a:cubicBezTo>
                <a:cubicBezTo>
                  <a:pt x="40666" y="85601"/>
                  <a:pt x="41253" y="87036"/>
                  <a:pt x="42036" y="87969"/>
                </a:cubicBezTo>
                <a:cubicBezTo>
                  <a:pt x="42702" y="88763"/>
                  <a:pt x="43734" y="89210"/>
                  <a:pt x="45132" y="89311"/>
                </a:cubicBezTo>
                <a:cubicBezTo>
                  <a:pt x="46528" y="89410"/>
                  <a:pt x="48485" y="88682"/>
                  <a:pt x="51001" y="87128"/>
                </a:cubicBezTo>
                <a:cubicBezTo>
                  <a:pt x="52465" y="86218"/>
                  <a:pt x="55872" y="83638"/>
                  <a:pt x="61221" y="79388"/>
                </a:cubicBezTo>
                <a:cubicBezTo>
                  <a:pt x="71037" y="71547"/>
                  <a:pt x="77547" y="66641"/>
                  <a:pt x="80748" y="64670"/>
                </a:cubicBezTo>
                <a:cubicBezTo>
                  <a:pt x="85602" y="61633"/>
                  <a:pt x="90421" y="60333"/>
                  <a:pt x="95207" y="60772"/>
                </a:cubicBezTo>
                <a:cubicBezTo>
                  <a:pt x="99992" y="61210"/>
                  <a:pt x="103990" y="63342"/>
                  <a:pt x="107201" y="67169"/>
                </a:cubicBezTo>
                <a:cubicBezTo>
                  <a:pt x="111626" y="72443"/>
                  <a:pt x="113302" y="79467"/>
                  <a:pt x="112228" y="88243"/>
                </a:cubicBezTo>
                <a:cubicBezTo>
                  <a:pt x="110659" y="101170"/>
                  <a:pt x="104013" y="112553"/>
                  <a:pt x="92289" y="122390"/>
                </a:cubicBezTo>
                <a:cubicBezTo>
                  <a:pt x="83275" y="129954"/>
                  <a:pt x="73959" y="134313"/>
                  <a:pt x="64342" y="135468"/>
                </a:cubicBezTo>
                <a:cubicBezTo>
                  <a:pt x="58882" y="136075"/>
                  <a:pt x="55095" y="135119"/>
                  <a:pt x="52981" y="132600"/>
                </a:cubicBezTo>
                <a:cubicBezTo>
                  <a:pt x="52043" y="131482"/>
                  <a:pt x="51361" y="130147"/>
                  <a:pt x="50935" y="128597"/>
                </a:cubicBezTo>
                <a:cubicBezTo>
                  <a:pt x="50280" y="126204"/>
                  <a:pt x="49899" y="122429"/>
                  <a:pt x="49792" y="117274"/>
                </a:cubicBezTo>
                <a:cubicBezTo>
                  <a:pt x="49767" y="116581"/>
                  <a:pt x="50036" y="112063"/>
                  <a:pt x="50598" y="103722"/>
                </a:cubicBezTo>
                <a:cubicBezTo>
                  <a:pt x="46953" y="104311"/>
                  <a:pt x="44148" y="104453"/>
                  <a:pt x="42182" y="104150"/>
                </a:cubicBezTo>
                <a:cubicBezTo>
                  <a:pt x="40216" y="103847"/>
                  <a:pt x="38626" y="102971"/>
                  <a:pt x="37409" y="101521"/>
                </a:cubicBezTo>
                <a:cubicBezTo>
                  <a:pt x="36035" y="99884"/>
                  <a:pt x="35091" y="97407"/>
                  <a:pt x="34578" y="94092"/>
                </a:cubicBezTo>
                <a:cubicBezTo>
                  <a:pt x="34065" y="90777"/>
                  <a:pt x="34526" y="85090"/>
                  <a:pt x="35963" y="77032"/>
                </a:cubicBezTo>
                <a:moveTo>
                  <a:pt x="15337" y="27694"/>
                </a:moveTo>
                <a:cubicBezTo>
                  <a:pt x="11881" y="30594"/>
                  <a:pt x="10135" y="34395"/>
                  <a:pt x="10100" y="39095"/>
                </a:cubicBezTo>
                <a:cubicBezTo>
                  <a:pt x="10063" y="43795"/>
                  <a:pt x="12423" y="48978"/>
                  <a:pt x="17178" y="54646"/>
                </a:cubicBezTo>
                <a:cubicBezTo>
                  <a:pt x="23338" y="61986"/>
                  <a:pt x="29700" y="66344"/>
                  <a:pt x="36267" y="67719"/>
                </a:cubicBezTo>
                <a:cubicBezTo>
                  <a:pt x="41269" y="68748"/>
                  <a:pt x="45638" y="67694"/>
                  <a:pt x="49375" y="64559"/>
                </a:cubicBezTo>
                <a:cubicBezTo>
                  <a:pt x="52924" y="61580"/>
                  <a:pt x="54733" y="57807"/>
                  <a:pt x="54800" y="53239"/>
                </a:cubicBezTo>
                <a:cubicBezTo>
                  <a:pt x="54867" y="48671"/>
                  <a:pt x="52522" y="43553"/>
                  <a:pt x="47766" y="37885"/>
                </a:cubicBezTo>
                <a:cubicBezTo>
                  <a:pt x="41569" y="30499"/>
                  <a:pt x="35105" y="26068"/>
                  <a:pt x="28373" y="24590"/>
                </a:cubicBezTo>
                <a:cubicBezTo>
                  <a:pt x="23419" y="23524"/>
                  <a:pt x="19074" y="24558"/>
                  <a:pt x="15337" y="27694"/>
                </a:cubicBezTo>
                <a:moveTo>
                  <a:pt x="54920" y="101047"/>
                </a:moveTo>
                <a:cubicBezTo>
                  <a:pt x="54720" y="105267"/>
                  <a:pt x="54920" y="108872"/>
                  <a:pt x="55519" y="111863"/>
                </a:cubicBezTo>
                <a:cubicBezTo>
                  <a:pt x="56120" y="114856"/>
                  <a:pt x="57145" y="117215"/>
                  <a:pt x="58592" y="118941"/>
                </a:cubicBezTo>
                <a:cubicBezTo>
                  <a:pt x="60470" y="121178"/>
                  <a:pt x="63467" y="122000"/>
                  <a:pt x="67585" y="121405"/>
                </a:cubicBezTo>
                <a:cubicBezTo>
                  <a:pt x="74681" y="120376"/>
                  <a:pt x="82642" y="116158"/>
                  <a:pt x="91470" y="108750"/>
                </a:cubicBezTo>
                <a:cubicBezTo>
                  <a:pt x="99877" y="101696"/>
                  <a:pt x="104835" y="95012"/>
                  <a:pt x="106344" y="88700"/>
                </a:cubicBezTo>
                <a:cubicBezTo>
                  <a:pt x="107853" y="82389"/>
                  <a:pt x="107200" y="77555"/>
                  <a:pt x="104385" y="74200"/>
                </a:cubicBezTo>
                <a:cubicBezTo>
                  <a:pt x="102350" y="71775"/>
                  <a:pt x="99712" y="71050"/>
                  <a:pt x="96469" y="72022"/>
                </a:cubicBezTo>
                <a:cubicBezTo>
                  <a:pt x="93179" y="73034"/>
                  <a:pt x="87860" y="76465"/>
                  <a:pt x="80511" y="82315"/>
                </a:cubicBezTo>
                <a:cubicBezTo>
                  <a:pt x="69767" y="90853"/>
                  <a:pt x="61236" y="97097"/>
                  <a:pt x="54920" y="1010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Text u">
            <a:extLst xmlns:a="http://schemas.openxmlformats.org/drawingml/2006/main">
              <a:ext uri="{FF2B5EF4-FFF2-40B4-BE49-F238E27FC236}">
                <a16:creationId xmlns:a16="http://schemas.microsoft.com/office/drawing/2014/main" id="{64D6546A-7D80-458D-8CDF-E882CA3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780" y="724168"/>
            <a:ext cx="120245" cy="98987"/>
          </a:xfrm>
          <a:custGeom xmlns:a="http://schemas.openxmlformats.org/drawingml/2006/main">
            <a:pathLst>
              <a:path w="120245" h="98987">
                <a:moveTo>
                  <a:pt x="60603" y="0"/>
                </a:moveTo>
                <a:lnTo>
                  <a:pt x="93230" y="38884"/>
                </a:lnTo>
                <a:cubicBezTo>
                  <a:pt x="99462" y="46310"/>
                  <a:pt x="103448" y="50706"/>
                  <a:pt x="105190" y="52070"/>
                </a:cubicBezTo>
                <a:cubicBezTo>
                  <a:pt x="106932" y="53434"/>
                  <a:pt x="108462" y="54120"/>
                  <a:pt x="109781" y="54127"/>
                </a:cubicBezTo>
                <a:cubicBezTo>
                  <a:pt x="111101" y="54134"/>
                  <a:pt x="112274" y="53707"/>
                  <a:pt x="113302" y="52844"/>
                </a:cubicBezTo>
                <a:cubicBezTo>
                  <a:pt x="114750" y="51629"/>
                  <a:pt x="116051" y="49861"/>
                  <a:pt x="117207" y="47538"/>
                </a:cubicBezTo>
                <a:lnTo>
                  <a:pt x="120245" y="49167"/>
                </a:lnTo>
                <a:lnTo>
                  <a:pt x="107691" y="73192"/>
                </a:lnTo>
                <a:lnTo>
                  <a:pt x="104539" y="75838"/>
                </a:lnTo>
                <a:lnTo>
                  <a:pt x="93134" y="62246"/>
                </a:lnTo>
                <a:cubicBezTo>
                  <a:pt x="92639" y="72849"/>
                  <a:pt x="91590" y="80136"/>
                  <a:pt x="89988" y="84107"/>
                </a:cubicBezTo>
                <a:cubicBezTo>
                  <a:pt x="88385" y="88079"/>
                  <a:pt x="85973" y="91416"/>
                  <a:pt x="82750" y="94121"/>
                </a:cubicBezTo>
                <a:cubicBezTo>
                  <a:pt x="79153" y="97139"/>
                  <a:pt x="75164" y="98715"/>
                  <a:pt x="70781" y="98851"/>
                </a:cubicBezTo>
                <a:cubicBezTo>
                  <a:pt x="66398" y="98987"/>
                  <a:pt x="62321" y="97851"/>
                  <a:pt x="58550" y="95444"/>
                </a:cubicBezTo>
                <a:cubicBezTo>
                  <a:pt x="54778" y="93037"/>
                  <a:pt x="50385" y="88844"/>
                  <a:pt x="45368" y="82865"/>
                </a:cubicBezTo>
                <a:lnTo>
                  <a:pt x="21324" y="54210"/>
                </a:lnTo>
                <a:cubicBezTo>
                  <a:pt x="18776" y="51174"/>
                  <a:pt x="16686" y="49347"/>
                  <a:pt x="15052" y="48728"/>
                </a:cubicBezTo>
                <a:cubicBezTo>
                  <a:pt x="13418" y="48109"/>
                  <a:pt x="11695" y="48023"/>
                  <a:pt x="9881" y="48470"/>
                </a:cubicBezTo>
                <a:cubicBezTo>
                  <a:pt x="8068" y="48918"/>
                  <a:pt x="5499" y="50575"/>
                  <a:pt x="2175" y="53444"/>
                </a:cubicBezTo>
                <a:lnTo>
                  <a:pt x="0" y="50852"/>
                </a:lnTo>
                <a:lnTo>
                  <a:pt x="22490" y="31981"/>
                </a:lnTo>
                <a:lnTo>
                  <a:pt x="58439" y="74823"/>
                </a:lnTo>
                <a:cubicBezTo>
                  <a:pt x="63443" y="80787"/>
                  <a:pt x="67766" y="83829"/>
                  <a:pt x="71409" y="83949"/>
                </a:cubicBezTo>
                <a:cubicBezTo>
                  <a:pt x="75051" y="84069"/>
                  <a:pt x="78344" y="82894"/>
                  <a:pt x="81286" y="80425"/>
                </a:cubicBezTo>
                <a:cubicBezTo>
                  <a:pt x="83295" y="78740"/>
                  <a:pt x="85044" y="76200"/>
                  <a:pt x="86534" y="72806"/>
                </a:cubicBezTo>
                <a:cubicBezTo>
                  <a:pt x="88024" y="69412"/>
                  <a:pt x="89035" y="64475"/>
                  <a:pt x="89568" y="57996"/>
                </a:cubicBezTo>
                <a:lnTo>
                  <a:pt x="59134" y="21726"/>
                </a:lnTo>
                <a:cubicBezTo>
                  <a:pt x="56084" y="18092"/>
                  <a:pt x="53357" y="16193"/>
                  <a:pt x="50952" y="16030"/>
                </a:cubicBezTo>
                <a:cubicBezTo>
                  <a:pt x="48545" y="15866"/>
                  <a:pt x="45201" y="17500"/>
                  <a:pt x="40919" y="20934"/>
                </a:cubicBezTo>
                <a:lnTo>
                  <a:pt x="38744" y="18342"/>
                </a:lnTo>
                <a:lnTo>
                  <a:pt x="6060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Text e">
            <a:extLst xmlns:a="http://schemas.openxmlformats.org/drawingml/2006/main">
              <a:ext uri="{FF2B5EF4-FFF2-40B4-BE49-F238E27FC236}">
                <a16:creationId xmlns:a16="http://schemas.microsoft.com/office/drawing/2014/main" id="{E5B74905-B252-4424-BA99-64681F8A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851" y="675153"/>
            <a:ext cx="80796" cy="86948"/>
          </a:xfrm>
          <a:custGeom xmlns:a="http://schemas.openxmlformats.org/drawingml/2006/main">
            <a:pathLst>
              <a:path w="80796" h="86948">
                <a:moveTo>
                  <a:pt x="16145" y="51211"/>
                </a:moveTo>
                <a:cubicBezTo>
                  <a:pt x="24075" y="60757"/>
                  <a:pt x="32644" y="66273"/>
                  <a:pt x="41851" y="67760"/>
                </a:cubicBezTo>
                <a:cubicBezTo>
                  <a:pt x="51057" y="69246"/>
                  <a:pt x="58813" y="67343"/>
                  <a:pt x="65118" y="62052"/>
                </a:cubicBezTo>
                <a:cubicBezTo>
                  <a:pt x="69322" y="58525"/>
                  <a:pt x="72007" y="54302"/>
                  <a:pt x="73173" y="49384"/>
                </a:cubicBezTo>
                <a:cubicBezTo>
                  <a:pt x="74339" y="44466"/>
                  <a:pt x="73621" y="38322"/>
                  <a:pt x="71020" y="30954"/>
                </a:cubicBezTo>
                <a:lnTo>
                  <a:pt x="74368" y="30532"/>
                </a:lnTo>
                <a:cubicBezTo>
                  <a:pt x="78756" y="37754"/>
                  <a:pt x="80796" y="45972"/>
                  <a:pt x="80488" y="55185"/>
                </a:cubicBezTo>
                <a:cubicBezTo>
                  <a:pt x="80180" y="64398"/>
                  <a:pt x="76476" y="71983"/>
                  <a:pt x="69376" y="77940"/>
                </a:cubicBezTo>
                <a:cubicBezTo>
                  <a:pt x="61669" y="84407"/>
                  <a:pt x="52559" y="86948"/>
                  <a:pt x="42046" y="85565"/>
                </a:cubicBezTo>
                <a:cubicBezTo>
                  <a:pt x="31532" y="84180"/>
                  <a:pt x="22031" y="78429"/>
                  <a:pt x="13543" y="68314"/>
                </a:cubicBezTo>
                <a:cubicBezTo>
                  <a:pt x="4353" y="57361"/>
                  <a:pt x="0" y="46459"/>
                  <a:pt x="485" y="35608"/>
                </a:cubicBezTo>
                <a:cubicBezTo>
                  <a:pt x="970" y="24755"/>
                  <a:pt x="5462" y="15762"/>
                  <a:pt x="13963" y="8629"/>
                </a:cubicBezTo>
                <a:cubicBezTo>
                  <a:pt x="21156" y="2593"/>
                  <a:pt x="29049" y="0"/>
                  <a:pt x="37641" y="849"/>
                </a:cubicBezTo>
                <a:cubicBezTo>
                  <a:pt x="46232" y="1697"/>
                  <a:pt x="53849" y="6080"/>
                  <a:pt x="60494" y="13998"/>
                </a:cubicBezTo>
                <a:lnTo>
                  <a:pt x="16145" y="51211"/>
                </a:lnTo>
                <a:moveTo>
                  <a:pt x="12735" y="47147"/>
                </a:moveTo>
                <a:lnTo>
                  <a:pt x="42441" y="22221"/>
                </a:lnTo>
                <a:cubicBezTo>
                  <a:pt x="38759" y="18307"/>
                  <a:pt x="35838" y="15823"/>
                  <a:pt x="33680" y="14768"/>
                </a:cubicBezTo>
                <a:cubicBezTo>
                  <a:pt x="30318" y="13132"/>
                  <a:pt x="26853" y="12537"/>
                  <a:pt x="23287" y="12983"/>
                </a:cubicBezTo>
                <a:cubicBezTo>
                  <a:pt x="19721" y="13428"/>
                  <a:pt x="16677" y="14709"/>
                  <a:pt x="14155" y="16825"/>
                </a:cubicBezTo>
                <a:cubicBezTo>
                  <a:pt x="10278" y="20078"/>
                  <a:pt x="8074" y="24495"/>
                  <a:pt x="7543" y="30074"/>
                </a:cubicBezTo>
                <a:cubicBezTo>
                  <a:pt x="7011" y="35654"/>
                  <a:pt x="8742" y="41345"/>
                  <a:pt x="12735" y="47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Text s">
            <a:extLst xmlns:a="http://schemas.openxmlformats.org/drawingml/2006/main">
              <a:ext uri="{FF2B5EF4-FFF2-40B4-BE49-F238E27FC236}">
                <a16:creationId xmlns:a16="http://schemas.microsoft.com/office/drawing/2014/main" id="{08B254F0-9585-41AA-9E5F-CD6F2833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817" y="621095"/>
            <a:ext cx="81869" cy="99429"/>
          </a:xfrm>
          <a:custGeom xmlns:a="http://schemas.openxmlformats.org/drawingml/2006/main">
            <a:pathLst>
              <a:path w="81869" h="99429">
                <a:moveTo>
                  <a:pt x="29705" y="0"/>
                </a:moveTo>
                <a:lnTo>
                  <a:pt x="47929" y="21719"/>
                </a:lnTo>
                <a:lnTo>
                  <a:pt x="45617" y="23659"/>
                </a:lnTo>
                <a:cubicBezTo>
                  <a:pt x="38126" y="18336"/>
                  <a:pt x="31961" y="15613"/>
                  <a:pt x="27122" y="15490"/>
                </a:cubicBezTo>
                <a:cubicBezTo>
                  <a:pt x="22282" y="15366"/>
                  <a:pt x="17713" y="17106"/>
                  <a:pt x="13416" y="20712"/>
                </a:cubicBezTo>
                <a:cubicBezTo>
                  <a:pt x="10147" y="23455"/>
                  <a:pt x="8232" y="26533"/>
                  <a:pt x="7673" y="29945"/>
                </a:cubicBezTo>
                <a:cubicBezTo>
                  <a:pt x="7112" y="33356"/>
                  <a:pt x="7713" y="36111"/>
                  <a:pt x="9475" y="38211"/>
                </a:cubicBezTo>
                <a:cubicBezTo>
                  <a:pt x="11667" y="40824"/>
                  <a:pt x="14293" y="42436"/>
                  <a:pt x="17353" y="43047"/>
                </a:cubicBezTo>
                <a:cubicBezTo>
                  <a:pt x="20407" y="43746"/>
                  <a:pt x="25053" y="43306"/>
                  <a:pt x="31290" y="41729"/>
                </a:cubicBezTo>
                <a:lnTo>
                  <a:pt x="45689" y="38116"/>
                </a:lnTo>
                <a:cubicBezTo>
                  <a:pt x="59046" y="34778"/>
                  <a:pt x="68896" y="36888"/>
                  <a:pt x="75239" y="44448"/>
                </a:cubicBezTo>
                <a:cubicBezTo>
                  <a:pt x="80132" y="50279"/>
                  <a:pt x="81869" y="56831"/>
                  <a:pt x="80451" y="64105"/>
                </a:cubicBezTo>
                <a:cubicBezTo>
                  <a:pt x="79032" y="71378"/>
                  <a:pt x="75590" y="77306"/>
                  <a:pt x="70125" y="81892"/>
                </a:cubicBezTo>
                <a:cubicBezTo>
                  <a:pt x="66201" y="85184"/>
                  <a:pt x="61130" y="88246"/>
                  <a:pt x="54910" y="91077"/>
                </a:cubicBezTo>
                <a:cubicBezTo>
                  <a:pt x="52976" y="91904"/>
                  <a:pt x="51519" y="92728"/>
                  <a:pt x="50538" y="93551"/>
                </a:cubicBezTo>
                <a:cubicBezTo>
                  <a:pt x="49464" y="94453"/>
                  <a:pt x="49133" y="95765"/>
                  <a:pt x="49545" y="97489"/>
                </a:cubicBezTo>
                <a:lnTo>
                  <a:pt x="47233" y="99429"/>
                </a:lnTo>
                <a:lnTo>
                  <a:pt x="27950" y="76449"/>
                </a:lnTo>
                <a:lnTo>
                  <a:pt x="30262" y="74509"/>
                </a:lnTo>
                <a:cubicBezTo>
                  <a:pt x="37076" y="79974"/>
                  <a:pt x="43725" y="82823"/>
                  <a:pt x="50207" y="83054"/>
                </a:cubicBezTo>
                <a:cubicBezTo>
                  <a:pt x="56689" y="83286"/>
                  <a:pt x="62219" y="81482"/>
                  <a:pt x="66797" y="77641"/>
                </a:cubicBezTo>
                <a:cubicBezTo>
                  <a:pt x="70019" y="74937"/>
                  <a:pt x="71854" y="71788"/>
                  <a:pt x="72301" y="68194"/>
                </a:cubicBezTo>
                <a:cubicBezTo>
                  <a:pt x="72747" y="64599"/>
                  <a:pt x="71854" y="61472"/>
                  <a:pt x="69622" y="58812"/>
                </a:cubicBezTo>
                <a:cubicBezTo>
                  <a:pt x="66921" y="55592"/>
                  <a:pt x="63517" y="53837"/>
                  <a:pt x="59412" y="53545"/>
                </a:cubicBezTo>
                <a:cubicBezTo>
                  <a:pt x="55308" y="53254"/>
                  <a:pt x="48460" y="54270"/>
                  <a:pt x="38869" y="56594"/>
                </a:cubicBezTo>
                <a:cubicBezTo>
                  <a:pt x="29277" y="58917"/>
                  <a:pt x="22295" y="59608"/>
                  <a:pt x="17922" y="58665"/>
                </a:cubicBezTo>
                <a:cubicBezTo>
                  <a:pt x="13589" y="57769"/>
                  <a:pt x="9719" y="55292"/>
                  <a:pt x="6313" y="51233"/>
                </a:cubicBezTo>
                <a:cubicBezTo>
                  <a:pt x="1889" y="45961"/>
                  <a:pt x="0" y="40033"/>
                  <a:pt x="645" y="33450"/>
                </a:cubicBezTo>
                <a:cubicBezTo>
                  <a:pt x="1289" y="26866"/>
                  <a:pt x="4483" y="21164"/>
                  <a:pt x="10228" y="16343"/>
                </a:cubicBezTo>
                <a:cubicBezTo>
                  <a:pt x="12750" y="14227"/>
                  <a:pt x="16260" y="12197"/>
                  <a:pt x="20758" y="10253"/>
                </a:cubicBezTo>
                <a:cubicBezTo>
                  <a:pt x="23728" y="8955"/>
                  <a:pt x="25610" y="7973"/>
                  <a:pt x="26404" y="7307"/>
                </a:cubicBezTo>
                <a:cubicBezTo>
                  <a:pt x="27151" y="6680"/>
                  <a:pt x="27598" y="6026"/>
                  <a:pt x="27744" y="5346"/>
                </a:cubicBezTo>
                <a:cubicBezTo>
                  <a:pt x="27890" y="4667"/>
                  <a:pt x="27773" y="3531"/>
                  <a:pt x="27393" y="1940"/>
                </a:cubicBezTo>
                <a:lnTo>
                  <a:pt x="297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Text t">
            <a:extLst xmlns:a="http://schemas.openxmlformats.org/drawingml/2006/main">
              <a:ext uri="{FF2B5EF4-FFF2-40B4-BE49-F238E27FC236}">
                <a16:creationId xmlns:a16="http://schemas.microsoft.com/office/drawing/2014/main" id="{5EA5B792-02A6-4C4D-8F07-397F4FA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100" y="574088"/>
            <a:ext cx="82791" cy="89843"/>
          </a:xfrm>
          <a:custGeom xmlns:a="http://schemas.openxmlformats.org/drawingml/2006/main">
            <a:pathLst>
              <a:path w="82791" h="89843">
                <a:moveTo>
                  <a:pt x="2172" y="0"/>
                </a:moveTo>
                <a:lnTo>
                  <a:pt x="19926" y="21158"/>
                </a:lnTo>
                <a:lnTo>
                  <a:pt x="34919" y="8578"/>
                </a:lnTo>
                <a:lnTo>
                  <a:pt x="39034" y="13482"/>
                </a:lnTo>
                <a:lnTo>
                  <a:pt x="24041" y="26063"/>
                </a:lnTo>
                <a:lnTo>
                  <a:pt x="58913" y="67622"/>
                </a:lnTo>
                <a:cubicBezTo>
                  <a:pt x="62398" y="71775"/>
                  <a:pt x="65343" y="74074"/>
                  <a:pt x="67747" y="74521"/>
                </a:cubicBezTo>
                <a:cubicBezTo>
                  <a:pt x="70151" y="74967"/>
                  <a:pt x="72287" y="74406"/>
                  <a:pt x="74155" y="72838"/>
                </a:cubicBezTo>
                <a:cubicBezTo>
                  <a:pt x="75696" y="71545"/>
                  <a:pt x="76789" y="69812"/>
                  <a:pt x="77434" y="67640"/>
                </a:cubicBezTo>
                <a:cubicBezTo>
                  <a:pt x="78078" y="65467"/>
                  <a:pt x="78014" y="63114"/>
                  <a:pt x="77240" y="60579"/>
                </a:cubicBezTo>
                <a:lnTo>
                  <a:pt x="79972" y="58286"/>
                </a:lnTo>
                <a:cubicBezTo>
                  <a:pt x="82189" y="64249"/>
                  <a:pt x="82791" y="69660"/>
                  <a:pt x="81776" y="74521"/>
                </a:cubicBezTo>
                <a:cubicBezTo>
                  <a:pt x="80759" y="79381"/>
                  <a:pt x="78663" y="83144"/>
                  <a:pt x="75487" y="85809"/>
                </a:cubicBezTo>
                <a:cubicBezTo>
                  <a:pt x="73339" y="87611"/>
                  <a:pt x="70736" y="88779"/>
                  <a:pt x="67681" y="89311"/>
                </a:cubicBezTo>
                <a:cubicBezTo>
                  <a:pt x="64625" y="89843"/>
                  <a:pt x="61675" y="89410"/>
                  <a:pt x="58832" y="88013"/>
                </a:cubicBezTo>
                <a:cubicBezTo>
                  <a:pt x="55987" y="86615"/>
                  <a:pt x="52622" y="83601"/>
                  <a:pt x="48737" y="78971"/>
                </a:cubicBezTo>
                <a:lnTo>
                  <a:pt x="12481" y="35763"/>
                </a:lnTo>
                <a:lnTo>
                  <a:pt x="2322" y="44287"/>
                </a:lnTo>
                <a:lnTo>
                  <a:pt x="382" y="41975"/>
                </a:lnTo>
                <a:cubicBezTo>
                  <a:pt x="2086" y="38789"/>
                  <a:pt x="3249" y="34839"/>
                  <a:pt x="3871" y="30126"/>
                </a:cubicBezTo>
                <a:cubicBezTo>
                  <a:pt x="4493" y="25413"/>
                  <a:pt x="4440" y="20489"/>
                  <a:pt x="3712" y="15352"/>
                </a:cubicBezTo>
                <a:cubicBezTo>
                  <a:pt x="3293" y="12671"/>
                  <a:pt x="2056" y="8161"/>
                  <a:pt x="0" y="1822"/>
                </a:cubicBezTo>
                <a:lnTo>
                  <a:pt x="21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Text s">
            <a:extLst xmlns:a="http://schemas.openxmlformats.org/drawingml/2006/main">
              <a:ext uri="{FF2B5EF4-FFF2-40B4-BE49-F238E27FC236}">
                <a16:creationId xmlns:a16="http://schemas.microsoft.com/office/drawing/2014/main" id="{C2292751-59E4-4C87-9905-C82A58D6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397" y="859382"/>
            <a:ext cx="81869" cy="99429"/>
          </a:xfrm>
          <a:custGeom xmlns:a="http://schemas.openxmlformats.org/drawingml/2006/main">
            <a:pathLst>
              <a:path w="81869" h="99429">
                <a:moveTo>
                  <a:pt x="29705" y="0"/>
                </a:moveTo>
                <a:lnTo>
                  <a:pt x="47929" y="21719"/>
                </a:lnTo>
                <a:lnTo>
                  <a:pt x="45617" y="23659"/>
                </a:lnTo>
                <a:cubicBezTo>
                  <a:pt x="38126" y="18336"/>
                  <a:pt x="31961" y="15613"/>
                  <a:pt x="27122" y="15490"/>
                </a:cubicBezTo>
                <a:cubicBezTo>
                  <a:pt x="22282" y="15366"/>
                  <a:pt x="17713" y="17106"/>
                  <a:pt x="13416" y="20712"/>
                </a:cubicBezTo>
                <a:cubicBezTo>
                  <a:pt x="10147" y="23455"/>
                  <a:pt x="8232" y="26533"/>
                  <a:pt x="7673" y="29945"/>
                </a:cubicBezTo>
                <a:cubicBezTo>
                  <a:pt x="7112" y="33356"/>
                  <a:pt x="7713" y="36111"/>
                  <a:pt x="9475" y="38211"/>
                </a:cubicBezTo>
                <a:cubicBezTo>
                  <a:pt x="11667" y="40824"/>
                  <a:pt x="14293" y="42436"/>
                  <a:pt x="17353" y="43047"/>
                </a:cubicBezTo>
                <a:cubicBezTo>
                  <a:pt x="20407" y="43746"/>
                  <a:pt x="25053" y="43306"/>
                  <a:pt x="31290" y="41729"/>
                </a:cubicBezTo>
                <a:lnTo>
                  <a:pt x="45689" y="38116"/>
                </a:lnTo>
                <a:cubicBezTo>
                  <a:pt x="59046" y="34778"/>
                  <a:pt x="68896" y="36888"/>
                  <a:pt x="75239" y="44448"/>
                </a:cubicBezTo>
                <a:cubicBezTo>
                  <a:pt x="80132" y="50279"/>
                  <a:pt x="81869" y="56831"/>
                  <a:pt x="80451" y="64105"/>
                </a:cubicBezTo>
                <a:cubicBezTo>
                  <a:pt x="79032" y="71378"/>
                  <a:pt x="75590" y="77306"/>
                  <a:pt x="70125" y="81892"/>
                </a:cubicBezTo>
                <a:cubicBezTo>
                  <a:pt x="66201" y="85184"/>
                  <a:pt x="61130" y="88246"/>
                  <a:pt x="54910" y="91077"/>
                </a:cubicBezTo>
                <a:cubicBezTo>
                  <a:pt x="52976" y="91904"/>
                  <a:pt x="51519" y="92728"/>
                  <a:pt x="50538" y="93551"/>
                </a:cubicBezTo>
                <a:cubicBezTo>
                  <a:pt x="49464" y="94453"/>
                  <a:pt x="49133" y="95765"/>
                  <a:pt x="49545" y="97489"/>
                </a:cubicBezTo>
                <a:lnTo>
                  <a:pt x="47233" y="99429"/>
                </a:lnTo>
                <a:lnTo>
                  <a:pt x="27950" y="76449"/>
                </a:lnTo>
                <a:lnTo>
                  <a:pt x="30262" y="74509"/>
                </a:lnTo>
                <a:cubicBezTo>
                  <a:pt x="37076" y="79974"/>
                  <a:pt x="43725" y="82823"/>
                  <a:pt x="50207" y="83054"/>
                </a:cubicBezTo>
                <a:cubicBezTo>
                  <a:pt x="56689" y="83286"/>
                  <a:pt x="62219" y="81482"/>
                  <a:pt x="66797" y="77641"/>
                </a:cubicBezTo>
                <a:cubicBezTo>
                  <a:pt x="70019" y="74937"/>
                  <a:pt x="71854" y="71788"/>
                  <a:pt x="72301" y="68194"/>
                </a:cubicBezTo>
                <a:cubicBezTo>
                  <a:pt x="72747" y="64599"/>
                  <a:pt x="71854" y="61472"/>
                  <a:pt x="69622" y="58812"/>
                </a:cubicBezTo>
                <a:cubicBezTo>
                  <a:pt x="66921" y="55592"/>
                  <a:pt x="63517" y="53837"/>
                  <a:pt x="59412" y="53545"/>
                </a:cubicBezTo>
                <a:cubicBezTo>
                  <a:pt x="55308" y="53254"/>
                  <a:pt x="48460" y="54270"/>
                  <a:pt x="38869" y="56594"/>
                </a:cubicBezTo>
                <a:cubicBezTo>
                  <a:pt x="29277" y="58917"/>
                  <a:pt x="22295" y="59608"/>
                  <a:pt x="17922" y="58665"/>
                </a:cubicBezTo>
                <a:cubicBezTo>
                  <a:pt x="13589" y="57769"/>
                  <a:pt x="9719" y="55292"/>
                  <a:pt x="6313" y="51233"/>
                </a:cubicBezTo>
                <a:cubicBezTo>
                  <a:pt x="1889" y="45961"/>
                  <a:pt x="0" y="40033"/>
                  <a:pt x="645" y="33450"/>
                </a:cubicBezTo>
                <a:cubicBezTo>
                  <a:pt x="1289" y="26866"/>
                  <a:pt x="4483" y="21164"/>
                  <a:pt x="10228" y="16343"/>
                </a:cubicBezTo>
                <a:cubicBezTo>
                  <a:pt x="12750" y="14227"/>
                  <a:pt x="16260" y="12197"/>
                  <a:pt x="20758" y="10253"/>
                </a:cubicBezTo>
                <a:cubicBezTo>
                  <a:pt x="23728" y="8955"/>
                  <a:pt x="25610" y="7973"/>
                  <a:pt x="26404" y="7307"/>
                </a:cubicBezTo>
                <a:cubicBezTo>
                  <a:pt x="27151" y="6680"/>
                  <a:pt x="27598" y="6026"/>
                  <a:pt x="27744" y="5346"/>
                </a:cubicBezTo>
                <a:cubicBezTo>
                  <a:pt x="27890" y="4667"/>
                  <a:pt x="27773" y="3531"/>
                  <a:pt x="27393" y="1940"/>
                </a:cubicBezTo>
                <a:lnTo>
                  <a:pt x="297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Text p">
            <a:extLst xmlns:a="http://schemas.openxmlformats.org/drawingml/2006/main">
              <a:ext uri="{FF2B5EF4-FFF2-40B4-BE49-F238E27FC236}">
                <a16:creationId xmlns:a16="http://schemas.microsoft.com/office/drawing/2014/main" id="{D2E8E176-3876-475B-AEC3-F9011E7C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642" y="807796"/>
            <a:ext cx="107582" cy="140412"/>
          </a:xfrm>
          <a:custGeom xmlns:a="http://schemas.openxmlformats.org/drawingml/2006/main">
            <a:pathLst>
              <a:path w="107582" h="140412">
                <a:moveTo>
                  <a:pt x="0" y="51567"/>
                </a:moveTo>
                <a:lnTo>
                  <a:pt x="13050" y="26995"/>
                </a:lnTo>
                <a:lnTo>
                  <a:pt x="15712" y="24761"/>
                </a:lnTo>
                <a:lnTo>
                  <a:pt x="28293" y="39754"/>
                </a:lnTo>
                <a:cubicBezTo>
                  <a:pt x="26867" y="31320"/>
                  <a:pt x="26893" y="24593"/>
                  <a:pt x="28371" y="19572"/>
                </a:cubicBezTo>
                <a:cubicBezTo>
                  <a:pt x="29849" y="14551"/>
                  <a:pt x="32433" y="10493"/>
                  <a:pt x="36122" y="7396"/>
                </a:cubicBezTo>
                <a:cubicBezTo>
                  <a:pt x="42568" y="1988"/>
                  <a:pt x="50053" y="0"/>
                  <a:pt x="58578" y="1433"/>
                </a:cubicBezTo>
                <a:cubicBezTo>
                  <a:pt x="69025" y="3164"/>
                  <a:pt x="78398" y="8975"/>
                  <a:pt x="86698" y="18867"/>
                </a:cubicBezTo>
                <a:cubicBezTo>
                  <a:pt x="95977" y="29925"/>
                  <a:pt x="100474" y="41735"/>
                  <a:pt x="100191" y="54297"/>
                </a:cubicBezTo>
                <a:cubicBezTo>
                  <a:pt x="99932" y="64613"/>
                  <a:pt x="95833" y="73102"/>
                  <a:pt x="87892" y="79765"/>
                </a:cubicBezTo>
                <a:cubicBezTo>
                  <a:pt x="84436" y="82665"/>
                  <a:pt x="81035" y="84683"/>
                  <a:pt x="77690" y="85818"/>
                </a:cubicBezTo>
                <a:cubicBezTo>
                  <a:pt x="75234" y="86685"/>
                  <a:pt x="71956" y="87048"/>
                  <a:pt x="67857" y="86905"/>
                </a:cubicBezTo>
                <a:lnTo>
                  <a:pt x="84259" y="106453"/>
                </a:lnTo>
                <a:cubicBezTo>
                  <a:pt x="87943" y="110843"/>
                  <a:pt x="90554" y="113408"/>
                  <a:pt x="92090" y="114149"/>
                </a:cubicBezTo>
                <a:cubicBezTo>
                  <a:pt x="93627" y="114889"/>
                  <a:pt x="95354" y="115051"/>
                  <a:pt x="97273" y="114635"/>
                </a:cubicBezTo>
                <a:cubicBezTo>
                  <a:pt x="99192" y="114218"/>
                  <a:pt x="101903" y="112540"/>
                  <a:pt x="105407" y="109601"/>
                </a:cubicBezTo>
                <a:lnTo>
                  <a:pt x="107582" y="112193"/>
                </a:lnTo>
                <a:lnTo>
                  <a:pt x="73952" y="140412"/>
                </a:lnTo>
                <a:lnTo>
                  <a:pt x="71777" y="137819"/>
                </a:lnTo>
                <a:lnTo>
                  <a:pt x="73529" y="136350"/>
                </a:lnTo>
                <a:cubicBezTo>
                  <a:pt x="76137" y="134241"/>
                  <a:pt x="77920" y="131908"/>
                  <a:pt x="78878" y="129350"/>
                </a:cubicBezTo>
                <a:cubicBezTo>
                  <a:pt x="79334" y="128092"/>
                  <a:pt x="79327" y="126684"/>
                  <a:pt x="78856" y="125126"/>
                </a:cubicBezTo>
                <a:cubicBezTo>
                  <a:pt x="78386" y="123571"/>
                  <a:pt x="76191" y="120456"/>
                  <a:pt x="72269" y="115782"/>
                </a:cubicBezTo>
                <a:lnTo>
                  <a:pt x="21320" y="55063"/>
                </a:lnTo>
                <a:cubicBezTo>
                  <a:pt x="17829" y="50904"/>
                  <a:pt x="15427" y="48420"/>
                  <a:pt x="14113" y="47612"/>
                </a:cubicBezTo>
                <a:cubicBezTo>
                  <a:pt x="12797" y="46804"/>
                  <a:pt x="11496" y="46462"/>
                  <a:pt x="10208" y="46587"/>
                </a:cubicBezTo>
                <a:cubicBezTo>
                  <a:pt x="8919" y="46711"/>
                  <a:pt x="7574" y="47361"/>
                  <a:pt x="6173" y="48537"/>
                </a:cubicBezTo>
                <a:cubicBezTo>
                  <a:pt x="5052" y="49477"/>
                  <a:pt x="3901" y="51000"/>
                  <a:pt x="2722" y="53104"/>
                </a:cubicBezTo>
                <a:lnTo>
                  <a:pt x="0" y="51567"/>
                </a:lnTo>
                <a:moveTo>
                  <a:pt x="31868" y="44015"/>
                </a:moveTo>
                <a:lnTo>
                  <a:pt x="51948" y="67945"/>
                </a:lnTo>
                <a:cubicBezTo>
                  <a:pt x="56293" y="73124"/>
                  <a:pt x="59361" y="76353"/>
                  <a:pt x="61150" y="77632"/>
                </a:cubicBezTo>
                <a:cubicBezTo>
                  <a:pt x="64075" y="79789"/>
                  <a:pt x="67671" y="80826"/>
                  <a:pt x="71939" y="80742"/>
                </a:cubicBezTo>
                <a:cubicBezTo>
                  <a:pt x="76206" y="80659"/>
                  <a:pt x="80278" y="78990"/>
                  <a:pt x="84155" y="75737"/>
                </a:cubicBezTo>
                <a:cubicBezTo>
                  <a:pt x="88826" y="71818"/>
                  <a:pt x="91082" y="66824"/>
                  <a:pt x="90925" y="60755"/>
                </a:cubicBezTo>
                <a:cubicBezTo>
                  <a:pt x="90717" y="52824"/>
                  <a:pt x="86992" y="44543"/>
                  <a:pt x="79750" y="35912"/>
                </a:cubicBezTo>
                <a:cubicBezTo>
                  <a:pt x="71530" y="26117"/>
                  <a:pt x="63061" y="20387"/>
                  <a:pt x="54341" y="18722"/>
                </a:cubicBezTo>
                <a:cubicBezTo>
                  <a:pt x="48299" y="17591"/>
                  <a:pt x="43222" y="18751"/>
                  <a:pt x="39112" y="22199"/>
                </a:cubicBezTo>
                <a:cubicBezTo>
                  <a:pt x="36870" y="24081"/>
                  <a:pt x="35121" y="26502"/>
                  <a:pt x="33865" y="29464"/>
                </a:cubicBezTo>
                <a:cubicBezTo>
                  <a:pt x="32888" y="31714"/>
                  <a:pt x="32222" y="36564"/>
                  <a:pt x="31868" y="440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e">
            <a:extLst xmlns:a="http://schemas.openxmlformats.org/drawingml/2006/main">
              <a:ext uri="{FF2B5EF4-FFF2-40B4-BE49-F238E27FC236}">
                <a16:creationId xmlns:a16="http://schemas.microsoft.com/office/drawing/2014/main" id="{F5642F88-2392-476B-A38B-EC903CD3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2697" y="752948"/>
            <a:ext cx="80796" cy="86948"/>
          </a:xfrm>
          <a:custGeom xmlns:a="http://schemas.openxmlformats.org/drawingml/2006/main">
            <a:pathLst>
              <a:path w="80796" h="86948">
                <a:moveTo>
                  <a:pt x="16145" y="51211"/>
                </a:moveTo>
                <a:cubicBezTo>
                  <a:pt x="24075" y="60757"/>
                  <a:pt x="32644" y="66273"/>
                  <a:pt x="41851" y="67760"/>
                </a:cubicBezTo>
                <a:cubicBezTo>
                  <a:pt x="51057" y="69246"/>
                  <a:pt x="58813" y="67343"/>
                  <a:pt x="65118" y="62052"/>
                </a:cubicBezTo>
                <a:cubicBezTo>
                  <a:pt x="69322" y="58525"/>
                  <a:pt x="72007" y="54302"/>
                  <a:pt x="73173" y="49384"/>
                </a:cubicBezTo>
                <a:cubicBezTo>
                  <a:pt x="74339" y="44466"/>
                  <a:pt x="73621" y="38322"/>
                  <a:pt x="71020" y="30954"/>
                </a:cubicBezTo>
                <a:lnTo>
                  <a:pt x="74368" y="30532"/>
                </a:lnTo>
                <a:cubicBezTo>
                  <a:pt x="78756" y="37754"/>
                  <a:pt x="80796" y="45972"/>
                  <a:pt x="80488" y="55185"/>
                </a:cubicBezTo>
                <a:cubicBezTo>
                  <a:pt x="80180" y="64398"/>
                  <a:pt x="76476" y="71983"/>
                  <a:pt x="69376" y="77940"/>
                </a:cubicBezTo>
                <a:cubicBezTo>
                  <a:pt x="61669" y="84407"/>
                  <a:pt x="52559" y="86948"/>
                  <a:pt x="42046" y="85565"/>
                </a:cubicBezTo>
                <a:cubicBezTo>
                  <a:pt x="31532" y="84180"/>
                  <a:pt x="22031" y="78429"/>
                  <a:pt x="13543" y="68314"/>
                </a:cubicBezTo>
                <a:cubicBezTo>
                  <a:pt x="4353" y="57361"/>
                  <a:pt x="0" y="46459"/>
                  <a:pt x="485" y="35608"/>
                </a:cubicBezTo>
                <a:cubicBezTo>
                  <a:pt x="970" y="24755"/>
                  <a:pt x="5462" y="15762"/>
                  <a:pt x="13963" y="8629"/>
                </a:cubicBezTo>
                <a:cubicBezTo>
                  <a:pt x="21156" y="2593"/>
                  <a:pt x="29049" y="0"/>
                  <a:pt x="37641" y="849"/>
                </a:cubicBezTo>
                <a:cubicBezTo>
                  <a:pt x="46232" y="1697"/>
                  <a:pt x="53849" y="6080"/>
                  <a:pt x="60494" y="13998"/>
                </a:cubicBezTo>
                <a:lnTo>
                  <a:pt x="16145" y="51211"/>
                </a:lnTo>
                <a:moveTo>
                  <a:pt x="12735" y="47147"/>
                </a:moveTo>
                <a:lnTo>
                  <a:pt x="42441" y="22221"/>
                </a:lnTo>
                <a:cubicBezTo>
                  <a:pt x="38759" y="18307"/>
                  <a:pt x="35838" y="15823"/>
                  <a:pt x="33680" y="14768"/>
                </a:cubicBezTo>
                <a:cubicBezTo>
                  <a:pt x="30318" y="13132"/>
                  <a:pt x="26853" y="12537"/>
                  <a:pt x="23287" y="12983"/>
                </a:cubicBezTo>
                <a:cubicBezTo>
                  <a:pt x="19721" y="13428"/>
                  <a:pt x="16677" y="14709"/>
                  <a:pt x="14155" y="16825"/>
                </a:cubicBezTo>
                <a:cubicBezTo>
                  <a:pt x="10278" y="20078"/>
                  <a:pt x="8074" y="24495"/>
                  <a:pt x="7543" y="30074"/>
                </a:cubicBezTo>
                <a:cubicBezTo>
                  <a:pt x="7011" y="35654"/>
                  <a:pt x="8742" y="41345"/>
                  <a:pt x="12735" y="47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Text a">
            <a:extLst xmlns:a="http://schemas.openxmlformats.org/drawingml/2006/main">
              <a:ext uri="{FF2B5EF4-FFF2-40B4-BE49-F238E27FC236}">
                <a16:creationId xmlns:a16="http://schemas.microsoft.com/office/drawing/2014/main" id="{5FB87D3F-9B55-4523-9A62-53355BAB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062" y="701657"/>
            <a:ext cx="95016" cy="91362"/>
          </a:xfrm>
          <a:custGeom xmlns:a="http://schemas.openxmlformats.org/drawingml/2006/main">
            <a:pathLst>
              <a:path w="95016" h="91362">
                <a:moveTo>
                  <a:pt x="71809" y="58274"/>
                </a:moveTo>
                <a:cubicBezTo>
                  <a:pt x="69495" y="68892"/>
                  <a:pt x="67831" y="75303"/>
                  <a:pt x="66816" y="77508"/>
                </a:cubicBezTo>
                <a:cubicBezTo>
                  <a:pt x="65312" y="80838"/>
                  <a:pt x="63136" y="83699"/>
                  <a:pt x="60287" y="86090"/>
                </a:cubicBezTo>
                <a:cubicBezTo>
                  <a:pt x="55850" y="89813"/>
                  <a:pt x="50921" y="91362"/>
                  <a:pt x="45501" y="90736"/>
                </a:cubicBezTo>
                <a:cubicBezTo>
                  <a:pt x="40081" y="90111"/>
                  <a:pt x="35294" y="87322"/>
                  <a:pt x="31140" y="82371"/>
                </a:cubicBezTo>
                <a:cubicBezTo>
                  <a:pt x="28514" y="79242"/>
                  <a:pt x="26941" y="75945"/>
                  <a:pt x="26422" y="72481"/>
                </a:cubicBezTo>
                <a:cubicBezTo>
                  <a:pt x="25672" y="67698"/>
                  <a:pt x="26492" y="61916"/>
                  <a:pt x="28881" y="55135"/>
                </a:cubicBezTo>
                <a:cubicBezTo>
                  <a:pt x="31270" y="48355"/>
                  <a:pt x="36291" y="38332"/>
                  <a:pt x="43944" y="25066"/>
                </a:cubicBezTo>
                <a:lnTo>
                  <a:pt x="41827" y="22543"/>
                </a:lnTo>
                <a:cubicBezTo>
                  <a:pt x="36458" y="16144"/>
                  <a:pt x="31758" y="12606"/>
                  <a:pt x="27727" y="11929"/>
                </a:cubicBezTo>
                <a:cubicBezTo>
                  <a:pt x="23697" y="11252"/>
                  <a:pt x="19743" y="12540"/>
                  <a:pt x="15866" y="15793"/>
                </a:cubicBezTo>
                <a:cubicBezTo>
                  <a:pt x="12924" y="18262"/>
                  <a:pt x="11252" y="21013"/>
                  <a:pt x="10852" y="24045"/>
                </a:cubicBezTo>
                <a:cubicBezTo>
                  <a:pt x="10405" y="27116"/>
                  <a:pt x="11040" y="29676"/>
                  <a:pt x="12758" y="31724"/>
                </a:cubicBezTo>
                <a:lnTo>
                  <a:pt x="16295" y="35655"/>
                </a:lnTo>
                <a:cubicBezTo>
                  <a:pt x="18091" y="37794"/>
                  <a:pt x="18928" y="39906"/>
                  <a:pt x="18806" y="41991"/>
                </a:cubicBezTo>
                <a:cubicBezTo>
                  <a:pt x="18685" y="44075"/>
                  <a:pt x="17737" y="45862"/>
                  <a:pt x="15962" y="47351"/>
                </a:cubicBezTo>
                <a:cubicBezTo>
                  <a:pt x="14234" y="48801"/>
                  <a:pt x="12313" y="49382"/>
                  <a:pt x="10200" y="49093"/>
                </a:cubicBezTo>
                <a:cubicBezTo>
                  <a:pt x="8086" y="48802"/>
                  <a:pt x="6150" y="47609"/>
                  <a:pt x="4391" y="45513"/>
                </a:cubicBezTo>
                <a:cubicBezTo>
                  <a:pt x="1031" y="41509"/>
                  <a:pt x="0" y="36107"/>
                  <a:pt x="1297" y="29305"/>
                </a:cubicBezTo>
                <a:cubicBezTo>
                  <a:pt x="2594" y="22504"/>
                  <a:pt x="6956" y="15987"/>
                  <a:pt x="14382" y="9755"/>
                </a:cubicBezTo>
                <a:cubicBezTo>
                  <a:pt x="20080" y="4974"/>
                  <a:pt x="25553" y="2011"/>
                  <a:pt x="30801" y="866"/>
                </a:cubicBezTo>
                <a:cubicBezTo>
                  <a:pt x="34770" y="0"/>
                  <a:pt x="38701" y="558"/>
                  <a:pt x="42593" y="2541"/>
                </a:cubicBezTo>
                <a:cubicBezTo>
                  <a:pt x="45117" y="3841"/>
                  <a:pt x="48982" y="7593"/>
                  <a:pt x="54188" y="13798"/>
                </a:cubicBezTo>
                <a:lnTo>
                  <a:pt x="72449" y="35561"/>
                </a:lnTo>
                <a:cubicBezTo>
                  <a:pt x="77577" y="41672"/>
                  <a:pt x="80836" y="45318"/>
                  <a:pt x="82224" y="46498"/>
                </a:cubicBezTo>
                <a:cubicBezTo>
                  <a:pt x="83613" y="47679"/>
                  <a:pt x="84771" y="48277"/>
                  <a:pt x="85700" y="48293"/>
                </a:cubicBezTo>
                <a:cubicBezTo>
                  <a:pt x="86628" y="48308"/>
                  <a:pt x="87442" y="48022"/>
                  <a:pt x="88143" y="47434"/>
                </a:cubicBezTo>
                <a:cubicBezTo>
                  <a:pt x="88890" y="46807"/>
                  <a:pt x="89407" y="46095"/>
                  <a:pt x="89693" y="45298"/>
                </a:cubicBezTo>
                <a:cubicBezTo>
                  <a:pt x="90165" y="43867"/>
                  <a:pt x="90626" y="40575"/>
                  <a:pt x="91077" y="35421"/>
                </a:cubicBezTo>
                <a:lnTo>
                  <a:pt x="94369" y="39345"/>
                </a:lnTo>
                <a:cubicBezTo>
                  <a:pt x="95016" y="50740"/>
                  <a:pt x="92958" y="58437"/>
                  <a:pt x="88194" y="62434"/>
                </a:cubicBezTo>
                <a:cubicBezTo>
                  <a:pt x="85905" y="64355"/>
                  <a:pt x="83417" y="65089"/>
                  <a:pt x="80730" y="64638"/>
                </a:cubicBezTo>
                <a:cubicBezTo>
                  <a:pt x="78043" y="64186"/>
                  <a:pt x="75070" y="62065"/>
                  <a:pt x="71809" y="58274"/>
                </a:cubicBezTo>
                <a:moveTo>
                  <a:pt x="67955" y="53681"/>
                </a:moveTo>
                <a:lnTo>
                  <a:pt x="47530" y="29339"/>
                </a:lnTo>
                <a:cubicBezTo>
                  <a:pt x="42817" y="38047"/>
                  <a:pt x="39922" y="43844"/>
                  <a:pt x="38843" y="46732"/>
                </a:cubicBezTo>
                <a:cubicBezTo>
                  <a:pt x="36870" y="51874"/>
                  <a:pt x="36026" y="56228"/>
                  <a:pt x="36310" y="59792"/>
                </a:cubicBezTo>
                <a:cubicBezTo>
                  <a:pt x="36595" y="63356"/>
                  <a:pt x="37849" y="66464"/>
                  <a:pt x="40074" y="69114"/>
                </a:cubicBezTo>
                <a:cubicBezTo>
                  <a:pt x="42883" y="72463"/>
                  <a:pt x="46219" y="74398"/>
                  <a:pt x="50080" y="74922"/>
                </a:cubicBezTo>
                <a:cubicBezTo>
                  <a:pt x="53942" y="75445"/>
                  <a:pt x="57180" y="74609"/>
                  <a:pt x="59796" y="72414"/>
                </a:cubicBezTo>
                <a:cubicBezTo>
                  <a:pt x="63345" y="69436"/>
                  <a:pt x="66065" y="63191"/>
                  <a:pt x="67955" y="53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k">
            <a:extLst xmlns:a="http://schemas.openxmlformats.org/drawingml/2006/main">
              <a:ext uri="{FF2B5EF4-FFF2-40B4-BE49-F238E27FC236}">
                <a16:creationId xmlns:a16="http://schemas.microsoft.com/office/drawing/2014/main" id="{2BA9C5D2-D986-44B3-A1D4-39EF991A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665" y="627679"/>
            <a:ext cx="148410" cy="121318"/>
          </a:xfrm>
          <a:custGeom xmlns:a="http://schemas.openxmlformats.org/drawingml/2006/main">
            <a:pathLst>
              <a:path w="148410" h="121318">
                <a:moveTo>
                  <a:pt x="15701" y="2997"/>
                </a:moveTo>
                <a:lnTo>
                  <a:pt x="69257" y="66822"/>
                </a:lnTo>
                <a:lnTo>
                  <a:pt x="73118" y="38272"/>
                </a:lnTo>
                <a:cubicBezTo>
                  <a:pt x="73909" y="32195"/>
                  <a:pt x="74232" y="28502"/>
                  <a:pt x="74087" y="27191"/>
                </a:cubicBezTo>
                <a:cubicBezTo>
                  <a:pt x="73991" y="26317"/>
                  <a:pt x="73707" y="25599"/>
                  <a:pt x="73237" y="25039"/>
                </a:cubicBezTo>
                <a:cubicBezTo>
                  <a:pt x="72453" y="24105"/>
                  <a:pt x="71392" y="23622"/>
                  <a:pt x="70053" y="23592"/>
                </a:cubicBezTo>
                <a:cubicBezTo>
                  <a:pt x="68714" y="23561"/>
                  <a:pt x="67118" y="24244"/>
                  <a:pt x="65264" y="25640"/>
                </a:cubicBezTo>
                <a:lnTo>
                  <a:pt x="63383" y="23398"/>
                </a:lnTo>
                <a:lnTo>
                  <a:pt x="91267" y="0"/>
                </a:lnTo>
                <a:lnTo>
                  <a:pt x="93149" y="2242"/>
                </a:lnTo>
                <a:cubicBezTo>
                  <a:pt x="89397" y="5549"/>
                  <a:pt x="86699" y="8808"/>
                  <a:pt x="85055" y="12018"/>
                </a:cubicBezTo>
                <a:cubicBezTo>
                  <a:pt x="83411" y="15228"/>
                  <a:pt x="82227" y="19485"/>
                  <a:pt x="81503" y="24788"/>
                </a:cubicBezTo>
                <a:lnTo>
                  <a:pt x="77796" y="53807"/>
                </a:lnTo>
                <a:lnTo>
                  <a:pt x="111687" y="60760"/>
                </a:lnTo>
                <a:cubicBezTo>
                  <a:pt x="121075" y="62653"/>
                  <a:pt x="127209" y="63702"/>
                  <a:pt x="130088" y="63908"/>
                </a:cubicBezTo>
                <a:cubicBezTo>
                  <a:pt x="134168" y="64217"/>
                  <a:pt x="137323" y="63994"/>
                  <a:pt x="139554" y="63237"/>
                </a:cubicBezTo>
                <a:cubicBezTo>
                  <a:pt x="141112" y="62723"/>
                  <a:pt x="143339" y="61250"/>
                  <a:pt x="146235" y="58821"/>
                </a:cubicBezTo>
                <a:lnTo>
                  <a:pt x="148410" y="61413"/>
                </a:lnTo>
                <a:lnTo>
                  <a:pt x="117233" y="87574"/>
                </a:lnTo>
                <a:lnTo>
                  <a:pt x="115058" y="84981"/>
                </a:lnTo>
                <a:cubicBezTo>
                  <a:pt x="116794" y="83445"/>
                  <a:pt x="117772" y="82168"/>
                  <a:pt x="117992" y="81150"/>
                </a:cubicBezTo>
                <a:cubicBezTo>
                  <a:pt x="118211" y="80131"/>
                  <a:pt x="117949" y="79179"/>
                  <a:pt x="117207" y="78294"/>
                </a:cubicBezTo>
                <a:cubicBezTo>
                  <a:pt x="116307" y="77221"/>
                  <a:pt x="113926" y="76281"/>
                  <a:pt x="110063" y="75472"/>
                </a:cubicBezTo>
                <a:lnTo>
                  <a:pt x="69315" y="66892"/>
                </a:lnTo>
                <a:lnTo>
                  <a:pt x="87148" y="88145"/>
                </a:lnTo>
                <a:cubicBezTo>
                  <a:pt x="90629" y="92293"/>
                  <a:pt x="93210" y="94775"/>
                  <a:pt x="94890" y="95592"/>
                </a:cubicBezTo>
                <a:cubicBezTo>
                  <a:pt x="96568" y="96407"/>
                  <a:pt x="98179" y="96643"/>
                  <a:pt x="99723" y="96301"/>
                </a:cubicBezTo>
                <a:cubicBezTo>
                  <a:pt x="101266" y="95958"/>
                  <a:pt x="103856" y="94302"/>
                  <a:pt x="107491" y="91330"/>
                </a:cubicBezTo>
                <a:lnTo>
                  <a:pt x="109666" y="93923"/>
                </a:lnTo>
                <a:lnTo>
                  <a:pt x="77018" y="121318"/>
                </a:lnTo>
                <a:lnTo>
                  <a:pt x="74843" y="118726"/>
                </a:lnTo>
                <a:cubicBezTo>
                  <a:pt x="78112" y="115982"/>
                  <a:pt x="80231" y="113528"/>
                  <a:pt x="81200" y="111362"/>
                </a:cubicBezTo>
                <a:cubicBezTo>
                  <a:pt x="81751" y="110027"/>
                  <a:pt x="81832" y="108606"/>
                  <a:pt x="81445" y="107101"/>
                </a:cubicBezTo>
                <a:cubicBezTo>
                  <a:pt x="80853" y="104973"/>
                  <a:pt x="78972" y="102019"/>
                  <a:pt x="75799" y="98239"/>
                </a:cubicBezTo>
                <a:lnTo>
                  <a:pt x="26805" y="39849"/>
                </a:lnTo>
                <a:cubicBezTo>
                  <a:pt x="20578" y="32429"/>
                  <a:pt x="16607" y="28027"/>
                  <a:pt x="14889" y="26645"/>
                </a:cubicBezTo>
                <a:cubicBezTo>
                  <a:pt x="13171" y="25261"/>
                  <a:pt x="11674" y="24568"/>
                  <a:pt x="10399" y="24566"/>
                </a:cubicBezTo>
                <a:cubicBezTo>
                  <a:pt x="9123" y="24563"/>
                  <a:pt x="7877" y="25071"/>
                  <a:pt x="6663" y="26090"/>
                </a:cubicBezTo>
                <a:cubicBezTo>
                  <a:pt x="5682" y="26913"/>
                  <a:pt x="4544" y="28544"/>
                  <a:pt x="3249" y="30984"/>
                </a:cubicBezTo>
                <a:lnTo>
                  <a:pt x="0" y="29531"/>
                </a:lnTo>
                <a:lnTo>
                  <a:pt x="12478" y="5701"/>
                </a:lnTo>
                <a:lnTo>
                  <a:pt x="15701" y="2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Text e">
            <a:extLst xmlns:a="http://schemas.openxmlformats.org/drawingml/2006/main">
              <a:ext uri="{FF2B5EF4-FFF2-40B4-BE49-F238E27FC236}">
                <a16:creationId xmlns:a16="http://schemas.microsoft.com/office/drawing/2014/main" id="{9187CF9A-77A9-42B3-B53F-B2F5DBB3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854" y="585836"/>
            <a:ext cx="80796" cy="86948"/>
          </a:xfrm>
          <a:custGeom xmlns:a="http://schemas.openxmlformats.org/drawingml/2006/main">
            <a:pathLst>
              <a:path w="80796" h="86948">
                <a:moveTo>
                  <a:pt x="16145" y="51211"/>
                </a:moveTo>
                <a:cubicBezTo>
                  <a:pt x="24075" y="60757"/>
                  <a:pt x="32644" y="66273"/>
                  <a:pt x="41851" y="67760"/>
                </a:cubicBezTo>
                <a:cubicBezTo>
                  <a:pt x="51057" y="69246"/>
                  <a:pt x="58813" y="67343"/>
                  <a:pt x="65118" y="62052"/>
                </a:cubicBezTo>
                <a:cubicBezTo>
                  <a:pt x="69322" y="58525"/>
                  <a:pt x="72007" y="54302"/>
                  <a:pt x="73173" y="49384"/>
                </a:cubicBezTo>
                <a:cubicBezTo>
                  <a:pt x="74339" y="44466"/>
                  <a:pt x="73621" y="38322"/>
                  <a:pt x="71020" y="30954"/>
                </a:cubicBezTo>
                <a:lnTo>
                  <a:pt x="74368" y="30532"/>
                </a:lnTo>
                <a:cubicBezTo>
                  <a:pt x="78756" y="37754"/>
                  <a:pt x="80796" y="45972"/>
                  <a:pt x="80488" y="55185"/>
                </a:cubicBezTo>
                <a:cubicBezTo>
                  <a:pt x="80180" y="64398"/>
                  <a:pt x="76476" y="71983"/>
                  <a:pt x="69376" y="77940"/>
                </a:cubicBezTo>
                <a:cubicBezTo>
                  <a:pt x="61669" y="84407"/>
                  <a:pt x="52559" y="86948"/>
                  <a:pt x="42046" y="85565"/>
                </a:cubicBezTo>
                <a:cubicBezTo>
                  <a:pt x="31532" y="84180"/>
                  <a:pt x="22031" y="78429"/>
                  <a:pt x="13543" y="68314"/>
                </a:cubicBezTo>
                <a:cubicBezTo>
                  <a:pt x="4353" y="57361"/>
                  <a:pt x="0" y="46459"/>
                  <a:pt x="485" y="35608"/>
                </a:cubicBezTo>
                <a:cubicBezTo>
                  <a:pt x="970" y="24755"/>
                  <a:pt x="5462" y="15762"/>
                  <a:pt x="13963" y="8629"/>
                </a:cubicBezTo>
                <a:cubicBezTo>
                  <a:pt x="21156" y="2593"/>
                  <a:pt x="29049" y="0"/>
                  <a:pt x="37641" y="849"/>
                </a:cubicBezTo>
                <a:cubicBezTo>
                  <a:pt x="46232" y="1697"/>
                  <a:pt x="53849" y="6080"/>
                  <a:pt x="60494" y="13998"/>
                </a:cubicBezTo>
                <a:lnTo>
                  <a:pt x="16145" y="51211"/>
                </a:lnTo>
                <a:moveTo>
                  <a:pt x="12735" y="47147"/>
                </a:moveTo>
                <a:lnTo>
                  <a:pt x="42441" y="22221"/>
                </a:lnTo>
                <a:cubicBezTo>
                  <a:pt x="38759" y="18307"/>
                  <a:pt x="35838" y="15823"/>
                  <a:pt x="33680" y="14768"/>
                </a:cubicBezTo>
                <a:cubicBezTo>
                  <a:pt x="30318" y="13132"/>
                  <a:pt x="26853" y="12537"/>
                  <a:pt x="23287" y="12983"/>
                </a:cubicBezTo>
                <a:cubicBezTo>
                  <a:pt x="19721" y="13428"/>
                  <a:pt x="16677" y="14709"/>
                  <a:pt x="14155" y="16825"/>
                </a:cubicBezTo>
                <a:cubicBezTo>
                  <a:pt x="10278" y="20078"/>
                  <a:pt x="8074" y="24495"/>
                  <a:pt x="7543" y="30074"/>
                </a:cubicBezTo>
                <a:cubicBezTo>
                  <a:pt x="7011" y="35654"/>
                  <a:pt x="8742" y="41345"/>
                  <a:pt x="12735" y="47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Text r">
            <a:extLst xmlns:a="http://schemas.openxmlformats.org/drawingml/2006/main">
              <a:ext uri="{FF2B5EF4-FFF2-40B4-BE49-F238E27FC236}">
                <a16:creationId xmlns:a16="http://schemas.microsoft.com/office/drawing/2014/main" id="{EB464E7D-C7B4-4E77-A89E-ECC293C5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045" y="533795"/>
            <a:ext cx="82368" cy="101193"/>
          </a:xfrm>
          <a:custGeom xmlns:a="http://schemas.openxmlformats.org/drawingml/2006/main">
            <a:pathLst>
              <a:path w="82368" h="101193">
                <a:moveTo>
                  <a:pt x="15780" y="17030"/>
                </a:moveTo>
                <a:lnTo>
                  <a:pt x="27890" y="31463"/>
                </a:lnTo>
                <a:cubicBezTo>
                  <a:pt x="25188" y="17334"/>
                  <a:pt x="26663" y="7899"/>
                  <a:pt x="32314" y="3156"/>
                </a:cubicBezTo>
                <a:cubicBezTo>
                  <a:pt x="34883" y="1001"/>
                  <a:pt x="37665" y="0"/>
                  <a:pt x="40659" y="154"/>
                </a:cubicBezTo>
                <a:cubicBezTo>
                  <a:pt x="43654" y="308"/>
                  <a:pt x="46013" y="1412"/>
                  <a:pt x="47738" y="3467"/>
                </a:cubicBezTo>
                <a:cubicBezTo>
                  <a:pt x="49266" y="5289"/>
                  <a:pt x="49952" y="7340"/>
                  <a:pt x="49796" y="9620"/>
                </a:cubicBezTo>
                <a:cubicBezTo>
                  <a:pt x="49640" y="11900"/>
                  <a:pt x="48721" y="13745"/>
                  <a:pt x="47039" y="15156"/>
                </a:cubicBezTo>
                <a:cubicBezTo>
                  <a:pt x="45405" y="16528"/>
                  <a:pt x="42895" y="17260"/>
                  <a:pt x="39511" y="17354"/>
                </a:cubicBezTo>
                <a:cubicBezTo>
                  <a:pt x="36128" y="17447"/>
                  <a:pt x="33945" y="17906"/>
                  <a:pt x="32964" y="18729"/>
                </a:cubicBezTo>
                <a:cubicBezTo>
                  <a:pt x="32124" y="19434"/>
                  <a:pt x="31604" y="20664"/>
                  <a:pt x="31404" y="22418"/>
                </a:cubicBezTo>
                <a:cubicBezTo>
                  <a:pt x="30905" y="26093"/>
                  <a:pt x="31372" y="31060"/>
                  <a:pt x="32805" y="37320"/>
                </a:cubicBezTo>
                <a:lnTo>
                  <a:pt x="58546" y="67998"/>
                </a:lnTo>
                <a:cubicBezTo>
                  <a:pt x="61516" y="71537"/>
                  <a:pt x="64208" y="73843"/>
                  <a:pt x="66620" y="74916"/>
                </a:cubicBezTo>
                <a:cubicBezTo>
                  <a:pt x="68283" y="75664"/>
                  <a:pt x="70237" y="75812"/>
                  <a:pt x="72483" y="75358"/>
                </a:cubicBezTo>
                <a:cubicBezTo>
                  <a:pt x="74727" y="74902"/>
                  <a:pt x="77297" y="73459"/>
                  <a:pt x="80193" y="71030"/>
                </a:cubicBezTo>
                <a:lnTo>
                  <a:pt x="82368" y="73622"/>
                </a:lnTo>
                <a:lnTo>
                  <a:pt x="49509" y="101193"/>
                </a:lnTo>
                <a:lnTo>
                  <a:pt x="47334" y="98601"/>
                </a:lnTo>
                <a:cubicBezTo>
                  <a:pt x="50604" y="95858"/>
                  <a:pt x="52603" y="93307"/>
                  <a:pt x="53331" y="90950"/>
                </a:cubicBezTo>
                <a:cubicBezTo>
                  <a:pt x="53873" y="89225"/>
                  <a:pt x="53693" y="87350"/>
                  <a:pt x="52790" y="85326"/>
                </a:cubicBezTo>
                <a:cubicBezTo>
                  <a:pt x="52359" y="84338"/>
                  <a:pt x="50579" y="81979"/>
                  <a:pt x="47451" y="78252"/>
                </a:cubicBezTo>
                <a:lnTo>
                  <a:pt x="26627" y="53435"/>
                </a:lnTo>
                <a:cubicBezTo>
                  <a:pt x="20370" y="45978"/>
                  <a:pt x="16494" y="41666"/>
                  <a:pt x="14998" y="40501"/>
                </a:cubicBezTo>
                <a:cubicBezTo>
                  <a:pt x="13502" y="39334"/>
                  <a:pt x="12071" y="38767"/>
                  <a:pt x="10706" y="38801"/>
                </a:cubicBezTo>
                <a:cubicBezTo>
                  <a:pt x="9342" y="38834"/>
                  <a:pt x="8052" y="39360"/>
                  <a:pt x="6838" y="40379"/>
                </a:cubicBezTo>
                <a:cubicBezTo>
                  <a:pt x="5390" y="41594"/>
                  <a:pt x="4048" y="43315"/>
                  <a:pt x="2813" y="45543"/>
                </a:cubicBezTo>
                <a:lnTo>
                  <a:pt x="0" y="43613"/>
                </a:lnTo>
                <a:lnTo>
                  <a:pt x="12837" y="19500"/>
                </a:lnTo>
                <a:lnTo>
                  <a:pt x="15780" y="17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Text a">
            <a:extLst xmlns:a="http://schemas.openxmlformats.org/drawingml/2006/main">
              <a:ext uri="{FF2B5EF4-FFF2-40B4-BE49-F238E27FC236}">
                <a16:creationId xmlns:a16="http://schemas.microsoft.com/office/drawing/2014/main" id="{F4C461EA-D8F5-4532-BDE5-AAD96129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936" y="772351"/>
            <a:ext cx="95016" cy="91362"/>
          </a:xfrm>
          <a:custGeom xmlns:a="http://schemas.openxmlformats.org/drawingml/2006/main">
            <a:pathLst>
              <a:path w="95016" h="91362">
                <a:moveTo>
                  <a:pt x="71809" y="58274"/>
                </a:moveTo>
                <a:cubicBezTo>
                  <a:pt x="69495" y="68892"/>
                  <a:pt x="67831" y="75303"/>
                  <a:pt x="66816" y="77508"/>
                </a:cubicBezTo>
                <a:cubicBezTo>
                  <a:pt x="65312" y="80838"/>
                  <a:pt x="63136" y="83699"/>
                  <a:pt x="60287" y="86090"/>
                </a:cubicBezTo>
                <a:cubicBezTo>
                  <a:pt x="55850" y="89813"/>
                  <a:pt x="50921" y="91362"/>
                  <a:pt x="45501" y="90736"/>
                </a:cubicBezTo>
                <a:cubicBezTo>
                  <a:pt x="40081" y="90111"/>
                  <a:pt x="35294" y="87322"/>
                  <a:pt x="31140" y="82371"/>
                </a:cubicBezTo>
                <a:cubicBezTo>
                  <a:pt x="28514" y="79242"/>
                  <a:pt x="26941" y="75945"/>
                  <a:pt x="26422" y="72481"/>
                </a:cubicBezTo>
                <a:cubicBezTo>
                  <a:pt x="25672" y="67698"/>
                  <a:pt x="26492" y="61916"/>
                  <a:pt x="28881" y="55135"/>
                </a:cubicBezTo>
                <a:cubicBezTo>
                  <a:pt x="31270" y="48355"/>
                  <a:pt x="36291" y="38332"/>
                  <a:pt x="43944" y="25066"/>
                </a:cubicBezTo>
                <a:lnTo>
                  <a:pt x="41827" y="22543"/>
                </a:lnTo>
                <a:cubicBezTo>
                  <a:pt x="36458" y="16144"/>
                  <a:pt x="31758" y="12606"/>
                  <a:pt x="27727" y="11929"/>
                </a:cubicBezTo>
                <a:cubicBezTo>
                  <a:pt x="23697" y="11252"/>
                  <a:pt x="19743" y="12540"/>
                  <a:pt x="15866" y="15793"/>
                </a:cubicBezTo>
                <a:cubicBezTo>
                  <a:pt x="12924" y="18262"/>
                  <a:pt x="11252" y="21013"/>
                  <a:pt x="10852" y="24045"/>
                </a:cubicBezTo>
                <a:cubicBezTo>
                  <a:pt x="10405" y="27116"/>
                  <a:pt x="11040" y="29676"/>
                  <a:pt x="12758" y="31724"/>
                </a:cubicBezTo>
                <a:lnTo>
                  <a:pt x="16295" y="35655"/>
                </a:lnTo>
                <a:cubicBezTo>
                  <a:pt x="18091" y="37794"/>
                  <a:pt x="18928" y="39906"/>
                  <a:pt x="18806" y="41991"/>
                </a:cubicBezTo>
                <a:cubicBezTo>
                  <a:pt x="18685" y="44075"/>
                  <a:pt x="17737" y="45862"/>
                  <a:pt x="15962" y="47351"/>
                </a:cubicBezTo>
                <a:cubicBezTo>
                  <a:pt x="14234" y="48801"/>
                  <a:pt x="12313" y="49382"/>
                  <a:pt x="10200" y="49093"/>
                </a:cubicBezTo>
                <a:cubicBezTo>
                  <a:pt x="8086" y="48802"/>
                  <a:pt x="6150" y="47609"/>
                  <a:pt x="4391" y="45513"/>
                </a:cubicBezTo>
                <a:cubicBezTo>
                  <a:pt x="1031" y="41509"/>
                  <a:pt x="0" y="36107"/>
                  <a:pt x="1297" y="29305"/>
                </a:cubicBezTo>
                <a:cubicBezTo>
                  <a:pt x="2594" y="22504"/>
                  <a:pt x="6956" y="15987"/>
                  <a:pt x="14382" y="9755"/>
                </a:cubicBezTo>
                <a:cubicBezTo>
                  <a:pt x="20080" y="4974"/>
                  <a:pt x="25553" y="2011"/>
                  <a:pt x="30801" y="866"/>
                </a:cubicBezTo>
                <a:cubicBezTo>
                  <a:pt x="34770" y="0"/>
                  <a:pt x="38701" y="558"/>
                  <a:pt x="42593" y="2541"/>
                </a:cubicBezTo>
                <a:cubicBezTo>
                  <a:pt x="45117" y="3841"/>
                  <a:pt x="48982" y="7593"/>
                  <a:pt x="54188" y="13798"/>
                </a:cubicBezTo>
                <a:lnTo>
                  <a:pt x="72449" y="35561"/>
                </a:lnTo>
                <a:cubicBezTo>
                  <a:pt x="77577" y="41672"/>
                  <a:pt x="80836" y="45318"/>
                  <a:pt x="82224" y="46498"/>
                </a:cubicBezTo>
                <a:cubicBezTo>
                  <a:pt x="83613" y="47679"/>
                  <a:pt x="84771" y="48277"/>
                  <a:pt x="85700" y="48293"/>
                </a:cubicBezTo>
                <a:cubicBezTo>
                  <a:pt x="86628" y="48308"/>
                  <a:pt x="87442" y="48022"/>
                  <a:pt x="88143" y="47434"/>
                </a:cubicBezTo>
                <a:cubicBezTo>
                  <a:pt x="88890" y="46807"/>
                  <a:pt x="89407" y="46095"/>
                  <a:pt x="89693" y="45298"/>
                </a:cubicBezTo>
                <a:cubicBezTo>
                  <a:pt x="90165" y="43867"/>
                  <a:pt x="90626" y="40575"/>
                  <a:pt x="91077" y="35421"/>
                </a:cubicBezTo>
                <a:lnTo>
                  <a:pt x="94369" y="39345"/>
                </a:lnTo>
                <a:cubicBezTo>
                  <a:pt x="95016" y="50740"/>
                  <a:pt x="92958" y="58437"/>
                  <a:pt x="88194" y="62434"/>
                </a:cubicBezTo>
                <a:cubicBezTo>
                  <a:pt x="85905" y="64355"/>
                  <a:pt x="83417" y="65089"/>
                  <a:pt x="80730" y="64638"/>
                </a:cubicBezTo>
                <a:cubicBezTo>
                  <a:pt x="78043" y="64186"/>
                  <a:pt x="75070" y="62065"/>
                  <a:pt x="71809" y="58274"/>
                </a:cubicBezTo>
                <a:moveTo>
                  <a:pt x="67955" y="53681"/>
                </a:moveTo>
                <a:lnTo>
                  <a:pt x="47530" y="29339"/>
                </a:lnTo>
                <a:cubicBezTo>
                  <a:pt x="42817" y="38047"/>
                  <a:pt x="39922" y="43844"/>
                  <a:pt x="38843" y="46732"/>
                </a:cubicBezTo>
                <a:cubicBezTo>
                  <a:pt x="36870" y="51874"/>
                  <a:pt x="36026" y="56228"/>
                  <a:pt x="36310" y="59792"/>
                </a:cubicBezTo>
                <a:cubicBezTo>
                  <a:pt x="36595" y="63356"/>
                  <a:pt x="37849" y="66464"/>
                  <a:pt x="40074" y="69114"/>
                </a:cubicBezTo>
                <a:cubicBezTo>
                  <a:pt x="42883" y="72463"/>
                  <a:pt x="46219" y="74398"/>
                  <a:pt x="50080" y="74922"/>
                </a:cubicBezTo>
                <a:cubicBezTo>
                  <a:pt x="53942" y="75445"/>
                  <a:pt x="57180" y="74609"/>
                  <a:pt x="59796" y="72414"/>
                </a:cubicBezTo>
                <a:cubicBezTo>
                  <a:pt x="63345" y="69436"/>
                  <a:pt x="66065" y="63191"/>
                  <a:pt x="67955" y="53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Text t">
            <a:extLst xmlns:a="http://schemas.openxmlformats.org/drawingml/2006/main">
              <a:ext uri="{FF2B5EF4-FFF2-40B4-BE49-F238E27FC236}">
                <a16:creationId xmlns:a16="http://schemas.microsoft.com/office/drawing/2014/main" id="{AEE6A42F-3E5C-42C5-A1FF-C7F9CD23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0711" y="715956"/>
            <a:ext cx="82791" cy="89843"/>
          </a:xfrm>
          <a:custGeom xmlns:a="http://schemas.openxmlformats.org/drawingml/2006/main">
            <a:pathLst>
              <a:path w="82791" h="89843">
                <a:moveTo>
                  <a:pt x="2172" y="0"/>
                </a:moveTo>
                <a:lnTo>
                  <a:pt x="19926" y="21158"/>
                </a:lnTo>
                <a:lnTo>
                  <a:pt x="34919" y="8578"/>
                </a:lnTo>
                <a:lnTo>
                  <a:pt x="39034" y="13482"/>
                </a:lnTo>
                <a:lnTo>
                  <a:pt x="24041" y="26063"/>
                </a:lnTo>
                <a:lnTo>
                  <a:pt x="58913" y="67622"/>
                </a:lnTo>
                <a:cubicBezTo>
                  <a:pt x="62398" y="71775"/>
                  <a:pt x="65343" y="74074"/>
                  <a:pt x="67747" y="74521"/>
                </a:cubicBezTo>
                <a:cubicBezTo>
                  <a:pt x="70151" y="74967"/>
                  <a:pt x="72287" y="74406"/>
                  <a:pt x="74155" y="72838"/>
                </a:cubicBezTo>
                <a:cubicBezTo>
                  <a:pt x="75696" y="71545"/>
                  <a:pt x="76789" y="69812"/>
                  <a:pt x="77434" y="67640"/>
                </a:cubicBezTo>
                <a:cubicBezTo>
                  <a:pt x="78078" y="65467"/>
                  <a:pt x="78014" y="63114"/>
                  <a:pt x="77240" y="60579"/>
                </a:cubicBezTo>
                <a:lnTo>
                  <a:pt x="79972" y="58286"/>
                </a:lnTo>
                <a:cubicBezTo>
                  <a:pt x="82189" y="64249"/>
                  <a:pt x="82791" y="69660"/>
                  <a:pt x="81776" y="74521"/>
                </a:cubicBezTo>
                <a:cubicBezTo>
                  <a:pt x="80759" y="79381"/>
                  <a:pt x="78663" y="83144"/>
                  <a:pt x="75487" y="85809"/>
                </a:cubicBezTo>
                <a:cubicBezTo>
                  <a:pt x="73339" y="87611"/>
                  <a:pt x="70736" y="88779"/>
                  <a:pt x="67681" y="89311"/>
                </a:cubicBezTo>
                <a:cubicBezTo>
                  <a:pt x="64625" y="89843"/>
                  <a:pt x="61675" y="89410"/>
                  <a:pt x="58832" y="88013"/>
                </a:cubicBezTo>
                <a:cubicBezTo>
                  <a:pt x="55987" y="86615"/>
                  <a:pt x="52622" y="83601"/>
                  <a:pt x="48737" y="78971"/>
                </a:cubicBezTo>
                <a:lnTo>
                  <a:pt x="12481" y="35763"/>
                </a:lnTo>
                <a:lnTo>
                  <a:pt x="2322" y="44287"/>
                </a:lnTo>
                <a:lnTo>
                  <a:pt x="382" y="41975"/>
                </a:lnTo>
                <a:cubicBezTo>
                  <a:pt x="2086" y="38789"/>
                  <a:pt x="3249" y="34839"/>
                  <a:pt x="3871" y="30126"/>
                </a:cubicBezTo>
                <a:cubicBezTo>
                  <a:pt x="4493" y="25413"/>
                  <a:pt x="4440" y="20489"/>
                  <a:pt x="3712" y="15352"/>
                </a:cubicBezTo>
                <a:cubicBezTo>
                  <a:pt x="3293" y="12671"/>
                  <a:pt x="2056" y="8161"/>
                  <a:pt x="0" y="1822"/>
                </a:cubicBezTo>
                <a:lnTo>
                  <a:pt x="21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Text s">
            <a:extLst xmlns:a="http://schemas.openxmlformats.org/drawingml/2006/main">
              <a:ext uri="{FF2B5EF4-FFF2-40B4-BE49-F238E27FC236}">
                <a16:creationId xmlns:a16="http://schemas.microsoft.com/office/drawing/2014/main" id="{9826B374-7339-4E79-8431-E090266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605" y="836000"/>
            <a:ext cx="81869" cy="99429"/>
          </a:xfrm>
          <a:custGeom xmlns:a="http://schemas.openxmlformats.org/drawingml/2006/main">
            <a:pathLst>
              <a:path w="81869" h="99429">
                <a:moveTo>
                  <a:pt x="29705" y="0"/>
                </a:moveTo>
                <a:lnTo>
                  <a:pt x="47929" y="21719"/>
                </a:lnTo>
                <a:lnTo>
                  <a:pt x="45617" y="23659"/>
                </a:lnTo>
                <a:cubicBezTo>
                  <a:pt x="38126" y="18336"/>
                  <a:pt x="31961" y="15613"/>
                  <a:pt x="27122" y="15490"/>
                </a:cubicBezTo>
                <a:cubicBezTo>
                  <a:pt x="22282" y="15366"/>
                  <a:pt x="17713" y="17106"/>
                  <a:pt x="13416" y="20712"/>
                </a:cubicBezTo>
                <a:cubicBezTo>
                  <a:pt x="10147" y="23455"/>
                  <a:pt x="8232" y="26533"/>
                  <a:pt x="7673" y="29945"/>
                </a:cubicBezTo>
                <a:cubicBezTo>
                  <a:pt x="7112" y="33356"/>
                  <a:pt x="7713" y="36111"/>
                  <a:pt x="9475" y="38211"/>
                </a:cubicBezTo>
                <a:cubicBezTo>
                  <a:pt x="11667" y="40824"/>
                  <a:pt x="14293" y="42436"/>
                  <a:pt x="17353" y="43047"/>
                </a:cubicBezTo>
                <a:cubicBezTo>
                  <a:pt x="20407" y="43746"/>
                  <a:pt x="25053" y="43306"/>
                  <a:pt x="31290" y="41729"/>
                </a:cubicBezTo>
                <a:lnTo>
                  <a:pt x="45689" y="38116"/>
                </a:lnTo>
                <a:cubicBezTo>
                  <a:pt x="59046" y="34778"/>
                  <a:pt x="68896" y="36888"/>
                  <a:pt x="75239" y="44448"/>
                </a:cubicBezTo>
                <a:cubicBezTo>
                  <a:pt x="80132" y="50279"/>
                  <a:pt x="81869" y="56831"/>
                  <a:pt x="80451" y="64105"/>
                </a:cubicBezTo>
                <a:cubicBezTo>
                  <a:pt x="79032" y="71378"/>
                  <a:pt x="75590" y="77306"/>
                  <a:pt x="70125" y="81892"/>
                </a:cubicBezTo>
                <a:cubicBezTo>
                  <a:pt x="66201" y="85184"/>
                  <a:pt x="61130" y="88246"/>
                  <a:pt x="54910" y="91077"/>
                </a:cubicBezTo>
                <a:cubicBezTo>
                  <a:pt x="52976" y="91904"/>
                  <a:pt x="51519" y="92728"/>
                  <a:pt x="50538" y="93551"/>
                </a:cubicBezTo>
                <a:cubicBezTo>
                  <a:pt x="49464" y="94453"/>
                  <a:pt x="49133" y="95765"/>
                  <a:pt x="49545" y="97489"/>
                </a:cubicBezTo>
                <a:lnTo>
                  <a:pt x="47233" y="99429"/>
                </a:lnTo>
                <a:lnTo>
                  <a:pt x="27950" y="76449"/>
                </a:lnTo>
                <a:lnTo>
                  <a:pt x="30262" y="74509"/>
                </a:lnTo>
                <a:cubicBezTo>
                  <a:pt x="37076" y="79974"/>
                  <a:pt x="43725" y="82823"/>
                  <a:pt x="50207" y="83054"/>
                </a:cubicBezTo>
                <a:cubicBezTo>
                  <a:pt x="56689" y="83286"/>
                  <a:pt x="62219" y="81482"/>
                  <a:pt x="66797" y="77641"/>
                </a:cubicBezTo>
                <a:cubicBezTo>
                  <a:pt x="70019" y="74937"/>
                  <a:pt x="71854" y="71788"/>
                  <a:pt x="72301" y="68194"/>
                </a:cubicBezTo>
                <a:cubicBezTo>
                  <a:pt x="72747" y="64599"/>
                  <a:pt x="71854" y="61472"/>
                  <a:pt x="69622" y="58812"/>
                </a:cubicBezTo>
                <a:cubicBezTo>
                  <a:pt x="66921" y="55592"/>
                  <a:pt x="63517" y="53837"/>
                  <a:pt x="59412" y="53545"/>
                </a:cubicBezTo>
                <a:cubicBezTo>
                  <a:pt x="55308" y="53254"/>
                  <a:pt x="48460" y="54270"/>
                  <a:pt x="38869" y="56594"/>
                </a:cubicBezTo>
                <a:cubicBezTo>
                  <a:pt x="29277" y="58917"/>
                  <a:pt x="22295" y="59608"/>
                  <a:pt x="17922" y="58665"/>
                </a:cubicBezTo>
                <a:cubicBezTo>
                  <a:pt x="13589" y="57769"/>
                  <a:pt x="9719" y="55292"/>
                  <a:pt x="6313" y="51233"/>
                </a:cubicBezTo>
                <a:cubicBezTo>
                  <a:pt x="1889" y="45961"/>
                  <a:pt x="0" y="40033"/>
                  <a:pt x="645" y="33450"/>
                </a:cubicBezTo>
                <a:cubicBezTo>
                  <a:pt x="1289" y="26866"/>
                  <a:pt x="4483" y="21164"/>
                  <a:pt x="10228" y="16343"/>
                </a:cubicBezTo>
                <a:cubicBezTo>
                  <a:pt x="12750" y="14227"/>
                  <a:pt x="16260" y="12197"/>
                  <a:pt x="20758" y="10253"/>
                </a:cubicBezTo>
                <a:cubicBezTo>
                  <a:pt x="23728" y="8955"/>
                  <a:pt x="25610" y="7973"/>
                  <a:pt x="26404" y="7307"/>
                </a:cubicBezTo>
                <a:cubicBezTo>
                  <a:pt x="27151" y="6680"/>
                  <a:pt x="27598" y="6026"/>
                  <a:pt x="27744" y="5346"/>
                </a:cubicBezTo>
                <a:cubicBezTo>
                  <a:pt x="27890" y="4667"/>
                  <a:pt x="27773" y="3531"/>
                  <a:pt x="27393" y="1940"/>
                </a:cubicBezTo>
                <a:lnTo>
                  <a:pt x="297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Text p">
            <a:extLst xmlns:a="http://schemas.openxmlformats.org/drawingml/2006/main">
              <a:ext uri="{FF2B5EF4-FFF2-40B4-BE49-F238E27FC236}">
                <a16:creationId xmlns:a16="http://schemas.microsoft.com/office/drawing/2014/main" id="{EE3D2810-9647-4DC4-B3E9-70CADE0B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848" y="784414"/>
            <a:ext cx="107582" cy="140412"/>
          </a:xfrm>
          <a:custGeom xmlns:a="http://schemas.openxmlformats.org/drawingml/2006/main">
            <a:pathLst>
              <a:path w="107582" h="140412">
                <a:moveTo>
                  <a:pt x="0" y="51567"/>
                </a:moveTo>
                <a:lnTo>
                  <a:pt x="13050" y="26995"/>
                </a:lnTo>
                <a:lnTo>
                  <a:pt x="15712" y="24761"/>
                </a:lnTo>
                <a:lnTo>
                  <a:pt x="28293" y="39754"/>
                </a:lnTo>
                <a:cubicBezTo>
                  <a:pt x="26867" y="31320"/>
                  <a:pt x="26893" y="24593"/>
                  <a:pt x="28371" y="19572"/>
                </a:cubicBezTo>
                <a:cubicBezTo>
                  <a:pt x="29849" y="14551"/>
                  <a:pt x="32433" y="10493"/>
                  <a:pt x="36122" y="7396"/>
                </a:cubicBezTo>
                <a:cubicBezTo>
                  <a:pt x="42568" y="1988"/>
                  <a:pt x="50053" y="0"/>
                  <a:pt x="58578" y="1433"/>
                </a:cubicBezTo>
                <a:cubicBezTo>
                  <a:pt x="69025" y="3164"/>
                  <a:pt x="78398" y="8975"/>
                  <a:pt x="86698" y="18867"/>
                </a:cubicBezTo>
                <a:cubicBezTo>
                  <a:pt x="95977" y="29925"/>
                  <a:pt x="100474" y="41735"/>
                  <a:pt x="100191" y="54297"/>
                </a:cubicBezTo>
                <a:cubicBezTo>
                  <a:pt x="99932" y="64613"/>
                  <a:pt x="95833" y="73102"/>
                  <a:pt x="87892" y="79765"/>
                </a:cubicBezTo>
                <a:cubicBezTo>
                  <a:pt x="84436" y="82665"/>
                  <a:pt x="81035" y="84683"/>
                  <a:pt x="77690" y="85818"/>
                </a:cubicBezTo>
                <a:cubicBezTo>
                  <a:pt x="75234" y="86685"/>
                  <a:pt x="71956" y="87048"/>
                  <a:pt x="67857" y="86905"/>
                </a:cubicBezTo>
                <a:lnTo>
                  <a:pt x="84259" y="106453"/>
                </a:lnTo>
                <a:cubicBezTo>
                  <a:pt x="87943" y="110843"/>
                  <a:pt x="90554" y="113408"/>
                  <a:pt x="92090" y="114149"/>
                </a:cubicBezTo>
                <a:cubicBezTo>
                  <a:pt x="93627" y="114889"/>
                  <a:pt x="95354" y="115051"/>
                  <a:pt x="97273" y="114635"/>
                </a:cubicBezTo>
                <a:cubicBezTo>
                  <a:pt x="99192" y="114218"/>
                  <a:pt x="101903" y="112540"/>
                  <a:pt x="105407" y="109601"/>
                </a:cubicBezTo>
                <a:lnTo>
                  <a:pt x="107582" y="112193"/>
                </a:lnTo>
                <a:lnTo>
                  <a:pt x="73952" y="140412"/>
                </a:lnTo>
                <a:lnTo>
                  <a:pt x="71777" y="137819"/>
                </a:lnTo>
                <a:lnTo>
                  <a:pt x="73529" y="136350"/>
                </a:lnTo>
                <a:cubicBezTo>
                  <a:pt x="76137" y="134241"/>
                  <a:pt x="77920" y="131908"/>
                  <a:pt x="78878" y="129350"/>
                </a:cubicBezTo>
                <a:cubicBezTo>
                  <a:pt x="79334" y="128092"/>
                  <a:pt x="79327" y="126684"/>
                  <a:pt x="78856" y="125126"/>
                </a:cubicBezTo>
                <a:cubicBezTo>
                  <a:pt x="78386" y="123571"/>
                  <a:pt x="76191" y="120456"/>
                  <a:pt x="72269" y="115782"/>
                </a:cubicBezTo>
                <a:lnTo>
                  <a:pt x="21320" y="55063"/>
                </a:lnTo>
                <a:cubicBezTo>
                  <a:pt x="17829" y="50904"/>
                  <a:pt x="15427" y="48420"/>
                  <a:pt x="14113" y="47612"/>
                </a:cubicBezTo>
                <a:cubicBezTo>
                  <a:pt x="12797" y="46804"/>
                  <a:pt x="11496" y="46462"/>
                  <a:pt x="10208" y="46587"/>
                </a:cubicBezTo>
                <a:cubicBezTo>
                  <a:pt x="8919" y="46711"/>
                  <a:pt x="7574" y="47361"/>
                  <a:pt x="6173" y="48537"/>
                </a:cubicBezTo>
                <a:cubicBezTo>
                  <a:pt x="5052" y="49477"/>
                  <a:pt x="3901" y="51000"/>
                  <a:pt x="2722" y="53104"/>
                </a:cubicBezTo>
                <a:lnTo>
                  <a:pt x="0" y="51567"/>
                </a:lnTo>
                <a:moveTo>
                  <a:pt x="31868" y="44015"/>
                </a:moveTo>
                <a:lnTo>
                  <a:pt x="51948" y="67945"/>
                </a:lnTo>
                <a:cubicBezTo>
                  <a:pt x="56293" y="73124"/>
                  <a:pt x="59361" y="76353"/>
                  <a:pt x="61150" y="77632"/>
                </a:cubicBezTo>
                <a:cubicBezTo>
                  <a:pt x="64075" y="79789"/>
                  <a:pt x="67671" y="80826"/>
                  <a:pt x="71939" y="80742"/>
                </a:cubicBezTo>
                <a:cubicBezTo>
                  <a:pt x="76206" y="80659"/>
                  <a:pt x="80278" y="78990"/>
                  <a:pt x="84155" y="75737"/>
                </a:cubicBezTo>
                <a:cubicBezTo>
                  <a:pt x="88826" y="71818"/>
                  <a:pt x="91082" y="66824"/>
                  <a:pt x="90925" y="60755"/>
                </a:cubicBezTo>
                <a:cubicBezTo>
                  <a:pt x="90717" y="52824"/>
                  <a:pt x="86992" y="44543"/>
                  <a:pt x="79750" y="35912"/>
                </a:cubicBezTo>
                <a:cubicBezTo>
                  <a:pt x="71530" y="26117"/>
                  <a:pt x="63061" y="20387"/>
                  <a:pt x="54341" y="18722"/>
                </a:cubicBezTo>
                <a:cubicBezTo>
                  <a:pt x="48299" y="17591"/>
                  <a:pt x="43222" y="18751"/>
                  <a:pt x="39112" y="22199"/>
                </a:cubicBezTo>
                <a:cubicBezTo>
                  <a:pt x="36870" y="24081"/>
                  <a:pt x="35121" y="26502"/>
                  <a:pt x="33865" y="29464"/>
                </a:cubicBezTo>
                <a:cubicBezTo>
                  <a:pt x="32888" y="31714"/>
                  <a:pt x="32222" y="36564"/>
                  <a:pt x="31868" y="440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Text e">
            <a:extLst xmlns:a="http://schemas.openxmlformats.org/drawingml/2006/main">
              <a:ext uri="{FF2B5EF4-FFF2-40B4-BE49-F238E27FC236}">
                <a16:creationId xmlns:a16="http://schemas.microsoft.com/office/drawing/2014/main" id="{C3ED5FA7-76D9-4F91-A4D3-7A26F0E5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903" y="729567"/>
            <a:ext cx="80796" cy="86948"/>
          </a:xfrm>
          <a:custGeom xmlns:a="http://schemas.openxmlformats.org/drawingml/2006/main">
            <a:pathLst>
              <a:path w="80796" h="86948">
                <a:moveTo>
                  <a:pt x="16145" y="51211"/>
                </a:moveTo>
                <a:cubicBezTo>
                  <a:pt x="24075" y="60757"/>
                  <a:pt x="32644" y="66273"/>
                  <a:pt x="41851" y="67760"/>
                </a:cubicBezTo>
                <a:cubicBezTo>
                  <a:pt x="51057" y="69246"/>
                  <a:pt x="58813" y="67343"/>
                  <a:pt x="65118" y="62052"/>
                </a:cubicBezTo>
                <a:cubicBezTo>
                  <a:pt x="69322" y="58525"/>
                  <a:pt x="72007" y="54302"/>
                  <a:pt x="73173" y="49384"/>
                </a:cubicBezTo>
                <a:cubicBezTo>
                  <a:pt x="74339" y="44466"/>
                  <a:pt x="73621" y="38322"/>
                  <a:pt x="71020" y="30954"/>
                </a:cubicBezTo>
                <a:lnTo>
                  <a:pt x="74368" y="30532"/>
                </a:lnTo>
                <a:cubicBezTo>
                  <a:pt x="78756" y="37754"/>
                  <a:pt x="80796" y="45972"/>
                  <a:pt x="80488" y="55185"/>
                </a:cubicBezTo>
                <a:cubicBezTo>
                  <a:pt x="80180" y="64398"/>
                  <a:pt x="76476" y="71983"/>
                  <a:pt x="69376" y="77940"/>
                </a:cubicBezTo>
                <a:cubicBezTo>
                  <a:pt x="61669" y="84407"/>
                  <a:pt x="52559" y="86948"/>
                  <a:pt x="42046" y="85565"/>
                </a:cubicBezTo>
                <a:cubicBezTo>
                  <a:pt x="31532" y="84180"/>
                  <a:pt x="22031" y="78429"/>
                  <a:pt x="13543" y="68314"/>
                </a:cubicBezTo>
                <a:cubicBezTo>
                  <a:pt x="4353" y="57361"/>
                  <a:pt x="0" y="46459"/>
                  <a:pt x="485" y="35608"/>
                </a:cubicBezTo>
                <a:cubicBezTo>
                  <a:pt x="970" y="24755"/>
                  <a:pt x="5462" y="15762"/>
                  <a:pt x="13963" y="8629"/>
                </a:cubicBezTo>
                <a:cubicBezTo>
                  <a:pt x="21156" y="2593"/>
                  <a:pt x="29049" y="0"/>
                  <a:pt x="37641" y="849"/>
                </a:cubicBezTo>
                <a:cubicBezTo>
                  <a:pt x="46232" y="1697"/>
                  <a:pt x="53849" y="6080"/>
                  <a:pt x="60494" y="13998"/>
                </a:cubicBezTo>
                <a:lnTo>
                  <a:pt x="16145" y="51211"/>
                </a:lnTo>
                <a:moveTo>
                  <a:pt x="12735" y="47147"/>
                </a:moveTo>
                <a:lnTo>
                  <a:pt x="42441" y="22221"/>
                </a:lnTo>
                <a:cubicBezTo>
                  <a:pt x="38759" y="18307"/>
                  <a:pt x="35838" y="15823"/>
                  <a:pt x="33680" y="14768"/>
                </a:cubicBezTo>
                <a:cubicBezTo>
                  <a:pt x="30318" y="13132"/>
                  <a:pt x="26853" y="12537"/>
                  <a:pt x="23287" y="12983"/>
                </a:cubicBezTo>
                <a:cubicBezTo>
                  <a:pt x="19721" y="13428"/>
                  <a:pt x="16677" y="14709"/>
                  <a:pt x="14155" y="16825"/>
                </a:cubicBezTo>
                <a:cubicBezTo>
                  <a:pt x="10278" y="20078"/>
                  <a:pt x="8074" y="24495"/>
                  <a:pt x="7543" y="30074"/>
                </a:cubicBezTo>
                <a:cubicBezTo>
                  <a:pt x="7011" y="35654"/>
                  <a:pt x="8742" y="41345"/>
                  <a:pt x="12735" y="47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Text a">
            <a:extLst xmlns:a="http://schemas.openxmlformats.org/drawingml/2006/main">
              <a:ext uri="{FF2B5EF4-FFF2-40B4-BE49-F238E27FC236}">
                <a16:creationId xmlns:a16="http://schemas.microsoft.com/office/drawing/2014/main" id="{12A8F780-68C1-402B-A060-B65C93E2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268" y="678275"/>
            <a:ext cx="95016" cy="91362"/>
          </a:xfrm>
          <a:custGeom xmlns:a="http://schemas.openxmlformats.org/drawingml/2006/main">
            <a:pathLst>
              <a:path w="95016" h="91362">
                <a:moveTo>
                  <a:pt x="71809" y="58274"/>
                </a:moveTo>
                <a:cubicBezTo>
                  <a:pt x="69495" y="68892"/>
                  <a:pt x="67831" y="75303"/>
                  <a:pt x="66816" y="77508"/>
                </a:cubicBezTo>
                <a:cubicBezTo>
                  <a:pt x="65312" y="80838"/>
                  <a:pt x="63136" y="83699"/>
                  <a:pt x="60287" y="86090"/>
                </a:cubicBezTo>
                <a:cubicBezTo>
                  <a:pt x="55850" y="89813"/>
                  <a:pt x="50921" y="91362"/>
                  <a:pt x="45501" y="90736"/>
                </a:cubicBezTo>
                <a:cubicBezTo>
                  <a:pt x="40081" y="90111"/>
                  <a:pt x="35294" y="87322"/>
                  <a:pt x="31140" y="82371"/>
                </a:cubicBezTo>
                <a:cubicBezTo>
                  <a:pt x="28514" y="79242"/>
                  <a:pt x="26941" y="75945"/>
                  <a:pt x="26422" y="72481"/>
                </a:cubicBezTo>
                <a:cubicBezTo>
                  <a:pt x="25672" y="67698"/>
                  <a:pt x="26492" y="61916"/>
                  <a:pt x="28881" y="55135"/>
                </a:cubicBezTo>
                <a:cubicBezTo>
                  <a:pt x="31270" y="48355"/>
                  <a:pt x="36291" y="38332"/>
                  <a:pt x="43944" y="25066"/>
                </a:cubicBezTo>
                <a:lnTo>
                  <a:pt x="41827" y="22543"/>
                </a:lnTo>
                <a:cubicBezTo>
                  <a:pt x="36458" y="16144"/>
                  <a:pt x="31758" y="12606"/>
                  <a:pt x="27727" y="11929"/>
                </a:cubicBezTo>
                <a:cubicBezTo>
                  <a:pt x="23697" y="11252"/>
                  <a:pt x="19743" y="12540"/>
                  <a:pt x="15866" y="15793"/>
                </a:cubicBezTo>
                <a:cubicBezTo>
                  <a:pt x="12924" y="18262"/>
                  <a:pt x="11252" y="21013"/>
                  <a:pt x="10852" y="24045"/>
                </a:cubicBezTo>
                <a:cubicBezTo>
                  <a:pt x="10405" y="27116"/>
                  <a:pt x="11040" y="29676"/>
                  <a:pt x="12758" y="31724"/>
                </a:cubicBezTo>
                <a:lnTo>
                  <a:pt x="16295" y="35655"/>
                </a:lnTo>
                <a:cubicBezTo>
                  <a:pt x="18091" y="37794"/>
                  <a:pt x="18928" y="39906"/>
                  <a:pt x="18806" y="41991"/>
                </a:cubicBezTo>
                <a:cubicBezTo>
                  <a:pt x="18685" y="44075"/>
                  <a:pt x="17737" y="45862"/>
                  <a:pt x="15962" y="47351"/>
                </a:cubicBezTo>
                <a:cubicBezTo>
                  <a:pt x="14234" y="48801"/>
                  <a:pt x="12313" y="49382"/>
                  <a:pt x="10200" y="49093"/>
                </a:cubicBezTo>
                <a:cubicBezTo>
                  <a:pt x="8086" y="48802"/>
                  <a:pt x="6150" y="47609"/>
                  <a:pt x="4391" y="45513"/>
                </a:cubicBezTo>
                <a:cubicBezTo>
                  <a:pt x="1031" y="41509"/>
                  <a:pt x="0" y="36107"/>
                  <a:pt x="1297" y="29305"/>
                </a:cubicBezTo>
                <a:cubicBezTo>
                  <a:pt x="2594" y="22504"/>
                  <a:pt x="6956" y="15987"/>
                  <a:pt x="14382" y="9755"/>
                </a:cubicBezTo>
                <a:cubicBezTo>
                  <a:pt x="20080" y="4974"/>
                  <a:pt x="25553" y="2011"/>
                  <a:pt x="30801" y="866"/>
                </a:cubicBezTo>
                <a:cubicBezTo>
                  <a:pt x="34770" y="0"/>
                  <a:pt x="38701" y="558"/>
                  <a:pt x="42593" y="2541"/>
                </a:cubicBezTo>
                <a:cubicBezTo>
                  <a:pt x="45117" y="3841"/>
                  <a:pt x="48982" y="7593"/>
                  <a:pt x="54188" y="13798"/>
                </a:cubicBezTo>
                <a:lnTo>
                  <a:pt x="72449" y="35561"/>
                </a:lnTo>
                <a:cubicBezTo>
                  <a:pt x="77577" y="41672"/>
                  <a:pt x="80836" y="45318"/>
                  <a:pt x="82224" y="46498"/>
                </a:cubicBezTo>
                <a:cubicBezTo>
                  <a:pt x="83613" y="47679"/>
                  <a:pt x="84771" y="48277"/>
                  <a:pt x="85700" y="48293"/>
                </a:cubicBezTo>
                <a:cubicBezTo>
                  <a:pt x="86628" y="48308"/>
                  <a:pt x="87442" y="48022"/>
                  <a:pt x="88143" y="47434"/>
                </a:cubicBezTo>
                <a:cubicBezTo>
                  <a:pt x="88890" y="46807"/>
                  <a:pt x="89407" y="46095"/>
                  <a:pt x="89693" y="45298"/>
                </a:cubicBezTo>
                <a:cubicBezTo>
                  <a:pt x="90165" y="43867"/>
                  <a:pt x="90626" y="40575"/>
                  <a:pt x="91077" y="35421"/>
                </a:cubicBezTo>
                <a:lnTo>
                  <a:pt x="94369" y="39345"/>
                </a:lnTo>
                <a:cubicBezTo>
                  <a:pt x="95016" y="50740"/>
                  <a:pt x="92958" y="58437"/>
                  <a:pt x="88194" y="62434"/>
                </a:cubicBezTo>
                <a:cubicBezTo>
                  <a:pt x="85905" y="64355"/>
                  <a:pt x="83417" y="65089"/>
                  <a:pt x="80730" y="64638"/>
                </a:cubicBezTo>
                <a:cubicBezTo>
                  <a:pt x="78043" y="64186"/>
                  <a:pt x="75070" y="62065"/>
                  <a:pt x="71809" y="58274"/>
                </a:cubicBezTo>
                <a:moveTo>
                  <a:pt x="67955" y="53681"/>
                </a:moveTo>
                <a:lnTo>
                  <a:pt x="47530" y="29339"/>
                </a:lnTo>
                <a:cubicBezTo>
                  <a:pt x="42817" y="38047"/>
                  <a:pt x="39922" y="43844"/>
                  <a:pt x="38843" y="46732"/>
                </a:cubicBezTo>
                <a:cubicBezTo>
                  <a:pt x="36870" y="51874"/>
                  <a:pt x="36026" y="56228"/>
                  <a:pt x="36310" y="59792"/>
                </a:cubicBezTo>
                <a:cubicBezTo>
                  <a:pt x="36595" y="63356"/>
                  <a:pt x="37849" y="66464"/>
                  <a:pt x="40074" y="69114"/>
                </a:cubicBezTo>
                <a:cubicBezTo>
                  <a:pt x="42883" y="72463"/>
                  <a:pt x="46219" y="74398"/>
                  <a:pt x="50080" y="74922"/>
                </a:cubicBezTo>
                <a:cubicBezTo>
                  <a:pt x="53942" y="75445"/>
                  <a:pt x="57180" y="74609"/>
                  <a:pt x="59796" y="72414"/>
                </a:cubicBezTo>
                <a:cubicBezTo>
                  <a:pt x="63345" y="69436"/>
                  <a:pt x="66065" y="63191"/>
                  <a:pt x="67955" y="53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Text k">
            <a:extLst xmlns:a="http://schemas.openxmlformats.org/drawingml/2006/main">
              <a:ext uri="{FF2B5EF4-FFF2-40B4-BE49-F238E27FC236}">
                <a16:creationId xmlns:a16="http://schemas.microsoft.com/office/drawing/2014/main" id="{141BDD5C-2054-4355-9A59-49144E3E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873" y="604297"/>
            <a:ext cx="148410" cy="121318"/>
          </a:xfrm>
          <a:custGeom xmlns:a="http://schemas.openxmlformats.org/drawingml/2006/main">
            <a:pathLst>
              <a:path w="148410" h="121318">
                <a:moveTo>
                  <a:pt x="15701" y="2997"/>
                </a:moveTo>
                <a:lnTo>
                  <a:pt x="69257" y="66822"/>
                </a:lnTo>
                <a:lnTo>
                  <a:pt x="73118" y="38272"/>
                </a:lnTo>
                <a:cubicBezTo>
                  <a:pt x="73909" y="32195"/>
                  <a:pt x="74232" y="28502"/>
                  <a:pt x="74087" y="27191"/>
                </a:cubicBezTo>
                <a:cubicBezTo>
                  <a:pt x="73991" y="26317"/>
                  <a:pt x="73707" y="25599"/>
                  <a:pt x="73237" y="25039"/>
                </a:cubicBezTo>
                <a:cubicBezTo>
                  <a:pt x="72453" y="24105"/>
                  <a:pt x="71392" y="23622"/>
                  <a:pt x="70053" y="23592"/>
                </a:cubicBezTo>
                <a:cubicBezTo>
                  <a:pt x="68714" y="23561"/>
                  <a:pt x="67118" y="24244"/>
                  <a:pt x="65264" y="25640"/>
                </a:cubicBezTo>
                <a:lnTo>
                  <a:pt x="63383" y="23398"/>
                </a:lnTo>
                <a:lnTo>
                  <a:pt x="91267" y="0"/>
                </a:lnTo>
                <a:lnTo>
                  <a:pt x="93149" y="2242"/>
                </a:lnTo>
                <a:cubicBezTo>
                  <a:pt x="89397" y="5549"/>
                  <a:pt x="86699" y="8808"/>
                  <a:pt x="85055" y="12018"/>
                </a:cubicBezTo>
                <a:cubicBezTo>
                  <a:pt x="83411" y="15228"/>
                  <a:pt x="82227" y="19485"/>
                  <a:pt x="81503" y="24788"/>
                </a:cubicBezTo>
                <a:lnTo>
                  <a:pt x="77796" y="53807"/>
                </a:lnTo>
                <a:lnTo>
                  <a:pt x="111687" y="60760"/>
                </a:lnTo>
                <a:cubicBezTo>
                  <a:pt x="121075" y="62653"/>
                  <a:pt x="127209" y="63702"/>
                  <a:pt x="130088" y="63908"/>
                </a:cubicBezTo>
                <a:cubicBezTo>
                  <a:pt x="134168" y="64217"/>
                  <a:pt x="137323" y="63994"/>
                  <a:pt x="139554" y="63237"/>
                </a:cubicBezTo>
                <a:cubicBezTo>
                  <a:pt x="141112" y="62723"/>
                  <a:pt x="143339" y="61250"/>
                  <a:pt x="146235" y="58821"/>
                </a:cubicBezTo>
                <a:lnTo>
                  <a:pt x="148410" y="61413"/>
                </a:lnTo>
                <a:lnTo>
                  <a:pt x="117233" y="87574"/>
                </a:lnTo>
                <a:lnTo>
                  <a:pt x="115058" y="84981"/>
                </a:lnTo>
                <a:cubicBezTo>
                  <a:pt x="116794" y="83445"/>
                  <a:pt x="117772" y="82168"/>
                  <a:pt x="117992" y="81150"/>
                </a:cubicBezTo>
                <a:cubicBezTo>
                  <a:pt x="118211" y="80131"/>
                  <a:pt x="117949" y="79179"/>
                  <a:pt x="117207" y="78294"/>
                </a:cubicBezTo>
                <a:cubicBezTo>
                  <a:pt x="116307" y="77221"/>
                  <a:pt x="113926" y="76281"/>
                  <a:pt x="110063" y="75472"/>
                </a:cubicBezTo>
                <a:lnTo>
                  <a:pt x="69315" y="66892"/>
                </a:lnTo>
                <a:lnTo>
                  <a:pt x="87148" y="88145"/>
                </a:lnTo>
                <a:cubicBezTo>
                  <a:pt x="90629" y="92293"/>
                  <a:pt x="93210" y="94775"/>
                  <a:pt x="94890" y="95592"/>
                </a:cubicBezTo>
                <a:cubicBezTo>
                  <a:pt x="96568" y="96407"/>
                  <a:pt x="98179" y="96643"/>
                  <a:pt x="99723" y="96301"/>
                </a:cubicBezTo>
                <a:cubicBezTo>
                  <a:pt x="101266" y="95958"/>
                  <a:pt x="103856" y="94302"/>
                  <a:pt x="107491" y="91330"/>
                </a:cubicBezTo>
                <a:lnTo>
                  <a:pt x="109666" y="93923"/>
                </a:lnTo>
                <a:lnTo>
                  <a:pt x="77018" y="121318"/>
                </a:lnTo>
                <a:lnTo>
                  <a:pt x="74843" y="118726"/>
                </a:lnTo>
                <a:cubicBezTo>
                  <a:pt x="78112" y="115982"/>
                  <a:pt x="80231" y="113528"/>
                  <a:pt x="81200" y="111362"/>
                </a:cubicBezTo>
                <a:cubicBezTo>
                  <a:pt x="81751" y="110027"/>
                  <a:pt x="81832" y="108606"/>
                  <a:pt x="81445" y="107101"/>
                </a:cubicBezTo>
                <a:cubicBezTo>
                  <a:pt x="80853" y="104973"/>
                  <a:pt x="78972" y="102019"/>
                  <a:pt x="75799" y="98239"/>
                </a:cubicBezTo>
                <a:lnTo>
                  <a:pt x="26805" y="39849"/>
                </a:lnTo>
                <a:cubicBezTo>
                  <a:pt x="20578" y="32429"/>
                  <a:pt x="16607" y="28027"/>
                  <a:pt x="14889" y="26645"/>
                </a:cubicBezTo>
                <a:cubicBezTo>
                  <a:pt x="13171" y="25261"/>
                  <a:pt x="11674" y="24568"/>
                  <a:pt x="10399" y="24566"/>
                </a:cubicBezTo>
                <a:cubicBezTo>
                  <a:pt x="9123" y="24563"/>
                  <a:pt x="7877" y="25071"/>
                  <a:pt x="6663" y="26090"/>
                </a:cubicBezTo>
                <a:cubicBezTo>
                  <a:pt x="5682" y="26913"/>
                  <a:pt x="4544" y="28544"/>
                  <a:pt x="3249" y="30984"/>
                </a:cubicBezTo>
                <a:lnTo>
                  <a:pt x="0" y="29531"/>
                </a:lnTo>
                <a:lnTo>
                  <a:pt x="12478" y="5701"/>
                </a:lnTo>
                <a:lnTo>
                  <a:pt x="15701" y="2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Text f">
            <a:extLst xmlns:a="http://schemas.openxmlformats.org/drawingml/2006/main">
              <a:ext uri="{FF2B5EF4-FFF2-40B4-BE49-F238E27FC236}">
                <a16:creationId xmlns:a16="http://schemas.microsoft.com/office/drawing/2014/main" id="{9D250BB7-618A-4E36-B271-16B5770F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383" y="706185"/>
            <a:ext cx="95957" cy="138949"/>
          </a:xfrm>
          <a:custGeom xmlns:a="http://schemas.openxmlformats.org/drawingml/2006/main">
            <a:pathLst>
              <a:path w="95957" h="138949">
                <a:moveTo>
                  <a:pt x="31509" y="59865"/>
                </a:moveTo>
                <a:lnTo>
                  <a:pt x="66944" y="102095"/>
                </a:lnTo>
                <a:cubicBezTo>
                  <a:pt x="71967" y="108081"/>
                  <a:pt x="75799" y="111320"/>
                  <a:pt x="78440" y="111812"/>
                </a:cubicBezTo>
                <a:cubicBezTo>
                  <a:pt x="81896" y="112420"/>
                  <a:pt x="85071" y="111509"/>
                  <a:pt x="87967" y="109079"/>
                </a:cubicBezTo>
                <a:lnTo>
                  <a:pt x="93782" y="104199"/>
                </a:lnTo>
                <a:lnTo>
                  <a:pt x="95957" y="106792"/>
                </a:lnTo>
                <a:lnTo>
                  <a:pt x="57634" y="138949"/>
                </a:lnTo>
                <a:lnTo>
                  <a:pt x="55459" y="136356"/>
                </a:lnTo>
                <a:lnTo>
                  <a:pt x="58331" y="133946"/>
                </a:lnTo>
                <a:cubicBezTo>
                  <a:pt x="60199" y="132378"/>
                  <a:pt x="61512" y="130480"/>
                  <a:pt x="62268" y="128251"/>
                </a:cubicBezTo>
                <a:cubicBezTo>
                  <a:pt x="63024" y="126022"/>
                  <a:pt x="63027" y="123868"/>
                  <a:pt x="62277" y="121789"/>
                </a:cubicBezTo>
                <a:cubicBezTo>
                  <a:pt x="61528" y="119709"/>
                  <a:pt x="59230" y="116378"/>
                  <a:pt x="55384" y="111795"/>
                </a:cubicBezTo>
                <a:lnTo>
                  <a:pt x="19949" y="69565"/>
                </a:lnTo>
                <a:lnTo>
                  <a:pt x="7479" y="80030"/>
                </a:lnTo>
                <a:lnTo>
                  <a:pt x="3363" y="75126"/>
                </a:lnTo>
                <a:lnTo>
                  <a:pt x="15834" y="64661"/>
                </a:lnTo>
                <a:lnTo>
                  <a:pt x="12292" y="60440"/>
                </a:lnTo>
                <a:cubicBezTo>
                  <a:pt x="6902" y="54016"/>
                  <a:pt x="3366" y="47715"/>
                  <a:pt x="1683" y="41536"/>
                </a:cubicBezTo>
                <a:cubicBezTo>
                  <a:pt x="0" y="35357"/>
                  <a:pt x="121" y="29122"/>
                  <a:pt x="2047" y="22833"/>
                </a:cubicBezTo>
                <a:cubicBezTo>
                  <a:pt x="3972" y="16542"/>
                  <a:pt x="7573" y="11182"/>
                  <a:pt x="12851" y="6753"/>
                </a:cubicBezTo>
                <a:cubicBezTo>
                  <a:pt x="17755" y="2638"/>
                  <a:pt x="23595" y="444"/>
                  <a:pt x="30370" y="171"/>
                </a:cubicBezTo>
                <a:cubicBezTo>
                  <a:pt x="34843" y="0"/>
                  <a:pt x="38176" y="1222"/>
                  <a:pt x="40371" y="3838"/>
                </a:cubicBezTo>
                <a:cubicBezTo>
                  <a:pt x="41547" y="5239"/>
                  <a:pt x="42047" y="7068"/>
                  <a:pt x="41871" y="9325"/>
                </a:cubicBezTo>
                <a:cubicBezTo>
                  <a:pt x="41695" y="11581"/>
                  <a:pt x="40907" y="13298"/>
                  <a:pt x="39506" y="14473"/>
                </a:cubicBezTo>
                <a:cubicBezTo>
                  <a:pt x="38431" y="15375"/>
                  <a:pt x="36972" y="15936"/>
                  <a:pt x="35127" y="16156"/>
                </a:cubicBezTo>
                <a:cubicBezTo>
                  <a:pt x="33282" y="16376"/>
                  <a:pt x="30415" y="15924"/>
                  <a:pt x="26528" y="14801"/>
                </a:cubicBezTo>
                <a:cubicBezTo>
                  <a:pt x="22641" y="13678"/>
                  <a:pt x="19596" y="13275"/>
                  <a:pt x="17395" y="13592"/>
                </a:cubicBezTo>
                <a:cubicBezTo>
                  <a:pt x="15194" y="13909"/>
                  <a:pt x="13206" y="14813"/>
                  <a:pt x="11431" y="16302"/>
                </a:cubicBezTo>
                <a:cubicBezTo>
                  <a:pt x="9283" y="18105"/>
                  <a:pt x="7946" y="20211"/>
                  <a:pt x="7421" y="22621"/>
                </a:cubicBezTo>
                <a:cubicBezTo>
                  <a:pt x="6895" y="25030"/>
                  <a:pt x="7324" y="27722"/>
                  <a:pt x="8707" y="30698"/>
                </a:cubicBezTo>
                <a:cubicBezTo>
                  <a:pt x="10090" y="33674"/>
                  <a:pt x="15013" y="40206"/>
                  <a:pt x="23478" y="50293"/>
                </a:cubicBezTo>
                <a:lnTo>
                  <a:pt x="27394" y="54961"/>
                </a:lnTo>
                <a:lnTo>
                  <a:pt x="43929" y="41087"/>
                </a:lnTo>
                <a:lnTo>
                  <a:pt x="48044" y="45991"/>
                </a:lnTo>
                <a:lnTo>
                  <a:pt x="31509" y="598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Text o">
            <a:extLst xmlns:a="http://schemas.openxmlformats.org/drawingml/2006/main">
              <a:ext uri="{FF2B5EF4-FFF2-40B4-BE49-F238E27FC236}">
                <a16:creationId xmlns:a16="http://schemas.microsoft.com/office/drawing/2014/main" id="{249FCE21-684F-4B6A-840C-699A4A1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0021" y="702930"/>
            <a:ext cx="85362" cy="90327"/>
          </a:xfrm>
          <a:custGeom xmlns:a="http://schemas.openxmlformats.org/drawingml/2006/main">
            <a:pathLst>
              <a:path w="85362" h="90327">
                <a:moveTo>
                  <a:pt x="14313" y="11011"/>
                </a:moveTo>
                <a:cubicBezTo>
                  <a:pt x="24028" y="2859"/>
                  <a:pt x="34922" y="0"/>
                  <a:pt x="46993" y="2434"/>
                </a:cubicBezTo>
                <a:cubicBezTo>
                  <a:pt x="57276" y="4539"/>
                  <a:pt x="65843" y="9674"/>
                  <a:pt x="72696" y="17841"/>
                </a:cubicBezTo>
                <a:cubicBezTo>
                  <a:pt x="77511" y="23580"/>
                  <a:pt x="81008" y="30545"/>
                  <a:pt x="83185" y="38737"/>
                </a:cubicBezTo>
                <a:cubicBezTo>
                  <a:pt x="85362" y="46927"/>
                  <a:pt x="85286" y="54544"/>
                  <a:pt x="82957" y="61586"/>
                </a:cubicBezTo>
                <a:cubicBezTo>
                  <a:pt x="80629" y="68629"/>
                  <a:pt x="76499" y="74639"/>
                  <a:pt x="70567" y="79617"/>
                </a:cubicBezTo>
                <a:cubicBezTo>
                  <a:pt x="60899" y="87729"/>
                  <a:pt x="49985" y="90327"/>
                  <a:pt x="37826" y="87409"/>
                </a:cubicBezTo>
                <a:cubicBezTo>
                  <a:pt x="27574" y="84961"/>
                  <a:pt x="19061" y="79701"/>
                  <a:pt x="12288" y="71629"/>
                </a:cubicBezTo>
                <a:cubicBezTo>
                  <a:pt x="7355" y="65750"/>
                  <a:pt x="3911" y="58681"/>
                  <a:pt x="1955" y="50422"/>
                </a:cubicBezTo>
                <a:cubicBezTo>
                  <a:pt x="0" y="42163"/>
                  <a:pt x="240" y="34647"/>
                  <a:pt x="2674" y="27873"/>
                </a:cubicBezTo>
                <a:cubicBezTo>
                  <a:pt x="5109" y="21100"/>
                  <a:pt x="8989" y="15479"/>
                  <a:pt x="14313" y="11011"/>
                </a:cubicBezTo>
                <a:moveTo>
                  <a:pt x="16021" y="17457"/>
                </a:moveTo>
                <a:cubicBezTo>
                  <a:pt x="13546" y="19534"/>
                  <a:pt x="11675" y="22356"/>
                  <a:pt x="10410" y="25923"/>
                </a:cubicBezTo>
                <a:cubicBezTo>
                  <a:pt x="9144" y="29490"/>
                  <a:pt x="9287" y="33762"/>
                  <a:pt x="10838" y="38741"/>
                </a:cubicBezTo>
                <a:cubicBezTo>
                  <a:pt x="12390" y="43720"/>
                  <a:pt x="15592" y="49102"/>
                  <a:pt x="20446" y="54886"/>
                </a:cubicBezTo>
                <a:cubicBezTo>
                  <a:pt x="28274" y="64216"/>
                  <a:pt x="36884" y="70705"/>
                  <a:pt x="46274" y="74355"/>
                </a:cubicBezTo>
                <a:cubicBezTo>
                  <a:pt x="55662" y="78003"/>
                  <a:pt x="63393" y="77279"/>
                  <a:pt x="69465" y="72184"/>
                </a:cubicBezTo>
                <a:cubicBezTo>
                  <a:pt x="73995" y="68383"/>
                  <a:pt x="76166" y="63381"/>
                  <a:pt x="75977" y="57180"/>
                </a:cubicBezTo>
                <a:cubicBezTo>
                  <a:pt x="75788" y="50979"/>
                  <a:pt x="71877" y="43330"/>
                  <a:pt x="64244" y="34234"/>
                </a:cubicBezTo>
                <a:cubicBezTo>
                  <a:pt x="54692" y="22850"/>
                  <a:pt x="44724" y="15950"/>
                  <a:pt x="34339" y="13534"/>
                </a:cubicBezTo>
                <a:cubicBezTo>
                  <a:pt x="27265" y="11838"/>
                  <a:pt x="21159" y="13146"/>
                  <a:pt x="16021" y="17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Text r">
            <a:extLst xmlns:a="http://schemas.openxmlformats.org/drawingml/2006/main">
              <a:ext uri="{FF2B5EF4-FFF2-40B4-BE49-F238E27FC236}">
                <a16:creationId xmlns:a16="http://schemas.microsoft.com/office/drawing/2014/main" id="{19C908D4-44E2-416F-ADBC-C744742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686" y="647293"/>
            <a:ext cx="82368" cy="101193"/>
          </a:xfrm>
          <a:custGeom xmlns:a="http://schemas.openxmlformats.org/drawingml/2006/main">
            <a:pathLst>
              <a:path w="82368" h="101193">
                <a:moveTo>
                  <a:pt x="15780" y="17030"/>
                </a:moveTo>
                <a:lnTo>
                  <a:pt x="27890" y="31463"/>
                </a:lnTo>
                <a:cubicBezTo>
                  <a:pt x="25188" y="17334"/>
                  <a:pt x="26663" y="7899"/>
                  <a:pt x="32314" y="3156"/>
                </a:cubicBezTo>
                <a:cubicBezTo>
                  <a:pt x="34883" y="1001"/>
                  <a:pt x="37665" y="0"/>
                  <a:pt x="40659" y="154"/>
                </a:cubicBezTo>
                <a:cubicBezTo>
                  <a:pt x="43654" y="308"/>
                  <a:pt x="46013" y="1412"/>
                  <a:pt x="47738" y="3467"/>
                </a:cubicBezTo>
                <a:cubicBezTo>
                  <a:pt x="49266" y="5289"/>
                  <a:pt x="49952" y="7340"/>
                  <a:pt x="49796" y="9620"/>
                </a:cubicBezTo>
                <a:cubicBezTo>
                  <a:pt x="49640" y="11900"/>
                  <a:pt x="48721" y="13745"/>
                  <a:pt x="47039" y="15156"/>
                </a:cubicBezTo>
                <a:cubicBezTo>
                  <a:pt x="45405" y="16528"/>
                  <a:pt x="42895" y="17260"/>
                  <a:pt x="39511" y="17354"/>
                </a:cubicBezTo>
                <a:cubicBezTo>
                  <a:pt x="36128" y="17447"/>
                  <a:pt x="33945" y="17906"/>
                  <a:pt x="32964" y="18729"/>
                </a:cubicBezTo>
                <a:cubicBezTo>
                  <a:pt x="32124" y="19434"/>
                  <a:pt x="31604" y="20664"/>
                  <a:pt x="31404" y="22418"/>
                </a:cubicBezTo>
                <a:cubicBezTo>
                  <a:pt x="30905" y="26093"/>
                  <a:pt x="31372" y="31060"/>
                  <a:pt x="32805" y="37320"/>
                </a:cubicBezTo>
                <a:lnTo>
                  <a:pt x="58546" y="67998"/>
                </a:lnTo>
                <a:cubicBezTo>
                  <a:pt x="61516" y="71537"/>
                  <a:pt x="64208" y="73843"/>
                  <a:pt x="66620" y="74916"/>
                </a:cubicBezTo>
                <a:cubicBezTo>
                  <a:pt x="68283" y="75664"/>
                  <a:pt x="70237" y="75812"/>
                  <a:pt x="72483" y="75358"/>
                </a:cubicBezTo>
                <a:cubicBezTo>
                  <a:pt x="74727" y="74902"/>
                  <a:pt x="77297" y="73459"/>
                  <a:pt x="80193" y="71030"/>
                </a:cubicBezTo>
                <a:lnTo>
                  <a:pt x="82368" y="73622"/>
                </a:lnTo>
                <a:lnTo>
                  <a:pt x="49509" y="101193"/>
                </a:lnTo>
                <a:lnTo>
                  <a:pt x="47334" y="98601"/>
                </a:lnTo>
                <a:cubicBezTo>
                  <a:pt x="50604" y="95858"/>
                  <a:pt x="52603" y="93307"/>
                  <a:pt x="53331" y="90950"/>
                </a:cubicBezTo>
                <a:cubicBezTo>
                  <a:pt x="53873" y="89225"/>
                  <a:pt x="53693" y="87350"/>
                  <a:pt x="52790" y="85326"/>
                </a:cubicBezTo>
                <a:cubicBezTo>
                  <a:pt x="52359" y="84338"/>
                  <a:pt x="50579" y="81979"/>
                  <a:pt x="47451" y="78252"/>
                </a:cubicBezTo>
                <a:lnTo>
                  <a:pt x="26627" y="53435"/>
                </a:lnTo>
                <a:cubicBezTo>
                  <a:pt x="20370" y="45978"/>
                  <a:pt x="16494" y="41666"/>
                  <a:pt x="14998" y="40501"/>
                </a:cubicBezTo>
                <a:cubicBezTo>
                  <a:pt x="13502" y="39334"/>
                  <a:pt x="12071" y="38767"/>
                  <a:pt x="10706" y="38801"/>
                </a:cubicBezTo>
                <a:cubicBezTo>
                  <a:pt x="9342" y="38834"/>
                  <a:pt x="8052" y="39360"/>
                  <a:pt x="6838" y="40379"/>
                </a:cubicBezTo>
                <a:cubicBezTo>
                  <a:pt x="5390" y="41594"/>
                  <a:pt x="4048" y="43315"/>
                  <a:pt x="2813" y="45543"/>
                </a:cubicBezTo>
                <a:lnTo>
                  <a:pt x="0" y="43613"/>
                </a:lnTo>
                <a:lnTo>
                  <a:pt x="12837" y="19500"/>
                </a:lnTo>
                <a:lnTo>
                  <a:pt x="15780" y="17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BA55A-D630-4986-9F97-BAFC2A9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47" y="3121928"/>
            <a:ext cx="468266" cy="304373"/>
          </a:xfrm>
          <a:custGeom xmlns:a="http://schemas.openxmlformats.org/drawingml/2006/main">
            <a:pathLst>
              <a:path w="468266" h="304373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77E18-32ED-4019-9DC7-58CEA034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47" y="3121928"/>
            <a:ext cx="468266" cy="304373"/>
          </a:xfrm>
          <a:custGeom xmlns:a="http://schemas.openxmlformats.org/drawingml/2006/main">
            <a:pathLst>
              <a:path w="468266" h="304373" fill="none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>
                <a:alpha val="80000"/>
              </a:srgbClr>
            </a:solidFill>
            <a:miter/>
          </a:ln>
        </p:spPr>
      </p:sp>
      <p:sp>
        <p:nvSpPr>
          <p:cNvPr id="425" name="Text ings">
            <a:extLst xmlns:a="http://schemas.openxmlformats.org/drawingml/2006/main">
              <a:ext uri="{FF2B5EF4-FFF2-40B4-BE49-F238E27FC236}">
                <a16:creationId xmlns:a16="http://schemas.microsoft.com/office/drawing/2014/main" id="{109E8704-0BD9-4993-9347-44279C8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450" y="3202594"/>
            <a:ext cx="300197" cy="170478"/>
          </a:xfrm>
          <a:custGeom xmlns:a="http://schemas.openxmlformats.org/drawingml/2006/main">
            <a:pathLst>
              <a:path w="300197" h="170478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76857" y="61643"/>
                </a:moveTo>
                <a:cubicBezTo>
                  <a:pt x="86673" y="49814"/>
                  <a:pt x="96032" y="43900"/>
                  <a:pt x="104934" y="43900"/>
                </a:cubicBezTo>
                <a:cubicBezTo>
                  <a:pt x="109507" y="43900"/>
                  <a:pt x="113440" y="45041"/>
                  <a:pt x="116732" y="47324"/>
                </a:cubicBezTo>
                <a:cubicBezTo>
                  <a:pt x="120025" y="49605"/>
                  <a:pt x="122647" y="53361"/>
                  <a:pt x="124598" y="58593"/>
                </a:cubicBezTo>
                <a:cubicBezTo>
                  <a:pt x="125939" y="62242"/>
                  <a:pt x="126610" y="67839"/>
                  <a:pt x="126610" y="75384"/>
                </a:cubicBezTo>
                <a:lnTo>
                  <a:pt x="126610" y="111064"/>
                </a:lnTo>
                <a:cubicBezTo>
                  <a:pt x="126610" y="116358"/>
                  <a:pt x="127037" y="119947"/>
                  <a:pt x="127890" y="121834"/>
                </a:cubicBezTo>
                <a:cubicBezTo>
                  <a:pt x="128561" y="123354"/>
                  <a:pt x="129643" y="124540"/>
                  <a:pt x="131137" y="125392"/>
                </a:cubicBezTo>
                <a:cubicBezTo>
                  <a:pt x="132631" y="126244"/>
                  <a:pt x="135390" y="126670"/>
                  <a:pt x="139414" y="126670"/>
                </a:cubicBezTo>
                <a:lnTo>
                  <a:pt x="139414" y="130053"/>
                </a:lnTo>
                <a:lnTo>
                  <a:pt x="97983" y="130053"/>
                </a:lnTo>
                <a:lnTo>
                  <a:pt x="97983" y="126670"/>
                </a:lnTo>
                <a:lnTo>
                  <a:pt x="99721" y="126670"/>
                </a:lnTo>
                <a:cubicBezTo>
                  <a:pt x="103623" y="126670"/>
                  <a:pt x="106352" y="126078"/>
                  <a:pt x="107907" y="124895"/>
                </a:cubicBezTo>
                <a:cubicBezTo>
                  <a:pt x="109461" y="123711"/>
                  <a:pt x="110544" y="121968"/>
                  <a:pt x="111153" y="119664"/>
                </a:cubicBezTo>
                <a:cubicBezTo>
                  <a:pt x="111397" y="118754"/>
                  <a:pt x="111519" y="115902"/>
                  <a:pt x="111519" y="111110"/>
                </a:cubicBezTo>
                <a:lnTo>
                  <a:pt x="111519" y="76988"/>
                </a:lnTo>
                <a:cubicBezTo>
                  <a:pt x="111519" y="69406"/>
                  <a:pt x="110528" y="63902"/>
                  <a:pt x="108547" y="60474"/>
                </a:cubicBezTo>
                <a:cubicBezTo>
                  <a:pt x="106565" y="57046"/>
                  <a:pt x="103227" y="55332"/>
                  <a:pt x="98532" y="55332"/>
                </a:cubicBezTo>
                <a:cubicBezTo>
                  <a:pt x="91276" y="55332"/>
                  <a:pt x="84051" y="59275"/>
                  <a:pt x="76857" y="67162"/>
                </a:cubicBezTo>
                <a:lnTo>
                  <a:pt x="76857" y="111110"/>
                </a:lnTo>
                <a:cubicBezTo>
                  <a:pt x="76857" y="116752"/>
                  <a:pt x="77192" y="120240"/>
                  <a:pt x="77863" y="121574"/>
                </a:cubicBezTo>
                <a:cubicBezTo>
                  <a:pt x="78716" y="123332"/>
                  <a:pt x="79890" y="124621"/>
                  <a:pt x="81384" y="125441"/>
                </a:cubicBezTo>
                <a:cubicBezTo>
                  <a:pt x="82878" y="126260"/>
                  <a:pt x="85911" y="126670"/>
                  <a:pt x="90484" y="126670"/>
                </a:cubicBezTo>
                <a:lnTo>
                  <a:pt x="90484" y="130053"/>
                </a:lnTo>
                <a:lnTo>
                  <a:pt x="49053" y="130053"/>
                </a:lnTo>
                <a:lnTo>
                  <a:pt x="49053" y="126670"/>
                </a:lnTo>
                <a:lnTo>
                  <a:pt x="50882" y="126670"/>
                </a:lnTo>
                <a:cubicBezTo>
                  <a:pt x="55150" y="126670"/>
                  <a:pt x="58031" y="125590"/>
                  <a:pt x="59525" y="123431"/>
                </a:cubicBezTo>
                <a:cubicBezTo>
                  <a:pt x="61019" y="121271"/>
                  <a:pt x="61766" y="117148"/>
                  <a:pt x="61766" y="111064"/>
                </a:cubicBezTo>
                <a:lnTo>
                  <a:pt x="61766" y="80037"/>
                </a:lnTo>
                <a:cubicBezTo>
                  <a:pt x="61766" y="70000"/>
                  <a:pt x="61537" y="63886"/>
                  <a:pt x="61080" y="61697"/>
                </a:cubicBezTo>
                <a:cubicBezTo>
                  <a:pt x="60623" y="59506"/>
                  <a:pt x="59922" y="58015"/>
                  <a:pt x="58976" y="57224"/>
                </a:cubicBezTo>
                <a:cubicBezTo>
                  <a:pt x="58031" y="56433"/>
                  <a:pt x="56766" y="56038"/>
                  <a:pt x="55181" y="56038"/>
                </a:cubicBezTo>
                <a:cubicBezTo>
                  <a:pt x="53474" y="56038"/>
                  <a:pt x="51431" y="56494"/>
                  <a:pt x="49053" y="57407"/>
                </a:cubicBezTo>
                <a:lnTo>
                  <a:pt x="47681" y="54120"/>
                </a:lnTo>
                <a:lnTo>
                  <a:pt x="72924" y="43900"/>
                </a:lnTo>
                <a:lnTo>
                  <a:pt x="76857" y="43900"/>
                </a:lnTo>
                <a:lnTo>
                  <a:pt x="76857" y="61643"/>
                </a:lnTo>
                <a:close/>
                <a:moveTo>
                  <a:pt x="168498" y="99526"/>
                </a:moveTo>
                <a:cubicBezTo>
                  <a:pt x="163376" y="97030"/>
                  <a:pt x="159444" y="93545"/>
                  <a:pt x="156700" y="89069"/>
                </a:cubicBezTo>
                <a:cubicBezTo>
                  <a:pt x="153956" y="84593"/>
                  <a:pt x="152584" y="79645"/>
                  <a:pt x="152584" y="74224"/>
                </a:cubicBezTo>
                <a:cubicBezTo>
                  <a:pt x="152584" y="65943"/>
                  <a:pt x="155709" y="58819"/>
                  <a:pt x="161959" y="52851"/>
                </a:cubicBezTo>
                <a:cubicBezTo>
                  <a:pt x="168208" y="46884"/>
                  <a:pt x="176211" y="43900"/>
                  <a:pt x="185966" y="43900"/>
                </a:cubicBezTo>
                <a:cubicBezTo>
                  <a:pt x="193954" y="43900"/>
                  <a:pt x="200874" y="45851"/>
                  <a:pt x="206727" y="49753"/>
                </a:cubicBezTo>
                <a:lnTo>
                  <a:pt x="224470" y="49753"/>
                </a:lnTo>
                <a:cubicBezTo>
                  <a:pt x="227092" y="49753"/>
                  <a:pt x="228616" y="49828"/>
                  <a:pt x="229043" y="49979"/>
                </a:cubicBezTo>
                <a:cubicBezTo>
                  <a:pt x="229470" y="50130"/>
                  <a:pt x="229775" y="50386"/>
                  <a:pt x="229958" y="50748"/>
                </a:cubicBezTo>
                <a:cubicBezTo>
                  <a:pt x="230324" y="51291"/>
                  <a:pt x="230506" y="52256"/>
                  <a:pt x="230506" y="53643"/>
                </a:cubicBezTo>
                <a:cubicBezTo>
                  <a:pt x="230506" y="55209"/>
                  <a:pt x="230354" y="56294"/>
                  <a:pt x="230049" y="56898"/>
                </a:cubicBezTo>
                <a:cubicBezTo>
                  <a:pt x="229866" y="57199"/>
                  <a:pt x="229546" y="57440"/>
                  <a:pt x="229089" y="57621"/>
                </a:cubicBezTo>
                <a:cubicBezTo>
                  <a:pt x="228632" y="57802"/>
                  <a:pt x="227092" y="57893"/>
                  <a:pt x="224470" y="57893"/>
                </a:cubicBezTo>
                <a:lnTo>
                  <a:pt x="213587" y="57893"/>
                </a:lnTo>
                <a:cubicBezTo>
                  <a:pt x="217001" y="62293"/>
                  <a:pt x="218708" y="67913"/>
                  <a:pt x="218708" y="74756"/>
                </a:cubicBezTo>
                <a:cubicBezTo>
                  <a:pt x="218708" y="82575"/>
                  <a:pt x="215721" y="89265"/>
                  <a:pt x="209745" y="94825"/>
                </a:cubicBezTo>
                <a:cubicBezTo>
                  <a:pt x="203770" y="100385"/>
                  <a:pt x="195752" y="103165"/>
                  <a:pt x="185692" y="103165"/>
                </a:cubicBezTo>
                <a:cubicBezTo>
                  <a:pt x="181546" y="103165"/>
                  <a:pt x="177308" y="102543"/>
                  <a:pt x="172979" y="101298"/>
                </a:cubicBezTo>
                <a:cubicBezTo>
                  <a:pt x="170297" y="103613"/>
                  <a:pt x="168483" y="105640"/>
                  <a:pt x="167538" y="107378"/>
                </a:cubicBezTo>
                <a:cubicBezTo>
                  <a:pt x="166592" y="109113"/>
                  <a:pt x="166120" y="110590"/>
                  <a:pt x="166120" y="111808"/>
                </a:cubicBezTo>
                <a:cubicBezTo>
                  <a:pt x="166120" y="112844"/>
                  <a:pt x="166623" y="113850"/>
                  <a:pt x="167629" y="114826"/>
                </a:cubicBezTo>
                <a:cubicBezTo>
                  <a:pt x="168635" y="115799"/>
                  <a:pt x="170601" y="116500"/>
                  <a:pt x="173528" y="116926"/>
                </a:cubicBezTo>
                <a:cubicBezTo>
                  <a:pt x="175235" y="117170"/>
                  <a:pt x="179503" y="117384"/>
                  <a:pt x="186332" y="117567"/>
                </a:cubicBezTo>
                <a:cubicBezTo>
                  <a:pt x="198892" y="117870"/>
                  <a:pt x="207032" y="118295"/>
                  <a:pt x="210752" y="118844"/>
                </a:cubicBezTo>
                <a:cubicBezTo>
                  <a:pt x="216422" y="119637"/>
                  <a:pt x="220949" y="121739"/>
                  <a:pt x="224333" y="125152"/>
                </a:cubicBezTo>
                <a:cubicBezTo>
                  <a:pt x="227717" y="128563"/>
                  <a:pt x="229409" y="132766"/>
                  <a:pt x="229409" y="137762"/>
                </a:cubicBezTo>
                <a:cubicBezTo>
                  <a:pt x="229409" y="144646"/>
                  <a:pt x="226177" y="151104"/>
                  <a:pt x="219714" y="157137"/>
                </a:cubicBezTo>
                <a:cubicBezTo>
                  <a:pt x="210203" y="166031"/>
                  <a:pt x="197795" y="170478"/>
                  <a:pt x="182491" y="170478"/>
                </a:cubicBezTo>
                <a:cubicBezTo>
                  <a:pt x="170723" y="170478"/>
                  <a:pt x="160785" y="167829"/>
                  <a:pt x="152676" y="162533"/>
                </a:cubicBezTo>
                <a:cubicBezTo>
                  <a:pt x="148103" y="159488"/>
                  <a:pt x="145816" y="156321"/>
                  <a:pt x="145816" y="153032"/>
                </a:cubicBezTo>
                <a:cubicBezTo>
                  <a:pt x="145816" y="151573"/>
                  <a:pt x="146152" y="150112"/>
                  <a:pt x="146822" y="148651"/>
                </a:cubicBezTo>
                <a:cubicBezTo>
                  <a:pt x="147859" y="146397"/>
                  <a:pt x="149993" y="143261"/>
                  <a:pt x="153224" y="139242"/>
                </a:cubicBezTo>
                <a:cubicBezTo>
                  <a:pt x="153651" y="138695"/>
                  <a:pt x="156761" y="135408"/>
                  <a:pt x="162553" y="129379"/>
                </a:cubicBezTo>
                <a:cubicBezTo>
                  <a:pt x="159383" y="127487"/>
                  <a:pt x="157142" y="125793"/>
                  <a:pt x="155831" y="124297"/>
                </a:cubicBezTo>
                <a:cubicBezTo>
                  <a:pt x="154520" y="122802"/>
                  <a:pt x="153865" y="121108"/>
                  <a:pt x="153865" y="119216"/>
                </a:cubicBezTo>
                <a:cubicBezTo>
                  <a:pt x="153865" y="117078"/>
                  <a:pt x="154733" y="114574"/>
                  <a:pt x="156471" y="111705"/>
                </a:cubicBezTo>
                <a:cubicBezTo>
                  <a:pt x="158209" y="108835"/>
                  <a:pt x="162218" y="104776"/>
                  <a:pt x="168498" y="99526"/>
                </a:cubicBezTo>
                <a:moveTo>
                  <a:pt x="184412" y="48473"/>
                </a:moveTo>
                <a:cubicBezTo>
                  <a:pt x="179900" y="48473"/>
                  <a:pt x="176119" y="50262"/>
                  <a:pt x="173071" y="53840"/>
                </a:cubicBezTo>
                <a:cubicBezTo>
                  <a:pt x="170022" y="57417"/>
                  <a:pt x="168498" y="62904"/>
                  <a:pt x="168498" y="70303"/>
                </a:cubicBezTo>
                <a:cubicBezTo>
                  <a:pt x="168498" y="79885"/>
                  <a:pt x="170571" y="87313"/>
                  <a:pt x="174717" y="92587"/>
                </a:cubicBezTo>
                <a:cubicBezTo>
                  <a:pt x="177888" y="96590"/>
                  <a:pt x="181912" y="98592"/>
                  <a:pt x="186789" y="98592"/>
                </a:cubicBezTo>
                <a:cubicBezTo>
                  <a:pt x="191423" y="98592"/>
                  <a:pt x="195234" y="96864"/>
                  <a:pt x="198222" y="93407"/>
                </a:cubicBezTo>
                <a:cubicBezTo>
                  <a:pt x="201209" y="89951"/>
                  <a:pt x="202703" y="84524"/>
                  <a:pt x="202703" y="77125"/>
                </a:cubicBezTo>
                <a:cubicBezTo>
                  <a:pt x="202703" y="67484"/>
                  <a:pt x="200600" y="59934"/>
                  <a:pt x="196393" y="54475"/>
                </a:cubicBezTo>
                <a:cubicBezTo>
                  <a:pt x="193283" y="50473"/>
                  <a:pt x="189289" y="48473"/>
                  <a:pt x="184412" y="48473"/>
                </a:cubicBezTo>
                <a:moveTo>
                  <a:pt x="167583" y="130108"/>
                </a:moveTo>
                <a:cubicBezTo>
                  <a:pt x="164718" y="133212"/>
                  <a:pt x="162553" y="136102"/>
                  <a:pt x="161090" y="138779"/>
                </a:cubicBezTo>
                <a:cubicBezTo>
                  <a:pt x="159626" y="141458"/>
                  <a:pt x="158895" y="143924"/>
                  <a:pt x="158895" y="146176"/>
                </a:cubicBezTo>
                <a:cubicBezTo>
                  <a:pt x="158895" y="149097"/>
                  <a:pt x="160663" y="151653"/>
                  <a:pt x="164199" y="153844"/>
                </a:cubicBezTo>
                <a:cubicBezTo>
                  <a:pt x="170297" y="157617"/>
                  <a:pt x="179107" y="159503"/>
                  <a:pt x="190631" y="159503"/>
                </a:cubicBezTo>
                <a:cubicBezTo>
                  <a:pt x="201606" y="159503"/>
                  <a:pt x="209700" y="157570"/>
                  <a:pt x="214913" y="153704"/>
                </a:cubicBezTo>
                <a:cubicBezTo>
                  <a:pt x="220126" y="149840"/>
                  <a:pt x="222733" y="145718"/>
                  <a:pt x="222733" y="141337"/>
                </a:cubicBezTo>
                <a:cubicBezTo>
                  <a:pt x="222733" y="138172"/>
                  <a:pt x="221178" y="135920"/>
                  <a:pt x="218068" y="134581"/>
                </a:cubicBezTo>
                <a:cubicBezTo>
                  <a:pt x="214898" y="133241"/>
                  <a:pt x="208617" y="132450"/>
                  <a:pt x="199228" y="132208"/>
                </a:cubicBezTo>
                <a:cubicBezTo>
                  <a:pt x="185509" y="131843"/>
                  <a:pt x="174961" y="131142"/>
                  <a:pt x="167583" y="130108"/>
                </a:cubicBezTo>
                <a:close/>
                <a:moveTo>
                  <a:pt x="293887" y="43900"/>
                </a:moveTo>
                <a:lnTo>
                  <a:pt x="293887" y="72252"/>
                </a:lnTo>
                <a:lnTo>
                  <a:pt x="290869" y="72252"/>
                </a:lnTo>
                <a:cubicBezTo>
                  <a:pt x="288552" y="63360"/>
                  <a:pt x="285579" y="57311"/>
                  <a:pt x="281951" y="54106"/>
                </a:cubicBezTo>
                <a:cubicBezTo>
                  <a:pt x="278324" y="50899"/>
                  <a:pt x="273705" y="49296"/>
                  <a:pt x="268095" y="49296"/>
                </a:cubicBezTo>
                <a:cubicBezTo>
                  <a:pt x="263827" y="49296"/>
                  <a:pt x="260383" y="50423"/>
                  <a:pt x="257761" y="52677"/>
                </a:cubicBezTo>
                <a:cubicBezTo>
                  <a:pt x="255139" y="54929"/>
                  <a:pt x="253828" y="57426"/>
                  <a:pt x="253828" y="60168"/>
                </a:cubicBezTo>
                <a:cubicBezTo>
                  <a:pt x="253828" y="63579"/>
                  <a:pt x="254804" y="66502"/>
                  <a:pt x="256755" y="68937"/>
                </a:cubicBezTo>
                <a:cubicBezTo>
                  <a:pt x="258645" y="71435"/>
                  <a:pt x="262486" y="74084"/>
                  <a:pt x="268278" y="76885"/>
                </a:cubicBezTo>
                <a:lnTo>
                  <a:pt x="281631" y="83373"/>
                </a:lnTo>
                <a:cubicBezTo>
                  <a:pt x="294009" y="89401"/>
                  <a:pt x="300197" y="97350"/>
                  <a:pt x="300197" y="107218"/>
                </a:cubicBezTo>
                <a:cubicBezTo>
                  <a:pt x="300197" y="114830"/>
                  <a:pt x="297316" y="120966"/>
                  <a:pt x="291555" y="125626"/>
                </a:cubicBezTo>
                <a:cubicBezTo>
                  <a:pt x="285793" y="130285"/>
                  <a:pt x="279345" y="132614"/>
                  <a:pt x="272211" y="132614"/>
                </a:cubicBezTo>
                <a:cubicBezTo>
                  <a:pt x="267089" y="132614"/>
                  <a:pt x="261236" y="131700"/>
                  <a:pt x="254651" y="129871"/>
                </a:cubicBezTo>
                <a:cubicBezTo>
                  <a:pt x="252639" y="129261"/>
                  <a:pt x="250993" y="128956"/>
                  <a:pt x="249712" y="128956"/>
                </a:cubicBezTo>
                <a:cubicBezTo>
                  <a:pt x="248310" y="128956"/>
                  <a:pt x="247213" y="129749"/>
                  <a:pt x="246420" y="131334"/>
                </a:cubicBezTo>
                <a:lnTo>
                  <a:pt x="243402" y="131334"/>
                </a:lnTo>
                <a:lnTo>
                  <a:pt x="243402" y="101336"/>
                </a:lnTo>
                <a:lnTo>
                  <a:pt x="246420" y="101336"/>
                </a:lnTo>
                <a:cubicBezTo>
                  <a:pt x="248127" y="109902"/>
                  <a:pt x="251389" y="116358"/>
                  <a:pt x="256206" y="120702"/>
                </a:cubicBezTo>
                <a:cubicBezTo>
                  <a:pt x="261023" y="125046"/>
                  <a:pt x="266419" y="127218"/>
                  <a:pt x="272394" y="127218"/>
                </a:cubicBezTo>
                <a:cubicBezTo>
                  <a:pt x="276601" y="127218"/>
                  <a:pt x="280031" y="125985"/>
                  <a:pt x="282683" y="123520"/>
                </a:cubicBezTo>
                <a:cubicBezTo>
                  <a:pt x="285335" y="121052"/>
                  <a:pt x="286661" y="118083"/>
                  <a:pt x="286661" y="114611"/>
                </a:cubicBezTo>
                <a:cubicBezTo>
                  <a:pt x="286661" y="110408"/>
                  <a:pt x="285183" y="106876"/>
                  <a:pt x="282226" y="104014"/>
                </a:cubicBezTo>
                <a:cubicBezTo>
                  <a:pt x="279269" y="101152"/>
                  <a:pt x="273370" y="97529"/>
                  <a:pt x="264529" y="93144"/>
                </a:cubicBezTo>
                <a:cubicBezTo>
                  <a:pt x="255688" y="88758"/>
                  <a:pt x="249895" y="84799"/>
                  <a:pt x="247152" y="81266"/>
                </a:cubicBezTo>
                <a:cubicBezTo>
                  <a:pt x="244408" y="77795"/>
                  <a:pt x="243036" y="73409"/>
                  <a:pt x="243036" y="68111"/>
                </a:cubicBezTo>
                <a:cubicBezTo>
                  <a:pt x="243036" y="61228"/>
                  <a:pt x="245399" y="55473"/>
                  <a:pt x="250124" y="50845"/>
                </a:cubicBezTo>
                <a:cubicBezTo>
                  <a:pt x="254849" y="46215"/>
                  <a:pt x="260962" y="43900"/>
                  <a:pt x="268461" y="43900"/>
                </a:cubicBezTo>
                <a:cubicBezTo>
                  <a:pt x="271754" y="43900"/>
                  <a:pt x="275747" y="44601"/>
                  <a:pt x="280442" y="46003"/>
                </a:cubicBezTo>
                <a:cubicBezTo>
                  <a:pt x="283552" y="46918"/>
                  <a:pt x="285625" y="47375"/>
                  <a:pt x="286661" y="47375"/>
                </a:cubicBezTo>
                <a:cubicBezTo>
                  <a:pt x="287637" y="47375"/>
                  <a:pt x="288399" y="47162"/>
                  <a:pt x="288948" y="46735"/>
                </a:cubicBezTo>
                <a:cubicBezTo>
                  <a:pt x="289497" y="46308"/>
                  <a:pt x="290137" y="45363"/>
                  <a:pt x="290869" y="43900"/>
                </a:cubicBezTo>
                <a:lnTo>
                  <a:pt x="293887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67415-ECA4-4435-993F-35D0E4A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079" y="3121928"/>
            <a:ext cx="468266" cy="304373"/>
          </a:xfrm>
          <a:custGeom xmlns:a="http://schemas.openxmlformats.org/drawingml/2006/main">
            <a:pathLst>
              <a:path w="468266" h="304373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FEEB5-A3D5-4601-B381-6E716B84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372" y="3110221"/>
            <a:ext cx="491679" cy="327786"/>
          </a:xfrm>
          <a:custGeom xmlns:a="http://schemas.openxmlformats.org/drawingml/2006/main">
            <a:pathLst>
              <a:path w="491679" h="327786">
                <a:moveTo>
                  <a:pt x="81946" y="0"/>
                </a:moveTo>
                <a:lnTo>
                  <a:pt x="11707" y="0"/>
                </a:lnTo>
                <a:lnTo>
                  <a:pt x="11707" y="23413"/>
                </a:lnTo>
                <a:lnTo>
                  <a:pt x="81946" y="23413"/>
                </a:lnTo>
                <a:lnTo>
                  <a:pt x="81946" y="0"/>
                </a:lnTo>
                <a:close/>
                <a:moveTo>
                  <a:pt x="152186" y="0"/>
                </a:moveTo>
                <a:lnTo>
                  <a:pt x="152186" y="23413"/>
                </a:lnTo>
                <a:lnTo>
                  <a:pt x="222426" y="23413"/>
                </a:lnTo>
                <a:lnTo>
                  <a:pt x="222426" y="0"/>
                </a:lnTo>
                <a:lnTo>
                  <a:pt x="152186" y="0"/>
                </a:lnTo>
                <a:close/>
                <a:moveTo>
                  <a:pt x="0" y="152186"/>
                </a:moveTo>
                <a:lnTo>
                  <a:pt x="23413" y="152186"/>
                </a:lnTo>
                <a:lnTo>
                  <a:pt x="23413" y="81946"/>
                </a:lnTo>
                <a:lnTo>
                  <a:pt x="0" y="81946"/>
                </a:lnTo>
                <a:lnTo>
                  <a:pt x="0" y="152186"/>
                </a:lnTo>
                <a:close/>
                <a:moveTo>
                  <a:pt x="0" y="222426"/>
                </a:moveTo>
                <a:lnTo>
                  <a:pt x="0" y="292666"/>
                </a:lnTo>
                <a:lnTo>
                  <a:pt x="23413" y="292666"/>
                </a:lnTo>
                <a:lnTo>
                  <a:pt x="23413" y="222426"/>
                </a:lnTo>
                <a:lnTo>
                  <a:pt x="0" y="222426"/>
                </a:lnTo>
                <a:close/>
                <a:moveTo>
                  <a:pt x="128773" y="327786"/>
                </a:moveTo>
                <a:lnTo>
                  <a:pt x="128773" y="304373"/>
                </a:lnTo>
                <a:lnTo>
                  <a:pt x="58533" y="304373"/>
                </a:lnTo>
                <a:lnTo>
                  <a:pt x="58533" y="327786"/>
                </a:lnTo>
                <a:lnTo>
                  <a:pt x="128773" y="327786"/>
                </a:lnTo>
                <a:close/>
                <a:moveTo>
                  <a:pt x="269253" y="327786"/>
                </a:moveTo>
                <a:lnTo>
                  <a:pt x="269253" y="304373"/>
                </a:lnTo>
                <a:lnTo>
                  <a:pt x="199013" y="304373"/>
                </a:lnTo>
                <a:lnTo>
                  <a:pt x="199013" y="327786"/>
                </a:lnTo>
                <a:lnTo>
                  <a:pt x="269253" y="327786"/>
                </a:lnTo>
                <a:close/>
                <a:moveTo>
                  <a:pt x="362906" y="0"/>
                </a:moveTo>
                <a:lnTo>
                  <a:pt x="292666" y="0"/>
                </a:lnTo>
                <a:lnTo>
                  <a:pt x="292666" y="23413"/>
                </a:lnTo>
                <a:lnTo>
                  <a:pt x="362906" y="23413"/>
                </a:lnTo>
                <a:lnTo>
                  <a:pt x="362906" y="0"/>
                </a:lnTo>
                <a:close/>
                <a:moveTo>
                  <a:pt x="433146" y="0"/>
                </a:moveTo>
                <a:lnTo>
                  <a:pt x="433146" y="23413"/>
                </a:lnTo>
                <a:lnTo>
                  <a:pt x="468266" y="23413"/>
                </a:lnTo>
                <a:lnTo>
                  <a:pt x="468266" y="35120"/>
                </a:lnTo>
                <a:lnTo>
                  <a:pt x="491679" y="35120"/>
                </a:lnTo>
                <a:lnTo>
                  <a:pt x="491679" y="0"/>
                </a:lnTo>
                <a:lnTo>
                  <a:pt x="433146" y="0"/>
                </a:lnTo>
                <a:close/>
                <a:moveTo>
                  <a:pt x="491679" y="175600"/>
                </a:moveTo>
                <a:lnTo>
                  <a:pt x="491679" y="105360"/>
                </a:lnTo>
                <a:lnTo>
                  <a:pt x="468266" y="105360"/>
                </a:lnTo>
                <a:lnTo>
                  <a:pt x="468266" y="175600"/>
                </a:lnTo>
                <a:lnTo>
                  <a:pt x="491679" y="175600"/>
                </a:lnTo>
                <a:close/>
                <a:moveTo>
                  <a:pt x="491679" y="245839"/>
                </a:moveTo>
                <a:lnTo>
                  <a:pt x="468266" y="245839"/>
                </a:lnTo>
                <a:lnTo>
                  <a:pt x="468266" y="316079"/>
                </a:lnTo>
                <a:lnTo>
                  <a:pt x="491679" y="316079"/>
                </a:lnTo>
                <a:lnTo>
                  <a:pt x="491679" y="245839"/>
                </a:lnTo>
                <a:close/>
                <a:moveTo>
                  <a:pt x="409732" y="327786"/>
                </a:moveTo>
                <a:lnTo>
                  <a:pt x="409732" y="304373"/>
                </a:lnTo>
                <a:lnTo>
                  <a:pt x="339493" y="304373"/>
                </a:lnTo>
                <a:lnTo>
                  <a:pt x="339493" y="327786"/>
                </a:lnTo>
                <a:lnTo>
                  <a:pt x="409732" y="327786"/>
                </a:lnTo>
                <a:close/>
              </a:path>
            </a:pathLst>
          </a:custGeom>
          <a:solidFill xmlns:a="http://schemas.openxmlformats.org/drawingml/2006/main">
            <a:srgbClr val="D6B65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Text in">
            <a:extLst xmlns:a="http://schemas.openxmlformats.org/drawingml/2006/main">
              <a:ext uri="{FF2B5EF4-FFF2-40B4-BE49-F238E27FC236}">
                <a16:creationId xmlns:a16="http://schemas.microsoft.com/office/drawing/2014/main" id="{28C3603D-DABE-435D-98F1-19A4B52A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826" y="3202594"/>
            <a:ext cx="139414" cy="130053"/>
          </a:xfrm>
          <a:custGeom xmlns:a="http://schemas.openxmlformats.org/drawingml/2006/main">
            <a:pathLst>
              <a:path w="139414" h="130053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76857" y="61643"/>
                </a:moveTo>
                <a:cubicBezTo>
                  <a:pt x="86673" y="49814"/>
                  <a:pt x="96033" y="43900"/>
                  <a:pt x="104934" y="43900"/>
                </a:cubicBezTo>
                <a:cubicBezTo>
                  <a:pt x="109507" y="43900"/>
                  <a:pt x="113440" y="45041"/>
                  <a:pt x="116733" y="47324"/>
                </a:cubicBezTo>
                <a:cubicBezTo>
                  <a:pt x="120025" y="49605"/>
                  <a:pt x="122647" y="53361"/>
                  <a:pt x="124598" y="58593"/>
                </a:cubicBezTo>
                <a:cubicBezTo>
                  <a:pt x="125939" y="62242"/>
                  <a:pt x="126610" y="67839"/>
                  <a:pt x="126610" y="75384"/>
                </a:cubicBezTo>
                <a:lnTo>
                  <a:pt x="126610" y="111064"/>
                </a:lnTo>
                <a:cubicBezTo>
                  <a:pt x="126610" y="116358"/>
                  <a:pt x="127037" y="119947"/>
                  <a:pt x="127890" y="121834"/>
                </a:cubicBezTo>
                <a:cubicBezTo>
                  <a:pt x="128561" y="123354"/>
                  <a:pt x="129643" y="124540"/>
                  <a:pt x="131137" y="125392"/>
                </a:cubicBezTo>
                <a:cubicBezTo>
                  <a:pt x="132631" y="126244"/>
                  <a:pt x="135390" y="126670"/>
                  <a:pt x="139414" y="126670"/>
                </a:cubicBezTo>
                <a:lnTo>
                  <a:pt x="139414" y="130053"/>
                </a:lnTo>
                <a:lnTo>
                  <a:pt x="97984" y="130053"/>
                </a:lnTo>
                <a:lnTo>
                  <a:pt x="97984" y="126670"/>
                </a:lnTo>
                <a:lnTo>
                  <a:pt x="99721" y="126670"/>
                </a:lnTo>
                <a:cubicBezTo>
                  <a:pt x="103624" y="126670"/>
                  <a:pt x="106352" y="126078"/>
                  <a:pt x="107907" y="124895"/>
                </a:cubicBezTo>
                <a:cubicBezTo>
                  <a:pt x="109462" y="123711"/>
                  <a:pt x="110544" y="121968"/>
                  <a:pt x="111154" y="119664"/>
                </a:cubicBezTo>
                <a:cubicBezTo>
                  <a:pt x="111398" y="118754"/>
                  <a:pt x="111519" y="115902"/>
                  <a:pt x="111519" y="111110"/>
                </a:cubicBezTo>
                <a:lnTo>
                  <a:pt x="111519" y="76988"/>
                </a:lnTo>
                <a:cubicBezTo>
                  <a:pt x="111519" y="69406"/>
                  <a:pt x="110529" y="63902"/>
                  <a:pt x="108547" y="60474"/>
                </a:cubicBezTo>
                <a:cubicBezTo>
                  <a:pt x="106565" y="57046"/>
                  <a:pt x="103227" y="55332"/>
                  <a:pt x="98532" y="55332"/>
                </a:cubicBezTo>
                <a:cubicBezTo>
                  <a:pt x="91277" y="55332"/>
                  <a:pt x="84052" y="59275"/>
                  <a:pt x="76857" y="67162"/>
                </a:cubicBezTo>
                <a:lnTo>
                  <a:pt x="76857" y="111110"/>
                </a:lnTo>
                <a:cubicBezTo>
                  <a:pt x="76857" y="116752"/>
                  <a:pt x="77192" y="120240"/>
                  <a:pt x="77863" y="121574"/>
                </a:cubicBezTo>
                <a:cubicBezTo>
                  <a:pt x="78716" y="123332"/>
                  <a:pt x="79890" y="124621"/>
                  <a:pt x="81384" y="125441"/>
                </a:cubicBezTo>
                <a:cubicBezTo>
                  <a:pt x="82878" y="126260"/>
                  <a:pt x="85911" y="126670"/>
                  <a:pt x="90484" y="126670"/>
                </a:cubicBezTo>
                <a:lnTo>
                  <a:pt x="90484" y="130053"/>
                </a:lnTo>
                <a:lnTo>
                  <a:pt x="49054" y="130053"/>
                </a:lnTo>
                <a:lnTo>
                  <a:pt x="49054" y="126670"/>
                </a:lnTo>
                <a:lnTo>
                  <a:pt x="50883" y="126670"/>
                </a:lnTo>
                <a:cubicBezTo>
                  <a:pt x="55151" y="126670"/>
                  <a:pt x="58032" y="125590"/>
                  <a:pt x="59525" y="123431"/>
                </a:cubicBezTo>
                <a:cubicBezTo>
                  <a:pt x="61019" y="121271"/>
                  <a:pt x="61766" y="117148"/>
                  <a:pt x="61766" y="111064"/>
                </a:cubicBezTo>
                <a:lnTo>
                  <a:pt x="61766" y="80037"/>
                </a:lnTo>
                <a:cubicBezTo>
                  <a:pt x="61766" y="70000"/>
                  <a:pt x="61538" y="63886"/>
                  <a:pt x="61080" y="61697"/>
                </a:cubicBezTo>
                <a:cubicBezTo>
                  <a:pt x="60623" y="59506"/>
                  <a:pt x="59922" y="58015"/>
                  <a:pt x="58977" y="57224"/>
                </a:cubicBezTo>
                <a:cubicBezTo>
                  <a:pt x="58032" y="56433"/>
                  <a:pt x="56767" y="56038"/>
                  <a:pt x="55181" y="56038"/>
                </a:cubicBezTo>
                <a:cubicBezTo>
                  <a:pt x="53474" y="56038"/>
                  <a:pt x="51431" y="56494"/>
                  <a:pt x="49054" y="57407"/>
                </a:cubicBezTo>
                <a:lnTo>
                  <a:pt x="47682" y="54120"/>
                </a:lnTo>
                <a:lnTo>
                  <a:pt x="72924" y="43900"/>
                </a:lnTo>
                <a:lnTo>
                  <a:pt x="76857" y="43900"/>
                </a:lnTo>
                <a:lnTo>
                  <a:pt x="76857" y="616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BCC56-29E5-450A-85FF-98D62057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920" y="2840969"/>
            <a:ext cx="231323" cy="231323"/>
          </a:xfrm>
          <a:custGeom xmlns:a="http://schemas.openxmlformats.org/drawingml/2006/main">
            <a:pathLst>
              <a:path w="231323" h="231323" fill="none">
                <a:moveTo>
                  <a:pt x="0" y="0"/>
                </a:moveTo>
                <a:lnTo>
                  <a:pt x="231323" y="231323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C1891-4703-4DB0-9E0B-564F8E2A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318" y="3045367"/>
            <a:ext cx="61811" cy="61811"/>
          </a:xfrm>
          <a:custGeom xmlns:a="http://schemas.openxmlformats.org/drawingml/2006/main">
            <a:pathLst>
              <a:path w="61811" h="61811">
                <a:moveTo>
                  <a:pt x="61811" y="61811"/>
                </a:moveTo>
                <a:lnTo>
                  <a:pt x="0" y="30906"/>
                </a:lnTo>
                <a:lnTo>
                  <a:pt x="26925" y="26925"/>
                </a:lnTo>
                <a:lnTo>
                  <a:pt x="30906" y="0"/>
                </a:lnTo>
                <a:lnTo>
                  <a:pt x="61811" y="618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847E2-70CB-496B-BC5B-B1E2A218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318" y="3045367"/>
            <a:ext cx="61811" cy="61811"/>
          </a:xfrm>
          <a:custGeom xmlns:a="http://schemas.openxmlformats.org/drawingml/2006/main">
            <a:pathLst>
              <a:path w="61811" h="61811" fill="none">
                <a:moveTo>
                  <a:pt x="61811" y="61811"/>
                </a:moveTo>
                <a:lnTo>
                  <a:pt x="0" y="30906"/>
                </a:lnTo>
                <a:lnTo>
                  <a:pt x="26925" y="26925"/>
                </a:lnTo>
                <a:lnTo>
                  <a:pt x="30906" y="0"/>
                </a:lnTo>
                <a:lnTo>
                  <a:pt x="61811" y="618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F070B-B723-4AB4-8CA5-4476E2C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550" y="4456485"/>
            <a:ext cx="842878" cy="2130609"/>
          </a:xfrm>
          <a:custGeom xmlns:a="http://schemas.openxmlformats.org/drawingml/2006/main">
            <a:pathLst>
              <a:path w="842878" h="2130609">
                <a:moveTo>
                  <a:pt x="152186" y="0"/>
                </a:moveTo>
                <a:lnTo>
                  <a:pt x="222426" y="0"/>
                </a:lnTo>
                <a:lnTo>
                  <a:pt x="222426" y="23413"/>
                </a:lnTo>
                <a:lnTo>
                  <a:pt x="152186" y="23413"/>
                </a:lnTo>
                <a:lnTo>
                  <a:pt x="152186" y="0"/>
                </a:lnTo>
                <a:close/>
                <a:moveTo>
                  <a:pt x="292666" y="0"/>
                </a:moveTo>
                <a:lnTo>
                  <a:pt x="362906" y="0"/>
                </a:lnTo>
                <a:lnTo>
                  <a:pt x="362906" y="23413"/>
                </a:lnTo>
                <a:lnTo>
                  <a:pt x="292666" y="23413"/>
                </a:lnTo>
                <a:lnTo>
                  <a:pt x="292666" y="0"/>
                </a:lnTo>
                <a:close/>
                <a:moveTo>
                  <a:pt x="433146" y="0"/>
                </a:moveTo>
                <a:lnTo>
                  <a:pt x="503386" y="0"/>
                </a:lnTo>
                <a:lnTo>
                  <a:pt x="503386" y="23413"/>
                </a:lnTo>
                <a:lnTo>
                  <a:pt x="433146" y="23413"/>
                </a:lnTo>
                <a:lnTo>
                  <a:pt x="433146" y="0"/>
                </a:lnTo>
                <a:close/>
                <a:moveTo>
                  <a:pt x="573625" y="0"/>
                </a:moveTo>
                <a:lnTo>
                  <a:pt x="643865" y="0"/>
                </a:lnTo>
                <a:lnTo>
                  <a:pt x="643865" y="23413"/>
                </a:lnTo>
                <a:lnTo>
                  <a:pt x="573625" y="23413"/>
                </a:lnTo>
                <a:lnTo>
                  <a:pt x="573625" y="0"/>
                </a:lnTo>
                <a:close/>
                <a:moveTo>
                  <a:pt x="714105" y="0"/>
                </a:moveTo>
                <a:lnTo>
                  <a:pt x="784345" y="0"/>
                </a:lnTo>
                <a:lnTo>
                  <a:pt x="784345" y="23413"/>
                </a:lnTo>
                <a:lnTo>
                  <a:pt x="714105" y="23413"/>
                </a:lnTo>
                <a:lnTo>
                  <a:pt x="714105" y="0"/>
                </a:lnTo>
                <a:close/>
                <a:moveTo>
                  <a:pt x="842878" y="35120"/>
                </a:moveTo>
                <a:lnTo>
                  <a:pt x="842878" y="105360"/>
                </a:lnTo>
                <a:lnTo>
                  <a:pt x="819465" y="105360"/>
                </a:lnTo>
                <a:lnTo>
                  <a:pt x="819465" y="35120"/>
                </a:lnTo>
                <a:lnTo>
                  <a:pt x="842878" y="35120"/>
                </a:lnTo>
                <a:close/>
                <a:moveTo>
                  <a:pt x="842878" y="175600"/>
                </a:moveTo>
                <a:lnTo>
                  <a:pt x="842878" y="245839"/>
                </a:lnTo>
                <a:lnTo>
                  <a:pt x="819465" y="245839"/>
                </a:lnTo>
                <a:lnTo>
                  <a:pt x="819465" y="175600"/>
                </a:lnTo>
                <a:lnTo>
                  <a:pt x="842878" y="175600"/>
                </a:lnTo>
                <a:close/>
                <a:moveTo>
                  <a:pt x="842878" y="316079"/>
                </a:moveTo>
                <a:lnTo>
                  <a:pt x="842878" y="386319"/>
                </a:lnTo>
                <a:lnTo>
                  <a:pt x="819465" y="386319"/>
                </a:lnTo>
                <a:lnTo>
                  <a:pt x="819465" y="316079"/>
                </a:lnTo>
                <a:lnTo>
                  <a:pt x="842878" y="316079"/>
                </a:lnTo>
                <a:close/>
                <a:moveTo>
                  <a:pt x="842878" y="456559"/>
                </a:moveTo>
                <a:lnTo>
                  <a:pt x="842878" y="526799"/>
                </a:lnTo>
                <a:lnTo>
                  <a:pt x="819465" y="526799"/>
                </a:lnTo>
                <a:lnTo>
                  <a:pt x="819465" y="456559"/>
                </a:lnTo>
                <a:lnTo>
                  <a:pt x="842878" y="456559"/>
                </a:lnTo>
                <a:close/>
                <a:moveTo>
                  <a:pt x="842878" y="597039"/>
                </a:moveTo>
                <a:lnTo>
                  <a:pt x="842878" y="667279"/>
                </a:lnTo>
                <a:lnTo>
                  <a:pt x="819465" y="667279"/>
                </a:lnTo>
                <a:lnTo>
                  <a:pt x="819465" y="597039"/>
                </a:lnTo>
                <a:lnTo>
                  <a:pt x="842878" y="597039"/>
                </a:lnTo>
                <a:close/>
                <a:moveTo>
                  <a:pt x="842878" y="737518"/>
                </a:moveTo>
                <a:lnTo>
                  <a:pt x="842878" y="807758"/>
                </a:lnTo>
                <a:lnTo>
                  <a:pt x="819465" y="807758"/>
                </a:lnTo>
                <a:lnTo>
                  <a:pt x="819465" y="737518"/>
                </a:lnTo>
                <a:lnTo>
                  <a:pt x="842878" y="737518"/>
                </a:lnTo>
                <a:close/>
                <a:moveTo>
                  <a:pt x="842878" y="877998"/>
                </a:moveTo>
                <a:lnTo>
                  <a:pt x="842878" y="948238"/>
                </a:lnTo>
                <a:lnTo>
                  <a:pt x="819465" y="948238"/>
                </a:lnTo>
                <a:lnTo>
                  <a:pt x="819465" y="877998"/>
                </a:lnTo>
                <a:lnTo>
                  <a:pt x="842878" y="877998"/>
                </a:lnTo>
                <a:close/>
                <a:moveTo>
                  <a:pt x="842878" y="1018478"/>
                </a:moveTo>
                <a:lnTo>
                  <a:pt x="842878" y="1088718"/>
                </a:lnTo>
                <a:lnTo>
                  <a:pt x="819465" y="1088718"/>
                </a:lnTo>
                <a:lnTo>
                  <a:pt x="819465" y="1018478"/>
                </a:lnTo>
                <a:lnTo>
                  <a:pt x="842878" y="1018478"/>
                </a:lnTo>
                <a:close/>
                <a:moveTo>
                  <a:pt x="842878" y="1158958"/>
                </a:moveTo>
                <a:lnTo>
                  <a:pt x="842878" y="1229197"/>
                </a:lnTo>
                <a:lnTo>
                  <a:pt x="819465" y="1229197"/>
                </a:lnTo>
                <a:lnTo>
                  <a:pt x="819465" y="1158958"/>
                </a:lnTo>
                <a:lnTo>
                  <a:pt x="842878" y="1158958"/>
                </a:lnTo>
                <a:close/>
                <a:moveTo>
                  <a:pt x="842878" y="1299437"/>
                </a:moveTo>
                <a:lnTo>
                  <a:pt x="842878" y="1369677"/>
                </a:lnTo>
                <a:lnTo>
                  <a:pt x="819465" y="1369677"/>
                </a:lnTo>
                <a:lnTo>
                  <a:pt x="819465" y="1299437"/>
                </a:lnTo>
                <a:lnTo>
                  <a:pt x="842878" y="1299437"/>
                </a:lnTo>
                <a:close/>
                <a:moveTo>
                  <a:pt x="842878" y="1439917"/>
                </a:moveTo>
                <a:lnTo>
                  <a:pt x="842878" y="1510157"/>
                </a:lnTo>
                <a:lnTo>
                  <a:pt x="819465" y="1510157"/>
                </a:lnTo>
                <a:lnTo>
                  <a:pt x="819465" y="1439917"/>
                </a:lnTo>
                <a:lnTo>
                  <a:pt x="842878" y="1439917"/>
                </a:lnTo>
                <a:close/>
                <a:moveTo>
                  <a:pt x="842878" y="1580397"/>
                </a:moveTo>
                <a:lnTo>
                  <a:pt x="842878" y="1650636"/>
                </a:lnTo>
                <a:lnTo>
                  <a:pt x="819465" y="1650636"/>
                </a:lnTo>
                <a:lnTo>
                  <a:pt x="819465" y="1580397"/>
                </a:lnTo>
                <a:lnTo>
                  <a:pt x="842878" y="1580397"/>
                </a:lnTo>
                <a:close/>
                <a:moveTo>
                  <a:pt x="842878" y="1720876"/>
                </a:moveTo>
                <a:lnTo>
                  <a:pt x="842878" y="1791116"/>
                </a:lnTo>
                <a:lnTo>
                  <a:pt x="819465" y="1791116"/>
                </a:lnTo>
                <a:lnTo>
                  <a:pt x="819465" y="1720876"/>
                </a:lnTo>
                <a:lnTo>
                  <a:pt x="842878" y="1720876"/>
                </a:lnTo>
                <a:close/>
                <a:moveTo>
                  <a:pt x="842878" y="1861356"/>
                </a:moveTo>
                <a:lnTo>
                  <a:pt x="842878" y="1931596"/>
                </a:lnTo>
                <a:lnTo>
                  <a:pt x="819465" y="1931596"/>
                </a:lnTo>
                <a:lnTo>
                  <a:pt x="819465" y="1861356"/>
                </a:lnTo>
                <a:lnTo>
                  <a:pt x="842878" y="1861356"/>
                </a:lnTo>
                <a:close/>
                <a:moveTo>
                  <a:pt x="842878" y="2001836"/>
                </a:moveTo>
                <a:lnTo>
                  <a:pt x="842878" y="2072076"/>
                </a:lnTo>
                <a:lnTo>
                  <a:pt x="819465" y="2072076"/>
                </a:lnTo>
                <a:lnTo>
                  <a:pt x="819465" y="2001836"/>
                </a:lnTo>
                <a:lnTo>
                  <a:pt x="842878" y="2001836"/>
                </a:lnTo>
                <a:close/>
                <a:moveTo>
                  <a:pt x="807758" y="2130609"/>
                </a:moveTo>
                <a:lnTo>
                  <a:pt x="737518" y="2130609"/>
                </a:lnTo>
                <a:lnTo>
                  <a:pt x="737518" y="2107195"/>
                </a:lnTo>
                <a:lnTo>
                  <a:pt x="807758" y="2107195"/>
                </a:lnTo>
                <a:lnTo>
                  <a:pt x="807758" y="2130609"/>
                </a:lnTo>
                <a:close/>
                <a:moveTo>
                  <a:pt x="667279" y="2130609"/>
                </a:moveTo>
                <a:lnTo>
                  <a:pt x="597039" y="2130609"/>
                </a:lnTo>
                <a:lnTo>
                  <a:pt x="597039" y="2107195"/>
                </a:lnTo>
                <a:lnTo>
                  <a:pt x="667279" y="2107195"/>
                </a:lnTo>
                <a:lnTo>
                  <a:pt x="667279" y="2130609"/>
                </a:lnTo>
                <a:close/>
                <a:moveTo>
                  <a:pt x="526799" y="2130609"/>
                </a:moveTo>
                <a:lnTo>
                  <a:pt x="456559" y="2130609"/>
                </a:lnTo>
                <a:lnTo>
                  <a:pt x="456559" y="2107195"/>
                </a:lnTo>
                <a:lnTo>
                  <a:pt x="526799" y="2107195"/>
                </a:lnTo>
                <a:lnTo>
                  <a:pt x="526799" y="2130609"/>
                </a:lnTo>
                <a:close/>
                <a:moveTo>
                  <a:pt x="386319" y="2130609"/>
                </a:moveTo>
                <a:lnTo>
                  <a:pt x="316079" y="2130609"/>
                </a:lnTo>
                <a:lnTo>
                  <a:pt x="316079" y="2107195"/>
                </a:lnTo>
                <a:lnTo>
                  <a:pt x="386319" y="2107195"/>
                </a:lnTo>
                <a:lnTo>
                  <a:pt x="386319" y="2130609"/>
                </a:lnTo>
                <a:close/>
                <a:moveTo>
                  <a:pt x="245839" y="2130609"/>
                </a:moveTo>
                <a:lnTo>
                  <a:pt x="175600" y="2130609"/>
                </a:lnTo>
                <a:lnTo>
                  <a:pt x="175600" y="2107195"/>
                </a:lnTo>
                <a:lnTo>
                  <a:pt x="245839" y="2107195"/>
                </a:lnTo>
                <a:lnTo>
                  <a:pt x="245839" y="2130609"/>
                </a:lnTo>
                <a:close/>
                <a:moveTo>
                  <a:pt x="105360" y="2130609"/>
                </a:moveTo>
                <a:lnTo>
                  <a:pt x="35120" y="2130609"/>
                </a:lnTo>
                <a:lnTo>
                  <a:pt x="35120" y="2107195"/>
                </a:lnTo>
                <a:lnTo>
                  <a:pt x="105360" y="2107195"/>
                </a:lnTo>
                <a:lnTo>
                  <a:pt x="105360" y="2130609"/>
                </a:lnTo>
                <a:close/>
                <a:moveTo>
                  <a:pt x="0" y="2072076"/>
                </a:moveTo>
                <a:lnTo>
                  <a:pt x="0" y="2001836"/>
                </a:lnTo>
                <a:lnTo>
                  <a:pt x="23413" y="2001836"/>
                </a:lnTo>
                <a:lnTo>
                  <a:pt x="23413" y="2072076"/>
                </a:lnTo>
                <a:lnTo>
                  <a:pt x="0" y="2072076"/>
                </a:lnTo>
                <a:close/>
                <a:moveTo>
                  <a:pt x="0" y="1931596"/>
                </a:moveTo>
                <a:lnTo>
                  <a:pt x="0" y="1861356"/>
                </a:lnTo>
                <a:lnTo>
                  <a:pt x="23413" y="1861356"/>
                </a:lnTo>
                <a:lnTo>
                  <a:pt x="23413" y="1931596"/>
                </a:lnTo>
                <a:lnTo>
                  <a:pt x="0" y="1931596"/>
                </a:lnTo>
                <a:close/>
                <a:moveTo>
                  <a:pt x="0" y="1791116"/>
                </a:moveTo>
                <a:lnTo>
                  <a:pt x="0" y="1720876"/>
                </a:lnTo>
                <a:lnTo>
                  <a:pt x="23413" y="1720876"/>
                </a:lnTo>
                <a:lnTo>
                  <a:pt x="23413" y="1791116"/>
                </a:lnTo>
                <a:lnTo>
                  <a:pt x="0" y="1791116"/>
                </a:lnTo>
                <a:close/>
                <a:moveTo>
                  <a:pt x="0" y="1650636"/>
                </a:moveTo>
                <a:lnTo>
                  <a:pt x="0" y="1580397"/>
                </a:lnTo>
                <a:lnTo>
                  <a:pt x="23413" y="1580397"/>
                </a:lnTo>
                <a:lnTo>
                  <a:pt x="23413" y="1650636"/>
                </a:lnTo>
                <a:lnTo>
                  <a:pt x="0" y="1650636"/>
                </a:lnTo>
                <a:close/>
                <a:moveTo>
                  <a:pt x="0" y="1510157"/>
                </a:moveTo>
                <a:lnTo>
                  <a:pt x="0" y="1439917"/>
                </a:lnTo>
                <a:lnTo>
                  <a:pt x="23413" y="1439917"/>
                </a:lnTo>
                <a:lnTo>
                  <a:pt x="23413" y="1510157"/>
                </a:lnTo>
                <a:lnTo>
                  <a:pt x="0" y="1510157"/>
                </a:lnTo>
                <a:close/>
                <a:moveTo>
                  <a:pt x="0" y="1369677"/>
                </a:moveTo>
                <a:lnTo>
                  <a:pt x="0" y="1299437"/>
                </a:lnTo>
                <a:lnTo>
                  <a:pt x="23413" y="1299437"/>
                </a:lnTo>
                <a:lnTo>
                  <a:pt x="23413" y="1369677"/>
                </a:lnTo>
                <a:lnTo>
                  <a:pt x="0" y="1369677"/>
                </a:lnTo>
                <a:close/>
                <a:moveTo>
                  <a:pt x="0" y="1229197"/>
                </a:moveTo>
                <a:lnTo>
                  <a:pt x="0" y="1158958"/>
                </a:lnTo>
                <a:lnTo>
                  <a:pt x="23413" y="1158958"/>
                </a:lnTo>
                <a:lnTo>
                  <a:pt x="23413" y="1229197"/>
                </a:lnTo>
                <a:lnTo>
                  <a:pt x="0" y="1229197"/>
                </a:lnTo>
                <a:close/>
                <a:moveTo>
                  <a:pt x="0" y="1088718"/>
                </a:moveTo>
                <a:lnTo>
                  <a:pt x="0" y="1018478"/>
                </a:lnTo>
                <a:lnTo>
                  <a:pt x="23413" y="1018478"/>
                </a:lnTo>
                <a:lnTo>
                  <a:pt x="23413" y="1088718"/>
                </a:lnTo>
                <a:lnTo>
                  <a:pt x="0" y="1088718"/>
                </a:lnTo>
                <a:close/>
                <a:moveTo>
                  <a:pt x="0" y="948238"/>
                </a:moveTo>
                <a:lnTo>
                  <a:pt x="0" y="877998"/>
                </a:lnTo>
                <a:lnTo>
                  <a:pt x="23413" y="877998"/>
                </a:lnTo>
                <a:lnTo>
                  <a:pt x="23413" y="948238"/>
                </a:lnTo>
                <a:lnTo>
                  <a:pt x="0" y="948238"/>
                </a:lnTo>
                <a:close/>
                <a:moveTo>
                  <a:pt x="0" y="807758"/>
                </a:moveTo>
                <a:lnTo>
                  <a:pt x="0" y="737518"/>
                </a:lnTo>
                <a:lnTo>
                  <a:pt x="23413" y="737518"/>
                </a:lnTo>
                <a:lnTo>
                  <a:pt x="23413" y="807758"/>
                </a:lnTo>
                <a:lnTo>
                  <a:pt x="0" y="807758"/>
                </a:lnTo>
                <a:close/>
                <a:moveTo>
                  <a:pt x="0" y="667279"/>
                </a:moveTo>
                <a:lnTo>
                  <a:pt x="0" y="597039"/>
                </a:lnTo>
                <a:lnTo>
                  <a:pt x="23413" y="597039"/>
                </a:lnTo>
                <a:lnTo>
                  <a:pt x="23413" y="667279"/>
                </a:lnTo>
                <a:lnTo>
                  <a:pt x="0" y="667279"/>
                </a:lnTo>
                <a:close/>
                <a:moveTo>
                  <a:pt x="0" y="526799"/>
                </a:moveTo>
                <a:lnTo>
                  <a:pt x="0" y="456559"/>
                </a:lnTo>
                <a:lnTo>
                  <a:pt x="23413" y="456559"/>
                </a:lnTo>
                <a:lnTo>
                  <a:pt x="23413" y="526799"/>
                </a:lnTo>
                <a:lnTo>
                  <a:pt x="0" y="526799"/>
                </a:lnTo>
                <a:close/>
                <a:moveTo>
                  <a:pt x="0" y="386319"/>
                </a:moveTo>
                <a:lnTo>
                  <a:pt x="0" y="316079"/>
                </a:lnTo>
                <a:lnTo>
                  <a:pt x="23413" y="316079"/>
                </a:lnTo>
                <a:lnTo>
                  <a:pt x="23413" y="386319"/>
                </a:lnTo>
                <a:lnTo>
                  <a:pt x="0" y="386319"/>
                </a:lnTo>
                <a:close/>
                <a:moveTo>
                  <a:pt x="0" y="245839"/>
                </a:moveTo>
                <a:lnTo>
                  <a:pt x="0" y="175600"/>
                </a:lnTo>
                <a:lnTo>
                  <a:pt x="23413" y="175600"/>
                </a:lnTo>
                <a:lnTo>
                  <a:pt x="23413" y="245839"/>
                </a:lnTo>
                <a:lnTo>
                  <a:pt x="0" y="245839"/>
                </a:lnTo>
                <a:close/>
                <a:moveTo>
                  <a:pt x="0" y="105360"/>
                </a:moveTo>
                <a:lnTo>
                  <a:pt x="0" y="35120"/>
                </a:lnTo>
                <a:lnTo>
                  <a:pt x="23413" y="35120"/>
                </a:lnTo>
                <a:lnTo>
                  <a:pt x="23413" y="105360"/>
                </a:lnTo>
                <a:lnTo>
                  <a:pt x="0" y="105360"/>
                </a:lnTo>
                <a:close/>
                <a:moveTo>
                  <a:pt x="11707" y="0"/>
                </a:moveTo>
                <a:lnTo>
                  <a:pt x="81946" y="0"/>
                </a:lnTo>
                <a:lnTo>
                  <a:pt x="81946" y="23413"/>
                </a:lnTo>
                <a:lnTo>
                  <a:pt x="11707" y="23413"/>
                </a:lnTo>
                <a:lnTo>
                  <a:pt x="11707" y="0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7FBB6-E8F5-4F31-9EA7-A618FBAC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030" y="2832060"/>
            <a:ext cx="805344" cy="277236"/>
          </a:xfrm>
          <a:custGeom xmlns:a="http://schemas.openxmlformats.org/drawingml/2006/main">
            <a:pathLst>
              <a:path w="805344" h="277236">
                <a:moveTo>
                  <a:pt x="5780" y="0"/>
                </a:moveTo>
                <a:lnTo>
                  <a:pt x="59229" y="17342"/>
                </a:lnTo>
                <a:lnTo>
                  <a:pt x="53449" y="35158"/>
                </a:lnTo>
                <a:lnTo>
                  <a:pt x="0" y="17817"/>
                </a:lnTo>
                <a:moveTo>
                  <a:pt x="112679" y="34684"/>
                </a:moveTo>
                <a:lnTo>
                  <a:pt x="166127" y="52025"/>
                </a:lnTo>
                <a:lnTo>
                  <a:pt x="160347" y="69841"/>
                </a:lnTo>
                <a:lnTo>
                  <a:pt x="106898" y="52500"/>
                </a:lnTo>
                <a:moveTo>
                  <a:pt x="219577" y="69367"/>
                </a:moveTo>
                <a:lnTo>
                  <a:pt x="273025" y="86708"/>
                </a:lnTo>
                <a:lnTo>
                  <a:pt x="267245" y="104525"/>
                </a:lnTo>
                <a:lnTo>
                  <a:pt x="213796" y="87183"/>
                </a:lnTo>
                <a:moveTo>
                  <a:pt x="326475" y="104050"/>
                </a:moveTo>
                <a:lnTo>
                  <a:pt x="379923" y="121391"/>
                </a:lnTo>
                <a:lnTo>
                  <a:pt x="374143" y="139208"/>
                </a:lnTo>
                <a:lnTo>
                  <a:pt x="320694" y="121866"/>
                </a:lnTo>
                <a:moveTo>
                  <a:pt x="433372" y="138733"/>
                </a:moveTo>
                <a:lnTo>
                  <a:pt x="486821" y="156075"/>
                </a:lnTo>
                <a:lnTo>
                  <a:pt x="481041" y="173891"/>
                </a:lnTo>
                <a:lnTo>
                  <a:pt x="427592" y="156549"/>
                </a:lnTo>
                <a:moveTo>
                  <a:pt x="540270" y="173416"/>
                </a:moveTo>
                <a:lnTo>
                  <a:pt x="593719" y="190757"/>
                </a:lnTo>
                <a:lnTo>
                  <a:pt x="587939" y="208574"/>
                </a:lnTo>
                <a:lnTo>
                  <a:pt x="534490" y="191233"/>
                </a:lnTo>
                <a:moveTo>
                  <a:pt x="647168" y="208099"/>
                </a:moveTo>
                <a:lnTo>
                  <a:pt x="700617" y="225441"/>
                </a:lnTo>
                <a:lnTo>
                  <a:pt x="694837" y="243257"/>
                </a:lnTo>
                <a:lnTo>
                  <a:pt x="641388" y="225916"/>
                </a:lnTo>
                <a:moveTo>
                  <a:pt x="754066" y="242783"/>
                </a:moveTo>
                <a:lnTo>
                  <a:pt x="805344" y="259419"/>
                </a:lnTo>
                <a:lnTo>
                  <a:pt x="799563" y="277236"/>
                </a:lnTo>
                <a:lnTo>
                  <a:pt x="748286" y="260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C7E1A-CFDD-43C7-9906-1953EC6F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241" y="3074399"/>
            <a:ext cx="69069" cy="41676"/>
          </a:xfrm>
          <a:custGeom xmlns:a="http://schemas.openxmlformats.org/drawingml/2006/main">
            <a:pathLst>
              <a:path w="69069" h="41676">
                <a:moveTo>
                  <a:pt x="69069" y="40973"/>
                </a:moveTo>
                <a:lnTo>
                  <a:pt x="0" y="41676"/>
                </a:lnTo>
                <a:lnTo>
                  <a:pt x="22243" y="25989"/>
                </a:lnTo>
                <a:lnTo>
                  <a:pt x="13346" y="0"/>
                </a:lnTo>
                <a:lnTo>
                  <a:pt x="69069" y="409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39097-C665-4DC6-8ED6-23DD84A8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241" y="3074399"/>
            <a:ext cx="69069" cy="41676"/>
          </a:xfrm>
          <a:custGeom xmlns:a="http://schemas.openxmlformats.org/drawingml/2006/main">
            <a:pathLst>
              <a:path w="69069" h="41676" fill="none">
                <a:moveTo>
                  <a:pt x="69069" y="40973"/>
                </a:moveTo>
                <a:lnTo>
                  <a:pt x="0" y="41676"/>
                </a:lnTo>
                <a:lnTo>
                  <a:pt x="22243" y="25989"/>
                </a:lnTo>
                <a:lnTo>
                  <a:pt x="13346" y="0"/>
                </a:lnTo>
                <a:lnTo>
                  <a:pt x="69069" y="409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ECCD3-A409-40D8-A694-FE3E9C0F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226" y="253659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25C4C-AC2B-47C1-AB72-B16A4E9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519" y="2524889"/>
            <a:ext cx="725812" cy="327786"/>
          </a:xfrm>
          <a:custGeom xmlns:a="http://schemas.openxmlformats.org/drawingml/2006/main">
            <a:pathLst>
              <a:path w="725812" h="327786">
                <a:moveTo>
                  <a:pt x="152186" y="0"/>
                </a:moveTo>
                <a:lnTo>
                  <a:pt x="152186" y="23413"/>
                </a:lnTo>
                <a:lnTo>
                  <a:pt x="222426" y="23413"/>
                </a:lnTo>
                <a:lnTo>
                  <a:pt x="222426" y="0"/>
                </a:lnTo>
                <a:lnTo>
                  <a:pt x="152186" y="0"/>
                </a:lnTo>
                <a:close/>
                <a:moveTo>
                  <a:pt x="292666" y="0"/>
                </a:moveTo>
                <a:lnTo>
                  <a:pt x="292666" y="23413"/>
                </a:lnTo>
                <a:lnTo>
                  <a:pt x="362906" y="23413"/>
                </a:lnTo>
                <a:lnTo>
                  <a:pt x="362906" y="0"/>
                </a:lnTo>
                <a:lnTo>
                  <a:pt x="292666" y="0"/>
                </a:lnTo>
                <a:close/>
                <a:moveTo>
                  <a:pt x="0" y="58533"/>
                </a:moveTo>
                <a:lnTo>
                  <a:pt x="23413" y="58533"/>
                </a:lnTo>
                <a:lnTo>
                  <a:pt x="23413" y="23413"/>
                </a:lnTo>
                <a:lnTo>
                  <a:pt x="81946" y="23413"/>
                </a:lnTo>
                <a:lnTo>
                  <a:pt x="81946" y="0"/>
                </a:lnTo>
                <a:lnTo>
                  <a:pt x="0" y="0"/>
                </a:lnTo>
                <a:lnTo>
                  <a:pt x="0" y="58533"/>
                </a:lnTo>
                <a:close/>
                <a:moveTo>
                  <a:pt x="0" y="199013"/>
                </a:moveTo>
                <a:lnTo>
                  <a:pt x="23413" y="199013"/>
                </a:lnTo>
                <a:lnTo>
                  <a:pt x="23413" y="128773"/>
                </a:lnTo>
                <a:lnTo>
                  <a:pt x="0" y="128773"/>
                </a:lnTo>
                <a:lnTo>
                  <a:pt x="0" y="199013"/>
                </a:lnTo>
                <a:close/>
                <a:moveTo>
                  <a:pt x="35120" y="327786"/>
                </a:moveTo>
                <a:lnTo>
                  <a:pt x="35120" y="304373"/>
                </a:lnTo>
                <a:lnTo>
                  <a:pt x="23413" y="304373"/>
                </a:lnTo>
                <a:lnTo>
                  <a:pt x="23413" y="269253"/>
                </a:lnTo>
                <a:lnTo>
                  <a:pt x="0" y="269253"/>
                </a:lnTo>
                <a:lnTo>
                  <a:pt x="0" y="327786"/>
                </a:lnTo>
                <a:lnTo>
                  <a:pt x="35120" y="327786"/>
                </a:lnTo>
                <a:close/>
                <a:moveTo>
                  <a:pt x="175600" y="327786"/>
                </a:moveTo>
                <a:lnTo>
                  <a:pt x="175600" y="304373"/>
                </a:lnTo>
                <a:lnTo>
                  <a:pt x="105360" y="304373"/>
                </a:lnTo>
                <a:lnTo>
                  <a:pt x="105360" y="327786"/>
                </a:lnTo>
                <a:lnTo>
                  <a:pt x="175600" y="327786"/>
                </a:lnTo>
                <a:close/>
                <a:moveTo>
                  <a:pt x="316079" y="327786"/>
                </a:moveTo>
                <a:lnTo>
                  <a:pt x="316079" y="304373"/>
                </a:lnTo>
                <a:lnTo>
                  <a:pt x="245839" y="304373"/>
                </a:lnTo>
                <a:lnTo>
                  <a:pt x="245839" y="327786"/>
                </a:lnTo>
                <a:lnTo>
                  <a:pt x="316079" y="327786"/>
                </a:lnTo>
                <a:close/>
                <a:moveTo>
                  <a:pt x="433146" y="0"/>
                </a:moveTo>
                <a:lnTo>
                  <a:pt x="433146" y="23413"/>
                </a:lnTo>
                <a:lnTo>
                  <a:pt x="503386" y="23413"/>
                </a:lnTo>
                <a:lnTo>
                  <a:pt x="503386" y="0"/>
                </a:lnTo>
                <a:lnTo>
                  <a:pt x="433146" y="0"/>
                </a:lnTo>
                <a:close/>
                <a:moveTo>
                  <a:pt x="573625" y="0"/>
                </a:moveTo>
                <a:lnTo>
                  <a:pt x="573625" y="23413"/>
                </a:lnTo>
                <a:lnTo>
                  <a:pt x="643865" y="23413"/>
                </a:lnTo>
                <a:lnTo>
                  <a:pt x="643865" y="0"/>
                </a:lnTo>
                <a:lnTo>
                  <a:pt x="573625" y="0"/>
                </a:lnTo>
                <a:close/>
                <a:moveTo>
                  <a:pt x="725812" y="11707"/>
                </a:moveTo>
                <a:lnTo>
                  <a:pt x="702398" y="11707"/>
                </a:lnTo>
                <a:lnTo>
                  <a:pt x="702398" y="81946"/>
                </a:lnTo>
                <a:lnTo>
                  <a:pt x="725812" y="81946"/>
                </a:lnTo>
                <a:lnTo>
                  <a:pt x="725812" y="11707"/>
                </a:lnTo>
                <a:close/>
                <a:moveTo>
                  <a:pt x="725812" y="152186"/>
                </a:moveTo>
                <a:lnTo>
                  <a:pt x="702398" y="152186"/>
                </a:lnTo>
                <a:lnTo>
                  <a:pt x="702398" y="222426"/>
                </a:lnTo>
                <a:lnTo>
                  <a:pt x="725812" y="222426"/>
                </a:lnTo>
                <a:lnTo>
                  <a:pt x="725812" y="152186"/>
                </a:lnTo>
                <a:close/>
                <a:moveTo>
                  <a:pt x="725812" y="292666"/>
                </a:moveTo>
                <a:lnTo>
                  <a:pt x="702398" y="292666"/>
                </a:lnTo>
                <a:lnTo>
                  <a:pt x="702398" y="304373"/>
                </a:lnTo>
                <a:lnTo>
                  <a:pt x="667279" y="304373"/>
                </a:lnTo>
                <a:lnTo>
                  <a:pt x="667279" y="327786"/>
                </a:lnTo>
                <a:lnTo>
                  <a:pt x="725812" y="327786"/>
                </a:lnTo>
                <a:lnTo>
                  <a:pt x="725812" y="292666"/>
                </a:lnTo>
                <a:close/>
                <a:moveTo>
                  <a:pt x="456559" y="304373"/>
                </a:moveTo>
                <a:lnTo>
                  <a:pt x="386319" y="304373"/>
                </a:lnTo>
                <a:lnTo>
                  <a:pt x="386319" y="327786"/>
                </a:lnTo>
                <a:lnTo>
                  <a:pt x="456559" y="327786"/>
                </a:lnTo>
                <a:lnTo>
                  <a:pt x="456559" y="304373"/>
                </a:lnTo>
                <a:close/>
                <a:moveTo>
                  <a:pt x="597039" y="304373"/>
                </a:moveTo>
                <a:lnTo>
                  <a:pt x="526799" y="304373"/>
                </a:lnTo>
                <a:lnTo>
                  <a:pt x="526799" y="327786"/>
                </a:lnTo>
                <a:lnTo>
                  <a:pt x="597039" y="327786"/>
                </a:lnTo>
                <a:lnTo>
                  <a:pt x="597039" y="304373"/>
                </a:lnTo>
                <a:close/>
              </a:path>
            </a:pathLst>
          </a:custGeom>
          <a:solidFill xmlns:a="http://schemas.openxmlformats.org/drawingml/2006/main">
            <a:srgbClr val="D6B65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Text Spe">
            <a:extLst xmlns:a="http://schemas.openxmlformats.org/drawingml/2006/main">
              <a:ext uri="{FF2B5EF4-FFF2-40B4-BE49-F238E27FC236}">
                <a16:creationId xmlns:a16="http://schemas.microsoft.com/office/drawing/2014/main" id="{991AC0CA-48E6-4FCA-A729-E728420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799" y="2620555"/>
            <a:ext cx="263920" cy="166820"/>
          </a:xfrm>
          <a:custGeom xmlns:a="http://schemas.openxmlformats.org/drawingml/2006/main">
            <a:pathLst>
              <a:path w="263920" h="166820">
                <a:moveTo>
                  <a:pt x="74173" y="0"/>
                </a:moveTo>
                <a:lnTo>
                  <a:pt x="74173" y="42802"/>
                </a:lnTo>
                <a:lnTo>
                  <a:pt x="70789" y="42802"/>
                </a:lnTo>
                <a:cubicBezTo>
                  <a:pt x="69691" y="34571"/>
                  <a:pt x="67725" y="28017"/>
                  <a:pt x="64890" y="23139"/>
                </a:cubicBezTo>
                <a:cubicBezTo>
                  <a:pt x="62054" y="18261"/>
                  <a:pt x="58015" y="14389"/>
                  <a:pt x="52771" y="11524"/>
                </a:cubicBezTo>
                <a:cubicBezTo>
                  <a:pt x="47528" y="8658"/>
                  <a:pt x="42101" y="7225"/>
                  <a:pt x="36492" y="7225"/>
                </a:cubicBezTo>
                <a:cubicBezTo>
                  <a:pt x="30151" y="7225"/>
                  <a:pt x="24907" y="9160"/>
                  <a:pt x="20761" y="13030"/>
                </a:cubicBezTo>
                <a:cubicBezTo>
                  <a:pt x="16615" y="16898"/>
                  <a:pt x="14542" y="21299"/>
                  <a:pt x="14542" y="26234"/>
                </a:cubicBezTo>
                <a:cubicBezTo>
                  <a:pt x="14542" y="30013"/>
                  <a:pt x="15853" y="33455"/>
                  <a:pt x="18475" y="36560"/>
                </a:cubicBezTo>
                <a:cubicBezTo>
                  <a:pt x="22255" y="41131"/>
                  <a:pt x="31248" y="47225"/>
                  <a:pt x="45455" y="54841"/>
                </a:cubicBezTo>
                <a:cubicBezTo>
                  <a:pt x="57039" y="61054"/>
                  <a:pt x="64951" y="65821"/>
                  <a:pt x="69188" y="69142"/>
                </a:cubicBezTo>
                <a:cubicBezTo>
                  <a:pt x="73426" y="72462"/>
                  <a:pt x="76688" y="76376"/>
                  <a:pt x="78974" y="80886"/>
                </a:cubicBezTo>
                <a:cubicBezTo>
                  <a:pt x="81261" y="85394"/>
                  <a:pt x="82404" y="90116"/>
                  <a:pt x="82404" y="95051"/>
                </a:cubicBezTo>
                <a:cubicBezTo>
                  <a:pt x="82404" y="104433"/>
                  <a:pt x="78761" y="112521"/>
                  <a:pt x="71475" y="119316"/>
                </a:cubicBezTo>
                <a:cubicBezTo>
                  <a:pt x="64188" y="126108"/>
                  <a:pt x="54814" y="129505"/>
                  <a:pt x="43351" y="129505"/>
                </a:cubicBezTo>
                <a:cubicBezTo>
                  <a:pt x="39754" y="129505"/>
                  <a:pt x="36370" y="129234"/>
                  <a:pt x="33199" y="128693"/>
                </a:cubicBezTo>
                <a:cubicBezTo>
                  <a:pt x="31309" y="128392"/>
                  <a:pt x="27392" y="127294"/>
                  <a:pt x="21447" y="125398"/>
                </a:cubicBezTo>
                <a:cubicBezTo>
                  <a:pt x="15502" y="123502"/>
                  <a:pt x="11737" y="122554"/>
                  <a:pt x="10152" y="122554"/>
                </a:cubicBezTo>
                <a:cubicBezTo>
                  <a:pt x="8628" y="122554"/>
                  <a:pt x="7423" y="123005"/>
                  <a:pt x="6539" y="123909"/>
                </a:cubicBezTo>
                <a:cubicBezTo>
                  <a:pt x="5655" y="124812"/>
                  <a:pt x="5000" y="126677"/>
                  <a:pt x="4573" y="129505"/>
                </a:cubicBezTo>
                <a:lnTo>
                  <a:pt x="1189" y="129505"/>
                </a:lnTo>
                <a:lnTo>
                  <a:pt x="1189" y="87068"/>
                </a:lnTo>
                <a:lnTo>
                  <a:pt x="4573" y="87068"/>
                </a:lnTo>
                <a:cubicBezTo>
                  <a:pt x="6158" y="95970"/>
                  <a:pt x="8292" y="102631"/>
                  <a:pt x="10975" y="107052"/>
                </a:cubicBezTo>
                <a:cubicBezTo>
                  <a:pt x="13658" y="111472"/>
                  <a:pt x="17758" y="115146"/>
                  <a:pt x="23276" y="118072"/>
                </a:cubicBezTo>
                <a:cubicBezTo>
                  <a:pt x="28794" y="120999"/>
                  <a:pt x="34846" y="122462"/>
                  <a:pt x="41431" y="122462"/>
                </a:cubicBezTo>
                <a:cubicBezTo>
                  <a:pt x="49052" y="122462"/>
                  <a:pt x="55073" y="120452"/>
                  <a:pt x="59494" y="116432"/>
                </a:cubicBezTo>
                <a:cubicBezTo>
                  <a:pt x="63914" y="112410"/>
                  <a:pt x="66124" y="107657"/>
                  <a:pt x="66124" y="102173"/>
                </a:cubicBezTo>
                <a:cubicBezTo>
                  <a:pt x="66124" y="99126"/>
                  <a:pt x="65286" y="96050"/>
                  <a:pt x="63609" y="92944"/>
                </a:cubicBezTo>
                <a:cubicBezTo>
                  <a:pt x="61932" y="89837"/>
                  <a:pt x="59326" y="86942"/>
                  <a:pt x="55789" y="84262"/>
                </a:cubicBezTo>
                <a:cubicBezTo>
                  <a:pt x="53412" y="82434"/>
                  <a:pt x="46918" y="78550"/>
                  <a:pt x="36309" y="72609"/>
                </a:cubicBezTo>
                <a:cubicBezTo>
                  <a:pt x="25700" y="66668"/>
                  <a:pt x="18154" y="61931"/>
                  <a:pt x="13673" y="58399"/>
                </a:cubicBezTo>
                <a:cubicBezTo>
                  <a:pt x="9192" y="54864"/>
                  <a:pt x="5792" y="50965"/>
                  <a:pt x="3475" y="46701"/>
                </a:cubicBezTo>
                <a:cubicBezTo>
                  <a:pt x="1158" y="42435"/>
                  <a:pt x="0" y="37743"/>
                  <a:pt x="0" y="32625"/>
                </a:cubicBezTo>
                <a:cubicBezTo>
                  <a:pt x="0" y="23731"/>
                  <a:pt x="3414" y="16070"/>
                  <a:pt x="10243" y="9643"/>
                </a:cubicBezTo>
                <a:cubicBezTo>
                  <a:pt x="17072" y="3214"/>
                  <a:pt x="25761" y="0"/>
                  <a:pt x="36309" y="0"/>
                </a:cubicBezTo>
                <a:cubicBezTo>
                  <a:pt x="42894" y="0"/>
                  <a:pt x="49875" y="1616"/>
                  <a:pt x="57253" y="4847"/>
                </a:cubicBezTo>
                <a:cubicBezTo>
                  <a:pt x="60667" y="6372"/>
                  <a:pt x="63076" y="7134"/>
                  <a:pt x="64478" y="7134"/>
                </a:cubicBezTo>
                <a:cubicBezTo>
                  <a:pt x="66063" y="7134"/>
                  <a:pt x="67359" y="6661"/>
                  <a:pt x="68365" y="5716"/>
                </a:cubicBezTo>
                <a:cubicBezTo>
                  <a:pt x="69371" y="4771"/>
                  <a:pt x="70179" y="2866"/>
                  <a:pt x="70789" y="0"/>
                </a:cubicBezTo>
                <a:lnTo>
                  <a:pt x="74173" y="0"/>
                </a:lnTo>
                <a:close/>
                <a:moveTo>
                  <a:pt x="92252" y="51225"/>
                </a:moveTo>
                <a:lnTo>
                  <a:pt x="118043" y="40790"/>
                </a:lnTo>
                <a:lnTo>
                  <a:pt x="121519" y="40790"/>
                </a:lnTo>
                <a:lnTo>
                  <a:pt x="121519" y="60362"/>
                </a:lnTo>
                <a:cubicBezTo>
                  <a:pt x="125848" y="52985"/>
                  <a:pt x="130192" y="47848"/>
                  <a:pt x="134551" y="44952"/>
                </a:cubicBezTo>
                <a:cubicBezTo>
                  <a:pt x="138911" y="42055"/>
                  <a:pt x="143499" y="40607"/>
                  <a:pt x="148316" y="40607"/>
                </a:cubicBezTo>
                <a:cubicBezTo>
                  <a:pt x="156730" y="40607"/>
                  <a:pt x="163742" y="43896"/>
                  <a:pt x="169351" y="50473"/>
                </a:cubicBezTo>
                <a:cubicBezTo>
                  <a:pt x="176241" y="58514"/>
                  <a:pt x="179686" y="68991"/>
                  <a:pt x="179686" y="81904"/>
                </a:cubicBezTo>
                <a:cubicBezTo>
                  <a:pt x="179686" y="96339"/>
                  <a:pt x="175540" y="108277"/>
                  <a:pt x="167248" y="117718"/>
                </a:cubicBezTo>
                <a:cubicBezTo>
                  <a:pt x="160419" y="125454"/>
                  <a:pt x="151822" y="129322"/>
                  <a:pt x="141457" y="129322"/>
                </a:cubicBezTo>
                <a:cubicBezTo>
                  <a:pt x="136945" y="129322"/>
                  <a:pt x="133042" y="128682"/>
                  <a:pt x="129750" y="127401"/>
                </a:cubicBezTo>
                <a:cubicBezTo>
                  <a:pt x="127311" y="126487"/>
                  <a:pt x="124567" y="124657"/>
                  <a:pt x="121519" y="121914"/>
                </a:cubicBezTo>
                <a:lnTo>
                  <a:pt x="121519" y="147431"/>
                </a:lnTo>
                <a:cubicBezTo>
                  <a:pt x="121519" y="153162"/>
                  <a:pt x="121869" y="156805"/>
                  <a:pt x="122570" y="158360"/>
                </a:cubicBezTo>
                <a:cubicBezTo>
                  <a:pt x="123272" y="159915"/>
                  <a:pt x="124491" y="161149"/>
                  <a:pt x="126229" y="162064"/>
                </a:cubicBezTo>
                <a:cubicBezTo>
                  <a:pt x="127966" y="162978"/>
                  <a:pt x="131122" y="163436"/>
                  <a:pt x="135695" y="163436"/>
                </a:cubicBezTo>
                <a:lnTo>
                  <a:pt x="135695" y="166820"/>
                </a:lnTo>
                <a:lnTo>
                  <a:pt x="91795" y="166820"/>
                </a:lnTo>
                <a:lnTo>
                  <a:pt x="91795" y="163436"/>
                </a:lnTo>
                <a:lnTo>
                  <a:pt x="94081" y="163436"/>
                </a:lnTo>
                <a:cubicBezTo>
                  <a:pt x="97435" y="163497"/>
                  <a:pt x="100300" y="162856"/>
                  <a:pt x="102678" y="161512"/>
                </a:cubicBezTo>
                <a:cubicBezTo>
                  <a:pt x="103837" y="160842"/>
                  <a:pt x="104736" y="159758"/>
                  <a:pt x="105376" y="158263"/>
                </a:cubicBezTo>
                <a:cubicBezTo>
                  <a:pt x="106016" y="156769"/>
                  <a:pt x="106337" y="152971"/>
                  <a:pt x="106337" y="146870"/>
                </a:cubicBezTo>
                <a:lnTo>
                  <a:pt x="106337" y="67608"/>
                </a:lnTo>
                <a:cubicBezTo>
                  <a:pt x="106337" y="62177"/>
                  <a:pt x="106093" y="58730"/>
                  <a:pt x="105605" y="57267"/>
                </a:cubicBezTo>
                <a:cubicBezTo>
                  <a:pt x="105117" y="55802"/>
                  <a:pt x="104340" y="54703"/>
                  <a:pt x="103273" y="53972"/>
                </a:cubicBezTo>
                <a:cubicBezTo>
                  <a:pt x="102206" y="53238"/>
                  <a:pt x="100758" y="52871"/>
                  <a:pt x="98928" y="52871"/>
                </a:cubicBezTo>
                <a:cubicBezTo>
                  <a:pt x="97465" y="52871"/>
                  <a:pt x="95605" y="53298"/>
                  <a:pt x="93350" y="54152"/>
                </a:cubicBezTo>
                <a:lnTo>
                  <a:pt x="92252" y="51225"/>
                </a:lnTo>
                <a:moveTo>
                  <a:pt x="121519" y="65924"/>
                </a:moveTo>
                <a:lnTo>
                  <a:pt x="121519" y="97163"/>
                </a:lnTo>
                <a:cubicBezTo>
                  <a:pt x="121519" y="103923"/>
                  <a:pt x="121793" y="108368"/>
                  <a:pt x="122342" y="110499"/>
                </a:cubicBezTo>
                <a:cubicBezTo>
                  <a:pt x="123195" y="114031"/>
                  <a:pt x="125284" y="117137"/>
                  <a:pt x="128607" y="119816"/>
                </a:cubicBezTo>
                <a:cubicBezTo>
                  <a:pt x="131930" y="122495"/>
                  <a:pt x="136121" y="123834"/>
                  <a:pt x="141182" y="123834"/>
                </a:cubicBezTo>
                <a:cubicBezTo>
                  <a:pt x="147279" y="123834"/>
                  <a:pt x="152218" y="121459"/>
                  <a:pt x="155998" y="116709"/>
                </a:cubicBezTo>
                <a:cubicBezTo>
                  <a:pt x="160937" y="110500"/>
                  <a:pt x="163406" y="101761"/>
                  <a:pt x="163406" y="90495"/>
                </a:cubicBezTo>
                <a:cubicBezTo>
                  <a:pt x="163406" y="77708"/>
                  <a:pt x="160602" y="67874"/>
                  <a:pt x="154992" y="60994"/>
                </a:cubicBezTo>
                <a:cubicBezTo>
                  <a:pt x="151090" y="56244"/>
                  <a:pt x="146456" y="53869"/>
                  <a:pt x="141091" y="53869"/>
                </a:cubicBezTo>
                <a:cubicBezTo>
                  <a:pt x="138164" y="53869"/>
                  <a:pt x="135268" y="54600"/>
                  <a:pt x="132402" y="56061"/>
                </a:cubicBezTo>
                <a:cubicBezTo>
                  <a:pt x="130207" y="57157"/>
                  <a:pt x="126579" y="60444"/>
                  <a:pt x="121519" y="65924"/>
                </a:cubicBezTo>
                <a:close/>
                <a:moveTo>
                  <a:pt x="206027" y="74630"/>
                </a:moveTo>
                <a:cubicBezTo>
                  <a:pt x="205966" y="87040"/>
                  <a:pt x="208984" y="96773"/>
                  <a:pt x="215081" y="103831"/>
                </a:cubicBezTo>
                <a:cubicBezTo>
                  <a:pt x="221178" y="110886"/>
                  <a:pt x="228342" y="114414"/>
                  <a:pt x="236574" y="114414"/>
                </a:cubicBezTo>
                <a:cubicBezTo>
                  <a:pt x="242061" y="114414"/>
                  <a:pt x="246832" y="112905"/>
                  <a:pt x="250887" y="109887"/>
                </a:cubicBezTo>
                <a:cubicBezTo>
                  <a:pt x="254941" y="106869"/>
                  <a:pt x="258341" y="101701"/>
                  <a:pt x="261084" y="94385"/>
                </a:cubicBezTo>
                <a:lnTo>
                  <a:pt x="263920" y="96214"/>
                </a:lnTo>
                <a:cubicBezTo>
                  <a:pt x="262639" y="104567"/>
                  <a:pt x="258920" y="112173"/>
                  <a:pt x="252762" y="119033"/>
                </a:cubicBezTo>
                <a:cubicBezTo>
                  <a:pt x="246603" y="125892"/>
                  <a:pt x="238890" y="129322"/>
                  <a:pt x="229623" y="129322"/>
                </a:cubicBezTo>
                <a:cubicBezTo>
                  <a:pt x="219562" y="129322"/>
                  <a:pt x="210950" y="125413"/>
                  <a:pt x="203786" y="117595"/>
                </a:cubicBezTo>
                <a:cubicBezTo>
                  <a:pt x="196622" y="109775"/>
                  <a:pt x="193039" y="99264"/>
                  <a:pt x="193039" y="86059"/>
                </a:cubicBezTo>
                <a:cubicBezTo>
                  <a:pt x="193039" y="71761"/>
                  <a:pt x="196713" y="60612"/>
                  <a:pt x="204060" y="52611"/>
                </a:cubicBezTo>
                <a:cubicBezTo>
                  <a:pt x="211407" y="44609"/>
                  <a:pt x="220629" y="40607"/>
                  <a:pt x="231726" y="40607"/>
                </a:cubicBezTo>
                <a:cubicBezTo>
                  <a:pt x="241116" y="40607"/>
                  <a:pt x="248829" y="43694"/>
                  <a:pt x="254865" y="49868"/>
                </a:cubicBezTo>
                <a:cubicBezTo>
                  <a:pt x="260901" y="56039"/>
                  <a:pt x="263920" y="64293"/>
                  <a:pt x="263920" y="74630"/>
                </a:cubicBezTo>
                <a:lnTo>
                  <a:pt x="206027" y="74630"/>
                </a:lnTo>
                <a:moveTo>
                  <a:pt x="206027" y="69325"/>
                </a:moveTo>
                <a:lnTo>
                  <a:pt x="244805" y="69325"/>
                </a:lnTo>
                <a:cubicBezTo>
                  <a:pt x="244500" y="63960"/>
                  <a:pt x="243860" y="60179"/>
                  <a:pt x="242884" y="57984"/>
                </a:cubicBezTo>
                <a:cubicBezTo>
                  <a:pt x="241360" y="54570"/>
                  <a:pt x="239089" y="51887"/>
                  <a:pt x="236071" y="49936"/>
                </a:cubicBezTo>
                <a:cubicBezTo>
                  <a:pt x="233052" y="47985"/>
                  <a:pt x="229897" y="47009"/>
                  <a:pt x="226605" y="47009"/>
                </a:cubicBezTo>
                <a:cubicBezTo>
                  <a:pt x="221544" y="47009"/>
                  <a:pt x="217017" y="48976"/>
                  <a:pt x="213023" y="52909"/>
                </a:cubicBezTo>
                <a:cubicBezTo>
                  <a:pt x="209029" y="56841"/>
                  <a:pt x="206697" y="62313"/>
                  <a:pt x="206027" y="693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029A4-82D2-4EF5-8AB7-917F22F0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53" y="2176583"/>
            <a:ext cx="905311" cy="340686"/>
          </a:xfrm>
          <a:custGeom xmlns:a="http://schemas.openxmlformats.org/drawingml/2006/main">
            <a:pathLst>
              <a:path w="905311" h="340686">
                <a:moveTo>
                  <a:pt x="6335" y="0"/>
                </a:moveTo>
                <a:lnTo>
                  <a:pt x="59215" y="19003"/>
                </a:lnTo>
                <a:lnTo>
                  <a:pt x="52881" y="36631"/>
                </a:lnTo>
                <a:lnTo>
                  <a:pt x="0" y="17627"/>
                </a:lnTo>
                <a:moveTo>
                  <a:pt x="112097" y="38007"/>
                </a:moveTo>
                <a:lnTo>
                  <a:pt x="164977" y="57010"/>
                </a:lnTo>
                <a:lnTo>
                  <a:pt x="158643" y="74637"/>
                </a:lnTo>
                <a:lnTo>
                  <a:pt x="105762" y="55634"/>
                </a:lnTo>
                <a:moveTo>
                  <a:pt x="217859" y="76014"/>
                </a:moveTo>
                <a:lnTo>
                  <a:pt x="270739" y="95017"/>
                </a:lnTo>
                <a:lnTo>
                  <a:pt x="264405" y="112644"/>
                </a:lnTo>
                <a:lnTo>
                  <a:pt x="211524" y="93641"/>
                </a:lnTo>
                <a:moveTo>
                  <a:pt x="323620" y="114021"/>
                </a:moveTo>
                <a:lnTo>
                  <a:pt x="376501" y="133024"/>
                </a:lnTo>
                <a:lnTo>
                  <a:pt x="370167" y="150651"/>
                </a:lnTo>
                <a:lnTo>
                  <a:pt x="317285" y="131648"/>
                </a:lnTo>
                <a:moveTo>
                  <a:pt x="429382" y="152028"/>
                </a:moveTo>
                <a:lnTo>
                  <a:pt x="482264" y="171031"/>
                </a:lnTo>
                <a:lnTo>
                  <a:pt x="475929" y="188658"/>
                </a:lnTo>
                <a:lnTo>
                  <a:pt x="423047" y="169655"/>
                </a:lnTo>
                <a:moveTo>
                  <a:pt x="535144" y="190035"/>
                </a:moveTo>
                <a:lnTo>
                  <a:pt x="588026" y="209038"/>
                </a:lnTo>
                <a:lnTo>
                  <a:pt x="581691" y="226665"/>
                </a:lnTo>
                <a:lnTo>
                  <a:pt x="528809" y="207662"/>
                </a:lnTo>
                <a:moveTo>
                  <a:pt x="640906" y="228041"/>
                </a:moveTo>
                <a:lnTo>
                  <a:pt x="693787" y="247045"/>
                </a:lnTo>
                <a:lnTo>
                  <a:pt x="687452" y="264672"/>
                </a:lnTo>
                <a:lnTo>
                  <a:pt x="634571" y="245669"/>
                </a:lnTo>
                <a:moveTo>
                  <a:pt x="746668" y="266048"/>
                </a:moveTo>
                <a:lnTo>
                  <a:pt x="799549" y="285052"/>
                </a:lnTo>
                <a:lnTo>
                  <a:pt x="793214" y="302679"/>
                </a:lnTo>
                <a:lnTo>
                  <a:pt x="740334" y="283676"/>
                </a:lnTo>
                <a:moveTo>
                  <a:pt x="852430" y="304055"/>
                </a:moveTo>
                <a:lnTo>
                  <a:pt x="905311" y="323059"/>
                </a:lnTo>
                <a:lnTo>
                  <a:pt x="898976" y="340686"/>
                </a:lnTo>
                <a:lnTo>
                  <a:pt x="846096" y="3216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8C91D-2477-4097-9E0C-732CE129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689" y="2486726"/>
            <a:ext cx="69069" cy="42846"/>
          </a:xfrm>
          <a:custGeom xmlns:a="http://schemas.openxmlformats.org/drawingml/2006/main">
            <a:pathLst>
              <a:path w="69069" h="42846">
                <a:moveTo>
                  <a:pt x="69069" y="42846"/>
                </a:moveTo>
                <a:lnTo>
                  <a:pt x="0" y="41207"/>
                </a:lnTo>
                <a:lnTo>
                  <a:pt x="22711" y="26223"/>
                </a:lnTo>
                <a:lnTo>
                  <a:pt x="14750" y="0"/>
                </a:lnTo>
                <a:lnTo>
                  <a:pt x="69069" y="42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BC29F-9802-4E7B-A730-7F60219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689" y="2486726"/>
            <a:ext cx="69069" cy="42846"/>
          </a:xfrm>
          <a:custGeom xmlns:a="http://schemas.openxmlformats.org/drawingml/2006/main">
            <a:pathLst>
              <a:path w="69069" h="42846" fill="none">
                <a:moveTo>
                  <a:pt x="69069" y="42846"/>
                </a:moveTo>
                <a:lnTo>
                  <a:pt x="0" y="41207"/>
                </a:lnTo>
                <a:lnTo>
                  <a:pt x="22711" y="26223"/>
                </a:lnTo>
                <a:lnTo>
                  <a:pt x="14750" y="0"/>
                </a:lnTo>
                <a:lnTo>
                  <a:pt x="69069" y="428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B054C-2DD7-438A-BE9F-E0CF7E77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415" y="3121928"/>
            <a:ext cx="468266" cy="304373"/>
          </a:xfrm>
          <a:custGeom xmlns:a="http://schemas.openxmlformats.org/drawingml/2006/main">
            <a:pathLst>
              <a:path w="468266" h="304373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54A6B-576A-4D4C-8AE7-D523236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708" y="3110221"/>
            <a:ext cx="491679" cy="327786"/>
          </a:xfrm>
          <a:custGeom xmlns:a="http://schemas.openxmlformats.org/drawingml/2006/main">
            <a:pathLst>
              <a:path w="491679" h="327786">
                <a:moveTo>
                  <a:pt x="81946" y="0"/>
                </a:moveTo>
                <a:lnTo>
                  <a:pt x="11707" y="0"/>
                </a:lnTo>
                <a:lnTo>
                  <a:pt x="11707" y="23413"/>
                </a:lnTo>
                <a:lnTo>
                  <a:pt x="81946" y="23413"/>
                </a:lnTo>
                <a:lnTo>
                  <a:pt x="81946" y="0"/>
                </a:lnTo>
                <a:close/>
                <a:moveTo>
                  <a:pt x="152186" y="0"/>
                </a:moveTo>
                <a:lnTo>
                  <a:pt x="152186" y="23413"/>
                </a:lnTo>
                <a:lnTo>
                  <a:pt x="222426" y="23413"/>
                </a:lnTo>
                <a:lnTo>
                  <a:pt x="222426" y="0"/>
                </a:lnTo>
                <a:lnTo>
                  <a:pt x="152186" y="0"/>
                </a:lnTo>
                <a:close/>
                <a:moveTo>
                  <a:pt x="0" y="152186"/>
                </a:moveTo>
                <a:lnTo>
                  <a:pt x="23413" y="152186"/>
                </a:lnTo>
                <a:lnTo>
                  <a:pt x="23413" y="81946"/>
                </a:lnTo>
                <a:lnTo>
                  <a:pt x="0" y="81946"/>
                </a:lnTo>
                <a:lnTo>
                  <a:pt x="0" y="152186"/>
                </a:lnTo>
                <a:close/>
                <a:moveTo>
                  <a:pt x="0" y="222426"/>
                </a:moveTo>
                <a:lnTo>
                  <a:pt x="0" y="292666"/>
                </a:lnTo>
                <a:lnTo>
                  <a:pt x="23413" y="292666"/>
                </a:lnTo>
                <a:lnTo>
                  <a:pt x="23413" y="222426"/>
                </a:lnTo>
                <a:lnTo>
                  <a:pt x="0" y="222426"/>
                </a:lnTo>
                <a:close/>
                <a:moveTo>
                  <a:pt x="128773" y="327786"/>
                </a:moveTo>
                <a:lnTo>
                  <a:pt x="128773" y="304373"/>
                </a:lnTo>
                <a:lnTo>
                  <a:pt x="58533" y="304373"/>
                </a:lnTo>
                <a:lnTo>
                  <a:pt x="58533" y="327786"/>
                </a:lnTo>
                <a:lnTo>
                  <a:pt x="128773" y="327786"/>
                </a:lnTo>
                <a:close/>
                <a:moveTo>
                  <a:pt x="269253" y="327786"/>
                </a:moveTo>
                <a:lnTo>
                  <a:pt x="269253" y="304373"/>
                </a:lnTo>
                <a:lnTo>
                  <a:pt x="199013" y="304373"/>
                </a:lnTo>
                <a:lnTo>
                  <a:pt x="199013" y="327786"/>
                </a:lnTo>
                <a:lnTo>
                  <a:pt x="269253" y="327786"/>
                </a:lnTo>
                <a:close/>
                <a:moveTo>
                  <a:pt x="362906" y="0"/>
                </a:moveTo>
                <a:lnTo>
                  <a:pt x="292666" y="0"/>
                </a:lnTo>
                <a:lnTo>
                  <a:pt x="292666" y="23413"/>
                </a:lnTo>
                <a:lnTo>
                  <a:pt x="362906" y="23413"/>
                </a:lnTo>
                <a:lnTo>
                  <a:pt x="362906" y="0"/>
                </a:lnTo>
                <a:close/>
                <a:moveTo>
                  <a:pt x="433146" y="0"/>
                </a:moveTo>
                <a:lnTo>
                  <a:pt x="433146" y="23413"/>
                </a:lnTo>
                <a:lnTo>
                  <a:pt x="468266" y="23413"/>
                </a:lnTo>
                <a:lnTo>
                  <a:pt x="468266" y="35120"/>
                </a:lnTo>
                <a:lnTo>
                  <a:pt x="491679" y="35120"/>
                </a:lnTo>
                <a:lnTo>
                  <a:pt x="491679" y="0"/>
                </a:lnTo>
                <a:lnTo>
                  <a:pt x="433146" y="0"/>
                </a:lnTo>
                <a:close/>
                <a:moveTo>
                  <a:pt x="491679" y="175600"/>
                </a:moveTo>
                <a:lnTo>
                  <a:pt x="491679" y="105360"/>
                </a:lnTo>
                <a:lnTo>
                  <a:pt x="468266" y="105360"/>
                </a:lnTo>
                <a:lnTo>
                  <a:pt x="468266" y="175600"/>
                </a:lnTo>
                <a:lnTo>
                  <a:pt x="491679" y="175600"/>
                </a:lnTo>
                <a:close/>
                <a:moveTo>
                  <a:pt x="491679" y="245839"/>
                </a:moveTo>
                <a:lnTo>
                  <a:pt x="468266" y="245839"/>
                </a:lnTo>
                <a:lnTo>
                  <a:pt x="468266" y="316079"/>
                </a:lnTo>
                <a:lnTo>
                  <a:pt x="491679" y="316079"/>
                </a:lnTo>
                <a:lnTo>
                  <a:pt x="491679" y="245839"/>
                </a:lnTo>
                <a:close/>
                <a:moveTo>
                  <a:pt x="409732" y="327786"/>
                </a:moveTo>
                <a:lnTo>
                  <a:pt x="409732" y="304373"/>
                </a:lnTo>
                <a:lnTo>
                  <a:pt x="339493" y="304373"/>
                </a:lnTo>
                <a:lnTo>
                  <a:pt x="339493" y="327786"/>
                </a:lnTo>
                <a:lnTo>
                  <a:pt x="409732" y="327786"/>
                </a:lnTo>
                <a:close/>
              </a:path>
            </a:pathLst>
          </a:custGeom>
          <a:solidFill xmlns:a="http://schemas.openxmlformats.org/drawingml/2006/main">
            <a:srgbClr val="D6B65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Text is">
            <a:extLst xmlns:a="http://schemas.openxmlformats.org/drawingml/2006/main">
              <a:ext uri="{FF2B5EF4-FFF2-40B4-BE49-F238E27FC236}">
                <a16:creationId xmlns:a16="http://schemas.microsoft.com/office/drawing/2014/main" id="{FB72B84A-4D74-4170-A602-037A41B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771" y="3202594"/>
            <a:ext cx="112891" cy="132614"/>
          </a:xfrm>
          <a:custGeom xmlns:a="http://schemas.openxmlformats.org/drawingml/2006/main">
            <a:pathLst>
              <a:path w="112891" h="132614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106580" y="43900"/>
                </a:moveTo>
                <a:lnTo>
                  <a:pt x="106580" y="72252"/>
                </a:lnTo>
                <a:lnTo>
                  <a:pt x="103562" y="72252"/>
                </a:lnTo>
                <a:cubicBezTo>
                  <a:pt x="101245" y="63360"/>
                  <a:pt x="98273" y="57311"/>
                  <a:pt x="94645" y="54106"/>
                </a:cubicBezTo>
                <a:cubicBezTo>
                  <a:pt x="91017" y="50899"/>
                  <a:pt x="86399" y="49296"/>
                  <a:pt x="80789" y="49296"/>
                </a:cubicBezTo>
                <a:cubicBezTo>
                  <a:pt x="76521" y="49296"/>
                  <a:pt x="73076" y="50423"/>
                  <a:pt x="70454" y="52677"/>
                </a:cubicBezTo>
                <a:cubicBezTo>
                  <a:pt x="67833" y="54929"/>
                  <a:pt x="66522" y="57426"/>
                  <a:pt x="66522" y="60168"/>
                </a:cubicBezTo>
                <a:cubicBezTo>
                  <a:pt x="66522" y="63579"/>
                  <a:pt x="67497" y="66502"/>
                  <a:pt x="69448" y="68937"/>
                </a:cubicBezTo>
                <a:cubicBezTo>
                  <a:pt x="71339" y="71435"/>
                  <a:pt x="75180" y="74084"/>
                  <a:pt x="80972" y="76885"/>
                </a:cubicBezTo>
                <a:lnTo>
                  <a:pt x="94325" y="83373"/>
                </a:lnTo>
                <a:cubicBezTo>
                  <a:pt x="106702" y="89401"/>
                  <a:pt x="112891" y="97350"/>
                  <a:pt x="112891" y="107218"/>
                </a:cubicBezTo>
                <a:cubicBezTo>
                  <a:pt x="112891" y="114830"/>
                  <a:pt x="110010" y="120966"/>
                  <a:pt x="104248" y="125626"/>
                </a:cubicBezTo>
                <a:cubicBezTo>
                  <a:pt x="98486" y="130285"/>
                  <a:pt x="92039" y="132614"/>
                  <a:pt x="84905" y="132614"/>
                </a:cubicBezTo>
                <a:cubicBezTo>
                  <a:pt x="79783" y="132614"/>
                  <a:pt x="73930" y="131700"/>
                  <a:pt x="67345" y="129871"/>
                </a:cubicBezTo>
                <a:cubicBezTo>
                  <a:pt x="65333" y="129261"/>
                  <a:pt x="63687" y="128956"/>
                  <a:pt x="62406" y="128956"/>
                </a:cubicBezTo>
                <a:cubicBezTo>
                  <a:pt x="61004" y="128956"/>
                  <a:pt x="59906" y="129749"/>
                  <a:pt x="59114" y="131334"/>
                </a:cubicBezTo>
                <a:lnTo>
                  <a:pt x="56096" y="131334"/>
                </a:lnTo>
                <a:lnTo>
                  <a:pt x="56096" y="101336"/>
                </a:lnTo>
                <a:lnTo>
                  <a:pt x="59114" y="101336"/>
                </a:lnTo>
                <a:cubicBezTo>
                  <a:pt x="60821" y="109902"/>
                  <a:pt x="64083" y="116358"/>
                  <a:pt x="68900" y="120702"/>
                </a:cubicBezTo>
                <a:cubicBezTo>
                  <a:pt x="73716" y="125046"/>
                  <a:pt x="79112" y="127218"/>
                  <a:pt x="85088" y="127218"/>
                </a:cubicBezTo>
                <a:cubicBezTo>
                  <a:pt x="89295" y="127218"/>
                  <a:pt x="92725" y="125985"/>
                  <a:pt x="95377" y="123520"/>
                </a:cubicBezTo>
                <a:cubicBezTo>
                  <a:pt x="98029" y="121052"/>
                  <a:pt x="99355" y="118083"/>
                  <a:pt x="99355" y="114611"/>
                </a:cubicBezTo>
                <a:cubicBezTo>
                  <a:pt x="99355" y="110408"/>
                  <a:pt x="97877" y="106876"/>
                  <a:pt x="94920" y="104014"/>
                </a:cubicBezTo>
                <a:cubicBezTo>
                  <a:pt x="91962" y="101152"/>
                  <a:pt x="86063" y="97529"/>
                  <a:pt x="77222" y="93144"/>
                </a:cubicBezTo>
                <a:cubicBezTo>
                  <a:pt x="68381" y="88758"/>
                  <a:pt x="62589" y="84799"/>
                  <a:pt x="59845" y="81266"/>
                </a:cubicBezTo>
                <a:cubicBezTo>
                  <a:pt x="57102" y="77795"/>
                  <a:pt x="55730" y="73409"/>
                  <a:pt x="55730" y="68111"/>
                </a:cubicBezTo>
                <a:cubicBezTo>
                  <a:pt x="55730" y="61228"/>
                  <a:pt x="58092" y="55473"/>
                  <a:pt x="62818" y="50845"/>
                </a:cubicBezTo>
                <a:cubicBezTo>
                  <a:pt x="67543" y="46215"/>
                  <a:pt x="73655" y="43900"/>
                  <a:pt x="81155" y="43900"/>
                </a:cubicBezTo>
                <a:cubicBezTo>
                  <a:pt x="84448" y="43900"/>
                  <a:pt x="88441" y="44601"/>
                  <a:pt x="93136" y="46003"/>
                </a:cubicBezTo>
                <a:cubicBezTo>
                  <a:pt x="96246" y="46918"/>
                  <a:pt x="98319" y="47375"/>
                  <a:pt x="99355" y="47375"/>
                </a:cubicBezTo>
                <a:cubicBezTo>
                  <a:pt x="100331" y="47375"/>
                  <a:pt x="101093" y="47162"/>
                  <a:pt x="101642" y="46735"/>
                </a:cubicBezTo>
                <a:cubicBezTo>
                  <a:pt x="102190" y="46308"/>
                  <a:pt x="102831" y="45363"/>
                  <a:pt x="103562" y="43900"/>
                </a:cubicBezTo>
                <a:lnTo>
                  <a:pt x="106580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01C75-5D90-4A81-93AE-95191241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015" y="2832253"/>
            <a:ext cx="655638" cy="272635"/>
          </a:xfrm>
          <a:custGeom xmlns:a="http://schemas.openxmlformats.org/drawingml/2006/main">
            <a:pathLst>
              <a:path w="655638" h="272635">
                <a:moveTo>
                  <a:pt x="6856" y="0"/>
                </a:moveTo>
                <a:lnTo>
                  <a:pt x="59148" y="20570"/>
                </a:lnTo>
                <a:lnTo>
                  <a:pt x="52291" y="38000"/>
                </a:lnTo>
                <a:lnTo>
                  <a:pt x="0" y="17431"/>
                </a:lnTo>
                <a:moveTo>
                  <a:pt x="111440" y="41139"/>
                </a:moveTo>
                <a:lnTo>
                  <a:pt x="163731" y="61709"/>
                </a:lnTo>
                <a:lnTo>
                  <a:pt x="156875" y="79139"/>
                </a:lnTo>
                <a:lnTo>
                  <a:pt x="104584" y="58570"/>
                </a:lnTo>
                <a:moveTo>
                  <a:pt x="216023" y="82278"/>
                </a:moveTo>
                <a:lnTo>
                  <a:pt x="268315" y="102847"/>
                </a:lnTo>
                <a:lnTo>
                  <a:pt x="261459" y="120278"/>
                </a:lnTo>
                <a:lnTo>
                  <a:pt x="209167" y="99709"/>
                </a:lnTo>
                <a:moveTo>
                  <a:pt x="320607" y="123417"/>
                </a:moveTo>
                <a:lnTo>
                  <a:pt x="372898" y="143986"/>
                </a:lnTo>
                <a:lnTo>
                  <a:pt x="366042" y="161417"/>
                </a:lnTo>
                <a:lnTo>
                  <a:pt x="313750" y="140848"/>
                </a:lnTo>
                <a:moveTo>
                  <a:pt x="425190" y="164556"/>
                </a:moveTo>
                <a:lnTo>
                  <a:pt x="477482" y="185125"/>
                </a:lnTo>
                <a:lnTo>
                  <a:pt x="470626" y="202556"/>
                </a:lnTo>
                <a:lnTo>
                  <a:pt x="418334" y="181987"/>
                </a:lnTo>
                <a:moveTo>
                  <a:pt x="529774" y="205695"/>
                </a:moveTo>
                <a:lnTo>
                  <a:pt x="582065" y="226264"/>
                </a:lnTo>
                <a:lnTo>
                  <a:pt x="575208" y="243695"/>
                </a:lnTo>
                <a:lnTo>
                  <a:pt x="522917" y="223126"/>
                </a:lnTo>
                <a:moveTo>
                  <a:pt x="634357" y="246833"/>
                </a:moveTo>
                <a:lnTo>
                  <a:pt x="655638" y="255205"/>
                </a:lnTo>
                <a:lnTo>
                  <a:pt x="648782" y="272635"/>
                </a:lnTo>
                <a:lnTo>
                  <a:pt x="627501" y="2642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8547D-C77B-41B7-AA61-575C858E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046" y="3069951"/>
            <a:ext cx="69069" cy="44251"/>
          </a:xfrm>
          <a:custGeom xmlns:a="http://schemas.openxmlformats.org/drawingml/2006/main">
            <a:pathLst>
              <a:path w="69069" h="44251">
                <a:moveTo>
                  <a:pt x="69069" y="44251"/>
                </a:moveTo>
                <a:lnTo>
                  <a:pt x="0" y="40739"/>
                </a:lnTo>
                <a:lnTo>
                  <a:pt x="23179" y="26223"/>
                </a:lnTo>
                <a:lnTo>
                  <a:pt x="15921" y="0"/>
                </a:lnTo>
                <a:lnTo>
                  <a:pt x="69069" y="442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F8199-09CF-4EE4-B3D4-878889F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046" y="3069951"/>
            <a:ext cx="69069" cy="44251"/>
          </a:xfrm>
          <a:custGeom xmlns:a="http://schemas.openxmlformats.org/drawingml/2006/main">
            <a:pathLst>
              <a:path w="69069" h="44251" fill="none">
                <a:moveTo>
                  <a:pt x="69069" y="44251"/>
                </a:moveTo>
                <a:lnTo>
                  <a:pt x="0" y="40739"/>
                </a:lnTo>
                <a:lnTo>
                  <a:pt x="23179" y="26223"/>
                </a:lnTo>
                <a:lnTo>
                  <a:pt x="15921" y="0"/>
                </a:lnTo>
                <a:lnTo>
                  <a:pt x="69069" y="442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0A088-36C9-4899-A8C5-FF4B745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411" y="3121928"/>
            <a:ext cx="468266" cy="304373"/>
          </a:xfrm>
          <a:custGeom xmlns:a="http://schemas.openxmlformats.org/drawingml/2006/main">
            <a:pathLst>
              <a:path w="468266" h="304373">
                <a:moveTo>
                  <a:pt x="0" y="0"/>
                </a:moveTo>
                <a:lnTo>
                  <a:pt x="468266" y="0"/>
                </a:lnTo>
                <a:lnTo>
                  <a:pt x="468266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65034-9EE2-46A8-950B-04CB40D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704" y="3110221"/>
            <a:ext cx="491679" cy="327786"/>
          </a:xfrm>
          <a:custGeom xmlns:a="http://schemas.openxmlformats.org/drawingml/2006/main">
            <a:pathLst>
              <a:path w="491679" h="327786">
                <a:moveTo>
                  <a:pt x="81946" y="0"/>
                </a:moveTo>
                <a:lnTo>
                  <a:pt x="11707" y="0"/>
                </a:lnTo>
                <a:lnTo>
                  <a:pt x="11707" y="23413"/>
                </a:lnTo>
                <a:lnTo>
                  <a:pt x="81946" y="23413"/>
                </a:lnTo>
                <a:lnTo>
                  <a:pt x="81946" y="0"/>
                </a:lnTo>
                <a:close/>
                <a:moveTo>
                  <a:pt x="152186" y="0"/>
                </a:moveTo>
                <a:lnTo>
                  <a:pt x="152186" y="23413"/>
                </a:lnTo>
                <a:lnTo>
                  <a:pt x="222426" y="23413"/>
                </a:lnTo>
                <a:lnTo>
                  <a:pt x="222426" y="0"/>
                </a:lnTo>
                <a:lnTo>
                  <a:pt x="152186" y="0"/>
                </a:lnTo>
                <a:close/>
                <a:moveTo>
                  <a:pt x="0" y="152186"/>
                </a:moveTo>
                <a:lnTo>
                  <a:pt x="23413" y="152186"/>
                </a:lnTo>
                <a:lnTo>
                  <a:pt x="23413" y="81946"/>
                </a:lnTo>
                <a:lnTo>
                  <a:pt x="0" y="81946"/>
                </a:lnTo>
                <a:lnTo>
                  <a:pt x="0" y="152186"/>
                </a:lnTo>
                <a:close/>
                <a:moveTo>
                  <a:pt x="0" y="222426"/>
                </a:moveTo>
                <a:lnTo>
                  <a:pt x="0" y="292666"/>
                </a:lnTo>
                <a:lnTo>
                  <a:pt x="23413" y="292666"/>
                </a:lnTo>
                <a:lnTo>
                  <a:pt x="23413" y="222426"/>
                </a:lnTo>
                <a:lnTo>
                  <a:pt x="0" y="222426"/>
                </a:lnTo>
                <a:close/>
                <a:moveTo>
                  <a:pt x="128773" y="327786"/>
                </a:moveTo>
                <a:lnTo>
                  <a:pt x="128773" y="304373"/>
                </a:lnTo>
                <a:lnTo>
                  <a:pt x="58533" y="304373"/>
                </a:lnTo>
                <a:lnTo>
                  <a:pt x="58533" y="327786"/>
                </a:lnTo>
                <a:lnTo>
                  <a:pt x="128773" y="327786"/>
                </a:lnTo>
                <a:close/>
                <a:moveTo>
                  <a:pt x="269253" y="327786"/>
                </a:moveTo>
                <a:lnTo>
                  <a:pt x="269253" y="304373"/>
                </a:lnTo>
                <a:lnTo>
                  <a:pt x="199013" y="304373"/>
                </a:lnTo>
                <a:lnTo>
                  <a:pt x="199013" y="327786"/>
                </a:lnTo>
                <a:lnTo>
                  <a:pt x="269253" y="327786"/>
                </a:lnTo>
                <a:close/>
                <a:moveTo>
                  <a:pt x="362906" y="0"/>
                </a:moveTo>
                <a:lnTo>
                  <a:pt x="292666" y="0"/>
                </a:lnTo>
                <a:lnTo>
                  <a:pt x="292666" y="23413"/>
                </a:lnTo>
                <a:lnTo>
                  <a:pt x="362906" y="23413"/>
                </a:lnTo>
                <a:lnTo>
                  <a:pt x="362906" y="0"/>
                </a:lnTo>
                <a:close/>
                <a:moveTo>
                  <a:pt x="433146" y="0"/>
                </a:moveTo>
                <a:lnTo>
                  <a:pt x="433146" y="23413"/>
                </a:lnTo>
                <a:lnTo>
                  <a:pt x="468266" y="23413"/>
                </a:lnTo>
                <a:lnTo>
                  <a:pt x="468266" y="35120"/>
                </a:lnTo>
                <a:lnTo>
                  <a:pt x="491679" y="35120"/>
                </a:lnTo>
                <a:lnTo>
                  <a:pt x="491679" y="0"/>
                </a:lnTo>
                <a:lnTo>
                  <a:pt x="433146" y="0"/>
                </a:lnTo>
                <a:close/>
                <a:moveTo>
                  <a:pt x="491679" y="175600"/>
                </a:moveTo>
                <a:lnTo>
                  <a:pt x="491679" y="105360"/>
                </a:lnTo>
                <a:lnTo>
                  <a:pt x="468266" y="105360"/>
                </a:lnTo>
                <a:lnTo>
                  <a:pt x="468266" y="175600"/>
                </a:lnTo>
                <a:lnTo>
                  <a:pt x="491679" y="175600"/>
                </a:lnTo>
                <a:close/>
                <a:moveTo>
                  <a:pt x="491679" y="245839"/>
                </a:moveTo>
                <a:lnTo>
                  <a:pt x="468266" y="245839"/>
                </a:lnTo>
                <a:lnTo>
                  <a:pt x="468266" y="316079"/>
                </a:lnTo>
                <a:lnTo>
                  <a:pt x="491679" y="316079"/>
                </a:lnTo>
                <a:lnTo>
                  <a:pt x="491679" y="245839"/>
                </a:lnTo>
                <a:close/>
                <a:moveTo>
                  <a:pt x="409732" y="327786"/>
                </a:moveTo>
                <a:lnTo>
                  <a:pt x="409732" y="304373"/>
                </a:lnTo>
                <a:lnTo>
                  <a:pt x="339493" y="304373"/>
                </a:lnTo>
                <a:lnTo>
                  <a:pt x="339493" y="327786"/>
                </a:lnTo>
                <a:lnTo>
                  <a:pt x="409732" y="327786"/>
                </a:lnTo>
                <a:close/>
              </a:path>
            </a:pathLst>
          </a:custGeom>
          <a:solidFill xmlns:a="http://schemas.openxmlformats.org/drawingml/2006/main">
            <a:srgbClr val="D6B65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Text ers">
            <a:extLst xmlns:a="http://schemas.openxmlformats.org/drawingml/2006/main">
              <a:ext uri="{FF2B5EF4-FFF2-40B4-BE49-F238E27FC236}">
                <a16:creationId xmlns:a16="http://schemas.microsoft.com/office/drawing/2014/main" id="{A303B767-879A-48CB-804F-255D0547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404" y="3246494"/>
            <a:ext cx="204893" cy="88714"/>
          </a:xfrm>
          <a:custGeom xmlns:a="http://schemas.openxmlformats.org/drawingml/2006/main">
            <a:pathLst>
              <a:path w="204893" h="88714">
                <a:moveTo>
                  <a:pt x="12987" y="34022"/>
                </a:moveTo>
                <a:cubicBezTo>
                  <a:pt x="12926" y="46432"/>
                  <a:pt x="15944" y="56166"/>
                  <a:pt x="22041" y="63223"/>
                </a:cubicBezTo>
                <a:cubicBezTo>
                  <a:pt x="28139" y="70279"/>
                  <a:pt x="35303" y="73807"/>
                  <a:pt x="43534" y="73807"/>
                </a:cubicBezTo>
                <a:cubicBezTo>
                  <a:pt x="49022" y="73807"/>
                  <a:pt x="53793" y="72298"/>
                  <a:pt x="57847" y="69280"/>
                </a:cubicBezTo>
                <a:cubicBezTo>
                  <a:pt x="61902" y="66261"/>
                  <a:pt x="65301" y="61094"/>
                  <a:pt x="68045" y="53777"/>
                </a:cubicBezTo>
                <a:lnTo>
                  <a:pt x="70880" y="55607"/>
                </a:lnTo>
                <a:cubicBezTo>
                  <a:pt x="69600" y="63960"/>
                  <a:pt x="65880" y="71566"/>
                  <a:pt x="59722" y="78425"/>
                </a:cubicBezTo>
                <a:cubicBezTo>
                  <a:pt x="53564" y="85285"/>
                  <a:pt x="45851" y="88714"/>
                  <a:pt x="36583" y="88714"/>
                </a:cubicBezTo>
                <a:cubicBezTo>
                  <a:pt x="26523" y="88714"/>
                  <a:pt x="17911" y="84806"/>
                  <a:pt x="10746" y="76988"/>
                </a:cubicBezTo>
                <a:cubicBezTo>
                  <a:pt x="3582" y="69168"/>
                  <a:pt x="0" y="58656"/>
                  <a:pt x="0" y="45452"/>
                </a:cubicBezTo>
                <a:cubicBezTo>
                  <a:pt x="0" y="31154"/>
                  <a:pt x="3674" y="20005"/>
                  <a:pt x="11021" y="12004"/>
                </a:cubicBezTo>
                <a:cubicBezTo>
                  <a:pt x="18368" y="4001"/>
                  <a:pt x="27590" y="0"/>
                  <a:pt x="38687" y="0"/>
                </a:cubicBezTo>
                <a:cubicBezTo>
                  <a:pt x="48076" y="0"/>
                  <a:pt x="55789" y="3087"/>
                  <a:pt x="61826" y="9260"/>
                </a:cubicBezTo>
                <a:cubicBezTo>
                  <a:pt x="67862" y="15432"/>
                  <a:pt x="70880" y="23686"/>
                  <a:pt x="70880" y="34022"/>
                </a:cubicBezTo>
                <a:lnTo>
                  <a:pt x="12987" y="34022"/>
                </a:lnTo>
                <a:moveTo>
                  <a:pt x="12987" y="28718"/>
                </a:moveTo>
                <a:lnTo>
                  <a:pt x="51765" y="28718"/>
                </a:lnTo>
                <a:cubicBezTo>
                  <a:pt x="51460" y="23352"/>
                  <a:pt x="50820" y="19572"/>
                  <a:pt x="49845" y="17377"/>
                </a:cubicBezTo>
                <a:cubicBezTo>
                  <a:pt x="48320" y="13963"/>
                  <a:pt x="46049" y="11280"/>
                  <a:pt x="43031" y="9329"/>
                </a:cubicBezTo>
                <a:cubicBezTo>
                  <a:pt x="40013" y="7378"/>
                  <a:pt x="36858" y="6402"/>
                  <a:pt x="33565" y="6402"/>
                </a:cubicBezTo>
                <a:cubicBezTo>
                  <a:pt x="28504" y="6402"/>
                  <a:pt x="23977" y="8368"/>
                  <a:pt x="19984" y="12301"/>
                </a:cubicBezTo>
                <a:cubicBezTo>
                  <a:pt x="15990" y="16234"/>
                  <a:pt x="13658" y="21706"/>
                  <a:pt x="12987" y="28718"/>
                </a:cubicBezTo>
                <a:close/>
                <a:moveTo>
                  <a:pt x="106577" y="0"/>
                </a:moveTo>
                <a:lnTo>
                  <a:pt x="106577" y="18840"/>
                </a:lnTo>
                <a:cubicBezTo>
                  <a:pt x="113589" y="6280"/>
                  <a:pt x="120784" y="0"/>
                  <a:pt x="128161" y="0"/>
                </a:cubicBezTo>
                <a:cubicBezTo>
                  <a:pt x="131515" y="0"/>
                  <a:pt x="134289" y="1021"/>
                  <a:pt x="136484" y="3064"/>
                </a:cubicBezTo>
                <a:cubicBezTo>
                  <a:pt x="138679" y="5106"/>
                  <a:pt x="139776" y="7469"/>
                  <a:pt x="139776" y="10152"/>
                </a:cubicBezTo>
                <a:cubicBezTo>
                  <a:pt x="139776" y="12530"/>
                  <a:pt x="138984" y="14542"/>
                  <a:pt x="137399" y="16188"/>
                </a:cubicBezTo>
                <a:cubicBezTo>
                  <a:pt x="135813" y="17834"/>
                  <a:pt x="133923" y="18657"/>
                  <a:pt x="131728" y="18657"/>
                </a:cubicBezTo>
                <a:cubicBezTo>
                  <a:pt x="129594" y="18657"/>
                  <a:pt x="127201" y="17606"/>
                  <a:pt x="124549" y="15502"/>
                </a:cubicBezTo>
                <a:cubicBezTo>
                  <a:pt x="121896" y="13399"/>
                  <a:pt x="119930" y="12347"/>
                  <a:pt x="118650" y="12347"/>
                </a:cubicBezTo>
                <a:cubicBezTo>
                  <a:pt x="117552" y="12347"/>
                  <a:pt x="116363" y="12955"/>
                  <a:pt x="115083" y="14170"/>
                </a:cubicBezTo>
                <a:cubicBezTo>
                  <a:pt x="112339" y="16664"/>
                  <a:pt x="109504" y="20770"/>
                  <a:pt x="106577" y="26486"/>
                </a:cubicBezTo>
                <a:lnTo>
                  <a:pt x="106577" y="66533"/>
                </a:lnTo>
                <a:cubicBezTo>
                  <a:pt x="106577" y="71153"/>
                  <a:pt x="107156" y="74650"/>
                  <a:pt x="108315" y="77022"/>
                </a:cubicBezTo>
                <a:cubicBezTo>
                  <a:pt x="109107" y="78664"/>
                  <a:pt x="110510" y="80033"/>
                  <a:pt x="112522" y="81129"/>
                </a:cubicBezTo>
                <a:cubicBezTo>
                  <a:pt x="114534" y="82223"/>
                  <a:pt x="117430" y="82770"/>
                  <a:pt x="121210" y="82770"/>
                </a:cubicBezTo>
                <a:lnTo>
                  <a:pt x="121210" y="86154"/>
                </a:lnTo>
                <a:lnTo>
                  <a:pt x="78317" y="86154"/>
                </a:lnTo>
                <a:lnTo>
                  <a:pt x="78317" y="82770"/>
                </a:lnTo>
                <a:cubicBezTo>
                  <a:pt x="82585" y="82770"/>
                  <a:pt x="85755" y="82101"/>
                  <a:pt x="87828" y="80763"/>
                </a:cubicBezTo>
                <a:cubicBezTo>
                  <a:pt x="89352" y="79790"/>
                  <a:pt x="90420" y="78238"/>
                  <a:pt x="91029" y="76107"/>
                </a:cubicBezTo>
                <a:cubicBezTo>
                  <a:pt x="91334" y="75073"/>
                  <a:pt x="91487" y="72122"/>
                  <a:pt x="91487" y="67256"/>
                </a:cubicBezTo>
                <a:lnTo>
                  <a:pt x="91487" y="34860"/>
                </a:lnTo>
                <a:cubicBezTo>
                  <a:pt x="91487" y="25125"/>
                  <a:pt x="91288" y="19331"/>
                  <a:pt x="90892" y="17477"/>
                </a:cubicBezTo>
                <a:cubicBezTo>
                  <a:pt x="90496" y="15621"/>
                  <a:pt x="89764" y="14267"/>
                  <a:pt x="88697" y="13416"/>
                </a:cubicBezTo>
                <a:cubicBezTo>
                  <a:pt x="87630" y="12564"/>
                  <a:pt x="86304" y="12138"/>
                  <a:pt x="84719" y="12138"/>
                </a:cubicBezTo>
                <a:cubicBezTo>
                  <a:pt x="82828" y="12138"/>
                  <a:pt x="80694" y="12595"/>
                  <a:pt x="78317" y="13507"/>
                </a:cubicBezTo>
                <a:lnTo>
                  <a:pt x="77402" y="10220"/>
                </a:lnTo>
                <a:lnTo>
                  <a:pt x="102736" y="0"/>
                </a:lnTo>
                <a:lnTo>
                  <a:pt x="106577" y="0"/>
                </a:lnTo>
                <a:close/>
                <a:moveTo>
                  <a:pt x="198582" y="0"/>
                </a:moveTo>
                <a:lnTo>
                  <a:pt x="198582" y="28352"/>
                </a:lnTo>
                <a:lnTo>
                  <a:pt x="195564" y="28352"/>
                </a:lnTo>
                <a:cubicBezTo>
                  <a:pt x="193247" y="19460"/>
                  <a:pt x="190275" y="13411"/>
                  <a:pt x="186647" y="10206"/>
                </a:cubicBezTo>
                <a:cubicBezTo>
                  <a:pt x="183019" y="6999"/>
                  <a:pt x="178400" y="5396"/>
                  <a:pt x="172791" y="5396"/>
                </a:cubicBezTo>
                <a:cubicBezTo>
                  <a:pt x="168523" y="5396"/>
                  <a:pt x="165078" y="6523"/>
                  <a:pt x="162456" y="8777"/>
                </a:cubicBezTo>
                <a:cubicBezTo>
                  <a:pt x="159834" y="11029"/>
                  <a:pt x="158524" y="13526"/>
                  <a:pt x="158524" y="16268"/>
                </a:cubicBezTo>
                <a:cubicBezTo>
                  <a:pt x="158524" y="19679"/>
                  <a:pt x="159499" y="22602"/>
                  <a:pt x="161450" y="25037"/>
                </a:cubicBezTo>
                <a:cubicBezTo>
                  <a:pt x="163340" y="27535"/>
                  <a:pt x="167182" y="30184"/>
                  <a:pt x="172974" y="32985"/>
                </a:cubicBezTo>
                <a:lnTo>
                  <a:pt x="186327" y="39473"/>
                </a:lnTo>
                <a:cubicBezTo>
                  <a:pt x="198704" y="45501"/>
                  <a:pt x="204893" y="53450"/>
                  <a:pt x="204893" y="63318"/>
                </a:cubicBezTo>
                <a:cubicBezTo>
                  <a:pt x="204893" y="70930"/>
                  <a:pt x="202012" y="77066"/>
                  <a:pt x="196250" y="81726"/>
                </a:cubicBezTo>
                <a:cubicBezTo>
                  <a:pt x="190488" y="86385"/>
                  <a:pt x="184040" y="88714"/>
                  <a:pt x="176907" y="88714"/>
                </a:cubicBezTo>
                <a:cubicBezTo>
                  <a:pt x="171785" y="88714"/>
                  <a:pt x="165932" y="87800"/>
                  <a:pt x="159347" y="85971"/>
                </a:cubicBezTo>
                <a:cubicBezTo>
                  <a:pt x="157335" y="85361"/>
                  <a:pt x="155688" y="85056"/>
                  <a:pt x="154408" y="85056"/>
                </a:cubicBezTo>
                <a:cubicBezTo>
                  <a:pt x="153006" y="85056"/>
                  <a:pt x="151908" y="85849"/>
                  <a:pt x="151115" y="87434"/>
                </a:cubicBezTo>
                <a:lnTo>
                  <a:pt x="148097" y="87434"/>
                </a:lnTo>
                <a:lnTo>
                  <a:pt x="148097" y="57436"/>
                </a:lnTo>
                <a:lnTo>
                  <a:pt x="151115" y="57436"/>
                </a:lnTo>
                <a:cubicBezTo>
                  <a:pt x="152823" y="66002"/>
                  <a:pt x="156085" y="72458"/>
                  <a:pt x="160901" y="76802"/>
                </a:cubicBezTo>
                <a:cubicBezTo>
                  <a:pt x="165718" y="81146"/>
                  <a:pt x="171114" y="83318"/>
                  <a:pt x="177090" y="83318"/>
                </a:cubicBezTo>
                <a:cubicBezTo>
                  <a:pt x="181297" y="83318"/>
                  <a:pt x="184726" y="82086"/>
                  <a:pt x="187379" y="79620"/>
                </a:cubicBezTo>
                <a:cubicBezTo>
                  <a:pt x="190031" y="77153"/>
                  <a:pt x="191357" y="74183"/>
                  <a:pt x="191357" y="70711"/>
                </a:cubicBezTo>
                <a:cubicBezTo>
                  <a:pt x="191357" y="66508"/>
                  <a:pt x="189878" y="62976"/>
                  <a:pt x="186921" y="60114"/>
                </a:cubicBezTo>
                <a:cubicBezTo>
                  <a:pt x="183964" y="57252"/>
                  <a:pt x="178065" y="53629"/>
                  <a:pt x="169224" y="49244"/>
                </a:cubicBezTo>
                <a:cubicBezTo>
                  <a:pt x="160383" y="44858"/>
                  <a:pt x="154591" y="40899"/>
                  <a:pt x="151847" y="37366"/>
                </a:cubicBezTo>
                <a:cubicBezTo>
                  <a:pt x="149103" y="33895"/>
                  <a:pt x="147731" y="29510"/>
                  <a:pt x="147731" y="24211"/>
                </a:cubicBezTo>
                <a:cubicBezTo>
                  <a:pt x="147731" y="17328"/>
                  <a:pt x="150094" y="11573"/>
                  <a:pt x="154819" y="6945"/>
                </a:cubicBezTo>
                <a:cubicBezTo>
                  <a:pt x="159545" y="2315"/>
                  <a:pt x="165657" y="0"/>
                  <a:pt x="173157" y="0"/>
                </a:cubicBezTo>
                <a:cubicBezTo>
                  <a:pt x="176449" y="0"/>
                  <a:pt x="180443" y="701"/>
                  <a:pt x="185138" y="2104"/>
                </a:cubicBezTo>
                <a:cubicBezTo>
                  <a:pt x="188247" y="3018"/>
                  <a:pt x="190320" y="3475"/>
                  <a:pt x="191357" y="3475"/>
                </a:cubicBezTo>
                <a:cubicBezTo>
                  <a:pt x="192333" y="3475"/>
                  <a:pt x="193095" y="3262"/>
                  <a:pt x="193643" y="2835"/>
                </a:cubicBezTo>
                <a:cubicBezTo>
                  <a:pt x="194192" y="2408"/>
                  <a:pt x="194832" y="1463"/>
                  <a:pt x="195564" y="0"/>
                </a:cubicBezTo>
                <a:lnTo>
                  <a:pt x="1985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66319-672C-495A-A84F-7FE8E292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141" y="2831774"/>
            <a:ext cx="1382765" cy="285310"/>
          </a:xfrm>
          <a:custGeom xmlns:a="http://schemas.openxmlformats.org/drawingml/2006/main">
            <a:pathLst>
              <a:path w="1382765" h="285310">
                <a:moveTo>
                  <a:pt x="3559" y="0"/>
                </a:moveTo>
                <a:lnTo>
                  <a:pt x="58727" y="10677"/>
                </a:lnTo>
                <a:lnTo>
                  <a:pt x="55169" y="29066"/>
                </a:lnTo>
                <a:lnTo>
                  <a:pt x="0" y="18390"/>
                </a:lnTo>
                <a:moveTo>
                  <a:pt x="113895" y="21354"/>
                </a:moveTo>
                <a:lnTo>
                  <a:pt x="169064" y="32030"/>
                </a:lnTo>
                <a:lnTo>
                  <a:pt x="165505" y="50420"/>
                </a:lnTo>
                <a:lnTo>
                  <a:pt x="110337" y="39743"/>
                </a:lnTo>
                <a:moveTo>
                  <a:pt x="224231" y="42707"/>
                </a:moveTo>
                <a:lnTo>
                  <a:pt x="279400" y="53384"/>
                </a:lnTo>
                <a:lnTo>
                  <a:pt x="275841" y="71773"/>
                </a:lnTo>
                <a:lnTo>
                  <a:pt x="220673" y="61097"/>
                </a:lnTo>
                <a:moveTo>
                  <a:pt x="334568" y="64061"/>
                </a:moveTo>
                <a:lnTo>
                  <a:pt x="389737" y="74738"/>
                </a:lnTo>
                <a:lnTo>
                  <a:pt x="386178" y="93127"/>
                </a:lnTo>
                <a:lnTo>
                  <a:pt x="331010" y="82450"/>
                </a:lnTo>
                <a:moveTo>
                  <a:pt x="444904" y="85414"/>
                </a:moveTo>
                <a:lnTo>
                  <a:pt x="500073" y="96091"/>
                </a:lnTo>
                <a:lnTo>
                  <a:pt x="496514" y="114481"/>
                </a:lnTo>
                <a:lnTo>
                  <a:pt x="441346" y="103804"/>
                </a:lnTo>
                <a:moveTo>
                  <a:pt x="555241" y="106768"/>
                </a:moveTo>
                <a:lnTo>
                  <a:pt x="610409" y="117445"/>
                </a:lnTo>
                <a:lnTo>
                  <a:pt x="606851" y="135835"/>
                </a:lnTo>
                <a:lnTo>
                  <a:pt x="551683" y="125158"/>
                </a:lnTo>
                <a:moveTo>
                  <a:pt x="665578" y="128122"/>
                </a:moveTo>
                <a:lnTo>
                  <a:pt x="720745" y="138798"/>
                </a:lnTo>
                <a:lnTo>
                  <a:pt x="717187" y="157188"/>
                </a:lnTo>
                <a:lnTo>
                  <a:pt x="662019" y="146511"/>
                </a:lnTo>
                <a:moveTo>
                  <a:pt x="775914" y="149475"/>
                </a:moveTo>
                <a:lnTo>
                  <a:pt x="831082" y="160152"/>
                </a:lnTo>
                <a:lnTo>
                  <a:pt x="827524" y="178542"/>
                </a:lnTo>
                <a:lnTo>
                  <a:pt x="772356" y="167865"/>
                </a:lnTo>
                <a:moveTo>
                  <a:pt x="886251" y="170829"/>
                </a:moveTo>
                <a:lnTo>
                  <a:pt x="941419" y="181506"/>
                </a:lnTo>
                <a:lnTo>
                  <a:pt x="937861" y="199895"/>
                </a:lnTo>
                <a:lnTo>
                  <a:pt x="882692" y="189219"/>
                </a:lnTo>
                <a:moveTo>
                  <a:pt x="996586" y="192182"/>
                </a:moveTo>
                <a:lnTo>
                  <a:pt x="1051755" y="202860"/>
                </a:lnTo>
                <a:lnTo>
                  <a:pt x="1048196" y="221249"/>
                </a:lnTo>
                <a:lnTo>
                  <a:pt x="993029" y="210572"/>
                </a:lnTo>
                <a:moveTo>
                  <a:pt x="1106923" y="213536"/>
                </a:moveTo>
                <a:lnTo>
                  <a:pt x="1162092" y="224213"/>
                </a:lnTo>
                <a:lnTo>
                  <a:pt x="1158534" y="242603"/>
                </a:lnTo>
                <a:lnTo>
                  <a:pt x="1103365" y="231926"/>
                </a:lnTo>
                <a:moveTo>
                  <a:pt x="1217260" y="234890"/>
                </a:moveTo>
                <a:lnTo>
                  <a:pt x="1272428" y="245567"/>
                </a:lnTo>
                <a:lnTo>
                  <a:pt x="1268870" y="263956"/>
                </a:lnTo>
                <a:lnTo>
                  <a:pt x="1213702" y="253279"/>
                </a:lnTo>
                <a:moveTo>
                  <a:pt x="1327596" y="256243"/>
                </a:moveTo>
                <a:lnTo>
                  <a:pt x="1382765" y="266920"/>
                </a:lnTo>
                <a:lnTo>
                  <a:pt x="1379206" y="285310"/>
                </a:lnTo>
                <a:lnTo>
                  <a:pt x="1324038" y="2746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07C4E-BECB-40B5-807E-70BB505B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573" y="3083999"/>
            <a:ext cx="68367" cy="42846"/>
          </a:xfrm>
          <a:custGeom xmlns:a="http://schemas.openxmlformats.org/drawingml/2006/main">
            <a:pathLst>
              <a:path w="68367" h="42846">
                <a:moveTo>
                  <a:pt x="68367" y="33949"/>
                </a:moveTo>
                <a:lnTo>
                  <a:pt x="0" y="42846"/>
                </a:lnTo>
                <a:lnTo>
                  <a:pt x="20135" y="24584"/>
                </a:lnTo>
                <a:lnTo>
                  <a:pt x="8195" y="0"/>
                </a:lnTo>
                <a:lnTo>
                  <a:pt x="68367" y="339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25F6C-AF56-495B-A3DB-BF7DB35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573" y="3083999"/>
            <a:ext cx="68367" cy="42846"/>
          </a:xfrm>
          <a:custGeom xmlns:a="http://schemas.openxmlformats.org/drawingml/2006/main">
            <a:pathLst>
              <a:path w="68367" h="42846" fill="none">
                <a:moveTo>
                  <a:pt x="68367" y="33949"/>
                </a:moveTo>
                <a:lnTo>
                  <a:pt x="0" y="42846"/>
                </a:lnTo>
                <a:lnTo>
                  <a:pt x="20135" y="24584"/>
                </a:lnTo>
                <a:lnTo>
                  <a:pt x="8195" y="0"/>
                </a:lnTo>
                <a:lnTo>
                  <a:pt x="68367" y="33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6A26E-A7EB-4EE2-B30F-36A616A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22" y="641993"/>
            <a:ext cx="355882" cy="1183541"/>
          </a:xfrm>
          <a:custGeom xmlns:a="http://schemas.openxmlformats.org/drawingml/2006/main">
            <a:pathLst>
              <a:path w="355882" h="1183541" fill="none">
                <a:moveTo>
                  <a:pt x="0" y="0"/>
                </a:moveTo>
                <a:lnTo>
                  <a:pt x="177941" y="234"/>
                </a:lnTo>
                <a:cubicBezTo>
                  <a:pt x="296568" y="390"/>
                  <a:pt x="355882" y="78512"/>
                  <a:pt x="355882" y="234601"/>
                </a:cubicBezTo>
                <a:lnTo>
                  <a:pt x="355882" y="1183541"/>
                </a:lnTo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B26ED-A94B-42C9-BB02-F118D4A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8" y="1784561"/>
            <a:ext cx="163893" cy="163893"/>
          </a:xfrm>
          <a:custGeom xmlns:a="http://schemas.openxmlformats.org/drawingml/2006/main">
            <a:pathLst>
              <a:path w="163893" h="163893">
                <a:moveTo>
                  <a:pt x="81946" y="163893"/>
                </a:moveTo>
                <a:lnTo>
                  <a:pt x="0" y="0"/>
                </a:lnTo>
                <a:lnTo>
                  <a:pt x="81946" y="40973"/>
                </a:lnTo>
                <a:lnTo>
                  <a:pt x="163893" y="0"/>
                </a:lnTo>
                <a:lnTo>
                  <a:pt x="81946" y="163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43B5E-D3EA-49C5-9E30-721D28DC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8" y="1784561"/>
            <a:ext cx="163893" cy="163893"/>
          </a:xfrm>
          <a:custGeom xmlns:a="http://schemas.openxmlformats.org/drawingml/2006/main">
            <a:pathLst>
              <a:path w="163893" h="163893" fill="none">
                <a:moveTo>
                  <a:pt x="81946" y="163893"/>
                </a:moveTo>
                <a:lnTo>
                  <a:pt x="0" y="0"/>
                </a:lnTo>
                <a:lnTo>
                  <a:pt x="81946" y="40973"/>
                </a:lnTo>
                <a:lnTo>
                  <a:pt x="163893" y="0"/>
                </a:lnTo>
                <a:lnTo>
                  <a:pt x="81946" y="1638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9FE61-0157-4C5D-8C30-D26ABE5D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93" y="4105286"/>
            <a:ext cx="3193718" cy="23413"/>
          </a:xfrm>
          <a:custGeom xmlns:a="http://schemas.openxmlformats.org/drawingml/2006/main">
            <a:pathLst>
              <a:path w="3193718" h="23413">
                <a:moveTo>
                  <a:pt x="312142" y="23413"/>
                </a:moveTo>
                <a:lnTo>
                  <a:pt x="312142" y="0"/>
                </a:lnTo>
                <a:lnTo>
                  <a:pt x="0" y="0"/>
                </a:lnTo>
                <a:lnTo>
                  <a:pt x="0" y="23413"/>
                </a:lnTo>
                <a:lnTo>
                  <a:pt x="312142" y="23413"/>
                </a:lnTo>
                <a:close/>
                <a:moveTo>
                  <a:pt x="2627844" y="23413"/>
                </a:moveTo>
                <a:lnTo>
                  <a:pt x="2627844" y="0"/>
                </a:lnTo>
                <a:lnTo>
                  <a:pt x="460445" y="0"/>
                </a:lnTo>
                <a:lnTo>
                  <a:pt x="460445" y="23413"/>
                </a:lnTo>
                <a:lnTo>
                  <a:pt x="2627844" y="23413"/>
                </a:lnTo>
                <a:close/>
                <a:moveTo>
                  <a:pt x="3193718" y="23413"/>
                </a:moveTo>
                <a:lnTo>
                  <a:pt x="3193718" y="0"/>
                </a:lnTo>
                <a:lnTo>
                  <a:pt x="2706680" y="0"/>
                </a:lnTo>
                <a:lnTo>
                  <a:pt x="2706680" y="23413"/>
                </a:lnTo>
                <a:lnTo>
                  <a:pt x="3193718" y="23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Text Stage3:V">
            <a:extLst xmlns:a="http://schemas.openxmlformats.org/drawingml/2006/main">
              <a:ext uri="{FF2B5EF4-FFF2-40B4-BE49-F238E27FC236}">
                <a16:creationId xmlns:a16="http://schemas.microsoft.com/office/drawing/2014/main" id="{2EA320EE-ECCE-4FC4-AA87-8CF01497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11" y="3923422"/>
            <a:ext cx="950136" cy="208982"/>
          </a:xfrm>
          <a:custGeom xmlns:a="http://schemas.openxmlformats.org/drawingml/2006/main">
            <a:pathLst>
              <a:path w="950136" h="208982">
                <a:moveTo>
                  <a:pt x="97860" y="0"/>
                </a:moveTo>
                <a:lnTo>
                  <a:pt x="99118" y="51674"/>
                </a:lnTo>
                <a:lnTo>
                  <a:pt x="94431" y="51674"/>
                </a:lnTo>
                <a:cubicBezTo>
                  <a:pt x="92220" y="38751"/>
                  <a:pt x="86790" y="28356"/>
                  <a:pt x="78140" y="20489"/>
                </a:cubicBezTo>
                <a:cubicBezTo>
                  <a:pt x="69489" y="12622"/>
                  <a:pt x="60134" y="8689"/>
                  <a:pt x="50073" y="8689"/>
                </a:cubicBezTo>
                <a:cubicBezTo>
                  <a:pt x="42299" y="8689"/>
                  <a:pt x="36145" y="10759"/>
                  <a:pt x="31610" y="14901"/>
                </a:cubicBezTo>
                <a:cubicBezTo>
                  <a:pt x="27075" y="19041"/>
                  <a:pt x="24808" y="23808"/>
                  <a:pt x="24808" y="29202"/>
                </a:cubicBezTo>
                <a:cubicBezTo>
                  <a:pt x="24808" y="32620"/>
                  <a:pt x="25608" y="35659"/>
                  <a:pt x="27209" y="38320"/>
                </a:cubicBezTo>
                <a:cubicBezTo>
                  <a:pt x="29419" y="41890"/>
                  <a:pt x="32963" y="45422"/>
                  <a:pt x="37841" y="48916"/>
                </a:cubicBezTo>
                <a:cubicBezTo>
                  <a:pt x="41423" y="51424"/>
                  <a:pt x="49692" y="55869"/>
                  <a:pt x="62649" y="62252"/>
                </a:cubicBezTo>
                <a:cubicBezTo>
                  <a:pt x="80788" y="71141"/>
                  <a:pt x="93021" y="79538"/>
                  <a:pt x="99346" y="87443"/>
                </a:cubicBezTo>
                <a:cubicBezTo>
                  <a:pt x="105596" y="95345"/>
                  <a:pt x="108721" y="104389"/>
                  <a:pt x="108721" y="114573"/>
                </a:cubicBezTo>
                <a:cubicBezTo>
                  <a:pt x="108721" y="127491"/>
                  <a:pt x="103672" y="138606"/>
                  <a:pt x="93573" y="147916"/>
                </a:cubicBezTo>
                <a:cubicBezTo>
                  <a:pt x="83475" y="157226"/>
                  <a:pt x="70651" y="161881"/>
                  <a:pt x="55104" y="161881"/>
                </a:cubicBezTo>
                <a:cubicBezTo>
                  <a:pt x="50226" y="161881"/>
                  <a:pt x="45615" y="161386"/>
                  <a:pt x="41270" y="160395"/>
                </a:cubicBezTo>
                <a:cubicBezTo>
                  <a:pt x="36926" y="159404"/>
                  <a:pt x="31477" y="157537"/>
                  <a:pt x="24922" y="154793"/>
                </a:cubicBezTo>
                <a:cubicBezTo>
                  <a:pt x="21264" y="153269"/>
                  <a:pt x="18254" y="152506"/>
                  <a:pt x="15891" y="152506"/>
                </a:cubicBezTo>
                <a:cubicBezTo>
                  <a:pt x="13909" y="152506"/>
                  <a:pt x="11813" y="153278"/>
                  <a:pt x="9603" y="154821"/>
                </a:cubicBezTo>
                <a:cubicBezTo>
                  <a:pt x="7393" y="156365"/>
                  <a:pt x="5602" y="158718"/>
                  <a:pt x="4230" y="161881"/>
                </a:cubicBezTo>
                <a:lnTo>
                  <a:pt x="0" y="161881"/>
                </a:lnTo>
                <a:lnTo>
                  <a:pt x="0" y="103348"/>
                </a:lnTo>
                <a:lnTo>
                  <a:pt x="4230" y="103348"/>
                </a:lnTo>
                <a:cubicBezTo>
                  <a:pt x="7583" y="119772"/>
                  <a:pt x="14043" y="132300"/>
                  <a:pt x="23608" y="140931"/>
                </a:cubicBezTo>
                <a:cubicBezTo>
                  <a:pt x="33173" y="149563"/>
                  <a:pt x="43481" y="153878"/>
                  <a:pt x="54532" y="153878"/>
                </a:cubicBezTo>
                <a:cubicBezTo>
                  <a:pt x="63068" y="153878"/>
                  <a:pt x="69870" y="151561"/>
                  <a:pt x="74939" y="146926"/>
                </a:cubicBezTo>
                <a:cubicBezTo>
                  <a:pt x="80007" y="142291"/>
                  <a:pt x="82541" y="136897"/>
                  <a:pt x="82541" y="130742"/>
                </a:cubicBezTo>
                <a:cubicBezTo>
                  <a:pt x="82541" y="127096"/>
                  <a:pt x="81569" y="123564"/>
                  <a:pt x="79626" y="120146"/>
                </a:cubicBezTo>
                <a:cubicBezTo>
                  <a:pt x="77682" y="116726"/>
                  <a:pt x="74729" y="113477"/>
                  <a:pt x="70766" y="110400"/>
                </a:cubicBezTo>
                <a:cubicBezTo>
                  <a:pt x="66803" y="107323"/>
                  <a:pt x="59791" y="103316"/>
                  <a:pt x="49730" y="98378"/>
                </a:cubicBezTo>
                <a:cubicBezTo>
                  <a:pt x="35631" y="91464"/>
                  <a:pt x="25494" y="85572"/>
                  <a:pt x="19321" y="80701"/>
                </a:cubicBezTo>
                <a:cubicBezTo>
                  <a:pt x="13147" y="75830"/>
                  <a:pt x="8403" y="70389"/>
                  <a:pt x="5087" y="64378"/>
                </a:cubicBezTo>
                <a:cubicBezTo>
                  <a:pt x="1772" y="58366"/>
                  <a:pt x="114" y="51746"/>
                  <a:pt x="114" y="44518"/>
                </a:cubicBezTo>
                <a:cubicBezTo>
                  <a:pt x="114" y="32190"/>
                  <a:pt x="4649" y="21689"/>
                  <a:pt x="13719" y="13015"/>
                </a:cubicBezTo>
                <a:cubicBezTo>
                  <a:pt x="22788" y="4338"/>
                  <a:pt x="34221" y="0"/>
                  <a:pt x="48016" y="0"/>
                </a:cubicBezTo>
                <a:cubicBezTo>
                  <a:pt x="53046" y="0"/>
                  <a:pt x="57923" y="617"/>
                  <a:pt x="62649" y="1851"/>
                </a:cubicBezTo>
                <a:cubicBezTo>
                  <a:pt x="66231" y="2775"/>
                  <a:pt x="70594" y="4488"/>
                  <a:pt x="75739" y="6992"/>
                </a:cubicBezTo>
                <a:cubicBezTo>
                  <a:pt x="80883" y="9495"/>
                  <a:pt x="84484" y="10746"/>
                  <a:pt x="86542" y="10746"/>
                </a:cubicBezTo>
                <a:cubicBezTo>
                  <a:pt x="88524" y="10746"/>
                  <a:pt x="90086" y="10131"/>
                  <a:pt x="91229" y="8899"/>
                </a:cubicBezTo>
                <a:cubicBezTo>
                  <a:pt x="92373" y="7666"/>
                  <a:pt x="93440" y="4699"/>
                  <a:pt x="94431" y="0"/>
                </a:cubicBezTo>
                <a:lnTo>
                  <a:pt x="97860" y="0"/>
                </a:lnTo>
                <a:close/>
                <a:moveTo>
                  <a:pt x="168362" y="12118"/>
                </a:moveTo>
                <a:lnTo>
                  <a:pt x="168362" y="51445"/>
                </a:lnTo>
                <a:lnTo>
                  <a:pt x="193741" y="51445"/>
                </a:lnTo>
                <a:lnTo>
                  <a:pt x="193741" y="62649"/>
                </a:lnTo>
                <a:lnTo>
                  <a:pt x="168362" y="62649"/>
                </a:lnTo>
                <a:lnTo>
                  <a:pt x="168362" y="128792"/>
                </a:lnTo>
                <a:cubicBezTo>
                  <a:pt x="168362" y="134982"/>
                  <a:pt x="168647" y="138975"/>
                  <a:pt x="169219" y="140771"/>
                </a:cubicBezTo>
                <a:cubicBezTo>
                  <a:pt x="169791" y="142566"/>
                  <a:pt x="170801" y="144019"/>
                  <a:pt x="172249" y="145129"/>
                </a:cubicBezTo>
                <a:cubicBezTo>
                  <a:pt x="173697" y="146237"/>
                  <a:pt x="175030" y="146790"/>
                  <a:pt x="176250" y="146790"/>
                </a:cubicBezTo>
                <a:cubicBezTo>
                  <a:pt x="181204" y="146790"/>
                  <a:pt x="185891" y="142980"/>
                  <a:pt x="190312" y="135358"/>
                </a:cubicBezTo>
                <a:lnTo>
                  <a:pt x="193741" y="137898"/>
                </a:lnTo>
                <a:cubicBezTo>
                  <a:pt x="187568" y="152667"/>
                  <a:pt x="177546" y="160052"/>
                  <a:pt x="163674" y="160052"/>
                </a:cubicBezTo>
                <a:cubicBezTo>
                  <a:pt x="156891" y="160052"/>
                  <a:pt x="151156" y="158159"/>
                  <a:pt x="146469" y="154375"/>
                </a:cubicBezTo>
                <a:cubicBezTo>
                  <a:pt x="141782" y="150588"/>
                  <a:pt x="138790" y="146362"/>
                  <a:pt x="137495" y="141696"/>
                </a:cubicBezTo>
                <a:cubicBezTo>
                  <a:pt x="136732" y="139095"/>
                  <a:pt x="136351" y="132058"/>
                  <a:pt x="136351" y="120585"/>
                </a:cubicBezTo>
                <a:lnTo>
                  <a:pt x="136351" y="62649"/>
                </a:lnTo>
                <a:lnTo>
                  <a:pt x="122404" y="62649"/>
                </a:lnTo>
                <a:lnTo>
                  <a:pt x="122404" y="58637"/>
                </a:lnTo>
                <a:cubicBezTo>
                  <a:pt x="132007" y="51839"/>
                  <a:pt x="140181" y="44698"/>
                  <a:pt x="146926" y="37212"/>
                </a:cubicBezTo>
                <a:cubicBezTo>
                  <a:pt x="153671" y="29726"/>
                  <a:pt x="159559" y="21362"/>
                  <a:pt x="164589" y="12118"/>
                </a:cubicBezTo>
                <a:lnTo>
                  <a:pt x="168362" y="12118"/>
                </a:lnTo>
                <a:close/>
                <a:moveTo>
                  <a:pt x="262905" y="142675"/>
                </a:moveTo>
                <a:cubicBezTo>
                  <a:pt x="249872" y="154259"/>
                  <a:pt x="238173" y="160052"/>
                  <a:pt x="227808" y="160052"/>
                </a:cubicBezTo>
                <a:cubicBezTo>
                  <a:pt x="221710" y="160052"/>
                  <a:pt x="216642" y="158045"/>
                  <a:pt x="212603" y="154032"/>
                </a:cubicBezTo>
                <a:cubicBezTo>
                  <a:pt x="208563" y="150016"/>
                  <a:pt x="206544" y="144989"/>
                  <a:pt x="206544" y="138948"/>
                </a:cubicBezTo>
                <a:cubicBezTo>
                  <a:pt x="206544" y="130765"/>
                  <a:pt x="210050" y="123404"/>
                  <a:pt x="217061" y="116866"/>
                </a:cubicBezTo>
                <a:cubicBezTo>
                  <a:pt x="224073" y="110329"/>
                  <a:pt x="239354" y="101630"/>
                  <a:pt x="262905" y="90772"/>
                </a:cubicBezTo>
                <a:lnTo>
                  <a:pt x="262905" y="80026"/>
                </a:lnTo>
                <a:cubicBezTo>
                  <a:pt x="262905" y="71947"/>
                  <a:pt x="262466" y="66860"/>
                  <a:pt x="261590" y="64764"/>
                </a:cubicBezTo>
                <a:cubicBezTo>
                  <a:pt x="260714" y="62668"/>
                  <a:pt x="259056" y="60839"/>
                  <a:pt x="256617" y="59276"/>
                </a:cubicBezTo>
                <a:cubicBezTo>
                  <a:pt x="254178" y="57714"/>
                  <a:pt x="251434" y="56933"/>
                  <a:pt x="248386" y="56933"/>
                </a:cubicBezTo>
                <a:cubicBezTo>
                  <a:pt x="243432" y="56933"/>
                  <a:pt x="239354" y="58038"/>
                  <a:pt x="236153" y="60248"/>
                </a:cubicBezTo>
                <a:cubicBezTo>
                  <a:pt x="234172" y="61620"/>
                  <a:pt x="233181" y="63220"/>
                  <a:pt x="233181" y="65050"/>
                </a:cubicBezTo>
                <a:cubicBezTo>
                  <a:pt x="233181" y="66650"/>
                  <a:pt x="234248" y="68632"/>
                  <a:pt x="236382" y="70994"/>
                </a:cubicBezTo>
                <a:cubicBezTo>
                  <a:pt x="239278" y="74272"/>
                  <a:pt x="240726" y="77435"/>
                  <a:pt x="240726" y="80483"/>
                </a:cubicBezTo>
                <a:cubicBezTo>
                  <a:pt x="240726" y="84218"/>
                  <a:pt x="239335" y="87400"/>
                  <a:pt x="236553" y="90029"/>
                </a:cubicBezTo>
                <a:cubicBezTo>
                  <a:pt x="233771" y="92659"/>
                  <a:pt x="230132" y="93973"/>
                  <a:pt x="225636" y="93973"/>
                </a:cubicBezTo>
                <a:cubicBezTo>
                  <a:pt x="220834" y="93973"/>
                  <a:pt x="216814" y="92525"/>
                  <a:pt x="213574" y="89629"/>
                </a:cubicBezTo>
                <a:cubicBezTo>
                  <a:pt x="210335" y="86733"/>
                  <a:pt x="208716" y="83341"/>
                  <a:pt x="208716" y="79454"/>
                </a:cubicBezTo>
                <a:cubicBezTo>
                  <a:pt x="208716" y="73967"/>
                  <a:pt x="210888" y="68727"/>
                  <a:pt x="215232" y="63735"/>
                </a:cubicBezTo>
                <a:cubicBezTo>
                  <a:pt x="219576" y="58743"/>
                  <a:pt x="225636" y="54913"/>
                  <a:pt x="233409" y="52245"/>
                </a:cubicBezTo>
                <a:cubicBezTo>
                  <a:pt x="241183" y="49578"/>
                  <a:pt x="249262" y="48244"/>
                  <a:pt x="257646" y="48244"/>
                </a:cubicBezTo>
                <a:cubicBezTo>
                  <a:pt x="267782" y="48244"/>
                  <a:pt x="275804" y="50403"/>
                  <a:pt x="281711" y="54721"/>
                </a:cubicBezTo>
                <a:cubicBezTo>
                  <a:pt x="287617" y="59037"/>
                  <a:pt x="291447" y="63716"/>
                  <a:pt x="293200" y="68758"/>
                </a:cubicBezTo>
                <a:cubicBezTo>
                  <a:pt x="294267" y="71966"/>
                  <a:pt x="294801" y="79338"/>
                  <a:pt x="294801" y="90872"/>
                </a:cubicBezTo>
                <a:lnTo>
                  <a:pt x="294801" y="132468"/>
                </a:lnTo>
                <a:cubicBezTo>
                  <a:pt x="294801" y="137357"/>
                  <a:pt x="294991" y="140433"/>
                  <a:pt x="295372" y="141696"/>
                </a:cubicBezTo>
                <a:cubicBezTo>
                  <a:pt x="295753" y="142956"/>
                  <a:pt x="296325" y="143892"/>
                  <a:pt x="297087" y="144504"/>
                </a:cubicBezTo>
                <a:cubicBezTo>
                  <a:pt x="297849" y="145114"/>
                  <a:pt x="298726" y="145418"/>
                  <a:pt x="299717" y="145418"/>
                </a:cubicBezTo>
                <a:cubicBezTo>
                  <a:pt x="301698" y="145418"/>
                  <a:pt x="303718" y="144008"/>
                  <a:pt x="305776" y="141188"/>
                </a:cubicBezTo>
                <a:lnTo>
                  <a:pt x="309205" y="143932"/>
                </a:lnTo>
                <a:cubicBezTo>
                  <a:pt x="305395" y="149572"/>
                  <a:pt x="301450" y="153669"/>
                  <a:pt x="297373" y="156222"/>
                </a:cubicBezTo>
                <a:cubicBezTo>
                  <a:pt x="293295" y="158775"/>
                  <a:pt x="288665" y="160052"/>
                  <a:pt x="283483" y="160052"/>
                </a:cubicBezTo>
                <a:cubicBezTo>
                  <a:pt x="277386" y="160052"/>
                  <a:pt x="272622" y="158613"/>
                  <a:pt x="269192" y="155736"/>
                </a:cubicBezTo>
                <a:cubicBezTo>
                  <a:pt x="265763" y="152859"/>
                  <a:pt x="263667" y="148505"/>
                  <a:pt x="262905" y="142675"/>
                </a:cubicBezTo>
                <a:moveTo>
                  <a:pt x="262905" y="134215"/>
                </a:moveTo>
                <a:lnTo>
                  <a:pt x="262905" y="98453"/>
                </a:lnTo>
                <a:cubicBezTo>
                  <a:pt x="253683" y="103891"/>
                  <a:pt x="246823" y="109712"/>
                  <a:pt x="242327" y="115916"/>
                </a:cubicBezTo>
                <a:cubicBezTo>
                  <a:pt x="239354" y="120051"/>
                  <a:pt x="237868" y="124225"/>
                  <a:pt x="237868" y="128438"/>
                </a:cubicBezTo>
                <a:cubicBezTo>
                  <a:pt x="237868" y="131961"/>
                  <a:pt x="239126" y="135063"/>
                  <a:pt x="241641" y="137745"/>
                </a:cubicBezTo>
                <a:cubicBezTo>
                  <a:pt x="243546" y="139812"/>
                  <a:pt x="246214" y="140846"/>
                  <a:pt x="249643" y="140846"/>
                </a:cubicBezTo>
                <a:cubicBezTo>
                  <a:pt x="253454" y="140846"/>
                  <a:pt x="257874" y="138635"/>
                  <a:pt x="262905" y="134215"/>
                </a:cubicBezTo>
                <a:close/>
                <a:moveTo>
                  <a:pt x="389574" y="52817"/>
                </a:moveTo>
                <a:lnTo>
                  <a:pt x="425586" y="52817"/>
                </a:lnTo>
                <a:lnTo>
                  <a:pt x="425586" y="65393"/>
                </a:lnTo>
                <a:lnTo>
                  <a:pt x="405122" y="65393"/>
                </a:lnTo>
                <a:cubicBezTo>
                  <a:pt x="408857" y="69127"/>
                  <a:pt x="411448" y="72519"/>
                  <a:pt x="412896" y="75567"/>
                </a:cubicBezTo>
                <a:cubicBezTo>
                  <a:pt x="414725" y="79683"/>
                  <a:pt x="415640" y="83989"/>
                  <a:pt x="415640" y="88486"/>
                </a:cubicBezTo>
                <a:cubicBezTo>
                  <a:pt x="415640" y="96107"/>
                  <a:pt x="413525" y="102719"/>
                  <a:pt x="409295" y="108321"/>
                </a:cubicBezTo>
                <a:cubicBezTo>
                  <a:pt x="405065" y="113923"/>
                  <a:pt x="399311" y="118305"/>
                  <a:pt x="392032" y="121468"/>
                </a:cubicBezTo>
                <a:cubicBezTo>
                  <a:pt x="384754" y="124631"/>
                  <a:pt x="378294" y="126212"/>
                  <a:pt x="372654" y="126212"/>
                </a:cubicBezTo>
                <a:cubicBezTo>
                  <a:pt x="372197" y="126212"/>
                  <a:pt x="367624" y="126022"/>
                  <a:pt x="358936" y="125641"/>
                </a:cubicBezTo>
                <a:cubicBezTo>
                  <a:pt x="355506" y="125641"/>
                  <a:pt x="352629" y="126759"/>
                  <a:pt x="350304" y="128995"/>
                </a:cubicBezTo>
                <a:cubicBezTo>
                  <a:pt x="347980" y="131232"/>
                  <a:pt x="346817" y="133903"/>
                  <a:pt x="346817" y="137009"/>
                </a:cubicBezTo>
                <a:cubicBezTo>
                  <a:pt x="346817" y="139738"/>
                  <a:pt x="347865" y="141974"/>
                  <a:pt x="349961" y="143718"/>
                </a:cubicBezTo>
                <a:cubicBezTo>
                  <a:pt x="352057" y="145461"/>
                  <a:pt x="355468" y="146333"/>
                  <a:pt x="360193" y="146333"/>
                </a:cubicBezTo>
                <a:lnTo>
                  <a:pt x="379971" y="146104"/>
                </a:lnTo>
                <a:cubicBezTo>
                  <a:pt x="395976" y="146104"/>
                  <a:pt x="406989" y="147861"/>
                  <a:pt x="413010" y="151374"/>
                </a:cubicBezTo>
                <a:cubicBezTo>
                  <a:pt x="421623" y="156259"/>
                  <a:pt x="425929" y="163779"/>
                  <a:pt x="425929" y="173935"/>
                </a:cubicBezTo>
                <a:cubicBezTo>
                  <a:pt x="425929" y="180425"/>
                  <a:pt x="423947" y="186323"/>
                  <a:pt x="419984" y="191630"/>
                </a:cubicBezTo>
                <a:cubicBezTo>
                  <a:pt x="416021" y="196936"/>
                  <a:pt x="410800" y="200849"/>
                  <a:pt x="404322" y="203369"/>
                </a:cubicBezTo>
                <a:cubicBezTo>
                  <a:pt x="394490" y="207111"/>
                  <a:pt x="383172" y="208982"/>
                  <a:pt x="370368" y="208982"/>
                </a:cubicBezTo>
                <a:cubicBezTo>
                  <a:pt x="360765" y="208982"/>
                  <a:pt x="352000" y="208048"/>
                  <a:pt x="344074" y="206181"/>
                </a:cubicBezTo>
                <a:cubicBezTo>
                  <a:pt x="336147" y="204314"/>
                  <a:pt x="330469" y="201721"/>
                  <a:pt x="327040" y="198403"/>
                </a:cubicBezTo>
                <a:cubicBezTo>
                  <a:pt x="323610" y="195088"/>
                  <a:pt x="321895" y="191600"/>
                  <a:pt x="321895" y="187939"/>
                </a:cubicBezTo>
                <a:cubicBezTo>
                  <a:pt x="321895" y="184433"/>
                  <a:pt x="323210" y="181288"/>
                  <a:pt x="325839" y="178504"/>
                </a:cubicBezTo>
                <a:cubicBezTo>
                  <a:pt x="328469" y="175722"/>
                  <a:pt x="333366" y="173379"/>
                  <a:pt x="340530" y="171473"/>
                </a:cubicBezTo>
                <a:cubicBezTo>
                  <a:pt x="330622" y="166596"/>
                  <a:pt x="325668" y="159814"/>
                  <a:pt x="325668" y="151127"/>
                </a:cubicBezTo>
                <a:cubicBezTo>
                  <a:pt x="325668" y="145869"/>
                  <a:pt x="327687" y="140763"/>
                  <a:pt x="331727" y="135812"/>
                </a:cubicBezTo>
                <a:cubicBezTo>
                  <a:pt x="335766" y="130858"/>
                  <a:pt x="342168" y="126552"/>
                  <a:pt x="350933" y="122893"/>
                </a:cubicBezTo>
                <a:cubicBezTo>
                  <a:pt x="340720" y="119154"/>
                  <a:pt x="333327" y="114231"/>
                  <a:pt x="328755" y="108124"/>
                </a:cubicBezTo>
                <a:cubicBezTo>
                  <a:pt x="324182" y="102017"/>
                  <a:pt x="321895" y="94957"/>
                  <a:pt x="321895" y="86942"/>
                </a:cubicBezTo>
                <a:cubicBezTo>
                  <a:pt x="321895" y="76487"/>
                  <a:pt x="326163" y="67423"/>
                  <a:pt x="334699" y="59751"/>
                </a:cubicBezTo>
                <a:cubicBezTo>
                  <a:pt x="343235" y="52080"/>
                  <a:pt x="354210" y="48244"/>
                  <a:pt x="367624" y="48244"/>
                </a:cubicBezTo>
                <a:cubicBezTo>
                  <a:pt x="374712" y="48244"/>
                  <a:pt x="382029" y="49768"/>
                  <a:pt x="389574" y="52817"/>
                </a:cubicBezTo>
                <a:moveTo>
                  <a:pt x="369796" y="55561"/>
                </a:moveTo>
                <a:cubicBezTo>
                  <a:pt x="365376" y="55561"/>
                  <a:pt x="361641" y="57787"/>
                  <a:pt x="358593" y="62238"/>
                </a:cubicBezTo>
                <a:cubicBezTo>
                  <a:pt x="355544" y="66687"/>
                  <a:pt x="354020" y="75911"/>
                  <a:pt x="354020" y="89911"/>
                </a:cubicBezTo>
                <a:cubicBezTo>
                  <a:pt x="354020" y="101246"/>
                  <a:pt x="355525" y="109025"/>
                  <a:pt x="358536" y="113247"/>
                </a:cubicBezTo>
                <a:cubicBezTo>
                  <a:pt x="361546" y="117470"/>
                  <a:pt x="365109" y="119582"/>
                  <a:pt x="369225" y="119582"/>
                </a:cubicBezTo>
                <a:cubicBezTo>
                  <a:pt x="373798" y="119582"/>
                  <a:pt x="377608" y="117489"/>
                  <a:pt x="380657" y="113304"/>
                </a:cubicBezTo>
                <a:cubicBezTo>
                  <a:pt x="383706" y="109120"/>
                  <a:pt x="385230" y="100979"/>
                  <a:pt x="385230" y="88882"/>
                </a:cubicBezTo>
                <a:cubicBezTo>
                  <a:pt x="385230" y="75266"/>
                  <a:pt x="383515" y="65984"/>
                  <a:pt x="380085" y="61038"/>
                </a:cubicBezTo>
                <a:cubicBezTo>
                  <a:pt x="377647" y="57386"/>
                  <a:pt x="374217" y="55561"/>
                  <a:pt x="369796" y="55561"/>
                </a:cubicBezTo>
                <a:moveTo>
                  <a:pt x="363051" y="174228"/>
                </a:moveTo>
                <a:cubicBezTo>
                  <a:pt x="355277" y="174228"/>
                  <a:pt x="350133" y="174873"/>
                  <a:pt x="347618" y="176164"/>
                </a:cubicBezTo>
                <a:cubicBezTo>
                  <a:pt x="343273" y="178515"/>
                  <a:pt x="341101" y="181702"/>
                  <a:pt x="341101" y="185724"/>
                </a:cubicBezTo>
                <a:cubicBezTo>
                  <a:pt x="341101" y="189595"/>
                  <a:pt x="343350" y="193104"/>
                  <a:pt x="347846" y="196253"/>
                </a:cubicBezTo>
                <a:cubicBezTo>
                  <a:pt x="352343" y="199404"/>
                  <a:pt x="360803" y="200979"/>
                  <a:pt x="373226" y="200979"/>
                </a:cubicBezTo>
                <a:cubicBezTo>
                  <a:pt x="383820" y="200979"/>
                  <a:pt x="392146" y="199575"/>
                  <a:pt x="398206" y="196767"/>
                </a:cubicBezTo>
                <a:cubicBezTo>
                  <a:pt x="404265" y="193959"/>
                  <a:pt x="407294" y="190013"/>
                  <a:pt x="407294" y="184928"/>
                </a:cubicBezTo>
                <a:cubicBezTo>
                  <a:pt x="407294" y="183032"/>
                  <a:pt x="406723" y="181438"/>
                  <a:pt x="405579" y="180148"/>
                </a:cubicBezTo>
                <a:cubicBezTo>
                  <a:pt x="403522" y="177871"/>
                  <a:pt x="400416" y="176314"/>
                  <a:pt x="396262" y="175478"/>
                </a:cubicBezTo>
                <a:cubicBezTo>
                  <a:pt x="392108" y="174645"/>
                  <a:pt x="381038" y="174228"/>
                  <a:pt x="363051" y="174228"/>
                </a:cubicBezTo>
                <a:close/>
                <a:moveTo>
                  <a:pt x="528591" y="101061"/>
                </a:moveTo>
                <a:lnTo>
                  <a:pt x="469943" y="101061"/>
                </a:lnTo>
                <a:cubicBezTo>
                  <a:pt x="470629" y="115275"/>
                  <a:pt x="474402" y="126509"/>
                  <a:pt x="481261" y="134761"/>
                </a:cubicBezTo>
                <a:cubicBezTo>
                  <a:pt x="486520" y="141104"/>
                  <a:pt x="492846" y="144275"/>
                  <a:pt x="500239" y="144275"/>
                </a:cubicBezTo>
                <a:cubicBezTo>
                  <a:pt x="504811" y="144275"/>
                  <a:pt x="508965" y="142999"/>
                  <a:pt x="512700" y="140445"/>
                </a:cubicBezTo>
                <a:cubicBezTo>
                  <a:pt x="516434" y="137892"/>
                  <a:pt x="520436" y="133300"/>
                  <a:pt x="524704" y="126670"/>
                </a:cubicBezTo>
                <a:lnTo>
                  <a:pt x="528591" y="129185"/>
                </a:lnTo>
                <a:cubicBezTo>
                  <a:pt x="522798" y="140998"/>
                  <a:pt x="516396" y="149363"/>
                  <a:pt x="509384" y="154278"/>
                </a:cubicBezTo>
                <a:cubicBezTo>
                  <a:pt x="502373" y="159194"/>
                  <a:pt x="494256" y="161652"/>
                  <a:pt x="485034" y="161652"/>
                </a:cubicBezTo>
                <a:cubicBezTo>
                  <a:pt x="469181" y="161652"/>
                  <a:pt x="457177" y="155549"/>
                  <a:pt x="449022" y="143343"/>
                </a:cubicBezTo>
                <a:cubicBezTo>
                  <a:pt x="442468" y="133501"/>
                  <a:pt x="439190" y="121295"/>
                  <a:pt x="439190" y="106724"/>
                </a:cubicBezTo>
                <a:cubicBezTo>
                  <a:pt x="439190" y="88870"/>
                  <a:pt x="444011" y="74661"/>
                  <a:pt x="453652" y="64096"/>
                </a:cubicBezTo>
                <a:cubicBezTo>
                  <a:pt x="463293" y="53528"/>
                  <a:pt x="474592" y="48244"/>
                  <a:pt x="487549" y="48244"/>
                </a:cubicBezTo>
                <a:cubicBezTo>
                  <a:pt x="498371" y="48244"/>
                  <a:pt x="507765" y="52684"/>
                  <a:pt x="515729" y="61563"/>
                </a:cubicBezTo>
                <a:cubicBezTo>
                  <a:pt x="523694" y="70442"/>
                  <a:pt x="527981" y="83608"/>
                  <a:pt x="528591" y="101061"/>
                </a:cubicBezTo>
                <a:moveTo>
                  <a:pt x="500467" y="93516"/>
                </a:moveTo>
                <a:cubicBezTo>
                  <a:pt x="500467" y="81245"/>
                  <a:pt x="499800" y="72824"/>
                  <a:pt x="498467" y="68251"/>
                </a:cubicBezTo>
                <a:cubicBezTo>
                  <a:pt x="497133" y="63678"/>
                  <a:pt x="495056" y="60210"/>
                  <a:pt x="492236" y="57847"/>
                </a:cubicBezTo>
                <a:cubicBezTo>
                  <a:pt x="490635" y="56475"/>
                  <a:pt x="488501" y="55789"/>
                  <a:pt x="485834" y="55789"/>
                </a:cubicBezTo>
                <a:cubicBezTo>
                  <a:pt x="481871" y="55789"/>
                  <a:pt x="478632" y="57733"/>
                  <a:pt x="476116" y="61620"/>
                </a:cubicBezTo>
                <a:cubicBezTo>
                  <a:pt x="471620" y="68403"/>
                  <a:pt x="469371" y="77701"/>
                  <a:pt x="469371" y="89515"/>
                </a:cubicBezTo>
                <a:lnTo>
                  <a:pt x="469371" y="93516"/>
                </a:lnTo>
                <a:lnTo>
                  <a:pt x="500467" y="93516"/>
                </a:lnTo>
                <a:close/>
                <a:moveTo>
                  <a:pt x="568753" y="80712"/>
                </a:moveTo>
                <a:lnTo>
                  <a:pt x="568753" y="76596"/>
                </a:lnTo>
                <a:cubicBezTo>
                  <a:pt x="577442" y="74086"/>
                  <a:pt x="583463" y="71747"/>
                  <a:pt x="586816" y="69580"/>
                </a:cubicBezTo>
                <a:cubicBezTo>
                  <a:pt x="590170" y="67412"/>
                  <a:pt x="593066" y="64104"/>
                  <a:pt x="595505" y="59655"/>
                </a:cubicBezTo>
                <a:cubicBezTo>
                  <a:pt x="597944" y="55206"/>
                  <a:pt x="599163" y="50700"/>
                  <a:pt x="599163" y="46136"/>
                </a:cubicBezTo>
                <a:cubicBezTo>
                  <a:pt x="599163" y="39825"/>
                  <a:pt x="596858" y="34406"/>
                  <a:pt x="592247" y="29881"/>
                </a:cubicBezTo>
                <a:cubicBezTo>
                  <a:pt x="587636" y="25356"/>
                  <a:pt x="581901" y="23093"/>
                  <a:pt x="575041" y="23093"/>
                </a:cubicBezTo>
                <a:cubicBezTo>
                  <a:pt x="564371" y="23093"/>
                  <a:pt x="555302" y="28771"/>
                  <a:pt x="547832" y="40127"/>
                </a:cubicBezTo>
                <a:lnTo>
                  <a:pt x="543603" y="38641"/>
                </a:lnTo>
                <a:cubicBezTo>
                  <a:pt x="549090" y="25875"/>
                  <a:pt x="556121" y="16281"/>
                  <a:pt x="564695" y="9860"/>
                </a:cubicBezTo>
                <a:cubicBezTo>
                  <a:pt x="573269" y="3439"/>
                  <a:pt x="582815" y="229"/>
                  <a:pt x="593333" y="229"/>
                </a:cubicBezTo>
                <a:cubicBezTo>
                  <a:pt x="604079" y="229"/>
                  <a:pt x="612939" y="3506"/>
                  <a:pt x="619913" y="10060"/>
                </a:cubicBezTo>
                <a:cubicBezTo>
                  <a:pt x="626887" y="16615"/>
                  <a:pt x="630373" y="24275"/>
                  <a:pt x="630373" y="33039"/>
                </a:cubicBezTo>
                <a:cubicBezTo>
                  <a:pt x="630373" y="38755"/>
                  <a:pt x="628754" y="44262"/>
                  <a:pt x="625515" y="49559"/>
                </a:cubicBezTo>
                <a:cubicBezTo>
                  <a:pt x="622276" y="54856"/>
                  <a:pt x="617188" y="59524"/>
                  <a:pt x="610253" y="63563"/>
                </a:cubicBezTo>
                <a:cubicBezTo>
                  <a:pt x="619170" y="67912"/>
                  <a:pt x="625972" y="73272"/>
                  <a:pt x="630659" y="79644"/>
                </a:cubicBezTo>
                <a:cubicBezTo>
                  <a:pt x="635346" y="86015"/>
                  <a:pt x="637690" y="94008"/>
                  <a:pt x="637690" y="103623"/>
                </a:cubicBezTo>
                <a:cubicBezTo>
                  <a:pt x="637690" y="119799"/>
                  <a:pt x="631841" y="133554"/>
                  <a:pt x="620142" y="144886"/>
                </a:cubicBezTo>
                <a:cubicBezTo>
                  <a:pt x="608443" y="156216"/>
                  <a:pt x="592761" y="161881"/>
                  <a:pt x="573098" y="161881"/>
                </a:cubicBezTo>
                <a:cubicBezTo>
                  <a:pt x="559989" y="161881"/>
                  <a:pt x="550424" y="159700"/>
                  <a:pt x="544403" y="155339"/>
                </a:cubicBezTo>
                <a:cubicBezTo>
                  <a:pt x="540059" y="152281"/>
                  <a:pt x="537886" y="148342"/>
                  <a:pt x="537886" y="143521"/>
                </a:cubicBezTo>
                <a:cubicBezTo>
                  <a:pt x="537886" y="140004"/>
                  <a:pt x="539144" y="137001"/>
                  <a:pt x="541659" y="134515"/>
                </a:cubicBezTo>
                <a:cubicBezTo>
                  <a:pt x="544174" y="132028"/>
                  <a:pt x="547070" y="130785"/>
                  <a:pt x="550348" y="130785"/>
                </a:cubicBezTo>
                <a:cubicBezTo>
                  <a:pt x="552863" y="130785"/>
                  <a:pt x="555225" y="131321"/>
                  <a:pt x="557436" y="132393"/>
                </a:cubicBezTo>
                <a:cubicBezTo>
                  <a:pt x="558655" y="133007"/>
                  <a:pt x="562980" y="136361"/>
                  <a:pt x="570411" y="142453"/>
                </a:cubicBezTo>
                <a:cubicBezTo>
                  <a:pt x="577842" y="148546"/>
                  <a:pt x="584797" y="151592"/>
                  <a:pt x="591275" y="151592"/>
                </a:cubicBezTo>
                <a:cubicBezTo>
                  <a:pt x="596915" y="151592"/>
                  <a:pt x="601755" y="149359"/>
                  <a:pt x="605794" y="144893"/>
                </a:cubicBezTo>
                <a:cubicBezTo>
                  <a:pt x="609833" y="140428"/>
                  <a:pt x="611853" y="134759"/>
                  <a:pt x="611853" y="127888"/>
                </a:cubicBezTo>
                <a:cubicBezTo>
                  <a:pt x="611853" y="117430"/>
                  <a:pt x="608195" y="107792"/>
                  <a:pt x="600878" y="98975"/>
                </a:cubicBezTo>
                <a:cubicBezTo>
                  <a:pt x="593562" y="90158"/>
                  <a:pt x="582853" y="84070"/>
                  <a:pt x="568753" y="80712"/>
                </a:cubicBezTo>
                <a:close/>
                <a:moveTo>
                  <a:pt x="690279" y="48473"/>
                </a:moveTo>
                <a:cubicBezTo>
                  <a:pt x="695537" y="48473"/>
                  <a:pt x="700015" y="50321"/>
                  <a:pt x="703711" y="54017"/>
                </a:cubicBezTo>
                <a:cubicBezTo>
                  <a:pt x="707408" y="57714"/>
                  <a:pt x="709256" y="62192"/>
                  <a:pt x="709256" y="67450"/>
                </a:cubicBezTo>
                <a:cubicBezTo>
                  <a:pt x="709256" y="72709"/>
                  <a:pt x="707408" y="77187"/>
                  <a:pt x="703711" y="80883"/>
                </a:cubicBezTo>
                <a:cubicBezTo>
                  <a:pt x="700015" y="84580"/>
                  <a:pt x="695537" y="86428"/>
                  <a:pt x="690279" y="86428"/>
                </a:cubicBezTo>
                <a:cubicBezTo>
                  <a:pt x="685020" y="86428"/>
                  <a:pt x="680542" y="84580"/>
                  <a:pt x="676846" y="80883"/>
                </a:cubicBezTo>
                <a:cubicBezTo>
                  <a:pt x="673149" y="77187"/>
                  <a:pt x="671301" y="72709"/>
                  <a:pt x="671301" y="67450"/>
                </a:cubicBezTo>
                <a:cubicBezTo>
                  <a:pt x="671301" y="62192"/>
                  <a:pt x="673149" y="57714"/>
                  <a:pt x="676846" y="54017"/>
                </a:cubicBezTo>
                <a:cubicBezTo>
                  <a:pt x="680542" y="50321"/>
                  <a:pt x="685020" y="48473"/>
                  <a:pt x="690279" y="48473"/>
                </a:cubicBezTo>
                <a:moveTo>
                  <a:pt x="690164" y="123240"/>
                </a:moveTo>
                <a:cubicBezTo>
                  <a:pt x="695499" y="123240"/>
                  <a:pt x="700015" y="125113"/>
                  <a:pt x="703711" y="128860"/>
                </a:cubicBezTo>
                <a:cubicBezTo>
                  <a:pt x="707408" y="132604"/>
                  <a:pt x="709256" y="137113"/>
                  <a:pt x="709256" y="142389"/>
                </a:cubicBezTo>
                <a:cubicBezTo>
                  <a:pt x="709256" y="147664"/>
                  <a:pt x="707389" y="152156"/>
                  <a:pt x="703654" y="155865"/>
                </a:cubicBezTo>
                <a:cubicBezTo>
                  <a:pt x="699920" y="159571"/>
                  <a:pt x="695423" y="161424"/>
                  <a:pt x="690164" y="161424"/>
                </a:cubicBezTo>
                <a:cubicBezTo>
                  <a:pt x="684905" y="161424"/>
                  <a:pt x="680428" y="159571"/>
                  <a:pt x="676731" y="155865"/>
                </a:cubicBezTo>
                <a:cubicBezTo>
                  <a:pt x="673035" y="152156"/>
                  <a:pt x="671187" y="147664"/>
                  <a:pt x="671187" y="142389"/>
                </a:cubicBezTo>
                <a:cubicBezTo>
                  <a:pt x="671187" y="137113"/>
                  <a:pt x="673035" y="132604"/>
                  <a:pt x="676731" y="128860"/>
                </a:cubicBezTo>
                <a:cubicBezTo>
                  <a:pt x="680428" y="125113"/>
                  <a:pt x="684905" y="123240"/>
                  <a:pt x="690164" y="123240"/>
                </a:cubicBezTo>
                <a:close/>
                <a:moveTo>
                  <a:pt x="950136" y="3430"/>
                </a:moveTo>
                <a:lnTo>
                  <a:pt x="950136" y="7545"/>
                </a:lnTo>
                <a:cubicBezTo>
                  <a:pt x="944496" y="8460"/>
                  <a:pt x="939466" y="11473"/>
                  <a:pt x="935045" y="16584"/>
                </a:cubicBezTo>
                <a:cubicBezTo>
                  <a:pt x="931844" y="20395"/>
                  <a:pt x="927081" y="29355"/>
                  <a:pt x="920755" y="43464"/>
                </a:cubicBezTo>
                <a:lnTo>
                  <a:pt x="867366" y="161881"/>
                </a:lnTo>
                <a:lnTo>
                  <a:pt x="863593" y="161881"/>
                </a:lnTo>
                <a:lnTo>
                  <a:pt x="810433" y="38688"/>
                </a:lnTo>
                <a:cubicBezTo>
                  <a:pt x="804031" y="23804"/>
                  <a:pt x="799744" y="15064"/>
                  <a:pt x="797572" y="12468"/>
                </a:cubicBezTo>
                <a:cubicBezTo>
                  <a:pt x="795400" y="9872"/>
                  <a:pt x="791303" y="8231"/>
                  <a:pt x="785282" y="7545"/>
                </a:cubicBezTo>
                <a:lnTo>
                  <a:pt x="785282" y="3430"/>
                </a:lnTo>
                <a:lnTo>
                  <a:pt x="859592" y="3430"/>
                </a:lnTo>
                <a:lnTo>
                  <a:pt x="859592" y="7545"/>
                </a:lnTo>
                <a:lnTo>
                  <a:pt x="857077" y="7545"/>
                </a:lnTo>
                <a:cubicBezTo>
                  <a:pt x="850370" y="7545"/>
                  <a:pt x="845797" y="8390"/>
                  <a:pt x="843358" y="10078"/>
                </a:cubicBezTo>
                <a:cubicBezTo>
                  <a:pt x="841605" y="11229"/>
                  <a:pt x="840729" y="12916"/>
                  <a:pt x="840729" y="15141"/>
                </a:cubicBezTo>
                <a:cubicBezTo>
                  <a:pt x="840729" y="16522"/>
                  <a:pt x="841034" y="18152"/>
                  <a:pt x="841643" y="20031"/>
                </a:cubicBezTo>
                <a:cubicBezTo>
                  <a:pt x="842253" y="21911"/>
                  <a:pt x="844311" y="26934"/>
                  <a:pt x="847817" y="35101"/>
                </a:cubicBezTo>
                <a:lnTo>
                  <a:pt x="880856" y="112186"/>
                </a:lnTo>
                <a:lnTo>
                  <a:pt x="911495" y="43528"/>
                </a:lnTo>
                <a:cubicBezTo>
                  <a:pt x="915153" y="35226"/>
                  <a:pt x="917401" y="29660"/>
                  <a:pt x="918240" y="26830"/>
                </a:cubicBezTo>
                <a:cubicBezTo>
                  <a:pt x="919078" y="23998"/>
                  <a:pt x="919497" y="21587"/>
                  <a:pt x="919497" y="19596"/>
                </a:cubicBezTo>
                <a:cubicBezTo>
                  <a:pt x="919497" y="17302"/>
                  <a:pt x="918887" y="15275"/>
                  <a:pt x="917668" y="13515"/>
                </a:cubicBezTo>
                <a:cubicBezTo>
                  <a:pt x="916449" y="11755"/>
                  <a:pt x="914658" y="10415"/>
                  <a:pt x="912295" y="9496"/>
                </a:cubicBezTo>
                <a:cubicBezTo>
                  <a:pt x="909018" y="8195"/>
                  <a:pt x="904673" y="7545"/>
                  <a:pt x="899262" y="7545"/>
                </a:cubicBezTo>
                <a:lnTo>
                  <a:pt x="899262" y="3430"/>
                </a:lnTo>
                <a:lnTo>
                  <a:pt x="950136" y="34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Text erif">
            <a:extLst xmlns:a="http://schemas.openxmlformats.org/drawingml/2006/main">
              <a:ext uri="{FF2B5EF4-FFF2-40B4-BE49-F238E27FC236}">
                <a16:creationId xmlns:a16="http://schemas.microsoft.com/office/drawing/2014/main" id="{29525E6F-EB05-4A17-ABA1-EE415C43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787" y="3923422"/>
            <a:ext cx="359312" cy="161652"/>
          </a:xfrm>
          <a:custGeom xmlns:a="http://schemas.openxmlformats.org/drawingml/2006/main">
            <a:pathLst>
              <a:path w="359312" h="161652">
                <a:moveTo>
                  <a:pt x="89400" y="101061"/>
                </a:moveTo>
                <a:lnTo>
                  <a:pt x="30753" y="101061"/>
                </a:lnTo>
                <a:cubicBezTo>
                  <a:pt x="31439" y="115275"/>
                  <a:pt x="35211" y="126509"/>
                  <a:pt x="42071" y="134761"/>
                </a:cubicBezTo>
                <a:cubicBezTo>
                  <a:pt x="47330" y="141104"/>
                  <a:pt x="53655" y="144275"/>
                  <a:pt x="61048" y="144275"/>
                </a:cubicBezTo>
                <a:cubicBezTo>
                  <a:pt x="65621" y="144275"/>
                  <a:pt x="69775" y="142999"/>
                  <a:pt x="73509" y="140445"/>
                </a:cubicBezTo>
                <a:cubicBezTo>
                  <a:pt x="77244" y="137892"/>
                  <a:pt x="81245" y="133300"/>
                  <a:pt x="85513" y="126670"/>
                </a:cubicBezTo>
                <a:lnTo>
                  <a:pt x="89400" y="129185"/>
                </a:lnTo>
                <a:cubicBezTo>
                  <a:pt x="83608" y="140998"/>
                  <a:pt x="77206" y="149363"/>
                  <a:pt x="70194" y="154278"/>
                </a:cubicBezTo>
                <a:cubicBezTo>
                  <a:pt x="63182" y="159194"/>
                  <a:pt x="55065" y="161652"/>
                  <a:pt x="45843" y="161652"/>
                </a:cubicBezTo>
                <a:cubicBezTo>
                  <a:pt x="29991" y="161652"/>
                  <a:pt x="17987" y="155549"/>
                  <a:pt x="9832" y="143343"/>
                </a:cubicBezTo>
                <a:cubicBezTo>
                  <a:pt x="3277" y="133501"/>
                  <a:pt x="0" y="121295"/>
                  <a:pt x="0" y="106724"/>
                </a:cubicBezTo>
                <a:cubicBezTo>
                  <a:pt x="0" y="88870"/>
                  <a:pt x="4821" y="74661"/>
                  <a:pt x="14462" y="64096"/>
                </a:cubicBezTo>
                <a:cubicBezTo>
                  <a:pt x="24103" y="53528"/>
                  <a:pt x="35402" y="48244"/>
                  <a:pt x="48358" y="48244"/>
                </a:cubicBezTo>
                <a:cubicBezTo>
                  <a:pt x="59181" y="48244"/>
                  <a:pt x="68575" y="52684"/>
                  <a:pt x="76539" y="61563"/>
                </a:cubicBezTo>
                <a:cubicBezTo>
                  <a:pt x="84504" y="70442"/>
                  <a:pt x="88791" y="83608"/>
                  <a:pt x="89400" y="101061"/>
                </a:cubicBezTo>
                <a:moveTo>
                  <a:pt x="61277" y="93516"/>
                </a:moveTo>
                <a:cubicBezTo>
                  <a:pt x="61277" y="81245"/>
                  <a:pt x="60610" y="72824"/>
                  <a:pt x="59276" y="68251"/>
                </a:cubicBezTo>
                <a:cubicBezTo>
                  <a:pt x="57943" y="63678"/>
                  <a:pt x="55866" y="60210"/>
                  <a:pt x="53046" y="57847"/>
                </a:cubicBezTo>
                <a:cubicBezTo>
                  <a:pt x="51445" y="56475"/>
                  <a:pt x="49311" y="55789"/>
                  <a:pt x="46644" y="55789"/>
                </a:cubicBezTo>
                <a:cubicBezTo>
                  <a:pt x="42680" y="55789"/>
                  <a:pt x="39441" y="57733"/>
                  <a:pt x="36926" y="61620"/>
                </a:cubicBezTo>
                <a:cubicBezTo>
                  <a:pt x="32430" y="68403"/>
                  <a:pt x="30181" y="77701"/>
                  <a:pt x="30181" y="89515"/>
                </a:cubicBezTo>
                <a:lnTo>
                  <a:pt x="30181" y="93516"/>
                </a:lnTo>
                <a:lnTo>
                  <a:pt x="61277" y="93516"/>
                </a:lnTo>
                <a:close/>
                <a:moveTo>
                  <a:pt x="147169" y="51445"/>
                </a:moveTo>
                <a:lnTo>
                  <a:pt x="147169" y="75682"/>
                </a:lnTo>
                <a:cubicBezTo>
                  <a:pt x="154257" y="64630"/>
                  <a:pt x="160468" y="57295"/>
                  <a:pt x="165804" y="53674"/>
                </a:cubicBezTo>
                <a:cubicBezTo>
                  <a:pt x="171139" y="50054"/>
                  <a:pt x="176283" y="48244"/>
                  <a:pt x="181237" y="48244"/>
                </a:cubicBezTo>
                <a:cubicBezTo>
                  <a:pt x="185505" y="48244"/>
                  <a:pt x="188916" y="49564"/>
                  <a:pt x="191469" y="52203"/>
                </a:cubicBezTo>
                <a:cubicBezTo>
                  <a:pt x="194022" y="54842"/>
                  <a:pt x="195299" y="58570"/>
                  <a:pt x="195299" y="63388"/>
                </a:cubicBezTo>
                <a:cubicBezTo>
                  <a:pt x="195299" y="68514"/>
                  <a:pt x="194060" y="72492"/>
                  <a:pt x="191583" y="75324"/>
                </a:cubicBezTo>
                <a:cubicBezTo>
                  <a:pt x="189106" y="78154"/>
                  <a:pt x="186115" y="79569"/>
                  <a:pt x="182609" y="79569"/>
                </a:cubicBezTo>
                <a:cubicBezTo>
                  <a:pt x="178570" y="79569"/>
                  <a:pt x="175064" y="78273"/>
                  <a:pt x="172091" y="75682"/>
                </a:cubicBezTo>
                <a:cubicBezTo>
                  <a:pt x="169119" y="73090"/>
                  <a:pt x="167366" y="71642"/>
                  <a:pt x="166832" y="71337"/>
                </a:cubicBezTo>
                <a:cubicBezTo>
                  <a:pt x="166070" y="70880"/>
                  <a:pt x="165194" y="70651"/>
                  <a:pt x="164203" y="70651"/>
                </a:cubicBezTo>
                <a:cubicBezTo>
                  <a:pt x="161993" y="70651"/>
                  <a:pt x="159897" y="71490"/>
                  <a:pt x="157915" y="73167"/>
                </a:cubicBezTo>
                <a:cubicBezTo>
                  <a:pt x="154790" y="75758"/>
                  <a:pt x="152428" y="79454"/>
                  <a:pt x="150827" y="84256"/>
                </a:cubicBezTo>
                <a:cubicBezTo>
                  <a:pt x="148388" y="91649"/>
                  <a:pt x="147169" y="99804"/>
                  <a:pt x="147169" y="108721"/>
                </a:cubicBezTo>
                <a:lnTo>
                  <a:pt x="147169" y="133300"/>
                </a:lnTo>
                <a:lnTo>
                  <a:pt x="147283" y="139702"/>
                </a:lnTo>
                <a:cubicBezTo>
                  <a:pt x="147283" y="144047"/>
                  <a:pt x="147550" y="146828"/>
                  <a:pt x="148084" y="148048"/>
                </a:cubicBezTo>
                <a:cubicBezTo>
                  <a:pt x="148998" y="150106"/>
                  <a:pt x="150351" y="151611"/>
                  <a:pt x="152142" y="152564"/>
                </a:cubicBezTo>
                <a:cubicBezTo>
                  <a:pt x="153933" y="153516"/>
                  <a:pt x="156963" y="154107"/>
                  <a:pt x="161231" y="154336"/>
                </a:cubicBezTo>
                <a:lnTo>
                  <a:pt x="161231" y="158451"/>
                </a:lnTo>
                <a:lnTo>
                  <a:pt x="103498" y="158451"/>
                </a:lnTo>
                <a:lnTo>
                  <a:pt x="103498" y="154336"/>
                </a:lnTo>
                <a:cubicBezTo>
                  <a:pt x="108147" y="153955"/>
                  <a:pt x="111291" y="152678"/>
                  <a:pt x="112929" y="150506"/>
                </a:cubicBezTo>
                <a:cubicBezTo>
                  <a:pt x="114568" y="148334"/>
                  <a:pt x="115387" y="142598"/>
                  <a:pt x="115387" y="133300"/>
                </a:cubicBezTo>
                <a:lnTo>
                  <a:pt x="115387" y="74081"/>
                </a:lnTo>
                <a:cubicBezTo>
                  <a:pt x="115387" y="67946"/>
                  <a:pt x="115082" y="64035"/>
                  <a:pt x="114473" y="62349"/>
                </a:cubicBezTo>
                <a:cubicBezTo>
                  <a:pt x="113711" y="60200"/>
                  <a:pt x="112605" y="58628"/>
                  <a:pt x="111157" y="57633"/>
                </a:cubicBezTo>
                <a:cubicBezTo>
                  <a:pt x="109709" y="56635"/>
                  <a:pt x="107156" y="55944"/>
                  <a:pt x="103498" y="55561"/>
                </a:cubicBezTo>
                <a:lnTo>
                  <a:pt x="103498" y="51445"/>
                </a:lnTo>
                <a:lnTo>
                  <a:pt x="147169" y="51445"/>
                </a:lnTo>
                <a:close/>
                <a:moveTo>
                  <a:pt x="232489" y="0"/>
                </a:moveTo>
                <a:cubicBezTo>
                  <a:pt x="237443" y="0"/>
                  <a:pt x="241635" y="1740"/>
                  <a:pt x="245065" y="5220"/>
                </a:cubicBezTo>
                <a:cubicBezTo>
                  <a:pt x="248495" y="8697"/>
                  <a:pt x="250209" y="12883"/>
                  <a:pt x="250209" y="17777"/>
                </a:cubicBezTo>
                <a:cubicBezTo>
                  <a:pt x="250209" y="22672"/>
                  <a:pt x="248475" y="26840"/>
                  <a:pt x="245008" y="30281"/>
                </a:cubicBezTo>
                <a:cubicBezTo>
                  <a:pt x="241540" y="33720"/>
                  <a:pt x="237367" y="35440"/>
                  <a:pt x="232489" y="35440"/>
                </a:cubicBezTo>
                <a:cubicBezTo>
                  <a:pt x="227612" y="35440"/>
                  <a:pt x="223458" y="33720"/>
                  <a:pt x="220028" y="30281"/>
                </a:cubicBezTo>
                <a:cubicBezTo>
                  <a:pt x="216599" y="26840"/>
                  <a:pt x="214884" y="22672"/>
                  <a:pt x="214884" y="17777"/>
                </a:cubicBezTo>
                <a:cubicBezTo>
                  <a:pt x="214884" y="12883"/>
                  <a:pt x="216599" y="8697"/>
                  <a:pt x="220028" y="5220"/>
                </a:cubicBezTo>
                <a:cubicBezTo>
                  <a:pt x="223458" y="1740"/>
                  <a:pt x="227612" y="0"/>
                  <a:pt x="232489" y="0"/>
                </a:cubicBezTo>
                <a:moveTo>
                  <a:pt x="248495" y="51445"/>
                </a:moveTo>
                <a:lnTo>
                  <a:pt x="248495" y="136273"/>
                </a:lnTo>
                <a:cubicBezTo>
                  <a:pt x="248495" y="143818"/>
                  <a:pt x="249371" y="148639"/>
                  <a:pt x="251124" y="150734"/>
                </a:cubicBezTo>
                <a:cubicBezTo>
                  <a:pt x="252877" y="152830"/>
                  <a:pt x="256307" y="154031"/>
                  <a:pt x="261413" y="154336"/>
                </a:cubicBezTo>
                <a:lnTo>
                  <a:pt x="261413" y="158451"/>
                </a:lnTo>
                <a:lnTo>
                  <a:pt x="203680" y="158451"/>
                </a:lnTo>
                <a:lnTo>
                  <a:pt x="203680" y="154336"/>
                </a:lnTo>
                <a:cubicBezTo>
                  <a:pt x="208405" y="154183"/>
                  <a:pt x="211911" y="152811"/>
                  <a:pt x="214198" y="150220"/>
                </a:cubicBezTo>
                <a:cubicBezTo>
                  <a:pt x="215722" y="148467"/>
                  <a:pt x="216484" y="143818"/>
                  <a:pt x="216484" y="136273"/>
                </a:cubicBezTo>
                <a:lnTo>
                  <a:pt x="216484" y="73852"/>
                </a:lnTo>
                <a:cubicBezTo>
                  <a:pt x="216484" y="66212"/>
                  <a:pt x="215608" y="61331"/>
                  <a:pt x="213855" y="59208"/>
                </a:cubicBezTo>
                <a:cubicBezTo>
                  <a:pt x="212102" y="57086"/>
                  <a:pt x="208710" y="55870"/>
                  <a:pt x="203680" y="55561"/>
                </a:cubicBezTo>
                <a:lnTo>
                  <a:pt x="203680" y="51445"/>
                </a:lnTo>
                <a:lnTo>
                  <a:pt x="248495" y="51445"/>
                </a:lnTo>
                <a:close/>
                <a:moveTo>
                  <a:pt x="318728" y="62649"/>
                </a:moveTo>
                <a:lnTo>
                  <a:pt x="318728" y="136959"/>
                </a:lnTo>
                <a:cubicBezTo>
                  <a:pt x="318728" y="144123"/>
                  <a:pt x="319490" y="148619"/>
                  <a:pt x="321014" y="150449"/>
                </a:cubicBezTo>
                <a:cubicBezTo>
                  <a:pt x="323453" y="153269"/>
                  <a:pt x="327950" y="154564"/>
                  <a:pt x="334504" y="154336"/>
                </a:cubicBezTo>
                <a:lnTo>
                  <a:pt x="334504" y="158451"/>
                </a:lnTo>
                <a:lnTo>
                  <a:pt x="271513" y="158451"/>
                </a:lnTo>
                <a:lnTo>
                  <a:pt x="271513" y="154336"/>
                </a:lnTo>
                <a:cubicBezTo>
                  <a:pt x="276314" y="154259"/>
                  <a:pt x="279725" y="153707"/>
                  <a:pt x="281744" y="152678"/>
                </a:cubicBezTo>
                <a:cubicBezTo>
                  <a:pt x="283764" y="151649"/>
                  <a:pt x="285155" y="150220"/>
                  <a:pt x="285917" y="148391"/>
                </a:cubicBezTo>
                <a:cubicBezTo>
                  <a:pt x="286679" y="146562"/>
                  <a:pt x="287060" y="142751"/>
                  <a:pt x="287060" y="136959"/>
                </a:cubicBezTo>
                <a:lnTo>
                  <a:pt x="287060" y="62649"/>
                </a:lnTo>
                <a:lnTo>
                  <a:pt x="271513" y="62649"/>
                </a:lnTo>
                <a:lnTo>
                  <a:pt x="271513" y="51445"/>
                </a:lnTo>
                <a:lnTo>
                  <a:pt x="287060" y="51445"/>
                </a:lnTo>
                <a:lnTo>
                  <a:pt x="287060" y="43593"/>
                </a:lnTo>
                <a:lnTo>
                  <a:pt x="286946" y="38241"/>
                </a:lnTo>
                <a:cubicBezTo>
                  <a:pt x="286946" y="27316"/>
                  <a:pt x="290966" y="18212"/>
                  <a:pt x="299007" y="10929"/>
                </a:cubicBezTo>
                <a:cubicBezTo>
                  <a:pt x="307048" y="3643"/>
                  <a:pt x="317928" y="0"/>
                  <a:pt x="331646" y="0"/>
                </a:cubicBezTo>
                <a:cubicBezTo>
                  <a:pt x="341021" y="0"/>
                  <a:pt x="347975" y="1760"/>
                  <a:pt x="352510" y="5280"/>
                </a:cubicBezTo>
                <a:cubicBezTo>
                  <a:pt x="357045" y="8798"/>
                  <a:pt x="359312" y="12699"/>
                  <a:pt x="359312" y="16984"/>
                </a:cubicBezTo>
                <a:cubicBezTo>
                  <a:pt x="359312" y="20428"/>
                  <a:pt x="357902" y="23412"/>
                  <a:pt x="355082" y="25937"/>
                </a:cubicBezTo>
                <a:cubicBezTo>
                  <a:pt x="352262" y="28462"/>
                  <a:pt x="348528" y="29724"/>
                  <a:pt x="343879" y="29724"/>
                </a:cubicBezTo>
                <a:cubicBezTo>
                  <a:pt x="339916" y="29724"/>
                  <a:pt x="336772" y="28695"/>
                  <a:pt x="334447" y="26637"/>
                </a:cubicBezTo>
                <a:cubicBezTo>
                  <a:pt x="332123" y="24579"/>
                  <a:pt x="330960" y="22293"/>
                  <a:pt x="330960" y="19778"/>
                </a:cubicBezTo>
                <a:cubicBezTo>
                  <a:pt x="330960" y="19092"/>
                  <a:pt x="331189" y="17682"/>
                  <a:pt x="331646" y="15548"/>
                </a:cubicBezTo>
                <a:cubicBezTo>
                  <a:pt x="331951" y="14252"/>
                  <a:pt x="332104" y="13033"/>
                  <a:pt x="332104" y="11890"/>
                </a:cubicBezTo>
                <a:cubicBezTo>
                  <a:pt x="332104" y="10289"/>
                  <a:pt x="331646" y="9108"/>
                  <a:pt x="330732" y="8346"/>
                </a:cubicBezTo>
                <a:cubicBezTo>
                  <a:pt x="329512" y="7202"/>
                  <a:pt x="328026" y="6631"/>
                  <a:pt x="326273" y="6631"/>
                </a:cubicBezTo>
                <a:cubicBezTo>
                  <a:pt x="324063" y="6631"/>
                  <a:pt x="322215" y="7538"/>
                  <a:pt x="320728" y="9353"/>
                </a:cubicBezTo>
                <a:cubicBezTo>
                  <a:pt x="319242" y="11168"/>
                  <a:pt x="318499" y="14080"/>
                  <a:pt x="318499" y="18088"/>
                </a:cubicBezTo>
                <a:lnTo>
                  <a:pt x="318728" y="37944"/>
                </a:lnTo>
                <a:lnTo>
                  <a:pt x="318728" y="51445"/>
                </a:lnTo>
                <a:lnTo>
                  <a:pt x="334504" y="51445"/>
                </a:lnTo>
                <a:lnTo>
                  <a:pt x="334504" y="62649"/>
                </a:lnTo>
                <a:lnTo>
                  <a:pt x="318728" y="62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Text icationandUpdate">
            <a:extLst xmlns:a="http://schemas.openxmlformats.org/drawingml/2006/main">
              <a:ext uri="{FF2B5EF4-FFF2-40B4-BE49-F238E27FC236}">
                <a16:creationId xmlns:a16="http://schemas.microsoft.com/office/drawing/2014/main" id="{AB2DA1A4-4F3B-41E1-AF85-F99AD9D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522" y="3923422"/>
            <a:ext cx="1888960" cy="208525"/>
          </a:xfrm>
          <a:custGeom xmlns:a="http://schemas.openxmlformats.org/drawingml/2006/main">
            <a:pathLst>
              <a:path w="1888960" h="208525">
                <a:moveTo>
                  <a:pt x="28809" y="0"/>
                </a:moveTo>
                <a:cubicBezTo>
                  <a:pt x="33763" y="0"/>
                  <a:pt x="37955" y="1740"/>
                  <a:pt x="41385" y="5220"/>
                </a:cubicBezTo>
                <a:cubicBezTo>
                  <a:pt x="44814" y="8697"/>
                  <a:pt x="46529" y="12883"/>
                  <a:pt x="46529" y="17777"/>
                </a:cubicBezTo>
                <a:cubicBezTo>
                  <a:pt x="46529" y="22672"/>
                  <a:pt x="44795" y="26840"/>
                  <a:pt x="41328" y="30281"/>
                </a:cubicBezTo>
                <a:cubicBezTo>
                  <a:pt x="37860" y="33720"/>
                  <a:pt x="33687" y="35440"/>
                  <a:pt x="28809" y="35440"/>
                </a:cubicBezTo>
                <a:cubicBezTo>
                  <a:pt x="23932" y="35440"/>
                  <a:pt x="19778" y="33720"/>
                  <a:pt x="16348" y="30281"/>
                </a:cubicBezTo>
                <a:cubicBezTo>
                  <a:pt x="12918" y="26840"/>
                  <a:pt x="11204" y="22672"/>
                  <a:pt x="11204" y="17777"/>
                </a:cubicBezTo>
                <a:cubicBezTo>
                  <a:pt x="11204" y="12883"/>
                  <a:pt x="12918" y="8697"/>
                  <a:pt x="16348" y="5220"/>
                </a:cubicBezTo>
                <a:cubicBezTo>
                  <a:pt x="19778" y="1740"/>
                  <a:pt x="23932" y="0"/>
                  <a:pt x="28809" y="0"/>
                </a:cubicBezTo>
                <a:moveTo>
                  <a:pt x="44814" y="51445"/>
                </a:moveTo>
                <a:lnTo>
                  <a:pt x="44814" y="136273"/>
                </a:lnTo>
                <a:cubicBezTo>
                  <a:pt x="44814" y="143818"/>
                  <a:pt x="45691" y="148639"/>
                  <a:pt x="47444" y="150734"/>
                </a:cubicBezTo>
                <a:cubicBezTo>
                  <a:pt x="49197" y="152830"/>
                  <a:pt x="52627" y="154031"/>
                  <a:pt x="57733" y="154336"/>
                </a:cubicBezTo>
                <a:lnTo>
                  <a:pt x="57733" y="158451"/>
                </a:lnTo>
                <a:lnTo>
                  <a:pt x="0" y="158451"/>
                </a:lnTo>
                <a:lnTo>
                  <a:pt x="0" y="154336"/>
                </a:lnTo>
                <a:cubicBezTo>
                  <a:pt x="4725" y="154183"/>
                  <a:pt x="8231" y="152811"/>
                  <a:pt x="10518" y="150220"/>
                </a:cubicBezTo>
                <a:cubicBezTo>
                  <a:pt x="12042" y="148467"/>
                  <a:pt x="12804" y="143818"/>
                  <a:pt x="12804" y="136273"/>
                </a:cubicBezTo>
                <a:lnTo>
                  <a:pt x="12804" y="73852"/>
                </a:lnTo>
                <a:cubicBezTo>
                  <a:pt x="12804" y="66212"/>
                  <a:pt x="11928" y="61331"/>
                  <a:pt x="10175" y="59208"/>
                </a:cubicBezTo>
                <a:cubicBezTo>
                  <a:pt x="8422" y="57086"/>
                  <a:pt x="5030" y="55870"/>
                  <a:pt x="0" y="55561"/>
                </a:cubicBezTo>
                <a:lnTo>
                  <a:pt x="0" y="51445"/>
                </a:lnTo>
                <a:lnTo>
                  <a:pt x="44814" y="51445"/>
                </a:lnTo>
                <a:close/>
                <a:moveTo>
                  <a:pt x="155404" y="130810"/>
                </a:moveTo>
                <a:lnTo>
                  <a:pt x="158948" y="133550"/>
                </a:lnTo>
                <a:cubicBezTo>
                  <a:pt x="153918" y="143032"/>
                  <a:pt x="147649" y="150087"/>
                  <a:pt x="140142" y="154714"/>
                </a:cubicBezTo>
                <a:cubicBezTo>
                  <a:pt x="132634" y="159340"/>
                  <a:pt x="124651" y="161652"/>
                  <a:pt x="116191" y="161652"/>
                </a:cubicBezTo>
                <a:cubicBezTo>
                  <a:pt x="101939" y="161652"/>
                  <a:pt x="90545" y="156274"/>
                  <a:pt x="82009" y="145518"/>
                </a:cubicBezTo>
                <a:cubicBezTo>
                  <a:pt x="73472" y="134760"/>
                  <a:pt x="69204" y="121829"/>
                  <a:pt x="69204" y="106724"/>
                </a:cubicBezTo>
                <a:cubicBezTo>
                  <a:pt x="69204" y="92150"/>
                  <a:pt x="73091" y="79333"/>
                  <a:pt x="80865" y="68272"/>
                </a:cubicBezTo>
                <a:cubicBezTo>
                  <a:pt x="90240" y="54920"/>
                  <a:pt x="103158" y="48244"/>
                  <a:pt x="119621" y="48244"/>
                </a:cubicBezTo>
                <a:cubicBezTo>
                  <a:pt x="130672" y="48244"/>
                  <a:pt x="139456" y="51034"/>
                  <a:pt x="145972" y="56615"/>
                </a:cubicBezTo>
                <a:cubicBezTo>
                  <a:pt x="152488" y="62193"/>
                  <a:pt x="155747" y="68421"/>
                  <a:pt x="155747" y="75299"/>
                </a:cubicBezTo>
                <a:cubicBezTo>
                  <a:pt x="155747" y="79656"/>
                  <a:pt x="154432" y="83133"/>
                  <a:pt x="151803" y="85731"/>
                </a:cubicBezTo>
                <a:cubicBezTo>
                  <a:pt x="149173" y="88330"/>
                  <a:pt x="145724" y="89629"/>
                  <a:pt x="141456" y="89629"/>
                </a:cubicBezTo>
                <a:cubicBezTo>
                  <a:pt x="136960" y="89629"/>
                  <a:pt x="133244" y="88138"/>
                  <a:pt x="130310" y="85156"/>
                </a:cubicBezTo>
                <a:cubicBezTo>
                  <a:pt x="127376" y="82172"/>
                  <a:pt x="125565" y="76856"/>
                  <a:pt x="124880" y="69208"/>
                </a:cubicBezTo>
                <a:cubicBezTo>
                  <a:pt x="124422" y="64390"/>
                  <a:pt x="123317" y="61024"/>
                  <a:pt x="121564" y="59112"/>
                </a:cubicBezTo>
                <a:cubicBezTo>
                  <a:pt x="119811" y="57202"/>
                  <a:pt x="117753" y="56247"/>
                  <a:pt x="115391" y="56247"/>
                </a:cubicBezTo>
                <a:cubicBezTo>
                  <a:pt x="111732" y="56247"/>
                  <a:pt x="108608" y="58190"/>
                  <a:pt x="106016" y="62077"/>
                </a:cubicBezTo>
                <a:cubicBezTo>
                  <a:pt x="102053" y="67946"/>
                  <a:pt x="100072" y="76939"/>
                  <a:pt x="100072" y="89057"/>
                </a:cubicBezTo>
                <a:cubicBezTo>
                  <a:pt x="100072" y="99118"/>
                  <a:pt x="101672" y="108740"/>
                  <a:pt x="104873" y="117924"/>
                </a:cubicBezTo>
                <a:cubicBezTo>
                  <a:pt x="108074" y="127108"/>
                  <a:pt x="112456" y="133948"/>
                  <a:pt x="118020" y="138445"/>
                </a:cubicBezTo>
                <a:cubicBezTo>
                  <a:pt x="122212" y="141722"/>
                  <a:pt x="127166" y="143361"/>
                  <a:pt x="132882" y="143361"/>
                </a:cubicBezTo>
                <a:cubicBezTo>
                  <a:pt x="136617" y="143361"/>
                  <a:pt x="140161" y="142487"/>
                  <a:pt x="143514" y="140738"/>
                </a:cubicBezTo>
                <a:cubicBezTo>
                  <a:pt x="146868" y="138988"/>
                  <a:pt x="150831" y="135678"/>
                  <a:pt x="155404" y="130810"/>
                </a:cubicBezTo>
                <a:close/>
                <a:moveTo>
                  <a:pt x="231121" y="142675"/>
                </a:moveTo>
                <a:cubicBezTo>
                  <a:pt x="218088" y="154259"/>
                  <a:pt x="206389" y="160052"/>
                  <a:pt x="196024" y="160052"/>
                </a:cubicBezTo>
                <a:cubicBezTo>
                  <a:pt x="189927" y="160052"/>
                  <a:pt x="184858" y="158045"/>
                  <a:pt x="180819" y="154032"/>
                </a:cubicBezTo>
                <a:cubicBezTo>
                  <a:pt x="176780" y="150016"/>
                  <a:pt x="174760" y="144989"/>
                  <a:pt x="174760" y="138948"/>
                </a:cubicBezTo>
                <a:cubicBezTo>
                  <a:pt x="174760" y="130765"/>
                  <a:pt x="178266" y="123404"/>
                  <a:pt x="185278" y="116866"/>
                </a:cubicBezTo>
                <a:cubicBezTo>
                  <a:pt x="192289" y="110329"/>
                  <a:pt x="207571" y="101630"/>
                  <a:pt x="231121" y="90772"/>
                </a:cubicBezTo>
                <a:lnTo>
                  <a:pt x="231121" y="80026"/>
                </a:lnTo>
                <a:cubicBezTo>
                  <a:pt x="231121" y="71947"/>
                  <a:pt x="230683" y="66860"/>
                  <a:pt x="229806" y="64764"/>
                </a:cubicBezTo>
                <a:cubicBezTo>
                  <a:pt x="228930" y="62668"/>
                  <a:pt x="227272" y="60839"/>
                  <a:pt x="224833" y="59276"/>
                </a:cubicBezTo>
                <a:cubicBezTo>
                  <a:pt x="222394" y="57714"/>
                  <a:pt x="219651" y="56933"/>
                  <a:pt x="216602" y="56933"/>
                </a:cubicBezTo>
                <a:cubicBezTo>
                  <a:pt x="211648" y="56933"/>
                  <a:pt x="207571" y="58038"/>
                  <a:pt x="204369" y="60248"/>
                </a:cubicBezTo>
                <a:cubicBezTo>
                  <a:pt x="202388" y="61620"/>
                  <a:pt x="201397" y="63220"/>
                  <a:pt x="201397" y="65050"/>
                </a:cubicBezTo>
                <a:cubicBezTo>
                  <a:pt x="201397" y="66650"/>
                  <a:pt x="202464" y="68632"/>
                  <a:pt x="204598" y="70994"/>
                </a:cubicBezTo>
                <a:cubicBezTo>
                  <a:pt x="207494" y="74272"/>
                  <a:pt x="208942" y="77435"/>
                  <a:pt x="208942" y="80483"/>
                </a:cubicBezTo>
                <a:cubicBezTo>
                  <a:pt x="208942" y="84218"/>
                  <a:pt x="207551" y="87400"/>
                  <a:pt x="204770" y="90029"/>
                </a:cubicBezTo>
                <a:cubicBezTo>
                  <a:pt x="201988" y="92659"/>
                  <a:pt x="198348" y="93973"/>
                  <a:pt x="193852" y="93973"/>
                </a:cubicBezTo>
                <a:cubicBezTo>
                  <a:pt x="189050" y="93973"/>
                  <a:pt x="185030" y="92525"/>
                  <a:pt x="181791" y="89629"/>
                </a:cubicBezTo>
                <a:cubicBezTo>
                  <a:pt x="178552" y="86733"/>
                  <a:pt x="176932" y="83341"/>
                  <a:pt x="176932" y="79454"/>
                </a:cubicBezTo>
                <a:cubicBezTo>
                  <a:pt x="176932" y="73967"/>
                  <a:pt x="179104" y="68727"/>
                  <a:pt x="183448" y="63735"/>
                </a:cubicBezTo>
                <a:cubicBezTo>
                  <a:pt x="187793" y="58743"/>
                  <a:pt x="193852" y="54913"/>
                  <a:pt x="201626" y="52245"/>
                </a:cubicBezTo>
                <a:cubicBezTo>
                  <a:pt x="209400" y="49578"/>
                  <a:pt x="217478" y="48244"/>
                  <a:pt x="225862" y="48244"/>
                </a:cubicBezTo>
                <a:cubicBezTo>
                  <a:pt x="235999" y="48244"/>
                  <a:pt x="244020" y="50403"/>
                  <a:pt x="249927" y="54721"/>
                </a:cubicBezTo>
                <a:cubicBezTo>
                  <a:pt x="255834" y="59037"/>
                  <a:pt x="259664" y="63716"/>
                  <a:pt x="261417" y="68758"/>
                </a:cubicBezTo>
                <a:cubicBezTo>
                  <a:pt x="262484" y="71966"/>
                  <a:pt x="263017" y="79338"/>
                  <a:pt x="263017" y="90872"/>
                </a:cubicBezTo>
                <a:lnTo>
                  <a:pt x="263017" y="132468"/>
                </a:lnTo>
                <a:cubicBezTo>
                  <a:pt x="263017" y="137357"/>
                  <a:pt x="263208" y="140433"/>
                  <a:pt x="263589" y="141696"/>
                </a:cubicBezTo>
                <a:cubicBezTo>
                  <a:pt x="263970" y="142956"/>
                  <a:pt x="264541" y="143892"/>
                  <a:pt x="265303" y="144504"/>
                </a:cubicBezTo>
                <a:cubicBezTo>
                  <a:pt x="266066" y="145114"/>
                  <a:pt x="266942" y="145418"/>
                  <a:pt x="267933" y="145418"/>
                </a:cubicBezTo>
                <a:cubicBezTo>
                  <a:pt x="269914" y="145418"/>
                  <a:pt x="271934" y="144008"/>
                  <a:pt x="273992" y="141188"/>
                </a:cubicBezTo>
                <a:lnTo>
                  <a:pt x="277422" y="143932"/>
                </a:lnTo>
                <a:cubicBezTo>
                  <a:pt x="273611" y="149572"/>
                  <a:pt x="269667" y="153669"/>
                  <a:pt x="265589" y="156222"/>
                </a:cubicBezTo>
                <a:cubicBezTo>
                  <a:pt x="261512" y="158775"/>
                  <a:pt x="256882" y="160052"/>
                  <a:pt x="251699" y="160052"/>
                </a:cubicBezTo>
                <a:cubicBezTo>
                  <a:pt x="245602" y="160052"/>
                  <a:pt x="240838" y="158613"/>
                  <a:pt x="237409" y="155736"/>
                </a:cubicBezTo>
                <a:cubicBezTo>
                  <a:pt x="233979" y="152859"/>
                  <a:pt x="231883" y="148505"/>
                  <a:pt x="231121" y="142675"/>
                </a:cubicBezTo>
                <a:moveTo>
                  <a:pt x="231121" y="134215"/>
                </a:moveTo>
                <a:lnTo>
                  <a:pt x="231121" y="98453"/>
                </a:lnTo>
                <a:cubicBezTo>
                  <a:pt x="221899" y="103891"/>
                  <a:pt x="215040" y="109712"/>
                  <a:pt x="210543" y="115916"/>
                </a:cubicBezTo>
                <a:cubicBezTo>
                  <a:pt x="207571" y="120051"/>
                  <a:pt x="206084" y="124225"/>
                  <a:pt x="206084" y="128438"/>
                </a:cubicBezTo>
                <a:cubicBezTo>
                  <a:pt x="206084" y="131961"/>
                  <a:pt x="207342" y="135063"/>
                  <a:pt x="209857" y="137745"/>
                </a:cubicBezTo>
                <a:cubicBezTo>
                  <a:pt x="211762" y="139812"/>
                  <a:pt x="214430" y="140846"/>
                  <a:pt x="217860" y="140846"/>
                </a:cubicBezTo>
                <a:cubicBezTo>
                  <a:pt x="221670" y="140846"/>
                  <a:pt x="226091" y="138635"/>
                  <a:pt x="231121" y="134215"/>
                </a:cubicBezTo>
                <a:close/>
                <a:moveTo>
                  <a:pt x="331611" y="12118"/>
                </a:moveTo>
                <a:lnTo>
                  <a:pt x="331611" y="51445"/>
                </a:lnTo>
                <a:lnTo>
                  <a:pt x="356990" y="51445"/>
                </a:lnTo>
                <a:lnTo>
                  <a:pt x="356990" y="62649"/>
                </a:lnTo>
                <a:lnTo>
                  <a:pt x="331611" y="62649"/>
                </a:lnTo>
                <a:lnTo>
                  <a:pt x="331611" y="128792"/>
                </a:lnTo>
                <a:cubicBezTo>
                  <a:pt x="331611" y="134982"/>
                  <a:pt x="331896" y="138975"/>
                  <a:pt x="332468" y="140771"/>
                </a:cubicBezTo>
                <a:cubicBezTo>
                  <a:pt x="333040" y="142566"/>
                  <a:pt x="334049" y="144019"/>
                  <a:pt x="335498" y="145129"/>
                </a:cubicBezTo>
                <a:cubicBezTo>
                  <a:pt x="336946" y="146237"/>
                  <a:pt x="338279" y="146790"/>
                  <a:pt x="339499" y="146790"/>
                </a:cubicBezTo>
                <a:cubicBezTo>
                  <a:pt x="344453" y="146790"/>
                  <a:pt x="349140" y="142980"/>
                  <a:pt x="353561" y="135358"/>
                </a:cubicBezTo>
                <a:lnTo>
                  <a:pt x="356990" y="137898"/>
                </a:lnTo>
                <a:cubicBezTo>
                  <a:pt x="350817" y="152667"/>
                  <a:pt x="340794" y="160052"/>
                  <a:pt x="326923" y="160052"/>
                </a:cubicBezTo>
                <a:cubicBezTo>
                  <a:pt x="320140" y="160052"/>
                  <a:pt x="314405" y="158159"/>
                  <a:pt x="309718" y="154375"/>
                </a:cubicBezTo>
                <a:cubicBezTo>
                  <a:pt x="305031" y="150588"/>
                  <a:pt x="302039" y="146362"/>
                  <a:pt x="300743" y="141696"/>
                </a:cubicBezTo>
                <a:cubicBezTo>
                  <a:pt x="299981" y="139095"/>
                  <a:pt x="299600" y="132058"/>
                  <a:pt x="299600" y="120585"/>
                </a:cubicBezTo>
                <a:lnTo>
                  <a:pt x="299600" y="62649"/>
                </a:lnTo>
                <a:lnTo>
                  <a:pt x="285653" y="62649"/>
                </a:lnTo>
                <a:lnTo>
                  <a:pt x="285653" y="58637"/>
                </a:lnTo>
                <a:cubicBezTo>
                  <a:pt x="295256" y="51839"/>
                  <a:pt x="303430" y="44698"/>
                  <a:pt x="310175" y="37212"/>
                </a:cubicBezTo>
                <a:cubicBezTo>
                  <a:pt x="316920" y="29726"/>
                  <a:pt x="322808" y="21362"/>
                  <a:pt x="327838" y="12118"/>
                </a:cubicBezTo>
                <a:lnTo>
                  <a:pt x="331611" y="12118"/>
                </a:lnTo>
                <a:close/>
                <a:moveTo>
                  <a:pt x="392886" y="0"/>
                </a:moveTo>
                <a:cubicBezTo>
                  <a:pt x="397840" y="0"/>
                  <a:pt x="402032" y="1740"/>
                  <a:pt x="405461" y="5220"/>
                </a:cubicBezTo>
                <a:cubicBezTo>
                  <a:pt x="408891" y="8697"/>
                  <a:pt x="410606" y="12883"/>
                  <a:pt x="410606" y="17777"/>
                </a:cubicBezTo>
                <a:cubicBezTo>
                  <a:pt x="410606" y="22672"/>
                  <a:pt x="408872" y="26840"/>
                  <a:pt x="405404" y="30281"/>
                </a:cubicBezTo>
                <a:cubicBezTo>
                  <a:pt x="401936" y="33720"/>
                  <a:pt x="397764" y="35440"/>
                  <a:pt x="392886" y="35440"/>
                </a:cubicBezTo>
                <a:cubicBezTo>
                  <a:pt x="388008" y="35440"/>
                  <a:pt x="383854" y="33720"/>
                  <a:pt x="380425" y="30281"/>
                </a:cubicBezTo>
                <a:cubicBezTo>
                  <a:pt x="376995" y="26840"/>
                  <a:pt x="375280" y="22672"/>
                  <a:pt x="375280" y="17777"/>
                </a:cubicBezTo>
                <a:cubicBezTo>
                  <a:pt x="375280" y="12883"/>
                  <a:pt x="376995" y="8697"/>
                  <a:pt x="380425" y="5220"/>
                </a:cubicBezTo>
                <a:cubicBezTo>
                  <a:pt x="383854" y="1740"/>
                  <a:pt x="388008" y="0"/>
                  <a:pt x="392886" y="0"/>
                </a:cubicBezTo>
                <a:moveTo>
                  <a:pt x="408891" y="51445"/>
                </a:moveTo>
                <a:lnTo>
                  <a:pt x="408891" y="136273"/>
                </a:lnTo>
                <a:cubicBezTo>
                  <a:pt x="408891" y="143818"/>
                  <a:pt x="409767" y="148639"/>
                  <a:pt x="411520" y="150734"/>
                </a:cubicBezTo>
                <a:cubicBezTo>
                  <a:pt x="413273" y="152830"/>
                  <a:pt x="416703" y="154031"/>
                  <a:pt x="421809" y="154336"/>
                </a:cubicBezTo>
                <a:lnTo>
                  <a:pt x="421809" y="158451"/>
                </a:lnTo>
                <a:lnTo>
                  <a:pt x="364076" y="158451"/>
                </a:lnTo>
                <a:lnTo>
                  <a:pt x="364076" y="154336"/>
                </a:lnTo>
                <a:cubicBezTo>
                  <a:pt x="368802" y="154183"/>
                  <a:pt x="372308" y="152811"/>
                  <a:pt x="374594" y="150220"/>
                </a:cubicBezTo>
                <a:cubicBezTo>
                  <a:pt x="376118" y="148467"/>
                  <a:pt x="376881" y="143818"/>
                  <a:pt x="376881" y="136273"/>
                </a:cubicBezTo>
                <a:lnTo>
                  <a:pt x="376881" y="73852"/>
                </a:lnTo>
                <a:cubicBezTo>
                  <a:pt x="376881" y="66212"/>
                  <a:pt x="376004" y="61331"/>
                  <a:pt x="374251" y="59208"/>
                </a:cubicBezTo>
                <a:cubicBezTo>
                  <a:pt x="372498" y="57086"/>
                  <a:pt x="369107" y="55870"/>
                  <a:pt x="364076" y="55561"/>
                </a:cubicBezTo>
                <a:lnTo>
                  <a:pt x="364076" y="51445"/>
                </a:lnTo>
                <a:lnTo>
                  <a:pt x="408891" y="51445"/>
                </a:lnTo>
                <a:close/>
                <a:moveTo>
                  <a:pt x="482668" y="48244"/>
                </a:moveTo>
                <a:cubicBezTo>
                  <a:pt x="491967" y="48244"/>
                  <a:pt x="500617" y="50647"/>
                  <a:pt x="508620" y="55454"/>
                </a:cubicBezTo>
                <a:cubicBezTo>
                  <a:pt x="516622" y="60260"/>
                  <a:pt x="522700" y="67088"/>
                  <a:pt x="526854" y="75939"/>
                </a:cubicBezTo>
                <a:cubicBezTo>
                  <a:pt x="531008" y="84789"/>
                  <a:pt x="533085" y="94478"/>
                  <a:pt x="533085" y="105005"/>
                </a:cubicBezTo>
                <a:cubicBezTo>
                  <a:pt x="533085" y="120186"/>
                  <a:pt x="529236" y="132889"/>
                  <a:pt x="521538" y="143114"/>
                </a:cubicBezTo>
                <a:cubicBezTo>
                  <a:pt x="512240" y="155473"/>
                  <a:pt x="499398" y="161652"/>
                  <a:pt x="483011" y="161652"/>
                </a:cubicBezTo>
                <a:cubicBezTo>
                  <a:pt x="466930" y="161652"/>
                  <a:pt x="454545" y="156006"/>
                  <a:pt x="445857" y="144715"/>
                </a:cubicBezTo>
                <a:cubicBezTo>
                  <a:pt x="437168" y="133423"/>
                  <a:pt x="432824" y="120339"/>
                  <a:pt x="432824" y="105463"/>
                </a:cubicBezTo>
                <a:cubicBezTo>
                  <a:pt x="432824" y="90129"/>
                  <a:pt x="437263" y="76759"/>
                  <a:pt x="446142" y="65353"/>
                </a:cubicBezTo>
                <a:cubicBezTo>
                  <a:pt x="455021" y="53947"/>
                  <a:pt x="467197" y="48244"/>
                  <a:pt x="482668" y="48244"/>
                </a:cubicBezTo>
                <a:moveTo>
                  <a:pt x="483126" y="56247"/>
                </a:moveTo>
                <a:cubicBezTo>
                  <a:pt x="479239" y="56247"/>
                  <a:pt x="475904" y="57716"/>
                  <a:pt x="473123" y="60655"/>
                </a:cubicBezTo>
                <a:cubicBezTo>
                  <a:pt x="470341" y="63592"/>
                  <a:pt x="468511" y="69390"/>
                  <a:pt x="467635" y="78050"/>
                </a:cubicBezTo>
                <a:cubicBezTo>
                  <a:pt x="466759" y="86710"/>
                  <a:pt x="466320" y="98747"/>
                  <a:pt x="466320" y="114162"/>
                </a:cubicBezTo>
                <a:cubicBezTo>
                  <a:pt x="466320" y="122326"/>
                  <a:pt x="466854" y="129957"/>
                  <a:pt x="467921" y="137055"/>
                </a:cubicBezTo>
                <a:cubicBezTo>
                  <a:pt x="468759" y="142471"/>
                  <a:pt x="470550" y="146591"/>
                  <a:pt x="473294" y="149416"/>
                </a:cubicBezTo>
                <a:cubicBezTo>
                  <a:pt x="476038" y="152238"/>
                  <a:pt x="479163" y="153650"/>
                  <a:pt x="482668" y="153650"/>
                </a:cubicBezTo>
                <a:cubicBezTo>
                  <a:pt x="486098" y="153650"/>
                  <a:pt x="488956" y="152696"/>
                  <a:pt x="491243" y="150788"/>
                </a:cubicBezTo>
                <a:cubicBezTo>
                  <a:pt x="494215" y="148194"/>
                  <a:pt x="496197" y="144569"/>
                  <a:pt x="497187" y="139913"/>
                </a:cubicBezTo>
                <a:cubicBezTo>
                  <a:pt x="498712" y="132666"/>
                  <a:pt x="499474" y="118016"/>
                  <a:pt x="499474" y="95963"/>
                </a:cubicBezTo>
                <a:cubicBezTo>
                  <a:pt x="499474" y="82992"/>
                  <a:pt x="498750" y="74085"/>
                  <a:pt x="497302" y="69240"/>
                </a:cubicBezTo>
                <a:cubicBezTo>
                  <a:pt x="495854" y="64393"/>
                  <a:pt x="493720" y="60864"/>
                  <a:pt x="490900" y="58651"/>
                </a:cubicBezTo>
                <a:cubicBezTo>
                  <a:pt x="488918" y="57048"/>
                  <a:pt x="486327" y="56247"/>
                  <a:pt x="483126" y="56247"/>
                </a:cubicBezTo>
                <a:close/>
                <a:moveTo>
                  <a:pt x="592990" y="51445"/>
                </a:moveTo>
                <a:lnTo>
                  <a:pt x="592990" y="65393"/>
                </a:lnTo>
                <a:cubicBezTo>
                  <a:pt x="598477" y="59407"/>
                  <a:pt x="603736" y="55054"/>
                  <a:pt x="608766" y="52331"/>
                </a:cubicBezTo>
                <a:cubicBezTo>
                  <a:pt x="613796" y="49607"/>
                  <a:pt x="619208" y="48244"/>
                  <a:pt x="625000" y="48244"/>
                </a:cubicBezTo>
                <a:cubicBezTo>
                  <a:pt x="631936" y="48244"/>
                  <a:pt x="637690" y="50171"/>
                  <a:pt x="642263" y="54025"/>
                </a:cubicBezTo>
                <a:cubicBezTo>
                  <a:pt x="646836" y="57878"/>
                  <a:pt x="649884" y="62667"/>
                  <a:pt x="651409" y="68390"/>
                </a:cubicBezTo>
                <a:cubicBezTo>
                  <a:pt x="652628" y="72741"/>
                  <a:pt x="653238" y="81099"/>
                  <a:pt x="653238" y="93462"/>
                </a:cubicBezTo>
                <a:lnTo>
                  <a:pt x="653238" y="135129"/>
                </a:lnTo>
                <a:cubicBezTo>
                  <a:pt x="653238" y="143361"/>
                  <a:pt x="653981" y="148486"/>
                  <a:pt x="655467" y="150506"/>
                </a:cubicBezTo>
                <a:cubicBezTo>
                  <a:pt x="656953" y="152525"/>
                  <a:pt x="660059" y="153802"/>
                  <a:pt x="664784" y="154336"/>
                </a:cubicBezTo>
                <a:lnTo>
                  <a:pt x="664784" y="158451"/>
                </a:lnTo>
                <a:lnTo>
                  <a:pt x="610710" y="158451"/>
                </a:lnTo>
                <a:lnTo>
                  <a:pt x="610710" y="154336"/>
                </a:lnTo>
                <a:cubicBezTo>
                  <a:pt x="614749" y="153802"/>
                  <a:pt x="617645" y="152125"/>
                  <a:pt x="619398" y="149305"/>
                </a:cubicBezTo>
                <a:cubicBezTo>
                  <a:pt x="620618" y="147400"/>
                  <a:pt x="621227" y="142675"/>
                  <a:pt x="621227" y="135129"/>
                </a:cubicBezTo>
                <a:lnTo>
                  <a:pt x="621227" y="87571"/>
                </a:lnTo>
                <a:cubicBezTo>
                  <a:pt x="621227" y="78806"/>
                  <a:pt x="620884" y="73281"/>
                  <a:pt x="620199" y="70994"/>
                </a:cubicBezTo>
                <a:cubicBezTo>
                  <a:pt x="619513" y="68708"/>
                  <a:pt x="618350" y="66936"/>
                  <a:pt x="616712" y="65678"/>
                </a:cubicBezTo>
                <a:cubicBezTo>
                  <a:pt x="615073" y="64421"/>
                  <a:pt x="613263" y="63792"/>
                  <a:pt x="611281" y="63792"/>
                </a:cubicBezTo>
                <a:cubicBezTo>
                  <a:pt x="604727" y="63792"/>
                  <a:pt x="598630" y="68517"/>
                  <a:pt x="592990" y="77968"/>
                </a:cubicBezTo>
                <a:lnTo>
                  <a:pt x="592990" y="135129"/>
                </a:lnTo>
                <a:cubicBezTo>
                  <a:pt x="592990" y="143132"/>
                  <a:pt x="593733" y="148200"/>
                  <a:pt x="595219" y="150334"/>
                </a:cubicBezTo>
                <a:cubicBezTo>
                  <a:pt x="596705" y="152468"/>
                  <a:pt x="599468" y="153802"/>
                  <a:pt x="603507" y="154336"/>
                </a:cubicBezTo>
                <a:lnTo>
                  <a:pt x="603507" y="158451"/>
                </a:lnTo>
                <a:lnTo>
                  <a:pt x="549433" y="158451"/>
                </a:lnTo>
                <a:lnTo>
                  <a:pt x="549433" y="154336"/>
                </a:lnTo>
                <a:cubicBezTo>
                  <a:pt x="553930" y="153878"/>
                  <a:pt x="557131" y="152430"/>
                  <a:pt x="559036" y="149991"/>
                </a:cubicBezTo>
                <a:cubicBezTo>
                  <a:pt x="560332" y="148315"/>
                  <a:pt x="560979" y="143361"/>
                  <a:pt x="560979" y="135129"/>
                </a:cubicBezTo>
                <a:lnTo>
                  <a:pt x="560979" y="74767"/>
                </a:lnTo>
                <a:cubicBezTo>
                  <a:pt x="560979" y="66591"/>
                  <a:pt x="560236" y="61500"/>
                  <a:pt x="558750" y="59494"/>
                </a:cubicBezTo>
                <a:cubicBezTo>
                  <a:pt x="557264" y="57489"/>
                  <a:pt x="554158" y="56178"/>
                  <a:pt x="549433" y="55561"/>
                </a:cubicBezTo>
                <a:lnTo>
                  <a:pt x="549433" y="51445"/>
                </a:lnTo>
                <a:lnTo>
                  <a:pt x="592990" y="51445"/>
                </a:lnTo>
                <a:close/>
                <a:moveTo>
                  <a:pt x="797020" y="142675"/>
                </a:moveTo>
                <a:cubicBezTo>
                  <a:pt x="783987" y="154259"/>
                  <a:pt x="772288" y="160052"/>
                  <a:pt x="761923" y="160052"/>
                </a:cubicBezTo>
                <a:cubicBezTo>
                  <a:pt x="755826" y="160052"/>
                  <a:pt x="750757" y="158045"/>
                  <a:pt x="746718" y="154032"/>
                </a:cubicBezTo>
                <a:cubicBezTo>
                  <a:pt x="742679" y="150016"/>
                  <a:pt x="740659" y="144989"/>
                  <a:pt x="740659" y="138948"/>
                </a:cubicBezTo>
                <a:cubicBezTo>
                  <a:pt x="740659" y="130765"/>
                  <a:pt x="744165" y="123404"/>
                  <a:pt x="751177" y="116866"/>
                </a:cubicBezTo>
                <a:cubicBezTo>
                  <a:pt x="758188" y="110329"/>
                  <a:pt x="773469" y="101630"/>
                  <a:pt x="797020" y="90772"/>
                </a:cubicBezTo>
                <a:lnTo>
                  <a:pt x="797020" y="80026"/>
                </a:lnTo>
                <a:cubicBezTo>
                  <a:pt x="797020" y="71947"/>
                  <a:pt x="796582" y="66860"/>
                  <a:pt x="795705" y="64764"/>
                </a:cubicBezTo>
                <a:cubicBezTo>
                  <a:pt x="794829" y="62668"/>
                  <a:pt x="793171" y="60839"/>
                  <a:pt x="790732" y="59276"/>
                </a:cubicBezTo>
                <a:cubicBezTo>
                  <a:pt x="788293" y="57714"/>
                  <a:pt x="785550" y="56933"/>
                  <a:pt x="782501" y="56933"/>
                </a:cubicBezTo>
                <a:cubicBezTo>
                  <a:pt x="777547" y="56933"/>
                  <a:pt x="773469" y="58038"/>
                  <a:pt x="770268" y="60248"/>
                </a:cubicBezTo>
                <a:cubicBezTo>
                  <a:pt x="768287" y="61620"/>
                  <a:pt x="767296" y="63220"/>
                  <a:pt x="767296" y="65050"/>
                </a:cubicBezTo>
                <a:cubicBezTo>
                  <a:pt x="767296" y="66650"/>
                  <a:pt x="768363" y="68632"/>
                  <a:pt x="770497" y="70994"/>
                </a:cubicBezTo>
                <a:cubicBezTo>
                  <a:pt x="773393" y="74272"/>
                  <a:pt x="774841" y="77435"/>
                  <a:pt x="774841" y="80483"/>
                </a:cubicBezTo>
                <a:cubicBezTo>
                  <a:pt x="774841" y="84218"/>
                  <a:pt x="773450" y="87400"/>
                  <a:pt x="770669" y="90029"/>
                </a:cubicBezTo>
                <a:cubicBezTo>
                  <a:pt x="767887" y="92659"/>
                  <a:pt x="764247" y="93973"/>
                  <a:pt x="759751" y="93973"/>
                </a:cubicBezTo>
                <a:cubicBezTo>
                  <a:pt x="754949" y="93973"/>
                  <a:pt x="750929" y="92525"/>
                  <a:pt x="747690" y="89629"/>
                </a:cubicBezTo>
                <a:cubicBezTo>
                  <a:pt x="744451" y="86733"/>
                  <a:pt x="742831" y="83341"/>
                  <a:pt x="742831" y="79454"/>
                </a:cubicBezTo>
                <a:cubicBezTo>
                  <a:pt x="742831" y="73967"/>
                  <a:pt x="745003" y="68727"/>
                  <a:pt x="749347" y="63735"/>
                </a:cubicBezTo>
                <a:cubicBezTo>
                  <a:pt x="753692" y="58743"/>
                  <a:pt x="759751" y="54913"/>
                  <a:pt x="767525" y="52245"/>
                </a:cubicBezTo>
                <a:cubicBezTo>
                  <a:pt x="775299" y="49578"/>
                  <a:pt x="783377" y="48244"/>
                  <a:pt x="791761" y="48244"/>
                </a:cubicBezTo>
                <a:cubicBezTo>
                  <a:pt x="801898" y="48244"/>
                  <a:pt x="809919" y="50403"/>
                  <a:pt x="815826" y="54721"/>
                </a:cubicBezTo>
                <a:cubicBezTo>
                  <a:pt x="821733" y="59037"/>
                  <a:pt x="825563" y="63716"/>
                  <a:pt x="827315" y="68758"/>
                </a:cubicBezTo>
                <a:cubicBezTo>
                  <a:pt x="828382" y="71966"/>
                  <a:pt x="828916" y="79338"/>
                  <a:pt x="828916" y="90872"/>
                </a:cubicBezTo>
                <a:lnTo>
                  <a:pt x="828916" y="132468"/>
                </a:lnTo>
                <a:cubicBezTo>
                  <a:pt x="828916" y="137357"/>
                  <a:pt x="829107" y="140433"/>
                  <a:pt x="829488" y="141696"/>
                </a:cubicBezTo>
                <a:cubicBezTo>
                  <a:pt x="829869" y="142956"/>
                  <a:pt x="830440" y="143892"/>
                  <a:pt x="831202" y="144504"/>
                </a:cubicBezTo>
                <a:cubicBezTo>
                  <a:pt x="831965" y="145114"/>
                  <a:pt x="832841" y="145418"/>
                  <a:pt x="833832" y="145418"/>
                </a:cubicBezTo>
                <a:cubicBezTo>
                  <a:pt x="835813" y="145418"/>
                  <a:pt x="837833" y="144008"/>
                  <a:pt x="839891" y="141188"/>
                </a:cubicBezTo>
                <a:lnTo>
                  <a:pt x="843321" y="143932"/>
                </a:lnTo>
                <a:cubicBezTo>
                  <a:pt x="839510" y="149572"/>
                  <a:pt x="835566" y="153669"/>
                  <a:pt x="831488" y="156222"/>
                </a:cubicBezTo>
                <a:cubicBezTo>
                  <a:pt x="827411" y="158775"/>
                  <a:pt x="822781" y="160052"/>
                  <a:pt x="817598" y="160052"/>
                </a:cubicBezTo>
                <a:cubicBezTo>
                  <a:pt x="811501" y="160052"/>
                  <a:pt x="806737" y="158613"/>
                  <a:pt x="803308" y="155736"/>
                </a:cubicBezTo>
                <a:cubicBezTo>
                  <a:pt x="799878" y="152859"/>
                  <a:pt x="797782" y="148505"/>
                  <a:pt x="797020" y="142675"/>
                </a:cubicBezTo>
                <a:moveTo>
                  <a:pt x="797020" y="134215"/>
                </a:moveTo>
                <a:lnTo>
                  <a:pt x="797020" y="98453"/>
                </a:lnTo>
                <a:cubicBezTo>
                  <a:pt x="787798" y="103891"/>
                  <a:pt x="780939" y="109712"/>
                  <a:pt x="776442" y="115916"/>
                </a:cubicBezTo>
                <a:cubicBezTo>
                  <a:pt x="773469" y="120051"/>
                  <a:pt x="771983" y="124225"/>
                  <a:pt x="771983" y="128438"/>
                </a:cubicBezTo>
                <a:cubicBezTo>
                  <a:pt x="771983" y="131961"/>
                  <a:pt x="773241" y="135063"/>
                  <a:pt x="775756" y="137745"/>
                </a:cubicBezTo>
                <a:cubicBezTo>
                  <a:pt x="777661" y="139812"/>
                  <a:pt x="780329" y="140846"/>
                  <a:pt x="783759" y="140846"/>
                </a:cubicBezTo>
                <a:cubicBezTo>
                  <a:pt x="787569" y="140846"/>
                  <a:pt x="791990" y="138635"/>
                  <a:pt x="797020" y="134215"/>
                </a:cubicBezTo>
                <a:close/>
                <a:moveTo>
                  <a:pt x="898767" y="51445"/>
                </a:moveTo>
                <a:lnTo>
                  <a:pt x="898767" y="65393"/>
                </a:lnTo>
                <a:cubicBezTo>
                  <a:pt x="904255" y="59407"/>
                  <a:pt x="909513" y="55054"/>
                  <a:pt x="914544" y="52331"/>
                </a:cubicBezTo>
                <a:cubicBezTo>
                  <a:pt x="919574" y="49607"/>
                  <a:pt x="924985" y="48244"/>
                  <a:pt x="930777" y="48244"/>
                </a:cubicBezTo>
                <a:cubicBezTo>
                  <a:pt x="937713" y="48244"/>
                  <a:pt x="943467" y="50171"/>
                  <a:pt x="948040" y="54025"/>
                </a:cubicBezTo>
                <a:cubicBezTo>
                  <a:pt x="952613" y="57878"/>
                  <a:pt x="955662" y="62667"/>
                  <a:pt x="957186" y="68390"/>
                </a:cubicBezTo>
                <a:cubicBezTo>
                  <a:pt x="958405" y="72741"/>
                  <a:pt x="959015" y="81099"/>
                  <a:pt x="959015" y="93462"/>
                </a:cubicBezTo>
                <a:lnTo>
                  <a:pt x="959015" y="135129"/>
                </a:lnTo>
                <a:cubicBezTo>
                  <a:pt x="959015" y="143361"/>
                  <a:pt x="959758" y="148486"/>
                  <a:pt x="961244" y="150506"/>
                </a:cubicBezTo>
                <a:cubicBezTo>
                  <a:pt x="962731" y="152525"/>
                  <a:pt x="965836" y="153802"/>
                  <a:pt x="970562" y="154336"/>
                </a:cubicBezTo>
                <a:lnTo>
                  <a:pt x="970562" y="158451"/>
                </a:lnTo>
                <a:lnTo>
                  <a:pt x="916487" y="158451"/>
                </a:lnTo>
                <a:lnTo>
                  <a:pt x="916487" y="154336"/>
                </a:lnTo>
                <a:cubicBezTo>
                  <a:pt x="920527" y="153802"/>
                  <a:pt x="923423" y="152125"/>
                  <a:pt x="925176" y="149305"/>
                </a:cubicBezTo>
                <a:cubicBezTo>
                  <a:pt x="926395" y="147400"/>
                  <a:pt x="927005" y="142675"/>
                  <a:pt x="927005" y="135129"/>
                </a:cubicBezTo>
                <a:lnTo>
                  <a:pt x="927005" y="87571"/>
                </a:lnTo>
                <a:cubicBezTo>
                  <a:pt x="927005" y="78806"/>
                  <a:pt x="926662" y="73281"/>
                  <a:pt x="925976" y="70994"/>
                </a:cubicBezTo>
                <a:cubicBezTo>
                  <a:pt x="925290" y="68708"/>
                  <a:pt x="924128" y="66936"/>
                  <a:pt x="922489" y="65678"/>
                </a:cubicBezTo>
                <a:cubicBezTo>
                  <a:pt x="920850" y="64421"/>
                  <a:pt x="919040" y="63792"/>
                  <a:pt x="917059" y="63792"/>
                </a:cubicBezTo>
                <a:cubicBezTo>
                  <a:pt x="910504" y="63792"/>
                  <a:pt x="904407" y="68517"/>
                  <a:pt x="898767" y="77968"/>
                </a:cubicBezTo>
                <a:lnTo>
                  <a:pt x="898767" y="135129"/>
                </a:lnTo>
                <a:cubicBezTo>
                  <a:pt x="898767" y="143132"/>
                  <a:pt x="899510" y="148200"/>
                  <a:pt x="900996" y="150334"/>
                </a:cubicBezTo>
                <a:cubicBezTo>
                  <a:pt x="902483" y="152468"/>
                  <a:pt x="905245" y="153802"/>
                  <a:pt x="909285" y="154336"/>
                </a:cubicBezTo>
                <a:lnTo>
                  <a:pt x="909285" y="158451"/>
                </a:lnTo>
                <a:lnTo>
                  <a:pt x="855210" y="158451"/>
                </a:lnTo>
                <a:lnTo>
                  <a:pt x="855210" y="154336"/>
                </a:lnTo>
                <a:cubicBezTo>
                  <a:pt x="859707" y="153878"/>
                  <a:pt x="862908" y="152430"/>
                  <a:pt x="864813" y="149991"/>
                </a:cubicBezTo>
                <a:cubicBezTo>
                  <a:pt x="866109" y="148315"/>
                  <a:pt x="866757" y="143361"/>
                  <a:pt x="866757" y="135129"/>
                </a:cubicBezTo>
                <a:lnTo>
                  <a:pt x="866757" y="74767"/>
                </a:lnTo>
                <a:cubicBezTo>
                  <a:pt x="866757" y="66591"/>
                  <a:pt x="866014" y="61500"/>
                  <a:pt x="864527" y="59494"/>
                </a:cubicBezTo>
                <a:cubicBezTo>
                  <a:pt x="863041" y="57489"/>
                  <a:pt x="859936" y="56178"/>
                  <a:pt x="855210" y="55561"/>
                </a:cubicBezTo>
                <a:lnTo>
                  <a:pt x="855210" y="51445"/>
                </a:lnTo>
                <a:lnTo>
                  <a:pt x="898767" y="51445"/>
                </a:lnTo>
                <a:close/>
                <a:moveTo>
                  <a:pt x="1089193" y="3430"/>
                </a:moveTo>
                <a:lnTo>
                  <a:pt x="1089193" y="126441"/>
                </a:lnTo>
                <a:cubicBezTo>
                  <a:pt x="1089193" y="134665"/>
                  <a:pt x="1089422" y="139531"/>
                  <a:pt x="1089879" y="141038"/>
                </a:cubicBezTo>
                <a:cubicBezTo>
                  <a:pt x="1090489" y="143530"/>
                  <a:pt x="1091651" y="145379"/>
                  <a:pt x="1093366" y="146587"/>
                </a:cubicBezTo>
                <a:cubicBezTo>
                  <a:pt x="1095080" y="147792"/>
                  <a:pt x="1098072" y="148546"/>
                  <a:pt x="1102340" y="148848"/>
                </a:cubicBezTo>
                <a:lnTo>
                  <a:pt x="1102340" y="152964"/>
                </a:lnTo>
                <a:lnTo>
                  <a:pt x="1057183" y="161652"/>
                </a:lnTo>
                <a:lnTo>
                  <a:pt x="1057183" y="144732"/>
                </a:lnTo>
                <a:cubicBezTo>
                  <a:pt x="1051771" y="151287"/>
                  <a:pt x="1046951" y="155746"/>
                  <a:pt x="1042721" y="158108"/>
                </a:cubicBezTo>
                <a:cubicBezTo>
                  <a:pt x="1038491" y="160471"/>
                  <a:pt x="1033708" y="161652"/>
                  <a:pt x="1028373" y="161652"/>
                </a:cubicBezTo>
                <a:cubicBezTo>
                  <a:pt x="1014731" y="161652"/>
                  <a:pt x="1003946" y="155549"/>
                  <a:pt x="996020" y="143343"/>
                </a:cubicBezTo>
                <a:cubicBezTo>
                  <a:pt x="989618" y="133425"/>
                  <a:pt x="986417" y="121257"/>
                  <a:pt x="986417" y="106838"/>
                </a:cubicBezTo>
                <a:cubicBezTo>
                  <a:pt x="986417" y="95318"/>
                  <a:pt x="988398" y="84999"/>
                  <a:pt x="992362" y="75882"/>
                </a:cubicBezTo>
                <a:cubicBezTo>
                  <a:pt x="996325" y="66764"/>
                  <a:pt x="1001755" y="59879"/>
                  <a:pt x="1008653" y="55225"/>
                </a:cubicBezTo>
                <a:cubicBezTo>
                  <a:pt x="1015550" y="50571"/>
                  <a:pt x="1022962" y="48244"/>
                  <a:pt x="1030888" y="48244"/>
                </a:cubicBezTo>
                <a:cubicBezTo>
                  <a:pt x="1035995" y="48244"/>
                  <a:pt x="1040530" y="49243"/>
                  <a:pt x="1044493" y="51242"/>
                </a:cubicBezTo>
                <a:cubicBezTo>
                  <a:pt x="1048456" y="53240"/>
                  <a:pt x="1052686" y="56737"/>
                  <a:pt x="1057183" y="61734"/>
                </a:cubicBezTo>
                <a:lnTo>
                  <a:pt x="1057183" y="29495"/>
                </a:lnTo>
                <a:cubicBezTo>
                  <a:pt x="1057183" y="21340"/>
                  <a:pt x="1056840" y="16424"/>
                  <a:pt x="1056154" y="14748"/>
                </a:cubicBezTo>
                <a:cubicBezTo>
                  <a:pt x="1055239" y="12537"/>
                  <a:pt x="1053867" y="10899"/>
                  <a:pt x="1052038" y="9832"/>
                </a:cubicBezTo>
                <a:cubicBezTo>
                  <a:pt x="1050209" y="8765"/>
                  <a:pt x="1046779" y="8231"/>
                  <a:pt x="1041749" y="8231"/>
                </a:cubicBezTo>
                <a:lnTo>
                  <a:pt x="1041749" y="3430"/>
                </a:lnTo>
                <a:lnTo>
                  <a:pt x="1089193" y="3430"/>
                </a:lnTo>
                <a:moveTo>
                  <a:pt x="1057183" y="75682"/>
                </a:moveTo>
                <a:cubicBezTo>
                  <a:pt x="1051543" y="65011"/>
                  <a:pt x="1044645" y="59676"/>
                  <a:pt x="1036490" y="59676"/>
                </a:cubicBezTo>
                <a:cubicBezTo>
                  <a:pt x="1033670" y="59676"/>
                  <a:pt x="1031346" y="60439"/>
                  <a:pt x="1029516" y="61963"/>
                </a:cubicBezTo>
                <a:cubicBezTo>
                  <a:pt x="1026696" y="64326"/>
                  <a:pt x="1024391" y="68479"/>
                  <a:pt x="1022600" y="74424"/>
                </a:cubicBezTo>
                <a:cubicBezTo>
                  <a:pt x="1020809" y="80369"/>
                  <a:pt x="1019913" y="89477"/>
                  <a:pt x="1019913" y="101747"/>
                </a:cubicBezTo>
                <a:cubicBezTo>
                  <a:pt x="1019913" y="115237"/>
                  <a:pt x="1020904" y="125221"/>
                  <a:pt x="1022886" y="131700"/>
                </a:cubicBezTo>
                <a:cubicBezTo>
                  <a:pt x="1024867" y="138178"/>
                  <a:pt x="1027573" y="142865"/>
                  <a:pt x="1031003" y="145761"/>
                </a:cubicBezTo>
                <a:cubicBezTo>
                  <a:pt x="1032756" y="147209"/>
                  <a:pt x="1035156" y="147934"/>
                  <a:pt x="1038205" y="147934"/>
                </a:cubicBezTo>
                <a:cubicBezTo>
                  <a:pt x="1044912" y="147934"/>
                  <a:pt x="1051238" y="142658"/>
                  <a:pt x="1057183" y="132107"/>
                </a:cubicBezTo>
                <a:lnTo>
                  <a:pt x="1057183" y="75682"/>
                </a:lnTo>
                <a:close/>
                <a:moveTo>
                  <a:pt x="1171584" y="3430"/>
                </a:moveTo>
                <a:lnTo>
                  <a:pt x="1251610" y="3430"/>
                </a:lnTo>
                <a:lnTo>
                  <a:pt x="1251610" y="7545"/>
                </a:lnTo>
                <a:lnTo>
                  <a:pt x="1247609" y="7545"/>
                </a:lnTo>
                <a:cubicBezTo>
                  <a:pt x="1241588" y="7545"/>
                  <a:pt x="1237453" y="8178"/>
                  <a:pt x="1235205" y="9442"/>
                </a:cubicBezTo>
                <a:cubicBezTo>
                  <a:pt x="1232956" y="10705"/>
                  <a:pt x="1231356" y="12447"/>
                  <a:pt x="1230403" y="14669"/>
                </a:cubicBezTo>
                <a:cubicBezTo>
                  <a:pt x="1229450" y="16889"/>
                  <a:pt x="1228974" y="22441"/>
                  <a:pt x="1228974" y="31324"/>
                </a:cubicBezTo>
                <a:lnTo>
                  <a:pt x="1228974" y="107088"/>
                </a:lnTo>
                <a:cubicBezTo>
                  <a:pt x="1228974" y="120933"/>
                  <a:pt x="1230022" y="130100"/>
                  <a:pt x="1232118" y="134590"/>
                </a:cubicBezTo>
                <a:cubicBezTo>
                  <a:pt x="1234214" y="139077"/>
                  <a:pt x="1237663" y="142804"/>
                  <a:pt x="1242464" y="145772"/>
                </a:cubicBezTo>
                <a:cubicBezTo>
                  <a:pt x="1247266" y="148737"/>
                  <a:pt x="1253325" y="150220"/>
                  <a:pt x="1260641" y="150220"/>
                </a:cubicBezTo>
                <a:cubicBezTo>
                  <a:pt x="1269025" y="150220"/>
                  <a:pt x="1276170" y="148337"/>
                  <a:pt x="1282077" y="144572"/>
                </a:cubicBezTo>
                <a:cubicBezTo>
                  <a:pt x="1287984" y="140806"/>
                  <a:pt x="1292404" y="135615"/>
                  <a:pt x="1295338" y="128999"/>
                </a:cubicBezTo>
                <a:cubicBezTo>
                  <a:pt x="1298273" y="122380"/>
                  <a:pt x="1299740" y="110855"/>
                  <a:pt x="1299740" y="94423"/>
                </a:cubicBezTo>
                <a:lnTo>
                  <a:pt x="1299740" y="31324"/>
                </a:lnTo>
                <a:cubicBezTo>
                  <a:pt x="1299740" y="24355"/>
                  <a:pt x="1299016" y="19378"/>
                  <a:pt x="1297568" y="16391"/>
                </a:cubicBezTo>
                <a:cubicBezTo>
                  <a:pt x="1296120" y="13404"/>
                  <a:pt x="1294290" y="11337"/>
                  <a:pt x="1292080" y="10189"/>
                </a:cubicBezTo>
                <a:cubicBezTo>
                  <a:pt x="1288650" y="8427"/>
                  <a:pt x="1283811" y="7545"/>
                  <a:pt x="1277561" y="7545"/>
                </a:cubicBezTo>
                <a:lnTo>
                  <a:pt x="1277561" y="3430"/>
                </a:lnTo>
                <a:lnTo>
                  <a:pt x="1331178" y="3430"/>
                </a:lnTo>
                <a:lnTo>
                  <a:pt x="1331178" y="7545"/>
                </a:lnTo>
                <a:lnTo>
                  <a:pt x="1327977" y="7545"/>
                </a:lnTo>
                <a:cubicBezTo>
                  <a:pt x="1323633" y="7545"/>
                  <a:pt x="1320013" y="8427"/>
                  <a:pt x="1317117" y="10189"/>
                </a:cubicBezTo>
                <a:cubicBezTo>
                  <a:pt x="1314221" y="11949"/>
                  <a:pt x="1312125" y="14590"/>
                  <a:pt x="1310829" y="18113"/>
                </a:cubicBezTo>
                <a:cubicBezTo>
                  <a:pt x="1309838" y="20564"/>
                  <a:pt x="1309343" y="24968"/>
                  <a:pt x="1309343" y="31324"/>
                </a:cubicBezTo>
                <a:lnTo>
                  <a:pt x="1309343" y="90097"/>
                </a:lnTo>
                <a:cubicBezTo>
                  <a:pt x="1309343" y="108281"/>
                  <a:pt x="1308142" y="121406"/>
                  <a:pt x="1305742" y="129470"/>
                </a:cubicBezTo>
                <a:cubicBezTo>
                  <a:pt x="1303341" y="137535"/>
                  <a:pt x="1297491" y="144953"/>
                  <a:pt x="1288193" y="151724"/>
                </a:cubicBezTo>
                <a:cubicBezTo>
                  <a:pt x="1278895" y="158495"/>
                  <a:pt x="1266205" y="161881"/>
                  <a:pt x="1250124" y="161881"/>
                </a:cubicBezTo>
                <a:cubicBezTo>
                  <a:pt x="1236710" y="161881"/>
                  <a:pt x="1226345" y="160093"/>
                  <a:pt x="1219028" y="156518"/>
                </a:cubicBezTo>
                <a:cubicBezTo>
                  <a:pt x="1209044" y="151648"/>
                  <a:pt x="1201994" y="145409"/>
                  <a:pt x="1197878" y="137802"/>
                </a:cubicBezTo>
                <a:cubicBezTo>
                  <a:pt x="1193763" y="130192"/>
                  <a:pt x="1191705" y="119959"/>
                  <a:pt x="1191705" y="107102"/>
                </a:cubicBezTo>
                <a:lnTo>
                  <a:pt x="1191705" y="31324"/>
                </a:lnTo>
                <a:cubicBezTo>
                  <a:pt x="1191705" y="22364"/>
                  <a:pt x="1191209" y="16794"/>
                  <a:pt x="1190219" y="14612"/>
                </a:cubicBezTo>
                <a:cubicBezTo>
                  <a:pt x="1189228" y="12428"/>
                  <a:pt x="1187513" y="10686"/>
                  <a:pt x="1185074" y="9385"/>
                </a:cubicBezTo>
                <a:cubicBezTo>
                  <a:pt x="1182635" y="8082"/>
                  <a:pt x="1178139" y="7469"/>
                  <a:pt x="1171584" y="7545"/>
                </a:cubicBezTo>
                <a:lnTo>
                  <a:pt x="1171584" y="3430"/>
                </a:lnTo>
                <a:close/>
                <a:moveTo>
                  <a:pt x="1384413" y="147591"/>
                </a:moveTo>
                <a:lnTo>
                  <a:pt x="1384413" y="187261"/>
                </a:lnTo>
                <a:cubicBezTo>
                  <a:pt x="1384413" y="192822"/>
                  <a:pt x="1384852" y="196606"/>
                  <a:pt x="1385728" y="198614"/>
                </a:cubicBezTo>
                <a:cubicBezTo>
                  <a:pt x="1386605" y="200624"/>
                  <a:pt x="1387957" y="202093"/>
                  <a:pt x="1389787" y="203019"/>
                </a:cubicBezTo>
                <a:cubicBezTo>
                  <a:pt x="1391616" y="203946"/>
                  <a:pt x="1395198" y="204409"/>
                  <a:pt x="1400533" y="204409"/>
                </a:cubicBezTo>
                <a:lnTo>
                  <a:pt x="1400533" y="208525"/>
                </a:lnTo>
                <a:lnTo>
                  <a:pt x="1339599" y="208525"/>
                </a:lnTo>
                <a:lnTo>
                  <a:pt x="1339599" y="204409"/>
                </a:lnTo>
                <a:cubicBezTo>
                  <a:pt x="1344324" y="204254"/>
                  <a:pt x="1347830" y="202902"/>
                  <a:pt x="1350117" y="200354"/>
                </a:cubicBezTo>
                <a:cubicBezTo>
                  <a:pt x="1351641" y="198580"/>
                  <a:pt x="1352403" y="193987"/>
                  <a:pt x="1352403" y="186575"/>
                </a:cubicBezTo>
                <a:lnTo>
                  <a:pt x="1352403" y="73852"/>
                </a:lnTo>
                <a:cubicBezTo>
                  <a:pt x="1352403" y="66212"/>
                  <a:pt x="1351527" y="61331"/>
                  <a:pt x="1349774" y="59208"/>
                </a:cubicBezTo>
                <a:cubicBezTo>
                  <a:pt x="1348021" y="57086"/>
                  <a:pt x="1344629" y="55870"/>
                  <a:pt x="1339599" y="55561"/>
                </a:cubicBezTo>
                <a:lnTo>
                  <a:pt x="1339599" y="51445"/>
                </a:lnTo>
                <a:lnTo>
                  <a:pt x="1384413" y="51445"/>
                </a:lnTo>
                <a:lnTo>
                  <a:pt x="1384413" y="65507"/>
                </a:lnTo>
                <a:cubicBezTo>
                  <a:pt x="1388148" y="60019"/>
                  <a:pt x="1391959" y="56056"/>
                  <a:pt x="1395846" y="53617"/>
                </a:cubicBezTo>
                <a:cubicBezTo>
                  <a:pt x="1401409" y="50035"/>
                  <a:pt x="1407468" y="48244"/>
                  <a:pt x="1414023" y="48244"/>
                </a:cubicBezTo>
                <a:cubicBezTo>
                  <a:pt x="1421873" y="48244"/>
                  <a:pt x="1429018" y="50724"/>
                  <a:pt x="1435458" y="55682"/>
                </a:cubicBezTo>
                <a:cubicBezTo>
                  <a:pt x="1441899" y="60641"/>
                  <a:pt x="1446795" y="67488"/>
                  <a:pt x="1450149" y="76225"/>
                </a:cubicBezTo>
                <a:cubicBezTo>
                  <a:pt x="1453502" y="84961"/>
                  <a:pt x="1455179" y="94364"/>
                  <a:pt x="1455179" y="104434"/>
                </a:cubicBezTo>
                <a:cubicBezTo>
                  <a:pt x="1455179" y="115266"/>
                  <a:pt x="1453445" y="125164"/>
                  <a:pt x="1449977" y="134129"/>
                </a:cubicBezTo>
                <a:cubicBezTo>
                  <a:pt x="1446510" y="143094"/>
                  <a:pt x="1441479" y="149922"/>
                  <a:pt x="1434887" y="154614"/>
                </a:cubicBezTo>
                <a:cubicBezTo>
                  <a:pt x="1428294" y="159306"/>
                  <a:pt x="1420959" y="161652"/>
                  <a:pt x="1412880" y="161652"/>
                </a:cubicBezTo>
                <a:cubicBezTo>
                  <a:pt x="1407011" y="161652"/>
                  <a:pt x="1401524" y="160357"/>
                  <a:pt x="1396417" y="157765"/>
                </a:cubicBezTo>
                <a:cubicBezTo>
                  <a:pt x="1392606" y="155784"/>
                  <a:pt x="1388605" y="152392"/>
                  <a:pt x="1384413" y="147591"/>
                </a:cubicBezTo>
                <a:moveTo>
                  <a:pt x="1384413" y="136026"/>
                </a:moveTo>
                <a:cubicBezTo>
                  <a:pt x="1390968" y="145336"/>
                  <a:pt x="1397980" y="149991"/>
                  <a:pt x="1405449" y="149991"/>
                </a:cubicBezTo>
                <a:cubicBezTo>
                  <a:pt x="1409564" y="149991"/>
                  <a:pt x="1412956" y="147817"/>
                  <a:pt x="1415623" y="143468"/>
                </a:cubicBezTo>
                <a:cubicBezTo>
                  <a:pt x="1419587" y="137056"/>
                  <a:pt x="1421568" y="124845"/>
                  <a:pt x="1421568" y="106835"/>
                </a:cubicBezTo>
                <a:cubicBezTo>
                  <a:pt x="1421568" y="88367"/>
                  <a:pt x="1419396" y="75736"/>
                  <a:pt x="1415052" y="68944"/>
                </a:cubicBezTo>
                <a:cubicBezTo>
                  <a:pt x="1412156" y="64442"/>
                  <a:pt x="1408269" y="62192"/>
                  <a:pt x="1403391" y="62192"/>
                </a:cubicBezTo>
                <a:cubicBezTo>
                  <a:pt x="1395693" y="62192"/>
                  <a:pt x="1389367" y="67762"/>
                  <a:pt x="1384413" y="78904"/>
                </a:cubicBezTo>
                <a:lnTo>
                  <a:pt x="1384413" y="136026"/>
                </a:lnTo>
                <a:close/>
                <a:moveTo>
                  <a:pt x="1577126" y="3430"/>
                </a:moveTo>
                <a:lnTo>
                  <a:pt x="1577126" y="126441"/>
                </a:lnTo>
                <a:cubicBezTo>
                  <a:pt x="1577126" y="134665"/>
                  <a:pt x="1577354" y="139531"/>
                  <a:pt x="1577812" y="141038"/>
                </a:cubicBezTo>
                <a:cubicBezTo>
                  <a:pt x="1578422" y="143530"/>
                  <a:pt x="1579584" y="145379"/>
                  <a:pt x="1581299" y="146587"/>
                </a:cubicBezTo>
                <a:cubicBezTo>
                  <a:pt x="1583013" y="147792"/>
                  <a:pt x="1586005" y="148546"/>
                  <a:pt x="1590273" y="148848"/>
                </a:cubicBezTo>
                <a:lnTo>
                  <a:pt x="1590273" y="152964"/>
                </a:lnTo>
                <a:lnTo>
                  <a:pt x="1545115" y="161652"/>
                </a:lnTo>
                <a:lnTo>
                  <a:pt x="1545115" y="144732"/>
                </a:lnTo>
                <a:cubicBezTo>
                  <a:pt x="1539704" y="151287"/>
                  <a:pt x="1534884" y="155746"/>
                  <a:pt x="1530654" y="158108"/>
                </a:cubicBezTo>
                <a:cubicBezTo>
                  <a:pt x="1526424" y="160471"/>
                  <a:pt x="1521641" y="161652"/>
                  <a:pt x="1516306" y="161652"/>
                </a:cubicBezTo>
                <a:cubicBezTo>
                  <a:pt x="1502664" y="161652"/>
                  <a:pt x="1491879" y="155549"/>
                  <a:pt x="1483953" y="143343"/>
                </a:cubicBezTo>
                <a:cubicBezTo>
                  <a:pt x="1477551" y="133425"/>
                  <a:pt x="1474350" y="121257"/>
                  <a:pt x="1474350" y="106838"/>
                </a:cubicBezTo>
                <a:cubicBezTo>
                  <a:pt x="1474350" y="95318"/>
                  <a:pt x="1476331" y="84999"/>
                  <a:pt x="1480295" y="75882"/>
                </a:cubicBezTo>
                <a:cubicBezTo>
                  <a:pt x="1484258" y="66764"/>
                  <a:pt x="1489688" y="59879"/>
                  <a:pt x="1496586" y="55225"/>
                </a:cubicBezTo>
                <a:cubicBezTo>
                  <a:pt x="1503483" y="50571"/>
                  <a:pt x="1510895" y="48244"/>
                  <a:pt x="1518821" y="48244"/>
                </a:cubicBezTo>
                <a:cubicBezTo>
                  <a:pt x="1523928" y="48244"/>
                  <a:pt x="1528462" y="49243"/>
                  <a:pt x="1532426" y="51242"/>
                </a:cubicBezTo>
                <a:cubicBezTo>
                  <a:pt x="1536389" y="53240"/>
                  <a:pt x="1540619" y="56737"/>
                  <a:pt x="1545115" y="61734"/>
                </a:cubicBezTo>
                <a:lnTo>
                  <a:pt x="1545115" y="29495"/>
                </a:lnTo>
                <a:cubicBezTo>
                  <a:pt x="1545115" y="21340"/>
                  <a:pt x="1544773" y="16424"/>
                  <a:pt x="1544087" y="14748"/>
                </a:cubicBezTo>
                <a:cubicBezTo>
                  <a:pt x="1543172" y="12537"/>
                  <a:pt x="1541800" y="10899"/>
                  <a:pt x="1539971" y="9832"/>
                </a:cubicBezTo>
                <a:cubicBezTo>
                  <a:pt x="1538142" y="8765"/>
                  <a:pt x="1534712" y="8231"/>
                  <a:pt x="1529682" y="8231"/>
                </a:cubicBezTo>
                <a:lnTo>
                  <a:pt x="1529682" y="3430"/>
                </a:lnTo>
                <a:lnTo>
                  <a:pt x="1577126" y="3430"/>
                </a:lnTo>
                <a:moveTo>
                  <a:pt x="1545115" y="75682"/>
                </a:moveTo>
                <a:cubicBezTo>
                  <a:pt x="1539476" y="65011"/>
                  <a:pt x="1532578" y="59676"/>
                  <a:pt x="1524423" y="59676"/>
                </a:cubicBezTo>
                <a:cubicBezTo>
                  <a:pt x="1521603" y="59676"/>
                  <a:pt x="1519279" y="60439"/>
                  <a:pt x="1517449" y="61963"/>
                </a:cubicBezTo>
                <a:cubicBezTo>
                  <a:pt x="1514629" y="64326"/>
                  <a:pt x="1512324" y="68479"/>
                  <a:pt x="1510533" y="74424"/>
                </a:cubicBezTo>
                <a:cubicBezTo>
                  <a:pt x="1508742" y="80369"/>
                  <a:pt x="1507846" y="89477"/>
                  <a:pt x="1507846" y="101747"/>
                </a:cubicBezTo>
                <a:cubicBezTo>
                  <a:pt x="1507846" y="115237"/>
                  <a:pt x="1508837" y="125221"/>
                  <a:pt x="1510819" y="131700"/>
                </a:cubicBezTo>
                <a:cubicBezTo>
                  <a:pt x="1512800" y="138178"/>
                  <a:pt x="1515506" y="142865"/>
                  <a:pt x="1518936" y="145761"/>
                </a:cubicBezTo>
                <a:cubicBezTo>
                  <a:pt x="1520689" y="147209"/>
                  <a:pt x="1523089" y="147934"/>
                  <a:pt x="1526138" y="147934"/>
                </a:cubicBezTo>
                <a:cubicBezTo>
                  <a:pt x="1532845" y="147934"/>
                  <a:pt x="1539171" y="142658"/>
                  <a:pt x="1545115" y="132107"/>
                </a:cubicBezTo>
                <a:lnTo>
                  <a:pt x="1545115" y="75682"/>
                </a:lnTo>
                <a:close/>
                <a:moveTo>
                  <a:pt x="1662375" y="142675"/>
                </a:moveTo>
                <a:cubicBezTo>
                  <a:pt x="1649342" y="154259"/>
                  <a:pt x="1637643" y="160052"/>
                  <a:pt x="1627278" y="160052"/>
                </a:cubicBezTo>
                <a:cubicBezTo>
                  <a:pt x="1621180" y="160052"/>
                  <a:pt x="1616112" y="158045"/>
                  <a:pt x="1612073" y="154032"/>
                </a:cubicBezTo>
                <a:cubicBezTo>
                  <a:pt x="1608033" y="150016"/>
                  <a:pt x="1606014" y="144989"/>
                  <a:pt x="1606014" y="138948"/>
                </a:cubicBezTo>
                <a:cubicBezTo>
                  <a:pt x="1606014" y="130765"/>
                  <a:pt x="1609520" y="123404"/>
                  <a:pt x="1616531" y="116866"/>
                </a:cubicBezTo>
                <a:cubicBezTo>
                  <a:pt x="1623543" y="110329"/>
                  <a:pt x="1638824" y="101630"/>
                  <a:pt x="1662375" y="90772"/>
                </a:cubicBezTo>
                <a:lnTo>
                  <a:pt x="1662375" y="80026"/>
                </a:lnTo>
                <a:cubicBezTo>
                  <a:pt x="1662375" y="71947"/>
                  <a:pt x="1661936" y="66860"/>
                  <a:pt x="1661060" y="64764"/>
                </a:cubicBezTo>
                <a:cubicBezTo>
                  <a:pt x="1660184" y="62668"/>
                  <a:pt x="1658526" y="60839"/>
                  <a:pt x="1656087" y="59276"/>
                </a:cubicBezTo>
                <a:cubicBezTo>
                  <a:pt x="1653648" y="57714"/>
                  <a:pt x="1650904" y="56933"/>
                  <a:pt x="1647856" y="56933"/>
                </a:cubicBezTo>
                <a:cubicBezTo>
                  <a:pt x="1642902" y="56933"/>
                  <a:pt x="1638824" y="58038"/>
                  <a:pt x="1635623" y="60248"/>
                </a:cubicBezTo>
                <a:cubicBezTo>
                  <a:pt x="1633642" y="61620"/>
                  <a:pt x="1632651" y="63220"/>
                  <a:pt x="1632651" y="65050"/>
                </a:cubicBezTo>
                <a:cubicBezTo>
                  <a:pt x="1632651" y="66650"/>
                  <a:pt x="1633718" y="68632"/>
                  <a:pt x="1635852" y="70994"/>
                </a:cubicBezTo>
                <a:cubicBezTo>
                  <a:pt x="1638748" y="74272"/>
                  <a:pt x="1640196" y="77435"/>
                  <a:pt x="1640196" y="80483"/>
                </a:cubicBezTo>
                <a:cubicBezTo>
                  <a:pt x="1640196" y="84218"/>
                  <a:pt x="1638805" y="87400"/>
                  <a:pt x="1636023" y="90029"/>
                </a:cubicBezTo>
                <a:cubicBezTo>
                  <a:pt x="1633241" y="92659"/>
                  <a:pt x="1629602" y="93973"/>
                  <a:pt x="1625106" y="93973"/>
                </a:cubicBezTo>
                <a:cubicBezTo>
                  <a:pt x="1620304" y="93973"/>
                  <a:pt x="1616284" y="92525"/>
                  <a:pt x="1613044" y="89629"/>
                </a:cubicBezTo>
                <a:cubicBezTo>
                  <a:pt x="1609805" y="86733"/>
                  <a:pt x="1608186" y="83341"/>
                  <a:pt x="1608186" y="79454"/>
                </a:cubicBezTo>
                <a:cubicBezTo>
                  <a:pt x="1608186" y="73967"/>
                  <a:pt x="1610358" y="68727"/>
                  <a:pt x="1614702" y="63735"/>
                </a:cubicBezTo>
                <a:cubicBezTo>
                  <a:pt x="1619046" y="58743"/>
                  <a:pt x="1625106" y="54913"/>
                  <a:pt x="1632879" y="52245"/>
                </a:cubicBezTo>
                <a:cubicBezTo>
                  <a:pt x="1640653" y="49578"/>
                  <a:pt x="1648732" y="48244"/>
                  <a:pt x="1657116" y="48244"/>
                </a:cubicBezTo>
                <a:cubicBezTo>
                  <a:pt x="1667252" y="48244"/>
                  <a:pt x="1675274" y="50403"/>
                  <a:pt x="1681181" y="54721"/>
                </a:cubicBezTo>
                <a:cubicBezTo>
                  <a:pt x="1687087" y="59037"/>
                  <a:pt x="1690917" y="63716"/>
                  <a:pt x="1692670" y="68758"/>
                </a:cubicBezTo>
                <a:cubicBezTo>
                  <a:pt x="1693737" y="71966"/>
                  <a:pt x="1694271" y="79338"/>
                  <a:pt x="1694271" y="90872"/>
                </a:cubicBezTo>
                <a:lnTo>
                  <a:pt x="1694271" y="132468"/>
                </a:lnTo>
                <a:cubicBezTo>
                  <a:pt x="1694271" y="137357"/>
                  <a:pt x="1694461" y="140433"/>
                  <a:pt x="1694842" y="141696"/>
                </a:cubicBezTo>
                <a:cubicBezTo>
                  <a:pt x="1695223" y="142956"/>
                  <a:pt x="1695795" y="143892"/>
                  <a:pt x="1696557" y="144504"/>
                </a:cubicBezTo>
                <a:cubicBezTo>
                  <a:pt x="1697319" y="145114"/>
                  <a:pt x="1698196" y="145418"/>
                  <a:pt x="1699187" y="145418"/>
                </a:cubicBezTo>
                <a:cubicBezTo>
                  <a:pt x="1701168" y="145418"/>
                  <a:pt x="1703188" y="144008"/>
                  <a:pt x="1705246" y="141188"/>
                </a:cubicBezTo>
                <a:lnTo>
                  <a:pt x="1708675" y="143932"/>
                </a:lnTo>
                <a:cubicBezTo>
                  <a:pt x="1704865" y="149572"/>
                  <a:pt x="1700921" y="153669"/>
                  <a:pt x="1696843" y="156222"/>
                </a:cubicBezTo>
                <a:cubicBezTo>
                  <a:pt x="1692765" y="158775"/>
                  <a:pt x="1688135" y="160052"/>
                  <a:pt x="1682953" y="160052"/>
                </a:cubicBezTo>
                <a:cubicBezTo>
                  <a:pt x="1676856" y="160052"/>
                  <a:pt x="1672092" y="158613"/>
                  <a:pt x="1668662" y="155736"/>
                </a:cubicBezTo>
                <a:cubicBezTo>
                  <a:pt x="1665233" y="152859"/>
                  <a:pt x="1663137" y="148505"/>
                  <a:pt x="1662375" y="142675"/>
                </a:cubicBezTo>
                <a:moveTo>
                  <a:pt x="1662375" y="134215"/>
                </a:moveTo>
                <a:lnTo>
                  <a:pt x="1662375" y="98453"/>
                </a:lnTo>
                <a:cubicBezTo>
                  <a:pt x="1653153" y="103891"/>
                  <a:pt x="1646293" y="109712"/>
                  <a:pt x="1641797" y="115916"/>
                </a:cubicBezTo>
                <a:cubicBezTo>
                  <a:pt x="1638824" y="120051"/>
                  <a:pt x="1637338" y="124225"/>
                  <a:pt x="1637338" y="128438"/>
                </a:cubicBezTo>
                <a:cubicBezTo>
                  <a:pt x="1637338" y="131961"/>
                  <a:pt x="1638596" y="135063"/>
                  <a:pt x="1641111" y="137745"/>
                </a:cubicBezTo>
                <a:cubicBezTo>
                  <a:pt x="1643016" y="139812"/>
                  <a:pt x="1645684" y="140846"/>
                  <a:pt x="1649113" y="140846"/>
                </a:cubicBezTo>
                <a:cubicBezTo>
                  <a:pt x="1652924" y="140846"/>
                  <a:pt x="1657345" y="138635"/>
                  <a:pt x="1662375" y="134215"/>
                </a:cubicBezTo>
                <a:close/>
                <a:moveTo>
                  <a:pt x="1762864" y="12118"/>
                </a:moveTo>
                <a:lnTo>
                  <a:pt x="1762864" y="51445"/>
                </a:lnTo>
                <a:lnTo>
                  <a:pt x="1788244" y="51445"/>
                </a:lnTo>
                <a:lnTo>
                  <a:pt x="1788244" y="62649"/>
                </a:lnTo>
                <a:lnTo>
                  <a:pt x="1762864" y="62649"/>
                </a:lnTo>
                <a:lnTo>
                  <a:pt x="1762864" y="128792"/>
                </a:lnTo>
                <a:cubicBezTo>
                  <a:pt x="1762864" y="134982"/>
                  <a:pt x="1763150" y="138975"/>
                  <a:pt x="1763722" y="140771"/>
                </a:cubicBezTo>
                <a:cubicBezTo>
                  <a:pt x="1764293" y="142566"/>
                  <a:pt x="1765303" y="144019"/>
                  <a:pt x="1766751" y="145129"/>
                </a:cubicBezTo>
                <a:cubicBezTo>
                  <a:pt x="1768199" y="146237"/>
                  <a:pt x="1769533" y="146790"/>
                  <a:pt x="1770753" y="146790"/>
                </a:cubicBezTo>
                <a:cubicBezTo>
                  <a:pt x="1775707" y="146790"/>
                  <a:pt x="1780394" y="142980"/>
                  <a:pt x="1784814" y="135358"/>
                </a:cubicBezTo>
                <a:lnTo>
                  <a:pt x="1788244" y="137898"/>
                </a:lnTo>
                <a:cubicBezTo>
                  <a:pt x="1782071" y="152667"/>
                  <a:pt x="1772048" y="160052"/>
                  <a:pt x="1758177" y="160052"/>
                </a:cubicBezTo>
                <a:cubicBezTo>
                  <a:pt x="1751394" y="160052"/>
                  <a:pt x="1745659" y="158159"/>
                  <a:pt x="1740972" y="154375"/>
                </a:cubicBezTo>
                <a:cubicBezTo>
                  <a:pt x="1736284" y="150588"/>
                  <a:pt x="1733293" y="146362"/>
                  <a:pt x="1731997" y="141696"/>
                </a:cubicBezTo>
                <a:cubicBezTo>
                  <a:pt x="1731235" y="139095"/>
                  <a:pt x="1730854" y="132058"/>
                  <a:pt x="1730854" y="120585"/>
                </a:cubicBezTo>
                <a:lnTo>
                  <a:pt x="1730854" y="62649"/>
                </a:lnTo>
                <a:lnTo>
                  <a:pt x="1716907" y="62649"/>
                </a:lnTo>
                <a:lnTo>
                  <a:pt x="1716907" y="58637"/>
                </a:lnTo>
                <a:cubicBezTo>
                  <a:pt x="1726510" y="51839"/>
                  <a:pt x="1734684" y="44698"/>
                  <a:pt x="1741429" y="37212"/>
                </a:cubicBezTo>
                <a:cubicBezTo>
                  <a:pt x="1748174" y="29726"/>
                  <a:pt x="1754061" y="21362"/>
                  <a:pt x="1759092" y="12118"/>
                </a:cubicBezTo>
                <a:lnTo>
                  <a:pt x="1762864" y="12118"/>
                </a:lnTo>
                <a:close/>
                <a:moveTo>
                  <a:pt x="1888960" y="101061"/>
                </a:moveTo>
                <a:lnTo>
                  <a:pt x="1830313" y="101061"/>
                </a:lnTo>
                <a:cubicBezTo>
                  <a:pt x="1830999" y="115275"/>
                  <a:pt x="1834772" y="126509"/>
                  <a:pt x="1841631" y="134761"/>
                </a:cubicBezTo>
                <a:cubicBezTo>
                  <a:pt x="1846890" y="141104"/>
                  <a:pt x="1853216" y="144275"/>
                  <a:pt x="1860608" y="144275"/>
                </a:cubicBezTo>
                <a:cubicBezTo>
                  <a:pt x="1865181" y="144275"/>
                  <a:pt x="1869335" y="142999"/>
                  <a:pt x="1873070" y="140445"/>
                </a:cubicBezTo>
                <a:cubicBezTo>
                  <a:pt x="1876804" y="137892"/>
                  <a:pt x="1880805" y="133300"/>
                  <a:pt x="1885073" y="126670"/>
                </a:cubicBezTo>
                <a:lnTo>
                  <a:pt x="1888960" y="129185"/>
                </a:lnTo>
                <a:cubicBezTo>
                  <a:pt x="1883168" y="140998"/>
                  <a:pt x="1876766" y="149363"/>
                  <a:pt x="1869754" y="154278"/>
                </a:cubicBezTo>
                <a:cubicBezTo>
                  <a:pt x="1862742" y="159194"/>
                  <a:pt x="1854626" y="161652"/>
                  <a:pt x="1845404" y="161652"/>
                </a:cubicBezTo>
                <a:cubicBezTo>
                  <a:pt x="1829551" y="161652"/>
                  <a:pt x="1817547" y="155549"/>
                  <a:pt x="1809392" y="143343"/>
                </a:cubicBezTo>
                <a:cubicBezTo>
                  <a:pt x="1802837" y="133501"/>
                  <a:pt x="1799560" y="121295"/>
                  <a:pt x="1799560" y="106724"/>
                </a:cubicBezTo>
                <a:cubicBezTo>
                  <a:pt x="1799560" y="88870"/>
                  <a:pt x="1804381" y="74661"/>
                  <a:pt x="1814022" y="64096"/>
                </a:cubicBezTo>
                <a:cubicBezTo>
                  <a:pt x="1823663" y="53528"/>
                  <a:pt x="1834962" y="48244"/>
                  <a:pt x="1847919" y="48244"/>
                </a:cubicBezTo>
                <a:cubicBezTo>
                  <a:pt x="1858741" y="48244"/>
                  <a:pt x="1868135" y="52684"/>
                  <a:pt x="1876099" y="61563"/>
                </a:cubicBezTo>
                <a:cubicBezTo>
                  <a:pt x="1884064" y="70442"/>
                  <a:pt x="1888351" y="83608"/>
                  <a:pt x="1888960" y="101061"/>
                </a:cubicBezTo>
                <a:moveTo>
                  <a:pt x="1860837" y="93516"/>
                </a:moveTo>
                <a:cubicBezTo>
                  <a:pt x="1860837" y="81245"/>
                  <a:pt x="1860170" y="72824"/>
                  <a:pt x="1858836" y="68251"/>
                </a:cubicBezTo>
                <a:cubicBezTo>
                  <a:pt x="1857503" y="63678"/>
                  <a:pt x="1855426" y="60210"/>
                  <a:pt x="1852606" y="57847"/>
                </a:cubicBezTo>
                <a:cubicBezTo>
                  <a:pt x="1851005" y="56475"/>
                  <a:pt x="1848871" y="55789"/>
                  <a:pt x="1846204" y="55789"/>
                </a:cubicBezTo>
                <a:cubicBezTo>
                  <a:pt x="1842241" y="55789"/>
                  <a:pt x="1839001" y="57733"/>
                  <a:pt x="1836486" y="61620"/>
                </a:cubicBezTo>
                <a:cubicBezTo>
                  <a:pt x="1831990" y="68403"/>
                  <a:pt x="1829741" y="77701"/>
                  <a:pt x="1829741" y="89515"/>
                </a:cubicBezTo>
                <a:lnTo>
                  <a:pt x="1829741" y="93516"/>
                </a:lnTo>
                <a:lnTo>
                  <a:pt x="1860837" y="93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3692C-B705-456F-96A9-88A776D4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85" y="429401"/>
            <a:ext cx="663620" cy="23413"/>
          </a:xfrm>
          <a:custGeom xmlns:a="http://schemas.openxmlformats.org/drawingml/2006/main">
            <a:pathLst>
              <a:path w="663620" h="23413">
                <a:moveTo>
                  <a:pt x="663620" y="23413"/>
                </a:moveTo>
                <a:lnTo>
                  <a:pt x="663620" y="0"/>
                </a:lnTo>
                <a:lnTo>
                  <a:pt x="460445" y="0"/>
                </a:lnTo>
                <a:lnTo>
                  <a:pt x="460445" y="23413"/>
                </a:lnTo>
                <a:lnTo>
                  <a:pt x="312142" y="23413"/>
                </a:lnTo>
                <a:lnTo>
                  <a:pt x="312142" y="0"/>
                </a:lnTo>
                <a:lnTo>
                  <a:pt x="0" y="0"/>
                </a:lnTo>
                <a:lnTo>
                  <a:pt x="0" y="23413"/>
                </a:lnTo>
                <a:lnTo>
                  <a:pt x="663620" y="23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Text Stage1">
            <a:extLst xmlns:a="http://schemas.openxmlformats.org/drawingml/2006/main">
              <a:ext uri="{FF2B5EF4-FFF2-40B4-BE49-F238E27FC236}">
                <a16:creationId xmlns:a16="http://schemas.microsoft.com/office/drawing/2014/main" id="{E1D574E2-DA49-4065-A417-81E0222A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03" y="247536"/>
            <a:ext cx="633231" cy="208982"/>
          </a:xfrm>
          <a:custGeom xmlns:a="http://schemas.openxmlformats.org/drawingml/2006/main">
            <a:pathLst>
              <a:path w="633231" h="208982">
                <a:moveTo>
                  <a:pt x="97860" y="0"/>
                </a:moveTo>
                <a:lnTo>
                  <a:pt x="99118" y="51674"/>
                </a:lnTo>
                <a:lnTo>
                  <a:pt x="94431" y="51674"/>
                </a:lnTo>
                <a:cubicBezTo>
                  <a:pt x="92220" y="38751"/>
                  <a:pt x="86790" y="28356"/>
                  <a:pt x="78140" y="20489"/>
                </a:cubicBezTo>
                <a:cubicBezTo>
                  <a:pt x="69489" y="12622"/>
                  <a:pt x="60134" y="8689"/>
                  <a:pt x="50073" y="8689"/>
                </a:cubicBezTo>
                <a:cubicBezTo>
                  <a:pt x="42299" y="8689"/>
                  <a:pt x="36145" y="10759"/>
                  <a:pt x="31610" y="14901"/>
                </a:cubicBezTo>
                <a:cubicBezTo>
                  <a:pt x="27075" y="19041"/>
                  <a:pt x="24808" y="23808"/>
                  <a:pt x="24808" y="29202"/>
                </a:cubicBezTo>
                <a:cubicBezTo>
                  <a:pt x="24808" y="32620"/>
                  <a:pt x="25608" y="35659"/>
                  <a:pt x="27209" y="38320"/>
                </a:cubicBezTo>
                <a:cubicBezTo>
                  <a:pt x="29419" y="41890"/>
                  <a:pt x="32963" y="45422"/>
                  <a:pt x="37841" y="48916"/>
                </a:cubicBezTo>
                <a:cubicBezTo>
                  <a:pt x="41423" y="51424"/>
                  <a:pt x="49692" y="55869"/>
                  <a:pt x="62649" y="62252"/>
                </a:cubicBezTo>
                <a:cubicBezTo>
                  <a:pt x="80788" y="71141"/>
                  <a:pt x="93021" y="79538"/>
                  <a:pt x="99346" y="87443"/>
                </a:cubicBezTo>
                <a:cubicBezTo>
                  <a:pt x="105596" y="95345"/>
                  <a:pt x="108721" y="104389"/>
                  <a:pt x="108721" y="114573"/>
                </a:cubicBezTo>
                <a:cubicBezTo>
                  <a:pt x="108721" y="127491"/>
                  <a:pt x="103672" y="138606"/>
                  <a:pt x="93573" y="147916"/>
                </a:cubicBezTo>
                <a:cubicBezTo>
                  <a:pt x="83475" y="157226"/>
                  <a:pt x="70651" y="161881"/>
                  <a:pt x="55104" y="161881"/>
                </a:cubicBezTo>
                <a:cubicBezTo>
                  <a:pt x="50226" y="161881"/>
                  <a:pt x="45615" y="161386"/>
                  <a:pt x="41270" y="160395"/>
                </a:cubicBezTo>
                <a:cubicBezTo>
                  <a:pt x="36926" y="159404"/>
                  <a:pt x="31477" y="157537"/>
                  <a:pt x="24922" y="154793"/>
                </a:cubicBezTo>
                <a:cubicBezTo>
                  <a:pt x="21264" y="153269"/>
                  <a:pt x="18254" y="152506"/>
                  <a:pt x="15891" y="152506"/>
                </a:cubicBezTo>
                <a:cubicBezTo>
                  <a:pt x="13909" y="152506"/>
                  <a:pt x="11813" y="153278"/>
                  <a:pt x="9603" y="154821"/>
                </a:cubicBezTo>
                <a:cubicBezTo>
                  <a:pt x="7393" y="156365"/>
                  <a:pt x="5602" y="158718"/>
                  <a:pt x="4230" y="161881"/>
                </a:cubicBezTo>
                <a:lnTo>
                  <a:pt x="0" y="161881"/>
                </a:lnTo>
                <a:lnTo>
                  <a:pt x="0" y="103348"/>
                </a:lnTo>
                <a:lnTo>
                  <a:pt x="4230" y="103348"/>
                </a:lnTo>
                <a:cubicBezTo>
                  <a:pt x="7583" y="119772"/>
                  <a:pt x="14043" y="132300"/>
                  <a:pt x="23608" y="140931"/>
                </a:cubicBezTo>
                <a:cubicBezTo>
                  <a:pt x="33173" y="149563"/>
                  <a:pt x="43481" y="153878"/>
                  <a:pt x="54532" y="153878"/>
                </a:cubicBezTo>
                <a:cubicBezTo>
                  <a:pt x="63068" y="153878"/>
                  <a:pt x="69870" y="151561"/>
                  <a:pt x="74939" y="146926"/>
                </a:cubicBezTo>
                <a:cubicBezTo>
                  <a:pt x="80007" y="142291"/>
                  <a:pt x="82541" y="136897"/>
                  <a:pt x="82541" y="130742"/>
                </a:cubicBezTo>
                <a:cubicBezTo>
                  <a:pt x="82541" y="127096"/>
                  <a:pt x="81569" y="123564"/>
                  <a:pt x="79626" y="120146"/>
                </a:cubicBezTo>
                <a:cubicBezTo>
                  <a:pt x="77682" y="116726"/>
                  <a:pt x="74729" y="113477"/>
                  <a:pt x="70766" y="110400"/>
                </a:cubicBezTo>
                <a:cubicBezTo>
                  <a:pt x="66803" y="107323"/>
                  <a:pt x="59791" y="103316"/>
                  <a:pt x="49730" y="98378"/>
                </a:cubicBezTo>
                <a:cubicBezTo>
                  <a:pt x="35631" y="91464"/>
                  <a:pt x="25494" y="85572"/>
                  <a:pt x="19321" y="80701"/>
                </a:cubicBezTo>
                <a:cubicBezTo>
                  <a:pt x="13147" y="75830"/>
                  <a:pt x="8403" y="70389"/>
                  <a:pt x="5087" y="64378"/>
                </a:cubicBezTo>
                <a:cubicBezTo>
                  <a:pt x="1772" y="58366"/>
                  <a:pt x="114" y="51746"/>
                  <a:pt x="114" y="44518"/>
                </a:cubicBezTo>
                <a:cubicBezTo>
                  <a:pt x="114" y="32190"/>
                  <a:pt x="4649" y="21689"/>
                  <a:pt x="13719" y="13015"/>
                </a:cubicBezTo>
                <a:cubicBezTo>
                  <a:pt x="22788" y="4338"/>
                  <a:pt x="34221" y="0"/>
                  <a:pt x="48016" y="0"/>
                </a:cubicBezTo>
                <a:cubicBezTo>
                  <a:pt x="53046" y="0"/>
                  <a:pt x="57923" y="617"/>
                  <a:pt x="62649" y="1851"/>
                </a:cubicBezTo>
                <a:cubicBezTo>
                  <a:pt x="66231" y="2775"/>
                  <a:pt x="70594" y="4488"/>
                  <a:pt x="75739" y="6992"/>
                </a:cubicBezTo>
                <a:cubicBezTo>
                  <a:pt x="80883" y="9495"/>
                  <a:pt x="84484" y="10746"/>
                  <a:pt x="86542" y="10746"/>
                </a:cubicBezTo>
                <a:cubicBezTo>
                  <a:pt x="88524" y="10746"/>
                  <a:pt x="90086" y="10131"/>
                  <a:pt x="91229" y="8899"/>
                </a:cubicBezTo>
                <a:cubicBezTo>
                  <a:pt x="92373" y="7666"/>
                  <a:pt x="93440" y="4699"/>
                  <a:pt x="94431" y="0"/>
                </a:cubicBezTo>
                <a:lnTo>
                  <a:pt x="97860" y="0"/>
                </a:lnTo>
                <a:close/>
                <a:moveTo>
                  <a:pt x="168362" y="12118"/>
                </a:moveTo>
                <a:lnTo>
                  <a:pt x="168362" y="51445"/>
                </a:lnTo>
                <a:lnTo>
                  <a:pt x="193741" y="51445"/>
                </a:lnTo>
                <a:lnTo>
                  <a:pt x="193741" y="62649"/>
                </a:lnTo>
                <a:lnTo>
                  <a:pt x="168362" y="62649"/>
                </a:lnTo>
                <a:lnTo>
                  <a:pt x="168362" y="128792"/>
                </a:lnTo>
                <a:cubicBezTo>
                  <a:pt x="168362" y="134982"/>
                  <a:pt x="168647" y="138975"/>
                  <a:pt x="169219" y="140771"/>
                </a:cubicBezTo>
                <a:cubicBezTo>
                  <a:pt x="169791" y="142566"/>
                  <a:pt x="170801" y="144019"/>
                  <a:pt x="172249" y="145129"/>
                </a:cubicBezTo>
                <a:cubicBezTo>
                  <a:pt x="173697" y="146237"/>
                  <a:pt x="175030" y="146790"/>
                  <a:pt x="176250" y="146790"/>
                </a:cubicBezTo>
                <a:cubicBezTo>
                  <a:pt x="181204" y="146790"/>
                  <a:pt x="185891" y="142980"/>
                  <a:pt x="190312" y="135358"/>
                </a:cubicBezTo>
                <a:lnTo>
                  <a:pt x="193741" y="137898"/>
                </a:lnTo>
                <a:cubicBezTo>
                  <a:pt x="187568" y="152667"/>
                  <a:pt x="177546" y="160052"/>
                  <a:pt x="163674" y="160052"/>
                </a:cubicBezTo>
                <a:cubicBezTo>
                  <a:pt x="156891" y="160052"/>
                  <a:pt x="151156" y="158159"/>
                  <a:pt x="146469" y="154375"/>
                </a:cubicBezTo>
                <a:cubicBezTo>
                  <a:pt x="141782" y="150588"/>
                  <a:pt x="138790" y="146362"/>
                  <a:pt x="137495" y="141696"/>
                </a:cubicBezTo>
                <a:cubicBezTo>
                  <a:pt x="136732" y="139095"/>
                  <a:pt x="136351" y="132058"/>
                  <a:pt x="136351" y="120585"/>
                </a:cubicBezTo>
                <a:lnTo>
                  <a:pt x="136351" y="62649"/>
                </a:lnTo>
                <a:lnTo>
                  <a:pt x="122404" y="62649"/>
                </a:lnTo>
                <a:lnTo>
                  <a:pt x="122404" y="58637"/>
                </a:lnTo>
                <a:cubicBezTo>
                  <a:pt x="132007" y="51839"/>
                  <a:pt x="140181" y="44698"/>
                  <a:pt x="146926" y="37212"/>
                </a:cubicBezTo>
                <a:cubicBezTo>
                  <a:pt x="153671" y="29726"/>
                  <a:pt x="159559" y="21362"/>
                  <a:pt x="164589" y="12118"/>
                </a:cubicBezTo>
                <a:lnTo>
                  <a:pt x="168362" y="12118"/>
                </a:lnTo>
                <a:close/>
                <a:moveTo>
                  <a:pt x="262905" y="142675"/>
                </a:moveTo>
                <a:cubicBezTo>
                  <a:pt x="249872" y="154259"/>
                  <a:pt x="238173" y="160052"/>
                  <a:pt x="227808" y="160052"/>
                </a:cubicBezTo>
                <a:cubicBezTo>
                  <a:pt x="221710" y="160052"/>
                  <a:pt x="216642" y="158045"/>
                  <a:pt x="212603" y="154032"/>
                </a:cubicBezTo>
                <a:cubicBezTo>
                  <a:pt x="208563" y="150016"/>
                  <a:pt x="206544" y="144989"/>
                  <a:pt x="206544" y="138948"/>
                </a:cubicBezTo>
                <a:cubicBezTo>
                  <a:pt x="206544" y="130765"/>
                  <a:pt x="210049" y="123404"/>
                  <a:pt x="217061" y="116866"/>
                </a:cubicBezTo>
                <a:cubicBezTo>
                  <a:pt x="224073" y="110329"/>
                  <a:pt x="239354" y="101630"/>
                  <a:pt x="262905" y="90772"/>
                </a:cubicBezTo>
                <a:lnTo>
                  <a:pt x="262905" y="80026"/>
                </a:lnTo>
                <a:cubicBezTo>
                  <a:pt x="262905" y="71947"/>
                  <a:pt x="262466" y="66860"/>
                  <a:pt x="261590" y="64764"/>
                </a:cubicBezTo>
                <a:cubicBezTo>
                  <a:pt x="260713" y="62668"/>
                  <a:pt x="259056" y="60839"/>
                  <a:pt x="256617" y="59276"/>
                </a:cubicBezTo>
                <a:cubicBezTo>
                  <a:pt x="254178" y="57714"/>
                  <a:pt x="251434" y="56933"/>
                  <a:pt x="248386" y="56933"/>
                </a:cubicBezTo>
                <a:cubicBezTo>
                  <a:pt x="243432" y="56933"/>
                  <a:pt x="239354" y="58038"/>
                  <a:pt x="236153" y="60248"/>
                </a:cubicBezTo>
                <a:cubicBezTo>
                  <a:pt x="234172" y="61620"/>
                  <a:pt x="233181" y="63220"/>
                  <a:pt x="233181" y="65050"/>
                </a:cubicBezTo>
                <a:cubicBezTo>
                  <a:pt x="233181" y="66650"/>
                  <a:pt x="234248" y="68632"/>
                  <a:pt x="236382" y="70994"/>
                </a:cubicBezTo>
                <a:cubicBezTo>
                  <a:pt x="239278" y="74272"/>
                  <a:pt x="240726" y="77435"/>
                  <a:pt x="240726" y="80483"/>
                </a:cubicBezTo>
                <a:cubicBezTo>
                  <a:pt x="240726" y="84218"/>
                  <a:pt x="239335" y="87400"/>
                  <a:pt x="236553" y="90029"/>
                </a:cubicBezTo>
                <a:cubicBezTo>
                  <a:pt x="233771" y="92659"/>
                  <a:pt x="230132" y="93973"/>
                  <a:pt x="225635" y="93973"/>
                </a:cubicBezTo>
                <a:cubicBezTo>
                  <a:pt x="220834" y="93973"/>
                  <a:pt x="216814" y="92525"/>
                  <a:pt x="213574" y="89629"/>
                </a:cubicBezTo>
                <a:cubicBezTo>
                  <a:pt x="210335" y="86733"/>
                  <a:pt x="208716" y="83341"/>
                  <a:pt x="208716" y="79454"/>
                </a:cubicBezTo>
                <a:cubicBezTo>
                  <a:pt x="208716" y="73967"/>
                  <a:pt x="210888" y="68727"/>
                  <a:pt x="215232" y="63735"/>
                </a:cubicBezTo>
                <a:cubicBezTo>
                  <a:pt x="219576" y="58743"/>
                  <a:pt x="225635" y="54913"/>
                  <a:pt x="233409" y="52245"/>
                </a:cubicBezTo>
                <a:cubicBezTo>
                  <a:pt x="241183" y="49578"/>
                  <a:pt x="249262" y="48244"/>
                  <a:pt x="257646" y="48244"/>
                </a:cubicBezTo>
                <a:cubicBezTo>
                  <a:pt x="267782" y="48244"/>
                  <a:pt x="275804" y="50403"/>
                  <a:pt x="281711" y="54721"/>
                </a:cubicBezTo>
                <a:cubicBezTo>
                  <a:pt x="287617" y="59037"/>
                  <a:pt x="291447" y="63716"/>
                  <a:pt x="293200" y="68758"/>
                </a:cubicBezTo>
                <a:cubicBezTo>
                  <a:pt x="294267" y="71966"/>
                  <a:pt x="294801" y="79338"/>
                  <a:pt x="294801" y="90872"/>
                </a:cubicBezTo>
                <a:lnTo>
                  <a:pt x="294801" y="132468"/>
                </a:lnTo>
                <a:cubicBezTo>
                  <a:pt x="294801" y="137357"/>
                  <a:pt x="294991" y="140433"/>
                  <a:pt x="295372" y="141696"/>
                </a:cubicBezTo>
                <a:cubicBezTo>
                  <a:pt x="295753" y="142956"/>
                  <a:pt x="296325" y="143892"/>
                  <a:pt x="297087" y="144504"/>
                </a:cubicBezTo>
                <a:cubicBezTo>
                  <a:pt x="297849" y="145114"/>
                  <a:pt x="298726" y="145418"/>
                  <a:pt x="299717" y="145418"/>
                </a:cubicBezTo>
                <a:cubicBezTo>
                  <a:pt x="301698" y="145418"/>
                  <a:pt x="303718" y="144008"/>
                  <a:pt x="305776" y="141188"/>
                </a:cubicBezTo>
                <a:lnTo>
                  <a:pt x="309205" y="143932"/>
                </a:lnTo>
                <a:cubicBezTo>
                  <a:pt x="305395" y="149572"/>
                  <a:pt x="301450" y="153669"/>
                  <a:pt x="297373" y="156222"/>
                </a:cubicBezTo>
                <a:cubicBezTo>
                  <a:pt x="293295" y="158775"/>
                  <a:pt x="288665" y="160052"/>
                  <a:pt x="283483" y="160052"/>
                </a:cubicBezTo>
                <a:cubicBezTo>
                  <a:pt x="277385" y="160052"/>
                  <a:pt x="272622" y="158613"/>
                  <a:pt x="269192" y="155736"/>
                </a:cubicBezTo>
                <a:cubicBezTo>
                  <a:pt x="265763" y="152859"/>
                  <a:pt x="263667" y="148505"/>
                  <a:pt x="262905" y="142675"/>
                </a:cubicBezTo>
                <a:moveTo>
                  <a:pt x="262905" y="134215"/>
                </a:moveTo>
                <a:lnTo>
                  <a:pt x="262905" y="98453"/>
                </a:lnTo>
                <a:cubicBezTo>
                  <a:pt x="253683" y="103891"/>
                  <a:pt x="246823" y="109712"/>
                  <a:pt x="242327" y="115916"/>
                </a:cubicBezTo>
                <a:cubicBezTo>
                  <a:pt x="239354" y="120051"/>
                  <a:pt x="237868" y="124225"/>
                  <a:pt x="237868" y="128438"/>
                </a:cubicBezTo>
                <a:cubicBezTo>
                  <a:pt x="237868" y="131961"/>
                  <a:pt x="239125" y="135063"/>
                  <a:pt x="241641" y="137745"/>
                </a:cubicBezTo>
                <a:cubicBezTo>
                  <a:pt x="243546" y="139812"/>
                  <a:pt x="246214" y="140846"/>
                  <a:pt x="249643" y="140846"/>
                </a:cubicBezTo>
                <a:cubicBezTo>
                  <a:pt x="253454" y="140846"/>
                  <a:pt x="257874" y="138635"/>
                  <a:pt x="262905" y="134215"/>
                </a:cubicBezTo>
                <a:close/>
                <a:moveTo>
                  <a:pt x="389574" y="52817"/>
                </a:moveTo>
                <a:lnTo>
                  <a:pt x="425586" y="52817"/>
                </a:lnTo>
                <a:lnTo>
                  <a:pt x="425586" y="65393"/>
                </a:lnTo>
                <a:lnTo>
                  <a:pt x="405122" y="65393"/>
                </a:lnTo>
                <a:cubicBezTo>
                  <a:pt x="408857" y="69127"/>
                  <a:pt x="411448" y="72519"/>
                  <a:pt x="412896" y="75567"/>
                </a:cubicBezTo>
                <a:cubicBezTo>
                  <a:pt x="414725" y="79683"/>
                  <a:pt x="415640" y="83989"/>
                  <a:pt x="415640" y="88486"/>
                </a:cubicBezTo>
                <a:cubicBezTo>
                  <a:pt x="415640" y="96107"/>
                  <a:pt x="413525" y="102719"/>
                  <a:pt x="409295" y="108321"/>
                </a:cubicBezTo>
                <a:cubicBezTo>
                  <a:pt x="405065" y="113923"/>
                  <a:pt x="399311" y="118305"/>
                  <a:pt x="392032" y="121468"/>
                </a:cubicBezTo>
                <a:cubicBezTo>
                  <a:pt x="384754" y="124631"/>
                  <a:pt x="378294" y="126212"/>
                  <a:pt x="372654" y="126212"/>
                </a:cubicBezTo>
                <a:cubicBezTo>
                  <a:pt x="372197" y="126212"/>
                  <a:pt x="367624" y="126022"/>
                  <a:pt x="358936" y="125641"/>
                </a:cubicBezTo>
                <a:cubicBezTo>
                  <a:pt x="355506" y="125641"/>
                  <a:pt x="352629" y="126759"/>
                  <a:pt x="350304" y="128995"/>
                </a:cubicBezTo>
                <a:cubicBezTo>
                  <a:pt x="347980" y="131232"/>
                  <a:pt x="346817" y="133903"/>
                  <a:pt x="346817" y="137009"/>
                </a:cubicBezTo>
                <a:cubicBezTo>
                  <a:pt x="346817" y="139738"/>
                  <a:pt x="347865" y="141974"/>
                  <a:pt x="349961" y="143718"/>
                </a:cubicBezTo>
                <a:cubicBezTo>
                  <a:pt x="352057" y="145461"/>
                  <a:pt x="355468" y="146333"/>
                  <a:pt x="360193" y="146333"/>
                </a:cubicBezTo>
                <a:lnTo>
                  <a:pt x="379971" y="146104"/>
                </a:lnTo>
                <a:cubicBezTo>
                  <a:pt x="395976" y="146104"/>
                  <a:pt x="406989" y="147861"/>
                  <a:pt x="413010" y="151374"/>
                </a:cubicBezTo>
                <a:cubicBezTo>
                  <a:pt x="421623" y="156259"/>
                  <a:pt x="425929" y="163779"/>
                  <a:pt x="425929" y="173935"/>
                </a:cubicBezTo>
                <a:cubicBezTo>
                  <a:pt x="425929" y="180425"/>
                  <a:pt x="423947" y="186323"/>
                  <a:pt x="419984" y="191630"/>
                </a:cubicBezTo>
                <a:cubicBezTo>
                  <a:pt x="416021" y="196936"/>
                  <a:pt x="410800" y="200849"/>
                  <a:pt x="404322" y="203369"/>
                </a:cubicBezTo>
                <a:cubicBezTo>
                  <a:pt x="394490" y="207111"/>
                  <a:pt x="383172" y="208982"/>
                  <a:pt x="370368" y="208982"/>
                </a:cubicBezTo>
                <a:cubicBezTo>
                  <a:pt x="360765" y="208982"/>
                  <a:pt x="352000" y="208048"/>
                  <a:pt x="344074" y="206181"/>
                </a:cubicBezTo>
                <a:cubicBezTo>
                  <a:pt x="336147" y="204314"/>
                  <a:pt x="330469" y="201721"/>
                  <a:pt x="327040" y="198403"/>
                </a:cubicBezTo>
                <a:cubicBezTo>
                  <a:pt x="323610" y="195088"/>
                  <a:pt x="321895" y="191600"/>
                  <a:pt x="321895" y="187939"/>
                </a:cubicBezTo>
                <a:cubicBezTo>
                  <a:pt x="321895" y="184433"/>
                  <a:pt x="323210" y="181288"/>
                  <a:pt x="325839" y="178504"/>
                </a:cubicBezTo>
                <a:cubicBezTo>
                  <a:pt x="328469" y="175722"/>
                  <a:pt x="333366" y="173379"/>
                  <a:pt x="340530" y="171473"/>
                </a:cubicBezTo>
                <a:cubicBezTo>
                  <a:pt x="330622" y="166596"/>
                  <a:pt x="325668" y="159814"/>
                  <a:pt x="325668" y="151127"/>
                </a:cubicBezTo>
                <a:cubicBezTo>
                  <a:pt x="325668" y="145869"/>
                  <a:pt x="327688" y="140763"/>
                  <a:pt x="331727" y="135812"/>
                </a:cubicBezTo>
                <a:cubicBezTo>
                  <a:pt x="335766" y="130858"/>
                  <a:pt x="342168" y="126552"/>
                  <a:pt x="350933" y="122893"/>
                </a:cubicBezTo>
                <a:cubicBezTo>
                  <a:pt x="340720" y="119154"/>
                  <a:pt x="333327" y="114231"/>
                  <a:pt x="328755" y="108124"/>
                </a:cubicBezTo>
                <a:cubicBezTo>
                  <a:pt x="324182" y="102017"/>
                  <a:pt x="321895" y="94957"/>
                  <a:pt x="321895" y="86942"/>
                </a:cubicBezTo>
                <a:cubicBezTo>
                  <a:pt x="321895" y="76487"/>
                  <a:pt x="326163" y="67423"/>
                  <a:pt x="334699" y="59751"/>
                </a:cubicBezTo>
                <a:cubicBezTo>
                  <a:pt x="343235" y="52080"/>
                  <a:pt x="354210" y="48244"/>
                  <a:pt x="367624" y="48244"/>
                </a:cubicBezTo>
                <a:cubicBezTo>
                  <a:pt x="374712" y="48244"/>
                  <a:pt x="382029" y="49768"/>
                  <a:pt x="389574" y="52817"/>
                </a:cubicBezTo>
                <a:moveTo>
                  <a:pt x="369796" y="55561"/>
                </a:moveTo>
                <a:cubicBezTo>
                  <a:pt x="365376" y="55561"/>
                  <a:pt x="361641" y="57787"/>
                  <a:pt x="358593" y="62238"/>
                </a:cubicBezTo>
                <a:cubicBezTo>
                  <a:pt x="355544" y="66687"/>
                  <a:pt x="354020" y="75911"/>
                  <a:pt x="354020" y="89911"/>
                </a:cubicBezTo>
                <a:cubicBezTo>
                  <a:pt x="354020" y="101246"/>
                  <a:pt x="355525" y="109025"/>
                  <a:pt x="358536" y="113247"/>
                </a:cubicBezTo>
                <a:cubicBezTo>
                  <a:pt x="361546" y="117470"/>
                  <a:pt x="365109" y="119582"/>
                  <a:pt x="369225" y="119582"/>
                </a:cubicBezTo>
                <a:cubicBezTo>
                  <a:pt x="373798" y="119582"/>
                  <a:pt x="377608" y="117489"/>
                  <a:pt x="380657" y="113304"/>
                </a:cubicBezTo>
                <a:cubicBezTo>
                  <a:pt x="383706" y="109120"/>
                  <a:pt x="385230" y="100979"/>
                  <a:pt x="385230" y="88882"/>
                </a:cubicBezTo>
                <a:cubicBezTo>
                  <a:pt x="385230" y="75266"/>
                  <a:pt x="383515" y="65984"/>
                  <a:pt x="380085" y="61038"/>
                </a:cubicBezTo>
                <a:cubicBezTo>
                  <a:pt x="377647" y="57386"/>
                  <a:pt x="374217" y="55561"/>
                  <a:pt x="369796" y="55561"/>
                </a:cubicBezTo>
                <a:moveTo>
                  <a:pt x="363051" y="174228"/>
                </a:moveTo>
                <a:cubicBezTo>
                  <a:pt x="355277" y="174228"/>
                  <a:pt x="350133" y="174873"/>
                  <a:pt x="347618" y="176164"/>
                </a:cubicBezTo>
                <a:cubicBezTo>
                  <a:pt x="343273" y="178515"/>
                  <a:pt x="341101" y="181702"/>
                  <a:pt x="341101" y="185724"/>
                </a:cubicBezTo>
                <a:cubicBezTo>
                  <a:pt x="341101" y="189595"/>
                  <a:pt x="343350" y="193104"/>
                  <a:pt x="347846" y="196253"/>
                </a:cubicBezTo>
                <a:cubicBezTo>
                  <a:pt x="352343" y="199404"/>
                  <a:pt x="360803" y="200979"/>
                  <a:pt x="373226" y="200979"/>
                </a:cubicBezTo>
                <a:cubicBezTo>
                  <a:pt x="383820" y="200979"/>
                  <a:pt x="392146" y="199575"/>
                  <a:pt x="398206" y="196767"/>
                </a:cubicBezTo>
                <a:cubicBezTo>
                  <a:pt x="404265" y="193959"/>
                  <a:pt x="407294" y="190013"/>
                  <a:pt x="407294" y="184928"/>
                </a:cubicBezTo>
                <a:cubicBezTo>
                  <a:pt x="407294" y="183032"/>
                  <a:pt x="406723" y="181438"/>
                  <a:pt x="405579" y="180148"/>
                </a:cubicBezTo>
                <a:cubicBezTo>
                  <a:pt x="403522" y="177871"/>
                  <a:pt x="400416" y="176314"/>
                  <a:pt x="396262" y="175478"/>
                </a:cubicBezTo>
                <a:cubicBezTo>
                  <a:pt x="392108" y="174645"/>
                  <a:pt x="381038" y="174228"/>
                  <a:pt x="363051" y="174228"/>
                </a:cubicBezTo>
                <a:close/>
                <a:moveTo>
                  <a:pt x="528591" y="101061"/>
                </a:moveTo>
                <a:lnTo>
                  <a:pt x="469943" y="101061"/>
                </a:lnTo>
                <a:cubicBezTo>
                  <a:pt x="470629" y="115275"/>
                  <a:pt x="474402" y="126509"/>
                  <a:pt x="481261" y="134761"/>
                </a:cubicBezTo>
                <a:cubicBezTo>
                  <a:pt x="486520" y="141104"/>
                  <a:pt x="492846" y="144275"/>
                  <a:pt x="500239" y="144275"/>
                </a:cubicBezTo>
                <a:cubicBezTo>
                  <a:pt x="504811" y="144275"/>
                  <a:pt x="508965" y="142999"/>
                  <a:pt x="512700" y="140445"/>
                </a:cubicBezTo>
                <a:cubicBezTo>
                  <a:pt x="516434" y="137892"/>
                  <a:pt x="520436" y="133300"/>
                  <a:pt x="524704" y="126670"/>
                </a:cubicBezTo>
                <a:lnTo>
                  <a:pt x="528591" y="129185"/>
                </a:lnTo>
                <a:cubicBezTo>
                  <a:pt x="522798" y="140998"/>
                  <a:pt x="516396" y="149363"/>
                  <a:pt x="509384" y="154278"/>
                </a:cubicBezTo>
                <a:cubicBezTo>
                  <a:pt x="502373" y="159194"/>
                  <a:pt x="494256" y="161652"/>
                  <a:pt x="485034" y="161652"/>
                </a:cubicBezTo>
                <a:cubicBezTo>
                  <a:pt x="469181" y="161652"/>
                  <a:pt x="457177" y="155549"/>
                  <a:pt x="449022" y="143343"/>
                </a:cubicBezTo>
                <a:cubicBezTo>
                  <a:pt x="442467" y="133501"/>
                  <a:pt x="439190" y="121295"/>
                  <a:pt x="439190" y="106724"/>
                </a:cubicBezTo>
                <a:cubicBezTo>
                  <a:pt x="439190" y="88870"/>
                  <a:pt x="444011" y="74661"/>
                  <a:pt x="453652" y="64096"/>
                </a:cubicBezTo>
                <a:cubicBezTo>
                  <a:pt x="463293" y="53528"/>
                  <a:pt x="474592" y="48244"/>
                  <a:pt x="487549" y="48244"/>
                </a:cubicBezTo>
                <a:cubicBezTo>
                  <a:pt x="498371" y="48244"/>
                  <a:pt x="507765" y="52684"/>
                  <a:pt x="515729" y="61563"/>
                </a:cubicBezTo>
                <a:cubicBezTo>
                  <a:pt x="523694" y="70442"/>
                  <a:pt x="527981" y="83608"/>
                  <a:pt x="528591" y="101061"/>
                </a:cubicBezTo>
                <a:moveTo>
                  <a:pt x="500467" y="93516"/>
                </a:moveTo>
                <a:cubicBezTo>
                  <a:pt x="500467" y="81245"/>
                  <a:pt x="499800" y="72824"/>
                  <a:pt x="498467" y="68251"/>
                </a:cubicBezTo>
                <a:cubicBezTo>
                  <a:pt x="497133" y="63678"/>
                  <a:pt x="495056" y="60210"/>
                  <a:pt x="492236" y="57847"/>
                </a:cubicBezTo>
                <a:cubicBezTo>
                  <a:pt x="490635" y="56475"/>
                  <a:pt x="488501" y="55789"/>
                  <a:pt x="485834" y="55789"/>
                </a:cubicBezTo>
                <a:cubicBezTo>
                  <a:pt x="481871" y="55789"/>
                  <a:pt x="478632" y="57733"/>
                  <a:pt x="476116" y="61620"/>
                </a:cubicBezTo>
                <a:cubicBezTo>
                  <a:pt x="471620" y="68403"/>
                  <a:pt x="469371" y="77701"/>
                  <a:pt x="469371" y="89515"/>
                </a:cubicBezTo>
                <a:lnTo>
                  <a:pt x="469371" y="93516"/>
                </a:lnTo>
                <a:lnTo>
                  <a:pt x="500467" y="93516"/>
                </a:lnTo>
                <a:close/>
                <a:moveTo>
                  <a:pt x="610367" y="229"/>
                </a:moveTo>
                <a:lnTo>
                  <a:pt x="610367" y="126898"/>
                </a:lnTo>
                <a:cubicBezTo>
                  <a:pt x="610367" y="136506"/>
                  <a:pt x="610786" y="142635"/>
                  <a:pt x="611624" y="145286"/>
                </a:cubicBezTo>
                <a:cubicBezTo>
                  <a:pt x="612463" y="147937"/>
                  <a:pt x="614216" y="150108"/>
                  <a:pt x="616883" y="151799"/>
                </a:cubicBezTo>
                <a:cubicBezTo>
                  <a:pt x="619551" y="153490"/>
                  <a:pt x="623819" y="154336"/>
                  <a:pt x="629687" y="154336"/>
                </a:cubicBezTo>
                <a:lnTo>
                  <a:pt x="633231" y="154336"/>
                </a:lnTo>
                <a:lnTo>
                  <a:pt x="633231" y="158451"/>
                </a:lnTo>
                <a:lnTo>
                  <a:pt x="551605" y="158451"/>
                </a:lnTo>
                <a:lnTo>
                  <a:pt x="551605" y="154336"/>
                </a:lnTo>
                <a:lnTo>
                  <a:pt x="555721" y="154336"/>
                </a:lnTo>
                <a:cubicBezTo>
                  <a:pt x="562351" y="154336"/>
                  <a:pt x="567077" y="153567"/>
                  <a:pt x="569897" y="152031"/>
                </a:cubicBezTo>
                <a:cubicBezTo>
                  <a:pt x="572717" y="150493"/>
                  <a:pt x="574622" y="148379"/>
                  <a:pt x="575613" y="145690"/>
                </a:cubicBezTo>
                <a:cubicBezTo>
                  <a:pt x="576604" y="142999"/>
                  <a:pt x="577099" y="136735"/>
                  <a:pt x="577099" y="126898"/>
                </a:cubicBezTo>
                <a:lnTo>
                  <a:pt x="577099" y="46644"/>
                </a:lnTo>
                <a:cubicBezTo>
                  <a:pt x="577099" y="39479"/>
                  <a:pt x="576756" y="35002"/>
                  <a:pt x="576070" y="33211"/>
                </a:cubicBezTo>
                <a:cubicBezTo>
                  <a:pt x="575384" y="31420"/>
                  <a:pt x="574108" y="29895"/>
                  <a:pt x="572240" y="28638"/>
                </a:cubicBezTo>
                <a:cubicBezTo>
                  <a:pt x="570373" y="27380"/>
                  <a:pt x="568220" y="26752"/>
                  <a:pt x="565781" y="26752"/>
                </a:cubicBezTo>
                <a:cubicBezTo>
                  <a:pt x="561894" y="26752"/>
                  <a:pt x="557169" y="27971"/>
                  <a:pt x="551605" y="30410"/>
                </a:cubicBezTo>
                <a:lnTo>
                  <a:pt x="549547" y="26294"/>
                </a:lnTo>
                <a:lnTo>
                  <a:pt x="606594" y="229"/>
                </a:lnTo>
                <a:lnTo>
                  <a:pt x="610367" y="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43644-78EC-45B9-99F1-551F8604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05" y="429401"/>
            <a:ext cx="123651" cy="23413"/>
          </a:xfrm>
          <a:custGeom xmlns:a="http://schemas.openxmlformats.org/drawingml/2006/main">
            <a:pathLst>
              <a:path w="123651" h="23413">
                <a:moveTo>
                  <a:pt x="0" y="0"/>
                </a:moveTo>
                <a:lnTo>
                  <a:pt x="123651" y="0"/>
                </a:lnTo>
                <a:lnTo>
                  <a:pt x="123651" y="23413"/>
                </a:lnTo>
                <a:lnTo>
                  <a:pt x="0" y="234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Text :">
            <a:extLst xmlns:a="http://schemas.openxmlformats.org/drawingml/2006/main">
              <a:ext uri="{FF2B5EF4-FFF2-40B4-BE49-F238E27FC236}">
                <a16:creationId xmlns:a16="http://schemas.microsoft.com/office/drawing/2014/main" id="{F1D6C857-E806-4FDF-A9AE-0B26DA0B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11" y="296009"/>
            <a:ext cx="38069" cy="112951"/>
          </a:xfrm>
          <a:custGeom xmlns:a="http://schemas.openxmlformats.org/drawingml/2006/main">
            <a:pathLst>
              <a:path w="38069" h="112951">
                <a:moveTo>
                  <a:pt x="19092" y="0"/>
                </a:moveTo>
                <a:cubicBezTo>
                  <a:pt x="24351" y="0"/>
                  <a:pt x="28828" y="1848"/>
                  <a:pt x="32525" y="5545"/>
                </a:cubicBezTo>
                <a:cubicBezTo>
                  <a:pt x="36221" y="9241"/>
                  <a:pt x="38069" y="13719"/>
                  <a:pt x="38069" y="18978"/>
                </a:cubicBezTo>
                <a:cubicBezTo>
                  <a:pt x="38069" y="24236"/>
                  <a:pt x="36221" y="28714"/>
                  <a:pt x="32525" y="32410"/>
                </a:cubicBezTo>
                <a:cubicBezTo>
                  <a:pt x="28828" y="36107"/>
                  <a:pt x="24351" y="37955"/>
                  <a:pt x="19092" y="37955"/>
                </a:cubicBezTo>
                <a:cubicBezTo>
                  <a:pt x="13833" y="37955"/>
                  <a:pt x="9355" y="36107"/>
                  <a:pt x="5659" y="32410"/>
                </a:cubicBezTo>
                <a:cubicBezTo>
                  <a:pt x="1963" y="28714"/>
                  <a:pt x="114" y="24236"/>
                  <a:pt x="114" y="18978"/>
                </a:cubicBezTo>
                <a:cubicBezTo>
                  <a:pt x="114" y="13719"/>
                  <a:pt x="1963" y="9241"/>
                  <a:pt x="5659" y="5545"/>
                </a:cubicBezTo>
                <a:cubicBezTo>
                  <a:pt x="9355" y="1848"/>
                  <a:pt x="13833" y="0"/>
                  <a:pt x="19092" y="0"/>
                </a:cubicBezTo>
                <a:moveTo>
                  <a:pt x="18978" y="74767"/>
                </a:moveTo>
                <a:cubicBezTo>
                  <a:pt x="24313" y="74767"/>
                  <a:pt x="28828" y="76640"/>
                  <a:pt x="32525" y="80387"/>
                </a:cubicBezTo>
                <a:cubicBezTo>
                  <a:pt x="36221" y="84131"/>
                  <a:pt x="38069" y="88641"/>
                  <a:pt x="38069" y="93916"/>
                </a:cubicBezTo>
                <a:cubicBezTo>
                  <a:pt x="38069" y="99192"/>
                  <a:pt x="36202" y="103684"/>
                  <a:pt x="32468" y="107392"/>
                </a:cubicBezTo>
                <a:cubicBezTo>
                  <a:pt x="28733" y="111098"/>
                  <a:pt x="24236" y="112951"/>
                  <a:pt x="18978" y="112951"/>
                </a:cubicBezTo>
                <a:cubicBezTo>
                  <a:pt x="13719" y="112951"/>
                  <a:pt x="9241" y="111098"/>
                  <a:pt x="5545" y="107392"/>
                </a:cubicBezTo>
                <a:cubicBezTo>
                  <a:pt x="1848" y="103684"/>
                  <a:pt x="0" y="99192"/>
                  <a:pt x="0" y="93916"/>
                </a:cubicBezTo>
                <a:cubicBezTo>
                  <a:pt x="0" y="88641"/>
                  <a:pt x="1848" y="84131"/>
                  <a:pt x="5545" y="80387"/>
                </a:cubicBezTo>
                <a:cubicBezTo>
                  <a:pt x="9241" y="76640"/>
                  <a:pt x="13719" y="74767"/>
                  <a:pt x="18978" y="74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7F1E4-1C03-4032-A831-0AA7D120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6" y="429401"/>
            <a:ext cx="3160427" cy="23413"/>
          </a:xfrm>
          <a:custGeom xmlns:a="http://schemas.openxmlformats.org/drawingml/2006/main">
            <a:pathLst>
              <a:path w="3160427" h="23413">
                <a:moveTo>
                  <a:pt x="3160427" y="23413"/>
                </a:moveTo>
                <a:lnTo>
                  <a:pt x="3160427" y="0"/>
                </a:lnTo>
                <a:lnTo>
                  <a:pt x="1016603" y="0"/>
                </a:lnTo>
                <a:lnTo>
                  <a:pt x="1016603" y="23413"/>
                </a:lnTo>
                <a:lnTo>
                  <a:pt x="921650" y="23413"/>
                </a:lnTo>
                <a:lnTo>
                  <a:pt x="921650" y="0"/>
                </a:lnTo>
                <a:lnTo>
                  <a:pt x="378177" y="0"/>
                </a:lnTo>
                <a:lnTo>
                  <a:pt x="378177" y="23413"/>
                </a:lnTo>
                <a:lnTo>
                  <a:pt x="271861" y="23413"/>
                </a:lnTo>
                <a:lnTo>
                  <a:pt x="271861" y="0"/>
                </a:lnTo>
                <a:lnTo>
                  <a:pt x="0" y="0"/>
                </a:lnTo>
                <a:lnTo>
                  <a:pt x="0" y="23413"/>
                </a:lnTo>
                <a:lnTo>
                  <a:pt x="3160427" y="23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Text AdjacencyMatrixInitialization">
            <a:extLst xmlns:a="http://schemas.openxmlformats.org/drawingml/2006/main">
              <a:ext uri="{FF2B5EF4-FFF2-40B4-BE49-F238E27FC236}">
                <a16:creationId xmlns:a16="http://schemas.microsoft.com/office/drawing/2014/main" id="{92747075-C27A-437D-B5A0-8E410E60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85" y="247536"/>
            <a:ext cx="3151907" cy="208982"/>
          </a:xfrm>
          <a:custGeom xmlns:a="http://schemas.openxmlformats.org/drawingml/2006/main">
            <a:pathLst>
              <a:path w="3151907" h="208982">
                <a:moveTo>
                  <a:pt x="95574" y="114094"/>
                </a:moveTo>
                <a:lnTo>
                  <a:pt x="40813" y="114094"/>
                </a:lnTo>
                <a:lnTo>
                  <a:pt x="34297" y="129260"/>
                </a:lnTo>
                <a:cubicBezTo>
                  <a:pt x="32163" y="134345"/>
                  <a:pt x="31096" y="138544"/>
                  <a:pt x="31096" y="141857"/>
                </a:cubicBezTo>
                <a:cubicBezTo>
                  <a:pt x="31096" y="146246"/>
                  <a:pt x="32849" y="149482"/>
                  <a:pt x="36355" y="151563"/>
                </a:cubicBezTo>
                <a:cubicBezTo>
                  <a:pt x="38412" y="152795"/>
                  <a:pt x="43481" y="153719"/>
                  <a:pt x="51560" y="154336"/>
                </a:cubicBezTo>
                <a:lnTo>
                  <a:pt x="51560" y="158451"/>
                </a:lnTo>
                <a:lnTo>
                  <a:pt x="0" y="158451"/>
                </a:lnTo>
                <a:lnTo>
                  <a:pt x="0" y="154336"/>
                </a:lnTo>
                <a:cubicBezTo>
                  <a:pt x="5564" y="153490"/>
                  <a:pt x="10137" y="151163"/>
                  <a:pt x="13719" y="147355"/>
                </a:cubicBezTo>
                <a:cubicBezTo>
                  <a:pt x="17301" y="143544"/>
                  <a:pt x="21721" y="135675"/>
                  <a:pt x="26980" y="123747"/>
                </a:cubicBezTo>
                <a:lnTo>
                  <a:pt x="82427" y="0"/>
                </a:lnTo>
                <a:lnTo>
                  <a:pt x="84599" y="0"/>
                </a:lnTo>
                <a:lnTo>
                  <a:pt x="140503" y="127195"/>
                </a:lnTo>
                <a:cubicBezTo>
                  <a:pt x="145838" y="139361"/>
                  <a:pt x="150220" y="147021"/>
                  <a:pt x="153650" y="150177"/>
                </a:cubicBezTo>
                <a:cubicBezTo>
                  <a:pt x="156241" y="152564"/>
                  <a:pt x="159899" y="153950"/>
                  <a:pt x="164625" y="154336"/>
                </a:cubicBezTo>
                <a:lnTo>
                  <a:pt x="164625" y="158451"/>
                </a:lnTo>
                <a:lnTo>
                  <a:pt x="89629" y="158451"/>
                </a:lnTo>
                <a:lnTo>
                  <a:pt x="89629" y="154336"/>
                </a:lnTo>
                <a:lnTo>
                  <a:pt x="92716" y="154336"/>
                </a:lnTo>
                <a:cubicBezTo>
                  <a:pt x="98737" y="154336"/>
                  <a:pt x="102967" y="153483"/>
                  <a:pt x="105406" y="151778"/>
                </a:cubicBezTo>
                <a:cubicBezTo>
                  <a:pt x="107082" y="150539"/>
                  <a:pt x="107921" y="148756"/>
                  <a:pt x="107921" y="146429"/>
                </a:cubicBezTo>
                <a:cubicBezTo>
                  <a:pt x="107921" y="145036"/>
                  <a:pt x="107692" y="143602"/>
                  <a:pt x="107235" y="142128"/>
                </a:cubicBezTo>
                <a:cubicBezTo>
                  <a:pt x="107082" y="141433"/>
                  <a:pt x="105939" y="138527"/>
                  <a:pt x="103805" y="133411"/>
                </a:cubicBezTo>
                <a:lnTo>
                  <a:pt x="95574" y="114094"/>
                </a:lnTo>
                <a:moveTo>
                  <a:pt x="91687" y="105634"/>
                </a:moveTo>
                <a:lnTo>
                  <a:pt x="68594" y="52181"/>
                </a:lnTo>
                <a:lnTo>
                  <a:pt x="44814" y="105634"/>
                </a:lnTo>
                <a:lnTo>
                  <a:pt x="91687" y="105634"/>
                </a:lnTo>
                <a:close/>
                <a:moveTo>
                  <a:pt x="279022" y="3430"/>
                </a:moveTo>
                <a:lnTo>
                  <a:pt x="279022" y="126441"/>
                </a:lnTo>
                <a:cubicBezTo>
                  <a:pt x="279022" y="134665"/>
                  <a:pt x="279251" y="139531"/>
                  <a:pt x="279708" y="141038"/>
                </a:cubicBezTo>
                <a:cubicBezTo>
                  <a:pt x="280318" y="143530"/>
                  <a:pt x="281480" y="145379"/>
                  <a:pt x="283195" y="146587"/>
                </a:cubicBezTo>
                <a:cubicBezTo>
                  <a:pt x="284910" y="147792"/>
                  <a:pt x="287902" y="148546"/>
                  <a:pt x="292170" y="148848"/>
                </a:cubicBezTo>
                <a:lnTo>
                  <a:pt x="292170" y="152964"/>
                </a:lnTo>
                <a:lnTo>
                  <a:pt x="247012" y="161652"/>
                </a:lnTo>
                <a:lnTo>
                  <a:pt x="247012" y="144732"/>
                </a:lnTo>
                <a:cubicBezTo>
                  <a:pt x="241601" y="151287"/>
                  <a:pt x="236780" y="155746"/>
                  <a:pt x="232550" y="158108"/>
                </a:cubicBezTo>
                <a:cubicBezTo>
                  <a:pt x="228320" y="160471"/>
                  <a:pt x="223538" y="161652"/>
                  <a:pt x="218203" y="161652"/>
                </a:cubicBezTo>
                <a:cubicBezTo>
                  <a:pt x="204560" y="161652"/>
                  <a:pt x="193776" y="155549"/>
                  <a:pt x="185849" y="143343"/>
                </a:cubicBezTo>
                <a:cubicBezTo>
                  <a:pt x="179447" y="133425"/>
                  <a:pt x="176246" y="121257"/>
                  <a:pt x="176246" y="106838"/>
                </a:cubicBezTo>
                <a:cubicBezTo>
                  <a:pt x="176246" y="95318"/>
                  <a:pt x="178228" y="84999"/>
                  <a:pt x="182191" y="75882"/>
                </a:cubicBezTo>
                <a:cubicBezTo>
                  <a:pt x="186154" y="66764"/>
                  <a:pt x="191585" y="59879"/>
                  <a:pt x="198482" y="55225"/>
                </a:cubicBezTo>
                <a:cubicBezTo>
                  <a:pt x="205380" y="50571"/>
                  <a:pt x="212792" y="48244"/>
                  <a:pt x="220718" y="48244"/>
                </a:cubicBezTo>
                <a:cubicBezTo>
                  <a:pt x="225824" y="48244"/>
                  <a:pt x="230359" y="49243"/>
                  <a:pt x="234322" y="51242"/>
                </a:cubicBezTo>
                <a:cubicBezTo>
                  <a:pt x="238285" y="53240"/>
                  <a:pt x="242515" y="56737"/>
                  <a:pt x="247012" y="61734"/>
                </a:cubicBezTo>
                <a:lnTo>
                  <a:pt x="247012" y="29495"/>
                </a:lnTo>
                <a:cubicBezTo>
                  <a:pt x="247012" y="21340"/>
                  <a:pt x="246669" y="16424"/>
                  <a:pt x="245983" y="14748"/>
                </a:cubicBezTo>
                <a:cubicBezTo>
                  <a:pt x="245069" y="12537"/>
                  <a:pt x="243697" y="10899"/>
                  <a:pt x="241868" y="9832"/>
                </a:cubicBezTo>
                <a:cubicBezTo>
                  <a:pt x="240038" y="8765"/>
                  <a:pt x="236609" y="8231"/>
                  <a:pt x="231579" y="8231"/>
                </a:cubicBezTo>
                <a:lnTo>
                  <a:pt x="231579" y="3430"/>
                </a:lnTo>
                <a:lnTo>
                  <a:pt x="279022" y="3430"/>
                </a:lnTo>
                <a:moveTo>
                  <a:pt x="247012" y="75682"/>
                </a:moveTo>
                <a:cubicBezTo>
                  <a:pt x="241372" y="65011"/>
                  <a:pt x="234475" y="59676"/>
                  <a:pt x="226320" y="59676"/>
                </a:cubicBezTo>
                <a:cubicBezTo>
                  <a:pt x="223500" y="59676"/>
                  <a:pt x="221175" y="60439"/>
                  <a:pt x="219346" y="61963"/>
                </a:cubicBezTo>
                <a:cubicBezTo>
                  <a:pt x="216526" y="64326"/>
                  <a:pt x="214221" y="68479"/>
                  <a:pt x="212429" y="74424"/>
                </a:cubicBezTo>
                <a:cubicBezTo>
                  <a:pt x="210638" y="80369"/>
                  <a:pt x="209743" y="89477"/>
                  <a:pt x="209743" y="101747"/>
                </a:cubicBezTo>
                <a:cubicBezTo>
                  <a:pt x="209743" y="115237"/>
                  <a:pt x="210734" y="125221"/>
                  <a:pt x="212715" y="131700"/>
                </a:cubicBezTo>
                <a:cubicBezTo>
                  <a:pt x="214697" y="138178"/>
                  <a:pt x="217403" y="142865"/>
                  <a:pt x="220832" y="145761"/>
                </a:cubicBezTo>
                <a:cubicBezTo>
                  <a:pt x="222585" y="147209"/>
                  <a:pt x="224986" y="147934"/>
                  <a:pt x="228035" y="147934"/>
                </a:cubicBezTo>
                <a:cubicBezTo>
                  <a:pt x="234741" y="147934"/>
                  <a:pt x="241067" y="142658"/>
                  <a:pt x="247012" y="132107"/>
                </a:cubicBezTo>
                <a:lnTo>
                  <a:pt x="247012" y="75682"/>
                </a:lnTo>
                <a:close/>
                <a:moveTo>
                  <a:pt x="338092" y="0"/>
                </a:moveTo>
                <a:cubicBezTo>
                  <a:pt x="342969" y="0"/>
                  <a:pt x="347104" y="1696"/>
                  <a:pt x="350496" y="5087"/>
                </a:cubicBezTo>
                <a:cubicBezTo>
                  <a:pt x="353887" y="8479"/>
                  <a:pt x="355583" y="12575"/>
                  <a:pt x="355583" y="17377"/>
                </a:cubicBezTo>
                <a:cubicBezTo>
                  <a:pt x="355583" y="22255"/>
                  <a:pt x="353868" y="26409"/>
                  <a:pt x="350438" y="29838"/>
                </a:cubicBezTo>
                <a:cubicBezTo>
                  <a:pt x="347009" y="33268"/>
                  <a:pt x="342893" y="34983"/>
                  <a:pt x="338092" y="34983"/>
                </a:cubicBezTo>
                <a:cubicBezTo>
                  <a:pt x="333290" y="34983"/>
                  <a:pt x="329174" y="33268"/>
                  <a:pt x="325745" y="29838"/>
                </a:cubicBezTo>
                <a:cubicBezTo>
                  <a:pt x="322315" y="26409"/>
                  <a:pt x="320600" y="22255"/>
                  <a:pt x="320600" y="17377"/>
                </a:cubicBezTo>
                <a:cubicBezTo>
                  <a:pt x="320600" y="12575"/>
                  <a:pt x="322296" y="8479"/>
                  <a:pt x="325688" y="5087"/>
                </a:cubicBezTo>
                <a:cubicBezTo>
                  <a:pt x="329079" y="1696"/>
                  <a:pt x="333214" y="0"/>
                  <a:pt x="338092" y="0"/>
                </a:cubicBezTo>
                <a:moveTo>
                  <a:pt x="354097" y="51445"/>
                </a:moveTo>
                <a:lnTo>
                  <a:pt x="354097" y="162188"/>
                </a:lnTo>
                <a:cubicBezTo>
                  <a:pt x="354097" y="172563"/>
                  <a:pt x="353449" y="180228"/>
                  <a:pt x="352153" y="185185"/>
                </a:cubicBezTo>
                <a:cubicBezTo>
                  <a:pt x="350248" y="192354"/>
                  <a:pt x="346456" y="198112"/>
                  <a:pt x="340778" y="202458"/>
                </a:cubicBezTo>
                <a:cubicBezTo>
                  <a:pt x="335100" y="206807"/>
                  <a:pt x="327612" y="208982"/>
                  <a:pt x="318314" y="208982"/>
                </a:cubicBezTo>
                <a:cubicBezTo>
                  <a:pt x="308939" y="208982"/>
                  <a:pt x="302023" y="207076"/>
                  <a:pt x="297564" y="203266"/>
                </a:cubicBezTo>
                <a:cubicBezTo>
                  <a:pt x="293106" y="199455"/>
                  <a:pt x="290876" y="194844"/>
                  <a:pt x="290876" y="189433"/>
                </a:cubicBezTo>
                <a:cubicBezTo>
                  <a:pt x="290876" y="186079"/>
                  <a:pt x="292039" y="183164"/>
                  <a:pt x="294363" y="180687"/>
                </a:cubicBezTo>
                <a:cubicBezTo>
                  <a:pt x="296688" y="178210"/>
                  <a:pt x="299412" y="176971"/>
                  <a:pt x="302537" y="176971"/>
                </a:cubicBezTo>
                <a:cubicBezTo>
                  <a:pt x="305433" y="176971"/>
                  <a:pt x="307720" y="177829"/>
                  <a:pt x="309397" y="179544"/>
                </a:cubicBezTo>
                <a:cubicBezTo>
                  <a:pt x="311073" y="181259"/>
                  <a:pt x="311912" y="183831"/>
                  <a:pt x="311912" y="187261"/>
                </a:cubicBezTo>
                <a:cubicBezTo>
                  <a:pt x="311912" y="188175"/>
                  <a:pt x="311874" y="189242"/>
                  <a:pt x="311797" y="190462"/>
                </a:cubicBezTo>
                <a:cubicBezTo>
                  <a:pt x="311645" y="192062"/>
                  <a:pt x="311569" y="193167"/>
                  <a:pt x="311569" y="193777"/>
                </a:cubicBezTo>
                <a:cubicBezTo>
                  <a:pt x="311569" y="196444"/>
                  <a:pt x="312179" y="198426"/>
                  <a:pt x="313398" y="199722"/>
                </a:cubicBezTo>
                <a:cubicBezTo>
                  <a:pt x="314617" y="201017"/>
                  <a:pt x="316180" y="201665"/>
                  <a:pt x="318085" y="201665"/>
                </a:cubicBezTo>
                <a:cubicBezTo>
                  <a:pt x="319838" y="201665"/>
                  <a:pt x="321343" y="200902"/>
                  <a:pt x="322601" y="199375"/>
                </a:cubicBezTo>
                <a:cubicBezTo>
                  <a:pt x="323858" y="197851"/>
                  <a:pt x="324487" y="195678"/>
                  <a:pt x="324487" y="192855"/>
                </a:cubicBezTo>
                <a:cubicBezTo>
                  <a:pt x="324487" y="191329"/>
                  <a:pt x="324259" y="188238"/>
                  <a:pt x="323801" y="183584"/>
                </a:cubicBezTo>
                <a:cubicBezTo>
                  <a:pt x="323039" y="175117"/>
                  <a:pt x="322620" y="170007"/>
                  <a:pt x="322544" y="168254"/>
                </a:cubicBezTo>
                <a:lnTo>
                  <a:pt x="322201" y="141135"/>
                </a:lnTo>
                <a:lnTo>
                  <a:pt x="322201" y="74996"/>
                </a:lnTo>
                <a:lnTo>
                  <a:pt x="322315" y="69015"/>
                </a:lnTo>
                <a:cubicBezTo>
                  <a:pt x="322315" y="64185"/>
                  <a:pt x="321496" y="60870"/>
                  <a:pt x="319857" y="59069"/>
                </a:cubicBezTo>
                <a:cubicBezTo>
                  <a:pt x="318219" y="57266"/>
                  <a:pt x="314770" y="56097"/>
                  <a:pt x="309511" y="55561"/>
                </a:cubicBezTo>
                <a:lnTo>
                  <a:pt x="309511" y="51445"/>
                </a:lnTo>
                <a:lnTo>
                  <a:pt x="354097" y="51445"/>
                </a:lnTo>
                <a:close/>
                <a:moveTo>
                  <a:pt x="442238" y="142675"/>
                </a:moveTo>
                <a:cubicBezTo>
                  <a:pt x="429205" y="154259"/>
                  <a:pt x="417506" y="160052"/>
                  <a:pt x="407141" y="160052"/>
                </a:cubicBezTo>
                <a:cubicBezTo>
                  <a:pt x="401043" y="160052"/>
                  <a:pt x="395975" y="158045"/>
                  <a:pt x="391936" y="154032"/>
                </a:cubicBezTo>
                <a:cubicBezTo>
                  <a:pt x="387896" y="150016"/>
                  <a:pt x="385876" y="144989"/>
                  <a:pt x="385876" y="138948"/>
                </a:cubicBezTo>
                <a:cubicBezTo>
                  <a:pt x="385876" y="130765"/>
                  <a:pt x="389382" y="123404"/>
                  <a:pt x="396394" y="116866"/>
                </a:cubicBezTo>
                <a:cubicBezTo>
                  <a:pt x="403406" y="110329"/>
                  <a:pt x="418687" y="101630"/>
                  <a:pt x="442238" y="90772"/>
                </a:cubicBezTo>
                <a:lnTo>
                  <a:pt x="442238" y="80026"/>
                </a:lnTo>
                <a:cubicBezTo>
                  <a:pt x="442238" y="71947"/>
                  <a:pt x="441799" y="66860"/>
                  <a:pt x="440923" y="64764"/>
                </a:cubicBezTo>
                <a:cubicBezTo>
                  <a:pt x="440046" y="62668"/>
                  <a:pt x="438389" y="60839"/>
                  <a:pt x="435950" y="59276"/>
                </a:cubicBezTo>
                <a:cubicBezTo>
                  <a:pt x="433511" y="57714"/>
                  <a:pt x="430767" y="56933"/>
                  <a:pt x="427719" y="56933"/>
                </a:cubicBezTo>
                <a:cubicBezTo>
                  <a:pt x="422765" y="56933"/>
                  <a:pt x="418687" y="58038"/>
                  <a:pt x="415486" y="60248"/>
                </a:cubicBezTo>
                <a:cubicBezTo>
                  <a:pt x="413504" y="61620"/>
                  <a:pt x="412514" y="63220"/>
                  <a:pt x="412514" y="65050"/>
                </a:cubicBezTo>
                <a:cubicBezTo>
                  <a:pt x="412514" y="66650"/>
                  <a:pt x="413581" y="68632"/>
                  <a:pt x="415715" y="70994"/>
                </a:cubicBezTo>
                <a:cubicBezTo>
                  <a:pt x="418611" y="74272"/>
                  <a:pt x="420059" y="77435"/>
                  <a:pt x="420059" y="80483"/>
                </a:cubicBezTo>
                <a:cubicBezTo>
                  <a:pt x="420059" y="84218"/>
                  <a:pt x="418668" y="87400"/>
                  <a:pt x="415886" y="90029"/>
                </a:cubicBezTo>
                <a:cubicBezTo>
                  <a:pt x="413104" y="92659"/>
                  <a:pt x="409465" y="93973"/>
                  <a:pt x="404968" y="93973"/>
                </a:cubicBezTo>
                <a:cubicBezTo>
                  <a:pt x="400167" y="93973"/>
                  <a:pt x="396146" y="92525"/>
                  <a:pt x="392907" y="89629"/>
                </a:cubicBezTo>
                <a:cubicBezTo>
                  <a:pt x="389668" y="86733"/>
                  <a:pt x="388049" y="83341"/>
                  <a:pt x="388049" y="79454"/>
                </a:cubicBezTo>
                <a:cubicBezTo>
                  <a:pt x="388049" y="73967"/>
                  <a:pt x="390221" y="68727"/>
                  <a:pt x="394565" y="63735"/>
                </a:cubicBezTo>
                <a:cubicBezTo>
                  <a:pt x="398909" y="58743"/>
                  <a:pt x="404968" y="54913"/>
                  <a:pt x="412742" y="52245"/>
                </a:cubicBezTo>
                <a:cubicBezTo>
                  <a:pt x="420516" y="49578"/>
                  <a:pt x="428595" y="48244"/>
                  <a:pt x="436979" y="48244"/>
                </a:cubicBezTo>
                <a:cubicBezTo>
                  <a:pt x="447115" y="48244"/>
                  <a:pt x="455137" y="50403"/>
                  <a:pt x="461044" y="54721"/>
                </a:cubicBezTo>
                <a:cubicBezTo>
                  <a:pt x="466950" y="59037"/>
                  <a:pt x="470780" y="63716"/>
                  <a:pt x="472533" y="68758"/>
                </a:cubicBezTo>
                <a:cubicBezTo>
                  <a:pt x="473600" y="71966"/>
                  <a:pt x="474134" y="79338"/>
                  <a:pt x="474134" y="90872"/>
                </a:cubicBezTo>
                <a:lnTo>
                  <a:pt x="474134" y="132468"/>
                </a:lnTo>
                <a:cubicBezTo>
                  <a:pt x="474134" y="137357"/>
                  <a:pt x="474324" y="140433"/>
                  <a:pt x="474705" y="141696"/>
                </a:cubicBezTo>
                <a:cubicBezTo>
                  <a:pt x="475086" y="142956"/>
                  <a:pt x="475658" y="143892"/>
                  <a:pt x="476420" y="144504"/>
                </a:cubicBezTo>
                <a:cubicBezTo>
                  <a:pt x="477182" y="145114"/>
                  <a:pt x="478059" y="145418"/>
                  <a:pt x="479049" y="145418"/>
                </a:cubicBezTo>
                <a:cubicBezTo>
                  <a:pt x="481031" y="145418"/>
                  <a:pt x="483051" y="144008"/>
                  <a:pt x="485109" y="141188"/>
                </a:cubicBezTo>
                <a:lnTo>
                  <a:pt x="488538" y="143932"/>
                </a:lnTo>
                <a:cubicBezTo>
                  <a:pt x="484727" y="149572"/>
                  <a:pt x="480783" y="153669"/>
                  <a:pt x="476706" y="156222"/>
                </a:cubicBezTo>
                <a:cubicBezTo>
                  <a:pt x="472628" y="158775"/>
                  <a:pt x="467998" y="160052"/>
                  <a:pt x="462816" y="160052"/>
                </a:cubicBezTo>
                <a:cubicBezTo>
                  <a:pt x="456718" y="160052"/>
                  <a:pt x="451955" y="158613"/>
                  <a:pt x="448525" y="155736"/>
                </a:cubicBezTo>
                <a:cubicBezTo>
                  <a:pt x="445096" y="152859"/>
                  <a:pt x="443000" y="148505"/>
                  <a:pt x="442238" y="142675"/>
                </a:cubicBezTo>
                <a:moveTo>
                  <a:pt x="442238" y="134215"/>
                </a:moveTo>
                <a:lnTo>
                  <a:pt x="442238" y="98453"/>
                </a:lnTo>
                <a:cubicBezTo>
                  <a:pt x="433016" y="103891"/>
                  <a:pt x="426156" y="109712"/>
                  <a:pt x="421659" y="115916"/>
                </a:cubicBezTo>
                <a:cubicBezTo>
                  <a:pt x="418687" y="120051"/>
                  <a:pt x="417201" y="124225"/>
                  <a:pt x="417201" y="128438"/>
                </a:cubicBezTo>
                <a:cubicBezTo>
                  <a:pt x="417201" y="131961"/>
                  <a:pt x="418458" y="135063"/>
                  <a:pt x="420974" y="137745"/>
                </a:cubicBezTo>
                <a:cubicBezTo>
                  <a:pt x="422879" y="139812"/>
                  <a:pt x="425546" y="140846"/>
                  <a:pt x="428976" y="140846"/>
                </a:cubicBezTo>
                <a:cubicBezTo>
                  <a:pt x="432787" y="140846"/>
                  <a:pt x="437207" y="138635"/>
                  <a:pt x="442238" y="134215"/>
                </a:cubicBezTo>
                <a:close/>
                <a:moveTo>
                  <a:pt x="587542" y="130810"/>
                </a:moveTo>
                <a:lnTo>
                  <a:pt x="591086" y="133550"/>
                </a:lnTo>
                <a:cubicBezTo>
                  <a:pt x="586056" y="143032"/>
                  <a:pt x="579787" y="150087"/>
                  <a:pt x="572280" y="154714"/>
                </a:cubicBezTo>
                <a:cubicBezTo>
                  <a:pt x="564773" y="159340"/>
                  <a:pt x="556789" y="161652"/>
                  <a:pt x="548329" y="161652"/>
                </a:cubicBezTo>
                <a:cubicBezTo>
                  <a:pt x="534077" y="161652"/>
                  <a:pt x="522683" y="156274"/>
                  <a:pt x="514147" y="145518"/>
                </a:cubicBezTo>
                <a:cubicBezTo>
                  <a:pt x="505611" y="134760"/>
                  <a:pt x="501342" y="121829"/>
                  <a:pt x="501342" y="106724"/>
                </a:cubicBezTo>
                <a:cubicBezTo>
                  <a:pt x="501342" y="92150"/>
                  <a:pt x="505229" y="79333"/>
                  <a:pt x="513003" y="68272"/>
                </a:cubicBezTo>
                <a:cubicBezTo>
                  <a:pt x="522378" y="54920"/>
                  <a:pt x="535296" y="48244"/>
                  <a:pt x="551759" y="48244"/>
                </a:cubicBezTo>
                <a:cubicBezTo>
                  <a:pt x="562810" y="48244"/>
                  <a:pt x="571594" y="51034"/>
                  <a:pt x="578110" y="56615"/>
                </a:cubicBezTo>
                <a:cubicBezTo>
                  <a:pt x="584627" y="62193"/>
                  <a:pt x="587885" y="68421"/>
                  <a:pt x="587885" y="75299"/>
                </a:cubicBezTo>
                <a:cubicBezTo>
                  <a:pt x="587885" y="79656"/>
                  <a:pt x="586570" y="83133"/>
                  <a:pt x="583941" y="85731"/>
                </a:cubicBezTo>
                <a:cubicBezTo>
                  <a:pt x="581311" y="88330"/>
                  <a:pt x="577862" y="89629"/>
                  <a:pt x="573594" y="89629"/>
                </a:cubicBezTo>
                <a:cubicBezTo>
                  <a:pt x="569098" y="89629"/>
                  <a:pt x="565382" y="88138"/>
                  <a:pt x="562448" y="85156"/>
                </a:cubicBezTo>
                <a:cubicBezTo>
                  <a:pt x="559514" y="82172"/>
                  <a:pt x="557704" y="76856"/>
                  <a:pt x="557018" y="69208"/>
                </a:cubicBezTo>
                <a:cubicBezTo>
                  <a:pt x="556560" y="64390"/>
                  <a:pt x="555455" y="61024"/>
                  <a:pt x="553702" y="59112"/>
                </a:cubicBezTo>
                <a:cubicBezTo>
                  <a:pt x="551949" y="57202"/>
                  <a:pt x="549892" y="56247"/>
                  <a:pt x="547529" y="56247"/>
                </a:cubicBezTo>
                <a:cubicBezTo>
                  <a:pt x="543871" y="56247"/>
                  <a:pt x="540746" y="58190"/>
                  <a:pt x="538154" y="62077"/>
                </a:cubicBezTo>
                <a:cubicBezTo>
                  <a:pt x="534191" y="67946"/>
                  <a:pt x="532210" y="76939"/>
                  <a:pt x="532210" y="89057"/>
                </a:cubicBezTo>
                <a:cubicBezTo>
                  <a:pt x="532210" y="99118"/>
                  <a:pt x="533810" y="108740"/>
                  <a:pt x="537011" y="117924"/>
                </a:cubicBezTo>
                <a:cubicBezTo>
                  <a:pt x="540212" y="127108"/>
                  <a:pt x="544595" y="133948"/>
                  <a:pt x="550158" y="138445"/>
                </a:cubicBezTo>
                <a:cubicBezTo>
                  <a:pt x="554350" y="141722"/>
                  <a:pt x="559304" y="143361"/>
                  <a:pt x="565020" y="143361"/>
                </a:cubicBezTo>
                <a:cubicBezTo>
                  <a:pt x="568755" y="143361"/>
                  <a:pt x="572299" y="142487"/>
                  <a:pt x="575652" y="140738"/>
                </a:cubicBezTo>
                <a:cubicBezTo>
                  <a:pt x="579006" y="138988"/>
                  <a:pt x="582969" y="135678"/>
                  <a:pt x="587542" y="130810"/>
                </a:cubicBezTo>
                <a:close/>
                <a:moveTo>
                  <a:pt x="694812" y="101061"/>
                </a:moveTo>
                <a:lnTo>
                  <a:pt x="636165" y="101061"/>
                </a:lnTo>
                <a:cubicBezTo>
                  <a:pt x="636851" y="115275"/>
                  <a:pt x="640623" y="126509"/>
                  <a:pt x="647483" y="134761"/>
                </a:cubicBezTo>
                <a:cubicBezTo>
                  <a:pt x="652741" y="141104"/>
                  <a:pt x="659067" y="144275"/>
                  <a:pt x="666460" y="144275"/>
                </a:cubicBezTo>
                <a:cubicBezTo>
                  <a:pt x="671033" y="144275"/>
                  <a:pt x="675187" y="142999"/>
                  <a:pt x="678921" y="140445"/>
                </a:cubicBezTo>
                <a:cubicBezTo>
                  <a:pt x="682656" y="137892"/>
                  <a:pt x="686657" y="133300"/>
                  <a:pt x="690925" y="126670"/>
                </a:cubicBezTo>
                <a:lnTo>
                  <a:pt x="694812" y="129185"/>
                </a:lnTo>
                <a:cubicBezTo>
                  <a:pt x="689020" y="140998"/>
                  <a:pt x="682618" y="149363"/>
                  <a:pt x="675606" y="154278"/>
                </a:cubicBezTo>
                <a:cubicBezTo>
                  <a:pt x="668594" y="159194"/>
                  <a:pt x="660477" y="161652"/>
                  <a:pt x="651255" y="161652"/>
                </a:cubicBezTo>
                <a:cubicBezTo>
                  <a:pt x="635402" y="161652"/>
                  <a:pt x="623399" y="155549"/>
                  <a:pt x="615244" y="143343"/>
                </a:cubicBezTo>
                <a:cubicBezTo>
                  <a:pt x="608689" y="133501"/>
                  <a:pt x="605412" y="121295"/>
                  <a:pt x="605412" y="106724"/>
                </a:cubicBezTo>
                <a:cubicBezTo>
                  <a:pt x="605412" y="88870"/>
                  <a:pt x="610232" y="74661"/>
                  <a:pt x="619874" y="64096"/>
                </a:cubicBezTo>
                <a:cubicBezTo>
                  <a:pt x="629515" y="53528"/>
                  <a:pt x="640814" y="48244"/>
                  <a:pt x="653770" y="48244"/>
                </a:cubicBezTo>
                <a:cubicBezTo>
                  <a:pt x="664593" y="48244"/>
                  <a:pt x="673986" y="52684"/>
                  <a:pt x="681951" y="61563"/>
                </a:cubicBezTo>
                <a:cubicBezTo>
                  <a:pt x="689915" y="70442"/>
                  <a:pt x="694202" y="83608"/>
                  <a:pt x="694812" y="101061"/>
                </a:cubicBezTo>
                <a:moveTo>
                  <a:pt x="666689" y="93516"/>
                </a:moveTo>
                <a:cubicBezTo>
                  <a:pt x="666689" y="81245"/>
                  <a:pt x="666022" y="72824"/>
                  <a:pt x="664688" y="68251"/>
                </a:cubicBezTo>
                <a:cubicBezTo>
                  <a:pt x="663354" y="63678"/>
                  <a:pt x="661277" y="60210"/>
                  <a:pt x="658458" y="57847"/>
                </a:cubicBezTo>
                <a:cubicBezTo>
                  <a:pt x="656857" y="56475"/>
                  <a:pt x="654723" y="55789"/>
                  <a:pt x="652055" y="55789"/>
                </a:cubicBezTo>
                <a:cubicBezTo>
                  <a:pt x="648092" y="55789"/>
                  <a:pt x="644853" y="57733"/>
                  <a:pt x="642338" y="61620"/>
                </a:cubicBezTo>
                <a:cubicBezTo>
                  <a:pt x="637841" y="68403"/>
                  <a:pt x="635593" y="77701"/>
                  <a:pt x="635593" y="89515"/>
                </a:cubicBezTo>
                <a:lnTo>
                  <a:pt x="635593" y="93516"/>
                </a:lnTo>
                <a:lnTo>
                  <a:pt x="666689" y="93516"/>
                </a:lnTo>
                <a:close/>
                <a:moveTo>
                  <a:pt x="751895" y="51445"/>
                </a:moveTo>
                <a:lnTo>
                  <a:pt x="751895" y="65393"/>
                </a:lnTo>
                <a:cubicBezTo>
                  <a:pt x="757382" y="59407"/>
                  <a:pt x="762641" y="55054"/>
                  <a:pt x="767671" y="52331"/>
                </a:cubicBezTo>
                <a:cubicBezTo>
                  <a:pt x="772702" y="49607"/>
                  <a:pt x="778113" y="48244"/>
                  <a:pt x="783905" y="48244"/>
                </a:cubicBezTo>
                <a:cubicBezTo>
                  <a:pt x="790841" y="48244"/>
                  <a:pt x="796595" y="50171"/>
                  <a:pt x="801168" y="54025"/>
                </a:cubicBezTo>
                <a:cubicBezTo>
                  <a:pt x="805741" y="57878"/>
                  <a:pt x="808789" y="62667"/>
                  <a:pt x="810314" y="68390"/>
                </a:cubicBezTo>
                <a:cubicBezTo>
                  <a:pt x="811533" y="72741"/>
                  <a:pt x="812143" y="81099"/>
                  <a:pt x="812143" y="93462"/>
                </a:cubicBezTo>
                <a:lnTo>
                  <a:pt x="812143" y="135129"/>
                </a:lnTo>
                <a:cubicBezTo>
                  <a:pt x="812143" y="143361"/>
                  <a:pt x="812886" y="148486"/>
                  <a:pt x="814372" y="150506"/>
                </a:cubicBezTo>
                <a:cubicBezTo>
                  <a:pt x="815858" y="152525"/>
                  <a:pt x="818964" y="153802"/>
                  <a:pt x="823689" y="154336"/>
                </a:cubicBezTo>
                <a:lnTo>
                  <a:pt x="823689" y="158451"/>
                </a:lnTo>
                <a:lnTo>
                  <a:pt x="769615" y="158451"/>
                </a:lnTo>
                <a:lnTo>
                  <a:pt x="769615" y="154336"/>
                </a:lnTo>
                <a:cubicBezTo>
                  <a:pt x="773654" y="153802"/>
                  <a:pt x="776550" y="152125"/>
                  <a:pt x="778303" y="149305"/>
                </a:cubicBezTo>
                <a:cubicBezTo>
                  <a:pt x="779523" y="147400"/>
                  <a:pt x="780133" y="142675"/>
                  <a:pt x="780133" y="135129"/>
                </a:cubicBezTo>
                <a:lnTo>
                  <a:pt x="780133" y="87571"/>
                </a:lnTo>
                <a:cubicBezTo>
                  <a:pt x="780133" y="78806"/>
                  <a:pt x="779790" y="73281"/>
                  <a:pt x="779104" y="70994"/>
                </a:cubicBezTo>
                <a:cubicBezTo>
                  <a:pt x="778418" y="68708"/>
                  <a:pt x="777255" y="66936"/>
                  <a:pt x="775617" y="65678"/>
                </a:cubicBezTo>
                <a:cubicBezTo>
                  <a:pt x="773978" y="64421"/>
                  <a:pt x="772168" y="63792"/>
                  <a:pt x="770186" y="63792"/>
                </a:cubicBezTo>
                <a:cubicBezTo>
                  <a:pt x="763632" y="63792"/>
                  <a:pt x="757535" y="68517"/>
                  <a:pt x="751895" y="77968"/>
                </a:cubicBezTo>
                <a:lnTo>
                  <a:pt x="751895" y="135129"/>
                </a:lnTo>
                <a:cubicBezTo>
                  <a:pt x="751895" y="143132"/>
                  <a:pt x="752638" y="148200"/>
                  <a:pt x="754124" y="150334"/>
                </a:cubicBezTo>
                <a:cubicBezTo>
                  <a:pt x="755610" y="152468"/>
                  <a:pt x="758373" y="153802"/>
                  <a:pt x="762413" y="154336"/>
                </a:cubicBezTo>
                <a:lnTo>
                  <a:pt x="762413" y="158451"/>
                </a:lnTo>
                <a:lnTo>
                  <a:pt x="708338" y="158451"/>
                </a:lnTo>
                <a:lnTo>
                  <a:pt x="708338" y="154336"/>
                </a:lnTo>
                <a:cubicBezTo>
                  <a:pt x="712835" y="153878"/>
                  <a:pt x="716036" y="152430"/>
                  <a:pt x="717941" y="149991"/>
                </a:cubicBezTo>
                <a:cubicBezTo>
                  <a:pt x="719237" y="148315"/>
                  <a:pt x="719884" y="143361"/>
                  <a:pt x="719884" y="135129"/>
                </a:cubicBezTo>
                <a:lnTo>
                  <a:pt x="719884" y="74767"/>
                </a:lnTo>
                <a:cubicBezTo>
                  <a:pt x="719884" y="66591"/>
                  <a:pt x="719141" y="61500"/>
                  <a:pt x="717655" y="59494"/>
                </a:cubicBezTo>
                <a:cubicBezTo>
                  <a:pt x="716169" y="57489"/>
                  <a:pt x="713063" y="56178"/>
                  <a:pt x="708338" y="55561"/>
                </a:cubicBezTo>
                <a:lnTo>
                  <a:pt x="708338" y="51445"/>
                </a:lnTo>
                <a:lnTo>
                  <a:pt x="751895" y="51445"/>
                </a:lnTo>
                <a:close/>
                <a:moveTo>
                  <a:pt x="925629" y="130810"/>
                </a:moveTo>
                <a:lnTo>
                  <a:pt x="929173" y="133550"/>
                </a:lnTo>
                <a:cubicBezTo>
                  <a:pt x="924143" y="143032"/>
                  <a:pt x="917875" y="150087"/>
                  <a:pt x="910367" y="154714"/>
                </a:cubicBezTo>
                <a:cubicBezTo>
                  <a:pt x="902860" y="159340"/>
                  <a:pt x="894877" y="161652"/>
                  <a:pt x="886417" y="161652"/>
                </a:cubicBezTo>
                <a:cubicBezTo>
                  <a:pt x="872165" y="161652"/>
                  <a:pt x="860770" y="156274"/>
                  <a:pt x="852234" y="145518"/>
                </a:cubicBezTo>
                <a:cubicBezTo>
                  <a:pt x="843698" y="134760"/>
                  <a:pt x="839430" y="121829"/>
                  <a:pt x="839430" y="106724"/>
                </a:cubicBezTo>
                <a:cubicBezTo>
                  <a:pt x="839430" y="92150"/>
                  <a:pt x="843317" y="79333"/>
                  <a:pt x="851091" y="68272"/>
                </a:cubicBezTo>
                <a:cubicBezTo>
                  <a:pt x="860466" y="54920"/>
                  <a:pt x="873384" y="48244"/>
                  <a:pt x="889846" y="48244"/>
                </a:cubicBezTo>
                <a:cubicBezTo>
                  <a:pt x="900898" y="48244"/>
                  <a:pt x="909681" y="51034"/>
                  <a:pt x="916198" y="56615"/>
                </a:cubicBezTo>
                <a:cubicBezTo>
                  <a:pt x="922714" y="62193"/>
                  <a:pt x="925972" y="68421"/>
                  <a:pt x="925972" y="75299"/>
                </a:cubicBezTo>
                <a:cubicBezTo>
                  <a:pt x="925972" y="79656"/>
                  <a:pt x="924658" y="83133"/>
                  <a:pt x="922028" y="85731"/>
                </a:cubicBezTo>
                <a:cubicBezTo>
                  <a:pt x="919399" y="88330"/>
                  <a:pt x="915950" y="89629"/>
                  <a:pt x="911682" y="89629"/>
                </a:cubicBezTo>
                <a:cubicBezTo>
                  <a:pt x="907185" y="89629"/>
                  <a:pt x="903470" y="88138"/>
                  <a:pt x="900536" y="85156"/>
                </a:cubicBezTo>
                <a:cubicBezTo>
                  <a:pt x="897601" y="82172"/>
                  <a:pt x="895791" y="76856"/>
                  <a:pt x="895105" y="69208"/>
                </a:cubicBezTo>
                <a:cubicBezTo>
                  <a:pt x="894648" y="64390"/>
                  <a:pt x="893543" y="61024"/>
                  <a:pt x="891790" y="59112"/>
                </a:cubicBezTo>
                <a:cubicBezTo>
                  <a:pt x="890037" y="57202"/>
                  <a:pt x="887979" y="56247"/>
                  <a:pt x="885617" y="56247"/>
                </a:cubicBezTo>
                <a:cubicBezTo>
                  <a:pt x="881958" y="56247"/>
                  <a:pt x="878833" y="58190"/>
                  <a:pt x="876242" y="62077"/>
                </a:cubicBezTo>
                <a:cubicBezTo>
                  <a:pt x="872279" y="67946"/>
                  <a:pt x="870297" y="76939"/>
                  <a:pt x="870297" y="89057"/>
                </a:cubicBezTo>
                <a:cubicBezTo>
                  <a:pt x="870297" y="99118"/>
                  <a:pt x="871898" y="108740"/>
                  <a:pt x="875099" y="117924"/>
                </a:cubicBezTo>
                <a:cubicBezTo>
                  <a:pt x="878300" y="127108"/>
                  <a:pt x="882682" y="133948"/>
                  <a:pt x="888246" y="138445"/>
                </a:cubicBezTo>
                <a:cubicBezTo>
                  <a:pt x="892438" y="141722"/>
                  <a:pt x="897392" y="143361"/>
                  <a:pt x="903108" y="143361"/>
                </a:cubicBezTo>
                <a:cubicBezTo>
                  <a:pt x="906842" y="143361"/>
                  <a:pt x="910386" y="142487"/>
                  <a:pt x="913740" y="140738"/>
                </a:cubicBezTo>
                <a:cubicBezTo>
                  <a:pt x="917093" y="138988"/>
                  <a:pt x="921057" y="135678"/>
                  <a:pt x="925629" y="130810"/>
                </a:cubicBezTo>
                <a:close/>
                <a:moveTo>
                  <a:pt x="991401" y="162899"/>
                </a:moveTo>
                <a:lnTo>
                  <a:pt x="956876" y="83488"/>
                </a:lnTo>
                <a:cubicBezTo>
                  <a:pt x="951693" y="71460"/>
                  <a:pt x="947863" y="64067"/>
                  <a:pt x="945386" y="61309"/>
                </a:cubicBezTo>
                <a:cubicBezTo>
                  <a:pt x="942909" y="58549"/>
                  <a:pt x="939918" y="56633"/>
                  <a:pt x="936412" y="55561"/>
                </a:cubicBezTo>
                <a:lnTo>
                  <a:pt x="936412" y="51445"/>
                </a:lnTo>
                <a:lnTo>
                  <a:pt x="993230" y="51445"/>
                </a:lnTo>
                <a:lnTo>
                  <a:pt x="993230" y="55561"/>
                </a:lnTo>
                <a:cubicBezTo>
                  <a:pt x="989496" y="55713"/>
                  <a:pt x="986866" y="56441"/>
                  <a:pt x="985342" y="57744"/>
                </a:cubicBezTo>
                <a:cubicBezTo>
                  <a:pt x="983818" y="59044"/>
                  <a:pt x="983055" y="60614"/>
                  <a:pt x="983055" y="62452"/>
                </a:cubicBezTo>
                <a:cubicBezTo>
                  <a:pt x="983055" y="65360"/>
                  <a:pt x="984961" y="71103"/>
                  <a:pt x="988772" y="79679"/>
                </a:cubicBezTo>
                <a:lnTo>
                  <a:pt x="1007063" y="121718"/>
                </a:lnTo>
                <a:lnTo>
                  <a:pt x="1019524" y="89232"/>
                </a:lnTo>
                <a:cubicBezTo>
                  <a:pt x="1024021" y="77664"/>
                  <a:pt x="1026269" y="69620"/>
                  <a:pt x="1026269" y="65100"/>
                </a:cubicBezTo>
                <a:cubicBezTo>
                  <a:pt x="1026269" y="62265"/>
                  <a:pt x="1025336" y="60005"/>
                  <a:pt x="1023468" y="58319"/>
                </a:cubicBezTo>
                <a:cubicBezTo>
                  <a:pt x="1021601" y="56633"/>
                  <a:pt x="1018305" y="55713"/>
                  <a:pt x="1013580" y="55561"/>
                </a:cubicBezTo>
                <a:lnTo>
                  <a:pt x="1013580" y="51445"/>
                </a:lnTo>
                <a:lnTo>
                  <a:pt x="1049363" y="51445"/>
                </a:lnTo>
                <a:lnTo>
                  <a:pt x="1049363" y="55561"/>
                </a:lnTo>
                <a:cubicBezTo>
                  <a:pt x="1045857" y="55944"/>
                  <a:pt x="1042999" y="57304"/>
                  <a:pt x="1040788" y="59641"/>
                </a:cubicBezTo>
                <a:cubicBezTo>
                  <a:pt x="1038578" y="61977"/>
                  <a:pt x="1034882" y="69926"/>
                  <a:pt x="1029699" y="83488"/>
                </a:cubicBezTo>
                <a:lnTo>
                  <a:pt x="999175" y="162795"/>
                </a:lnTo>
                <a:cubicBezTo>
                  <a:pt x="991477" y="182611"/>
                  <a:pt x="985761" y="194806"/>
                  <a:pt x="982026" y="199379"/>
                </a:cubicBezTo>
                <a:cubicBezTo>
                  <a:pt x="976768" y="205781"/>
                  <a:pt x="970175" y="208982"/>
                  <a:pt x="962249" y="208982"/>
                </a:cubicBezTo>
                <a:cubicBezTo>
                  <a:pt x="955923" y="208982"/>
                  <a:pt x="950797" y="207172"/>
                  <a:pt x="946872" y="203552"/>
                </a:cubicBezTo>
                <a:cubicBezTo>
                  <a:pt x="942947" y="199931"/>
                  <a:pt x="940985" y="195568"/>
                  <a:pt x="940985" y="190462"/>
                </a:cubicBezTo>
                <a:cubicBezTo>
                  <a:pt x="940985" y="186041"/>
                  <a:pt x="942337" y="182383"/>
                  <a:pt x="945043" y="179487"/>
                </a:cubicBezTo>
                <a:cubicBezTo>
                  <a:pt x="947749" y="176590"/>
                  <a:pt x="951083" y="175142"/>
                  <a:pt x="955046" y="175142"/>
                </a:cubicBezTo>
                <a:cubicBezTo>
                  <a:pt x="958857" y="175142"/>
                  <a:pt x="961925" y="176355"/>
                  <a:pt x="964249" y="178779"/>
                </a:cubicBezTo>
                <a:cubicBezTo>
                  <a:pt x="966574" y="181206"/>
                  <a:pt x="967774" y="184960"/>
                  <a:pt x="967850" y="190040"/>
                </a:cubicBezTo>
                <a:cubicBezTo>
                  <a:pt x="967927" y="192922"/>
                  <a:pt x="968270" y="194780"/>
                  <a:pt x="968879" y="195613"/>
                </a:cubicBezTo>
                <a:cubicBezTo>
                  <a:pt x="969489" y="196447"/>
                  <a:pt x="970366" y="196864"/>
                  <a:pt x="971509" y="196864"/>
                </a:cubicBezTo>
                <a:cubicBezTo>
                  <a:pt x="973338" y="196864"/>
                  <a:pt x="975281" y="195763"/>
                  <a:pt x="977339" y="193563"/>
                </a:cubicBezTo>
                <a:cubicBezTo>
                  <a:pt x="980388" y="190376"/>
                  <a:pt x="983970" y="183093"/>
                  <a:pt x="988086" y="171713"/>
                </a:cubicBezTo>
                <a:lnTo>
                  <a:pt x="991401" y="162899"/>
                </a:lnTo>
                <a:close/>
                <a:moveTo>
                  <a:pt x="1221647" y="105498"/>
                </a:moveTo>
                <a:lnTo>
                  <a:pt x="1263717" y="3430"/>
                </a:lnTo>
                <a:lnTo>
                  <a:pt x="1326823" y="3430"/>
                </a:lnTo>
                <a:lnTo>
                  <a:pt x="1326823" y="7545"/>
                </a:lnTo>
                <a:lnTo>
                  <a:pt x="1321793" y="7545"/>
                </a:lnTo>
                <a:cubicBezTo>
                  <a:pt x="1317220" y="7545"/>
                  <a:pt x="1313562" y="8357"/>
                  <a:pt x="1310818" y="9982"/>
                </a:cubicBezTo>
                <a:cubicBezTo>
                  <a:pt x="1308913" y="11065"/>
                  <a:pt x="1307389" y="12885"/>
                  <a:pt x="1306245" y="15441"/>
                </a:cubicBezTo>
                <a:cubicBezTo>
                  <a:pt x="1305407" y="17298"/>
                  <a:pt x="1304988" y="22136"/>
                  <a:pt x="1304988" y="29953"/>
                </a:cubicBezTo>
                <a:lnTo>
                  <a:pt x="1304988" y="131928"/>
                </a:lnTo>
                <a:cubicBezTo>
                  <a:pt x="1304988" y="139895"/>
                  <a:pt x="1305407" y="144875"/>
                  <a:pt x="1306245" y="146869"/>
                </a:cubicBezTo>
                <a:cubicBezTo>
                  <a:pt x="1307084" y="148860"/>
                  <a:pt x="1308799" y="150602"/>
                  <a:pt x="1311390" y="152096"/>
                </a:cubicBezTo>
                <a:cubicBezTo>
                  <a:pt x="1313981" y="153589"/>
                  <a:pt x="1317449" y="154336"/>
                  <a:pt x="1321793" y="154336"/>
                </a:cubicBezTo>
                <a:lnTo>
                  <a:pt x="1326823" y="154336"/>
                </a:lnTo>
                <a:lnTo>
                  <a:pt x="1326823" y="158451"/>
                </a:lnTo>
                <a:lnTo>
                  <a:pt x="1245883" y="158451"/>
                </a:lnTo>
                <a:lnTo>
                  <a:pt x="1245883" y="154336"/>
                </a:lnTo>
                <a:lnTo>
                  <a:pt x="1250913" y="154336"/>
                </a:lnTo>
                <a:cubicBezTo>
                  <a:pt x="1255486" y="154336"/>
                  <a:pt x="1259144" y="153532"/>
                  <a:pt x="1261888" y="151924"/>
                </a:cubicBezTo>
                <a:cubicBezTo>
                  <a:pt x="1263794" y="150850"/>
                  <a:pt x="1265318" y="149011"/>
                  <a:pt x="1266461" y="146408"/>
                </a:cubicBezTo>
                <a:cubicBezTo>
                  <a:pt x="1267299" y="144569"/>
                  <a:pt x="1267719" y="139743"/>
                  <a:pt x="1267719" y="131928"/>
                </a:cubicBezTo>
                <a:lnTo>
                  <a:pt x="1267719" y="17034"/>
                </a:lnTo>
                <a:lnTo>
                  <a:pt x="1208271" y="158451"/>
                </a:lnTo>
                <a:lnTo>
                  <a:pt x="1205527" y="158451"/>
                </a:lnTo>
                <a:lnTo>
                  <a:pt x="1145165" y="17949"/>
                </a:lnTo>
                <a:lnTo>
                  <a:pt x="1145165" y="127127"/>
                </a:lnTo>
                <a:cubicBezTo>
                  <a:pt x="1145165" y="134813"/>
                  <a:pt x="1145355" y="139539"/>
                  <a:pt x="1145736" y="141306"/>
                </a:cubicBezTo>
                <a:cubicBezTo>
                  <a:pt x="1146727" y="145150"/>
                  <a:pt x="1148880" y="148284"/>
                  <a:pt x="1152196" y="150706"/>
                </a:cubicBezTo>
                <a:cubicBezTo>
                  <a:pt x="1155511" y="153126"/>
                  <a:pt x="1160713" y="154336"/>
                  <a:pt x="1167801" y="154336"/>
                </a:cubicBezTo>
                <a:lnTo>
                  <a:pt x="1167801" y="158451"/>
                </a:lnTo>
                <a:lnTo>
                  <a:pt x="1114755" y="158451"/>
                </a:lnTo>
                <a:lnTo>
                  <a:pt x="1114755" y="154336"/>
                </a:lnTo>
                <a:lnTo>
                  <a:pt x="1116355" y="154336"/>
                </a:lnTo>
                <a:cubicBezTo>
                  <a:pt x="1119785" y="154412"/>
                  <a:pt x="1122986" y="153852"/>
                  <a:pt x="1125959" y="152656"/>
                </a:cubicBezTo>
                <a:cubicBezTo>
                  <a:pt x="1128931" y="151461"/>
                  <a:pt x="1131179" y="149859"/>
                  <a:pt x="1132704" y="147851"/>
                </a:cubicBezTo>
                <a:cubicBezTo>
                  <a:pt x="1134228" y="145844"/>
                  <a:pt x="1135409" y="143025"/>
                  <a:pt x="1136248" y="139395"/>
                </a:cubicBezTo>
                <a:cubicBezTo>
                  <a:pt x="1136400" y="138547"/>
                  <a:pt x="1136476" y="134610"/>
                  <a:pt x="1136476" y="127584"/>
                </a:cubicBezTo>
                <a:lnTo>
                  <a:pt x="1136476" y="29953"/>
                </a:lnTo>
                <a:cubicBezTo>
                  <a:pt x="1136476" y="21981"/>
                  <a:pt x="1136057" y="17008"/>
                  <a:pt x="1135219" y="15033"/>
                </a:cubicBezTo>
                <a:cubicBezTo>
                  <a:pt x="1134380" y="13059"/>
                  <a:pt x="1132665" y="11318"/>
                  <a:pt x="1130074" y="9810"/>
                </a:cubicBezTo>
                <a:cubicBezTo>
                  <a:pt x="1127483" y="8300"/>
                  <a:pt x="1124015" y="7545"/>
                  <a:pt x="1119671" y="7545"/>
                </a:cubicBezTo>
                <a:lnTo>
                  <a:pt x="1114755" y="7545"/>
                </a:lnTo>
                <a:lnTo>
                  <a:pt x="1114755" y="3430"/>
                </a:lnTo>
                <a:lnTo>
                  <a:pt x="1178090" y="3430"/>
                </a:lnTo>
                <a:lnTo>
                  <a:pt x="1221647" y="105498"/>
                </a:lnTo>
                <a:close/>
                <a:moveTo>
                  <a:pt x="1397968" y="142675"/>
                </a:moveTo>
                <a:cubicBezTo>
                  <a:pt x="1384935" y="154259"/>
                  <a:pt x="1373236" y="160052"/>
                  <a:pt x="1362871" y="160052"/>
                </a:cubicBezTo>
                <a:cubicBezTo>
                  <a:pt x="1356773" y="160052"/>
                  <a:pt x="1351705" y="158045"/>
                  <a:pt x="1347666" y="154032"/>
                </a:cubicBezTo>
                <a:cubicBezTo>
                  <a:pt x="1343626" y="150016"/>
                  <a:pt x="1341607" y="144989"/>
                  <a:pt x="1341607" y="138948"/>
                </a:cubicBezTo>
                <a:cubicBezTo>
                  <a:pt x="1341607" y="130765"/>
                  <a:pt x="1345113" y="123404"/>
                  <a:pt x="1352124" y="116866"/>
                </a:cubicBezTo>
                <a:cubicBezTo>
                  <a:pt x="1359136" y="110329"/>
                  <a:pt x="1374417" y="101630"/>
                  <a:pt x="1397968" y="90772"/>
                </a:cubicBezTo>
                <a:lnTo>
                  <a:pt x="1397968" y="80026"/>
                </a:lnTo>
                <a:cubicBezTo>
                  <a:pt x="1397968" y="71947"/>
                  <a:pt x="1397530" y="66860"/>
                  <a:pt x="1396653" y="64764"/>
                </a:cubicBezTo>
                <a:cubicBezTo>
                  <a:pt x="1395777" y="62668"/>
                  <a:pt x="1394119" y="60839"/>
                  <a:pt x="1391680" y="59276"/>
                </a:cubicBezTo>
                <a:cubicBezTo>
                  <a:pt x="1389241" y="57714"/>
                  <a:pt x="1386497" y="56933"/>
                  <a:pt x="1383449" y="56933"/>
                </a:cubicBezTo>
                <a:cubicBezTo>
                  <a:pt x="1378495" y="56933"/>
                  <a:pt x="1374417" y="58038"/>
                  <a:pt x="1371216" y="60248"/>
                </a:cubicBezTo>
                <a:cubicBezTo>
                  <a:pt x="1369235" y="61620"/>
                  <a:pt x="1368244" y="63220"/>
                  <a:pt x="1368244" y="65050"/>
                </a:cubicBezTo>
                <a:cubicBezTo>
                  <a:pt x="1368244" y="66650"/>
                  <a:pt x="1369311" y="68632"/>
                  <a:pt x="1371445" y="70994"/>
                </a:cubicBezTo>
                <a:cubicBezTo>
                  <a:pt x="1374341" y="74272"/>
                  <a:pt x="1375789" y="77435"/>
                  <a:pt x="1375789" y="80483"/>
                </a:cubicBezTo>
                <a:cubicBezTo>
                  <a:pt x="1375789" y="84218"/>
                  <a:pt x="1374398" y="87400"/>
                  <a:pt x="1371616" y="90029"/>
                </a:cubicBezTo>
                <a:cubicBezTo>
                  <a:pt x="1368835" y="92659"/>
                  <a:pt x="1365195" y="93973"/>
                  <a:pt x="1360699" y="93973"/>
                </a:cubicBezTo>
                <a:cubicBezTo>
                  <a:pt x="1355897" y="93973"/>
                  <a:pt x="1351877" y="92525"/>
                  <a:pt x="1348638" y="89629"/>
                </a:cubicBezTo>
                <a:cubicBezTo>
                  <a:pt x="1345398" y="86733"/>
                  <a:pt x="1343779" y="83341"/>
                  <a:pt x="1343779" y="79454"/>
                </a:cubicBezTo>
                <a:cubicBezTo>
                  <a:pt x="1343779" y="73967"/>
                  <a:pt x="1345951" y="68727"/>
                  <a:pt x="1350295" y="63735"/>
                </a:cubicBezTo>
                <a:cubicBezTo>
                  <a:pt x="1354639" y="58743"/>
                  <a:pt x="1360699" y="54913"/>
                  <a:pt x="1368473" y="52245"/>
                </a:cubicBezTo>
                <a:cubicBezTo>
                  <a:pt x="1376246" y="49578"/>
                  <a:pt x="1384325" y="48244"/>
                  <a:pt x="1392709" y="48244"/>
                </a:cubicBezTo>
                <a:cubicBezTo>
                  <a:pt x="1402846" y="48244"/>
                  <a:pt x="1410867" y="50403"/>
                  <a:pt x="1416774" y="54721"/>
                </a:cubicBezTo>
                <a:cubicBezTo>
                  <a:pt x="1422681" y="59037"/>
                  <a:pt x="1426510" y="63716"/>
                  <a:pt x="1428263" y="68758"/>
                </a:cubicBezTo>
                <a:cubicBezTo>
                  <a:pt x="1429330" y="71966"/>
                  <a:pt x="1429864" y="79338"/>
                  <a:pt x="1429864" y="90872"/>
                </a:cubicBezTo>
                <a:lnTo>
                  <a:pt x="1429864" y="132468"/>
                </a:lnTo>
                <a:cubicBezTo>
                  <a:pt x="1429864" y="137357"/>
                  <a:pt x="1430054" y="140433"/>
                  <a:pt x="1430435" y="141696"/>
                </a:cubicBezTo>
                <a:cubicBezTo>
                  <a:pt x="1430816" y="142956"/>
                  <a:pt x="1431388" y="143892"/>
                  <a:pt x="1432150" y="144504"/>
                </a:cubicBezTo>
                <a:cubicBezTo>
                  <a:pt x="1432912" y="145114"/>
                  <a:pt x="1433789" y="145418"/>
                  <a:pt x="1434780" y="145418"/>
                </a:cubicBezTo>
                <a:cubicBezTo>
                  <a:pt x="1436761" y="145418"/>
                  <a:pt x="1438781" y="144008"/>
                  <a:pt x="1440839" y="141188"/>
                </a:cubicBezTo>
                <a:lnTo>
                  <a:pt x="1444268" y="143932"/>
                </a:lnTo>
                <a:cubicBezTo>
                  <a:pt x="1440458" y="149572"/>
                  <a:pt x="1436514" y="153669"/>
                  <a:pt x="1432436" y="156222"/>
                </a:cubicBezTo>
                <a:cubicBezTo>
                  <a:pt x="1428359" y="158775"/>
                  <a:pt x="1423728" y="160052"/>
                  <a:pt x="1418546" y="160052"/>
                </a:cubicBezTo>
                <a:cubicBezTo>
                  <a:pt x="1412449" y="160052"/>
                  <a:pt x="1407685" y="158613"/>
                  <a:pt x="1404256" y="155736"/>
                </a:cubicBezTo>
                <a:cubicBezTo>
                  <a:pt x="1400826" y="152859"/>
                  <a:pt x="1398730" y="148505"/>
                  <a:pt x="1397968" y="142675"/>
                </a:cubicBezTo>
                <a:moveTo>
                  <a:pt x="1397968" y="134215"/>
                </a:moveTo>
                <a:lnTo>
                  <a:pt x="1397968" y="98453"/>
                </a:lnTo>
                <a:cubicBezTo>
                  <a:pt x="1388746" y="103891"/>
                  <a:pt x="1381886" y="109712"/>
                  <a:pt x="1377390" y="115916"/>
                </a:cubicBezTo>
                <a:cubicBezTo>
                  <a:pt x="1374417" y="120051"/>
                  <a:pt x="1372931" y="124225"/>
                  <a:pt x="1372931" y="128438"/>
                </a:cubicBezTo>
                <a:cubicBezTo>
                  <a:pt x="1372931" y="131961"/>
                  <a:pt x="1374189" y="135063"/>
                  <a:pt x="1376704" y="137745"/>
                </a:cubicBezTo>
                <a:cubicBezTo>
                  <a:pt x="1378609" y="139812"/>
                  <a:pt x="1381277" y="140846"/>
                  <a:pt x="1384706" y="140846"/>
                </a:cubicBezTo>
                <a:cubicBezTo>
                  <a:pt x="1388517" y="140846"/>
                  <a:pt x="1392938" y="138635"/>
                  <a:pt x="1397968" y="134215"/>
                </a:cubicBezTo>
                <a:close/>
                <a:moveTo>
                  <a:pt x="1498458" y="12118"/>
                </a:moveTo>
                <a:lnTo>
                  <a:pt x="1498458" y="51445"/>
                </a:lnTo>
                <a:lnTo>
                  <a:pt x="1523837" y="51445"/>
                </a:lnTo>
                <a:lnTo>
                  <a:pt x="1523837" y="62649"/>
                </a:lnTo>
                <a:lnTo>
                  <a:pt x="1498458" y="62649"/>
                </a:lnTo>
                <a:lnTo>
                  <a:pt x="1498458" y="128792"/>
                </a:lnTo>
                <a:cubicBezTo>
                  <a:pt x="1498458" y="134982"/>
                  <a:pt x="1498743" y="138975"/>
                  <a:pt x="1499315" y="140771"/>
                </a:cubicBezTo>
                <a:cubicBezTo>
                  <a:pt x="1499887" y="142566"/>
                  <a:pt x="1500896" y="144019"/>
                  <a:pt x="1502345" y="145129"/>
                </a:cubicBezTo>
                <a:cubicBezTo>
                  <a:pt x="1503793" y="146237"/>
                  <a:pt x="1505126" y="146790"/>
                  <a:pt x="1506346" y="146790"/>
                </a:cubicBezTo>
                <a:cubicBezTo>
                  <a:pt x="1511300" y="146790"/>
                  <a:pt x="1515987" y="142980"/>
                  <a:pt x="1520408" y="135358"/>
                </a:cubicBezTo>
                <a:lnTo>
                  <a:pt x="1523837" y="137898"/>
                </a:lnTo>
                <a:cubicBezTo>
                  <a:pt x="1517664" y="152667"/>
                  <a:pt x="1507642" y="160052"/>
                  <a:pt x="1493770" y="160052"/>
                </a:cubicBezTo>
                <a:cubicBezTo>
                  <a:pt x="1486987" y="160052"/>
                  <a:pt x="1481252" y="158159"/>
                  <a:pt x="1476565" y="154375"/>
                </a:cubicBezTo>
                <a:cubicBezTo>
                  <a:pt x="1471878" y="150588"/>
                  <a:pt x="1468886" y="146362"/>
                  <a:pt x="1467590" y="141696"/>
                </a:cubicBezTo>
                <a:cubicBezTo>
                  <a:pt x="1466828" y="139095"/>
                  <a:pt x="1466447" y="132058"/>
                  <a:pt x="1466447" y="120585"/>
                </a:cubicBezTo>
                <a:lnTo>
                  <a:pt x="1466447" y="62649"/>
                </a:lnTo>
                <a:lnTo>
                  <a:pt x="1452500" y="62649"/>
                </a:lnTo>
                <a:lnTo>
                  <a:pt x="1452500" y="58637"/>
                </a:lnTo>
                <a:cubicBezTo>
                  <a:pt x="1462103" y="51839"/>
                  <a:pt x="1470277" y="44698"/>
                  <a:pt x="1477022" y="37212"/>
                </a:cubicBezTo>
                <a:cubicBezTo>
                  <a:pt x="1483767" y="29726"/>
                  <a:pt x="1489655" y="21362"/>
                  <a:pt x="1494685" y="12118"/>
                </a:cubicBezTo>
                <a:lnTo>
                  <a:pt x="1498458" y="12118"/>
                </a:lnTo>
                <a:close/>
                <a:moveTo>
                  <a:pt x="1578367" y="51445"/>
                </a:moveTo>
                <a:lnTo>
                  <a:pt x="1578367" y="75682"/>
                </a:lnTo>
                <a:cubicBezTo>
                  <a:pt x="1585455" y="64630"/>
                  <a:pt x="1591667" y="57295"/>
                  <a:pt x="1597002" y="53674"/>
                </a:cubicBezTo>
                <a:cubicBezTo>
                  <a:pt x="1602337" y="50054"/>
                  <a:pt x="1607482" y="48244"/>
                  <a:pt x="1612436" y="48244"/>
                </a:cubicBezTo>
                <a:cubicBezTo>
                  <a:pt x="1616704" y="48244"/>
                  <a:pt x="1620114" y="49564"/>
                  <a:pt x="1622667" y="52203"/>
                </a:cubicBezTo>
                <a:cubicBezTo>
                  <a:pt x="1625221" y="54842"/>
                  <a:pt x="1626497" y="58570"/>
                  <a:pt x="1626497" y="63388"/>
                </a:cubicBezTo>
                <a:cubicBezTo>
                  <a:pt x="1626497" y="68514"/>
                  <a:pt x="1625259" y="72492"/>
                  <a:pt x="1622782" y="75324"/>
                </a:cubicBezTo>
                <a:cubicBezTo>
                  <a:pt x="1620305" y="78154"/>
                  <a:pt x="1617313" y="79569"/>
                  <a:pt x="1613807" y="79569"/>
                </a:cubicBezTo>
                <a:cubicBezTo>
                  <a:pt x="1609768" y="79569"/>
                  <a:pt x="1606262" y="78273"/>
                  <a:pt x="1603290" y="75682"/>
                </a:cubicBezTo>
                <a:cubicBezTo>
                  <a:pt x="1600317" y="73090"/>
                  <a:pt x="1598564" y="71642"/>
                  <a:pt x="1598031" y="71337"/>
                </a:cubicBezTo>
                <a:cubicBezTo>
                  <a:pt x="1597269" y="70880"/>
                  <a:pt x="1596392" y="70651"/>
                  <a:pt x="1595401" y="70651"/>
                </a:cubicBezTo>
                <a:cubicBezTo>
                  <a:pt x="1593191" y="70651"/>
                  <a:pt x="1591095" y="71490"/>
                  <a:pt x="1589114" y="73167"/>
                </a:cubicBezTo>
                <a:cubicBezTo>
                  <a:pt x="1585989" y="75758"/>
                  <a:pt x="1583626" y="79454"/>
                  <a:pt x="1582026" y="84256"/>
                </a:cubicBezTo>
                <a:cubicBezTo>
                  <a:pt x="1579587" y="91649"/>
                  <a:pt x="1578367" y="99804"/>
                  <a:pt x="1578367" y="108721"/>
                </a:cubicBezTo>
                <a:lnTo>
                  <a:pt x="1578367" y="133300"/>
                </a:lnTo>
                <a:lnTo>
                  <a:pt x="1578482" y="139702"/>
                </a:lnTo>
                <a:cubicBezTo>
                  <a:pt x="1578482" y="144047"/>
                  <a:pt x="1578748" y="146828"/>
                  <a:pt x="1579282" y="148048"/>
                </a:cubicBezTo>
                <a:cubicBezTo>
                  <a:pt x="1580197" y="150106"/>
                  <a:pt x="1581549" y="151611"/>
                  <a:pt x="1583340" y="152564"/>
                </a:cubicBezTo>
                <a:cubicBezTo>
                  <a:pt x="1585132" y="153516"/>
                  <a:pt x="1588161" y="154107"/>
                  <a:pt x="1592429" y="154336"/>
                </a:cubicBezTo>
                <a:lnTo>
                  <a:pt x="1592429" y="158451"/>
                </a:lnTo>
                <a:lnTo>
                  <a:pt x="1534696" y="158451"/>
                </a:lnTo>
                <a:lnTo>
                  <a:pt x="1534696" y="154336"/>
                </a:lnTo>
                <a:cubicBezTo>
                  <a:pt x="1539345" y="153955"/>
                  <a:pt x="1542489" y="152678"/>
                  <a:pt x="1544128" y="150506"/>
                </a:cubicBezTo>
                <a:cubicBezTo>
                  <a:pt x="1545766" y="148334"/>
                  <a:pt x="1546586" y="142598"/>
                  <a:pt x="1546586" y="133300"/>
                </a:cubicBezTo>
                <a:lnTo>
                  <a:pt x="1546586" y="74081"/>
                </a:lnTo>
                <a:cubicBezTo>
                  <a:pt x="1546586" y="67946"/>
                  <a:pt x="1546281" y="64035"/>
                  <a:pt x="1545671" y="62349"/>
                </a:cubicBezTo>
                <a:cubicBezTo>
                  <a:pt x="1544909" y="60200"/>
                  <a:pt x="1543804" y="58628"/>
                  <a:pt x="1542356" y="57633"/>
                </a:cubicBezTo>
                <a:cubicBezTo>
                  <a:pt x="1540908" y="56635"/>
                  <a:pt x="1538354" y="55944"/>
                  <a:pt x="1534696" y="55561"/>
                </a:cubicBezTo>
                <a:lnTo>
                  <a:pt x="1534696" y="51445"/>
                </a:lnTo>
                <a:lnTo>
                  <a:pt x="1578367" y="51445"/>
                </a:lnTo>
                <a:close/>
                <a:moveTo>
                  <a:pt x="1663688" y="0"/>
                </a:moveTo>
                <a:cubicBezTo>
                  <a:pt x="1668642" y="0"/>
                  <a:pt x="1672834" y="1740"/>
                  <a:pt x="1676263" y="5220"/>
                </a:cubicBezTo>
                <a:cubicBezTo>
                  <a:pt x="1679693" y="8697"/>
                  <a:pt x="1681408" y="12883"/>
                  <a:pt x="1681408" y="17777"/>
                </a:cubicBezTo>
                <a:cubicBezTo>
                  <a:pt x="1681408" y="22672"/>
                  <a:pt x="1679674" y="26840"/>
                  <a:pt x="1676206" y="30281"/>
                </a:cubicBezTo>
                <a:cubicBezTo>
                  <a:pt x="1672738" y="33720"/>
                  <a:pt x="1668566" y="35440"/>
                  <a:pt x="1663688" y="35440"/>
                </a:cubicBezTo>
                <a:cubicBezTo>
                  <a:pt x="1658810" y="35440"/>
                  <a:pt x="1654656" y="33720"/>
                  <a:pt x="1651227" y="30281"/>
                </a:cubicBezTo>
                <a:cubicBezTo>
                  <a:pt x="1647797" y="26840"/>
                  <a:pt x="1646082" y="22672"/>
                  <a:pt x="1646082" y="17777"/>
                </a:cubicBezTo>
                <a:cubicBezTo>
                  <a:pt x="1646082" y="12883"/>
                  <a:pt x="1647797" y="8697"/>
                  <a:pt x="1651227" y="5220"/>
                </a:cubicBezTo>
                <a:cubicBezTo>
                  <a:pt x="1654656" y="1740"/>
                  <a:pt x="1658810" y="0"/>
                  <a:pt x="1663688" y="0"/>
                </a:cubicBezTo>
                <a:moveTo>
                  <a:pt x="1679693" y="51445"/>
                </a:moveTo>
                <a:lnTo>
                  <a:pt x="1679693" y="136273"/>
                </a:lnTo>
                <a:cubicBezTo>
                  <a:pt x="1679693" y="143818"/>
                  <a:pt x="1680569" y="148639"/>
                  <a:pt x="1682322" y="150734"/>
                </a:cubicBezTo>
                <a:cubicBezTo>
                  <a:pt x="1684075" y="152830"/>
                  <a:pt x="1687505" y="154031"/>
                  <a:pt x="1692611" y="154336"/>
                </a:cubicBezTo>
                <a:lnTo>
                  <a:pt x="1692611" y="158451"/>
                </a:lnTo>
                <a:lnTo>
                  <a:pt x="1634878" y="158451"/>
                </a:lnTo>
                <a:lnTo>
                  <a:pt x="1634878" y="154336"/>
                </a:lnTo>
                <a:cubicBezTo>
                  <a:pt x="1639604" y="154183"/>
                  <a:pt x="1643110" y="152811"/>
                  <a:pt x="1645396" y="150220"/>
                </a:cubicBezTo>
                <a:cubicBezTo>
                  <a:pt x="1646920" y="148467"/>
                  <a:pt x="1647683" y="143818"/>
                  <a:pt x="1647683" y="136273"/>
                </a:cubicBezTo>
                <a:lnTo>
                  <a:pt x="1647683" y="73852"/>
                </a:lnTo>
                <a:cubicBezTo>
                  <a:pt x="1647683" y="66212"/>
                  <a:pt x="1646806" y="61331"/>
                  <a:pt x="1645053" y="59208"/>
                </a:cubicBezTo>
                <a:cubicBezTo>
                  <a:pt x="1643300" y="57086"/>
                  <a:pt x="1639909" y="55870"/>
                  <a:pt x="1634878" y="55561"/>
                </a:cubicBezTo>
                <a:lnTo>
                  <a:pt x="1634878" y="51445"/>
                </a:lnTo>
                <a:lnTo>
                  <a:pt x="1679693" y="51445"/>
                </a:lnTo>
                <a:close/>
                <a:moveTo>
                  <a:pt x="1765792" y="92880"/>
                </a:moveTo>
                <a:lnTo>
                  <a:pt x="1784795" y="128163"/>
                </a:lnTo>
                <a:cubicBezTo>
                  <a:pt x="1791197" y="140431"/>
                  <a:pt x="1796265" y="148203"/>
                  <a:pt x="1800000" y="151478"/>
                </a:cubicBezTo>
                <a:cubicBezTo>
                  <a:pt x="1802057" y="153230"/>
                  <a:pt x="1804877" y="154183"/>
                  <a:pt x="1808459" y="154336"/>
                </a:cubicBezTo>
                <a:lnTo>
                  <a:pt x="1808459" y="158451"/>
                </a:lnTo>
                <a:lnTo>
                  <a:pt x="1748897" y="158451"/>
                </a:lnTo>
                <a:lnTo>
                  <a:pt x="1748897" y="154336"/>
                </a:lnTo>
                <a:cubicBezTo>
                  <a:pt x="1753546" y="153955"/>
                  <a:pt x="1756424" y="153345"/>
                  <a:pt x="1757529" y="152506"/>
                </a:cubicBezTo>
                <a:cubicBezTo>
                  <a:pt x="1758634" y="151666"/>
                  <a:pt x="1759186" y="150520"/>
                  <a:pt x="1759186" y="149070"/>
                </a:cubicBezTo>
                <a:cubicBezTo>
                  <a:pt x="1759186" y="146933"/>
                  <a:pt x="1757967" y="143575"/>
                  <a:pt x="1755528" y="138995"/>
                </a:cubicBezTo>
                <a:lnTo>
                  <a:pt x="1746196" y="121668"/>
                </a:lnTo>
                <a:lnTo>
                  <a:pt x="1738380" y="133157"/>
                </a:lnTo>
                <a:cubicBezTo>
                  <a:pt x="1734798" y="138423"/>
                  <a:pt x="1732778" y="141553"/>
                  <a:pt x="1732321" y="142546"/>
                </a:cubicBezTo>
                <a:cubicBezTo>
                  <a:pt x="1731711" y="143994"/>
                  <a:pt x="1731406" y="145291"/>
                  <a:pt x="1731406" y="146437"/>
                </a:cubicBezTo>
                <a:cubicBezTo>
                  <a:pt x="1731406" y="148192"/>
                  <a:pt x="1731768" y="149661"/>
                  <a:pt x="1732492" y="150845"/>
                </a:cubicBezTo>
                <a:cubicBezTo>
                  <a:pt x="1733216" y="152027"/>
                  <a:pt x="1734207" y="152904"/>
                  <a:pt x="1735464" y="153478"/>
                </a:cubicBezTo>
                <a:cubicBezTo>
                  <a:pt x="1736722" y="154050"/>
                  <a:pt x="1739027" y="154336"/>
                  <a:pt x="1742381" y="154336"/>
                </a:cubicBezTo>
                <a:lnTo>
                  <a:pt x="1742381" y="158451"/>
                </a:lnTo>
                <a:lnTo>
                  <a:pt x="1700539" y="158451"/>
                </a:lnTo>
                <a:lnTo>
                  <a:pt x="1700539" y="154336"/>
                </a:lnTo>
                <a:cubicBezTo>
                  <a:pt x="1705721" y="154336"/>
                  <a:pt x="1710466" y="152905"/>
                  <a:pt x="1714772" y="150045"/>
                </a:cubicBezTo>
                <a:cubicBezTo>
                  <a:pt x="1719078" y="147182"/>
                  <a:pt x="1725347" y="139686"/>
                  <a:pt x="1733578" y="127556"/>
                </a:cubicBezTo>
                <a:lnTo>
                  <a:pt x="1742399" y="114612"/>
                </a:lnTo>
                <a:lnTo>
                  <a:pt x="1723975" y="80401"/>
                </a:lnTo>
                <a:cubicBezTo>
                  <a:pt x="1717954" y="69207"/>
                  <a:pt x="1713457" y="62345"/>
                  <a:pt x="1710485" y="59816"/>
                </a:cubicBezTo>
                <a:cubicBezTo>
                  <a:pt x="1707512" y="57286"/>
                  <a:pt x="1704197" y="55868"/>
                  <a:pt x="1700539" y="55561"/>
                </a:cubicBezTo>
                <a:lnTo>
                  <a:pt x="1700539" y="51445"/>
                </a:lnTo>
                <a:lnTo>
                  <a:pt x="1759758" y="51445"/>
                </a:lnTo>
                <a:lnTo>
                  <a:pt x="1759758" y="55561"/>
                </a:lnTo>
                <a:lnTo>
                  <a:pt x="1756671" y="55675"/>
                </a:lnTo>
                <a:lnTo>
                  <a:pt x="1750726" y="57754"/>
                </a:lnTo>
                <a:cubicBezTo>
                  <a:pt x="1750117" y="58293"/>
                  <a:pt x="1749812" y="59177"/>
                  <a:pt x="1749812" y="60409"/>
                </a:cubicBezTo>
                <a:cubicBezTo>
                  <a:pt x="1749812" y="61562"/>
                  <a:pt x="1750002" y="62754"/>
                  <a:pt x="1750384" y="63985"/>
                </a:cubicBezTo>
                <a:cubicBezTo>
                  <a:pt x="1750612" y="64523"/>
                  <a:pt x="1751679" y="66600"/>
                  <a:pt x="1753585" y="70216"/>
                </a:cubicBezTo>
                <a:lnTo>
                  <a:pt x="1762002" y="85842"/>
                </a:lnTo>
                <a:lnTo>
                  <a:pt x="1766274" y="79569"/>
                </a:lnTo>
                <a:cubicBezTo>
                  <a:pt x="1772372" y="71144"/>
                  <a:pt x="1775420" y="65247"/>
                  <a:pt x="1775420" y="61877"/>
                </a:cubicBezTo>
                <a:cubicBezTo>
                  <a:pt x="1775420" y="60269"/>
                  <a:pt x="1774753" y="58911"/>
                  <a:pt x="1773420" y="57801"/>
                </a:cubicBezTo>
                <a:cubicBezTo>
                  <a:pt x="1772086" y="56691"/>
                  <a:pt x="1769704" y="55944"/>
                  <a:pt x="1766274" y="55561"/>
                </a:cubicBezTo>
                <a:lnTo>
                  <a:pt x="1766274" y="51445"/>
                </a:lnTo>
                <a:lnTo>
                  <a:pt x="1804115" y="51445"/>
                </a:lnTo>
                <a:lnTo>
                  <a:pt x="1804115" y="55561"/>
                </a:lnTo>
                <a:cubicBezTo>
                  <a:pt x="1799466" y="55713"/>
                  <a:pt x="1795122" y="57152"/>
                  <a:pt x="1791082" y="59876"/>
                </a:cubicBezTo>
                <a:cubicBezTo>
                  <a:pt x="1787043" y="62601"/>
                  <a:pt x="1782508" y="67878"/>
                  <a:pt x="1777478" y="75707"/>
                </a:cubicBezTo>
                <a:lnTo>
                  <a:pt x="1765792" y="92880"/>
                </a:lnTo>
                <a:close/>
                <a:moveTo>
                  <a:pt x="1956507" y="154336"/>
                </a:moveTo>
                <a:lnTo>
                  <a:pt x="1956507" y="158451"/>
                </a:lnTo>
                <a:lnTo>
                  <a:pt x="1875453" y="158451"/>
                </a:lnTo>
                <a:lnTo>
                  <a:pt x="1875453" y="154336"/>
                </a:lnTo>
                <a:lnTo>
                  <a:pt x="1880597" y="154336"/>
                </a:lnTo>
                <a:cubicBezTo>
                  <a:pt x="1885094" y="154336"/>
                  <a:pt x="1888714" y="153532"/>
                  <a:pt x="1891458" y="151924"/>
                </a:cubicBezTo>
                <a:cubicBezTo>
                  <a:pt x="1893439" y="150850"/>
                  <a:pt x="1894964" y="149011"/>
                  <a:pt x="1896031" y="146408"/>
                </a:cubicBezTo>
                <a:cubicBezTo>
                  <a:pt x="1896869" y="144569"/>
                  <a:pt x="1897288" y="139743"/>
                  <a:pt x="1897288" y="131928"/>
                </a:cubicBezTo>
                <a:lnTo>
                  <a:pt x="1897288" y="29953"/>
                </a:lnTo>
                <a:cubicBezTo>
                  <a:pt x="1897288" y="21986"/>
                  <a:pt x="1896869" y="17007"/>
                  <a:pt x="1896031" y="15016"/>
                </a:cubicBezTo>
                <a:cubicBezTo>
                  <a:pt x="1895192" y="13022"/>
                  <a:pt x="1893496" y="11279"/>
                  <a:pt x="1890943" y="9785"/>
                </a:cubicBezTo>
                <a:cubicBezTo>
                  <a:pt x="1888390" y="8292"/>
                  <a:pt x="1884941" y="7545"/>
                  <a:pt x="1880597" y="7545"/>
                </a:cubicBezTo>
                <a:lnTo>
                  <a:pt x="1875453" y="7545"/>
                </a:lnTo>
                <a:lnTo>
                  <a:pt x="1875453" y="3430"/>
                </a:lnTo>
                <a:lnTo>
                  <a:pt x="1956507" y="3430"/>
                </a:lnTo>
                <a:lnTo>
                  <a:pt x="1956507" y="7545"/>
                </a:lnTo>
                <a:lnTo>
                  <a:pt x="1951363" y="7545"/>
                </a:lnTo>
                <a:cubicBezTo>
                  <a:pt x="1946866" y="7545"/>
                  <a:pt x="1943246" y="8349"/>
                  <a:pt x="1940502" y="9957"/>
                </a:cubicBezTo>
                <a:cubicBezTo>
                  <a:pt x="1938521" y="11031"/>
                  <a:pt x="1936958" y="12870"/>
                  <a:pt x="1935815" y="15473"/>
                </a:cubicBezTo>
                <a:cubicBezTo>
                  <a:pt x="1934977" y="17312"/>
                  <a:pt x="1934557" y="22138"/>
                  <a:pt x="1934557" y="29953"/>
                </a:cubicBezTo>
                <a:lnTo>
                  <a:pt x="1934557" y="131928"/>
                </a:lnTo>
                <a:cubicBezTo>
                  <a:pt x="1934557" y="139895"/>
                  <a:pt x="1934996" y="144875"/>
                  <a:pt x="1935872" y="146869"/>
                </a:cubicBezTo>
                <a:cubicBezTo>
                  <a:pt x="1936749" y="148860"/>
                  <a:pt x="1938463" y="150602"/>
                  <a:pt x="1941017" y="152096"/>
                </a:cubicBezTo>
                <a:cubicBezTo>
                  <a:pt x="1943570" y="153589"/>
                  <a:pt x="1947019" y="154336"/>
                  <a:pt x="1951363" y="154336"/>
                </a:cubicBezTo>
                <a:lnTo>
                  <a:pt x="1956507" y="154336"/>
                </a:lnTo>
                <a:close/>
                <a:moveTo>
                  <a:pt x="2013403" y="51445"/>
                </a:moveTo>
                <a:lnTo>
                  <a:pt x="2013403" y="65393"/>
                </a:lnTo>
                <a:cubicBezTo>
                  <a:pt x="2018890" y="59407"/>
                  <a:pt x="2024149" y="55054"/>
                  <a:pt x="2029179" y="52331"/>
                </a:cubicBezTo>
                <a:cubicBezTo>
                  <a:pt x="2034209" y="49607"/>
                  <a:pt x="2039621" y="48244"/>
                  <a:pt x="2045413" y="48244"/>
                </a:cubicBezTo>
                <a:cubicBezTo>
                  <a:pt x="2052349" y="48244"/>
                  <a:pt x="2058103" y="50171"/>
                  <a:pt x="2062676" y="54025"/>
                </a:cubicBezTo>
                <a:cubicBezTo>
                  <a:pt x="2067249" y="57878"/>
                  <a:pt x="2070297" y="62667"/>
                  <a:pt x="2071822" y="68390"/>
                </a:cubicBezTo>
                <a:cubicBezTo>
                  <a:pt x="2073041" y="72741"/>
                  <a:pt x="2073651" y="81099"/>
                  <a:pt x="2073651" y="93462"/>
                </a:cubicBezTo>
                <a:lnTo>
                  <a:pt x="2073651" y="135129"/>
                </a:lnTo>
                <a:cubicBezTo>
                  <a:pt x="2073651" y="143361"/>
                  <a:pt x="2074394" y="148486"/>
                  <a:pt x="2075880" y="150506"/>
                </a:cubicBezTo>
                <a:cubicBezTo>
                  <a:pt x="2077366" y="152525"/>
                  <a:pt x="2080472" y="153802"/>
                  <a:pt x="2085197" y="154336"/>
                </a:cubicBezTo>
                <a:lnTo>
                  <a:pt x="2085197" y="158451"/>
                </a:lnTo>
                <a:lnTo>
                  <a:pt x="2031123" y="158451"/>
                </a:lnTo>
                <a:lnTo>
                  <a:pt x="2031123" y="154336"/>
                </a:lnTo>
                <a:cubicBezTo>
                  <a:pt x="2035162" y="153802"/>
                  <a:pt x="2038058" y="152125"/>
                  <a:pt x="2039811" y="149305"/>
                </a:cubicBezTo>
                <a:cubicBezTo>
                  <a:pt x="2041031" y="147400"/>
                  <a:pt x="2041640" y="142675"/>
                  <a:pt x="2041640" y="135129"/>
                </a:cubicBezTo>
                <a:lnTo>
                  <a:pt x="2041640" y="87571"/>
                </a:lnTo>
                <a:cubicBezTo>
                  <a:pt x="2041640" y="78806"/>
                  <a:pt x="2041297" y="73281"/>
                  <a:pt x="2040612" y="70994"/>
                </a:cubicBezTo>
                <a:cubicBezTo>
                  <a:pt x="2039926" y="68708"/>
                  <a:pt x="2038763" y="66936"/>
                  <a:pt x="2037125" y="65678"/>
                </a:cubicBezTo>
                <a:cubicBezTo>
                  <a:pt x="2035486" y="64421"/>
                  <a:pt x="2033676" y="63792"/>
                  <a:pt x="2031694" y="63792"/>
                </a:cubicBezTo>
                <a:cubicBezTo>
                  <a:pt x="2025140" y="63792"/>
                  <a:pt x="2019043" y="68517"/>
                  <a:pt x="2013403" y="77968"/>
                </a:cubicBezTo>
                <a:lnTo>
                  <a:pt x="2013403" y="135129"/>
                </a:lnTo>
                <a:cubicBezTo>
                  <a:pt x="2013403" y="143132"/>
                  <a:pt x="2014146" y="148200"/>
                  <a:pt x="2015632" y="150334"/>
                </a:cubicBezTo>
                <a:cubicBezTo>
                  <a:pt x="2017118" y="152468"/>
                  <a:pt x="2019881" y="153802"/>
                  <a:pt x="2023920" y="154336"/>
                </a:cubicBezTo>
                <a:lnTo>
                  <a:pt x="2023920" y="158451"/>
                </a:lnTo>
                <a:lnTo>
                  <a:pt x="1969846" y="158451"/>
                </a:lnTo>
                <a:lnTo>
                  <a:pt x="1969846" y="154336"/>
                </a:lnTo>
                <a:cubicBezTo>
                  <a:pt x="1974342" y="153878"/>
                  <a:pt x="1977544" y="152430"/>
                  <a:pt x="1979449" y="149991"/>
                </a:cubicBezTo>
                <a:cubicBezTo>
                  <a:pt x="1980745" y="148315"/>
                  <a:pt x="1981392" y="143361"/>
                  <a:pt x="1981392" y="135129"/>
                </a:cubicBezTo>
                <a:lnTo>
                  <a:pt x="1981392" y="74767"/>
                </a:lnTo>
                <a:cubicBezTo>
                  <a:pt x="1981392" y="66591"/>
                  <a:pt x="1980649" y="61500"/>
                  <a:pt x="1979163" y="59494"/>
                </a:cubicBezTo>
                <a:cubicBezTo>
                  <a:pt x="1977677" y="57489"/>
                  <a:pt x="1974571" y="56178"/>
                  <a:pt x="1969846" y="55561"/>
                </a:cubicBezTo>
                <a:lnTo>
                  <a:pt x="1969846" y="51445"/>
                </a:lnTo>
                <a:lnTo>
                  <a:pt x="2013403" y="51445"/>
                </a:lnTo>
                <a:close/>
                <a:moveTo>
                  <a:pt x="2125632" y="0"/>
                </a:moveTo>
                <a:cubicBezTo>
                  <a:pt x="2130586" y="0"/>
                  <a:pt x="2134777" y="1740"/>
                  <a:pt x="2138207" y="5220"/>
                </a:cubicBezTo>
                <a:cubicBezTo>
                  <a:pt x="2141637" y="8697"/>
                  <a:pt x="2143352" y="12883"/>
                  <a:pt x="2143352" y="17777"/>
                </a:cubicBezTo>
                <a:cubicBezTo>
                  <a:pt x="2143352" y="22672"/>
                  <a:pt x="2141618" y="26840"/>
                  <a:pt x="2138150" y="30281"/>
                </a:cubicBezTo>
                <a:cubicBezTo>
                  <a:pt x="2134682" y="33720"/>
                  <a:pt x="2130509" y="35440"/>
                  <a:pt x="2125632" y="35440"/>
                </a:cubicBezTo>
                <a:cubicBezTo>
                  <a:pt x="2120754" y="35440"/>
                  <a:pt x="2116600" y="33720"/>
                  <a:pt x="2113170" y="30281"/>
                </a:cubicBezTo>
                <a:cubicBezTo>
                  <a:pt x="2109741" y="26840"/>
                  <a:pt x="2108026" y="22672"/>
                  <a:pt x="2108026" y="17777"/>
                </a:cubicBezTo>
                <a:cubicBezTo>
                  <a:pt x="2108026" y="12883"/>
                  <a:pt x="2109741" y="8697"/>
                  <a:pt x="2113170" y="5220"/>
                </a:cubicBezTo>
                <a:cubicBezTo>
                  <a:pt x="2116600" y="1740"/>
                  <a:pt x="2120754" y="0"/>
                  <a:pt x="2125632" y="0"/>
                </a:cubicBezTo>
                <a:moveTo>
                  <a:pt x="2141637" y="51445"/>
                </a:moveTo>
                <a:lnTo>
                  <a:pt x="2141637" y="136273"/>
                </a:lnTo>
                <a:cubicBezTo>
                  <a:pt x="2141637" y="143818"/>
                  <a:pt x="2142513" y="148639"/>
                  <a:pt x="2144266" y="150734"/>
                </a:cubicBezTo>
                <a:cubicBezTo>
                  <a:pt x="2146019" y="152830"/>
                  <a:pt x="2149449" y="154031"/>
                  <a:pt x="2154555" y="154336"/>
                </a:cubicBezTo>
                <a:lnTo>
                  <a:pt x="2154555" y="158451"/>
                </a:lnTo>
                <a:lnTo>
                  <a:pt x="2096822" y="158451"/>
                </a:lnTo>
                <a:lnTo>
                  <a:pt x="2096822" y="154336"/>
                </a:lnTo>
                <a:cubicBezTo>
                  <a:pt x="2101548" y="154183"/>
                  <a:pt x="2105053" y="152811"/>
                  <a:pt x="2107340" y="150220"/>
                </a:cubicBezTo>
                <a:cubicBezTo>
                  <a:pt x="2108864" y="148467"/>
                  <a:pt x="2109626" y="143818"/>
                  <a:pt x="2109626" y="136273"/>
                </a:cubicBezTo>
                <a:lnTo>
                  <a:pt x="2109626" y="73852"/>
                </a:lnTo>
                <a:cubicBezTo>
                  <a:pt x="2109626" y="66212"/>
                  <a:pt x="2108750" y="61331"/>
                  <a:pt x="2106997" y="59208"/>
                </a:cubicBezTo>
                <a:cubicBezTo>
                  <a:pt x="2105244" y="57086"/>
                  <a:pt x="2101852" y="55870"/>
                  <a:pt x="2096822" y="55561"/>
                </a:cubicBezTo>
                <a:lnTo>
                  <a:pt x="2096822" y="51445"/>
                </a:lnTo>
                <a:lnTo>
                  <a:pt x="2141637" y="51445"/>
                </a:lnTo>
                <a:close/>
                <a:moveTo>
                  <a:pt x="2207412" y="12118"/>
                </a:moveTo>
                <a:lnTo>
                  <a:pt x="2207412" y="51445"/>
                </a:lnTo>
                <a:lnTo>
                  <a:pt x="2232791" y="51445"/>
                </a:lnTo>
                <a:lnTo>
                  <a:pt x="2232791" y="62649"/>
                </a:lnTo>
                <a:lnTo>
                  <a:pt x="2207412" y="62649"/>
                </a:lnTo>
                <a:lnTo>
                  <a:pt x="2207412" y="128792"/>
                </a:lnTo>
                <a:cubicBezTo>
                  <a:pt x="2207412" y="134982"/>
                  <a:pt x="2207697" y="138975"/>
                  <a:pt x="2208269" y="140771"/>
                </a:cubicBezTo>
                <a:cubicBezTo>
                  <a:pt x="2208841" y="142566"/>
                  <a:pt x="2209851" y="144019"/>
                  <a:pt x="2211299" y="145129"/>
                </a:cubicBezTo>
                <a:cubicBezTo>
                  <a:pt x="2212747" y="146237"/>
                  <a:pt x="2214080" y="146790"/>
                  <a:pt x="2215300" y="146790"/>
                </a:cubicBezTo>
                <a:cubicBezTo>
                  <a:pt x="2220254" y="146790"/>
                  <a:pt x="2224941" y="142980"/>
                  <a:pt x="2229362" y="135358"/>
                </a:cubicBezTo>
                <a:lnTo>
                  <a:pt x="2232791" y="137898"/>
                </a:lnTo>
                <a:cubicBezTo>
                  <a:pt x="2226618" y="152667"/>
                  <a:pt x="2216596" y="160052"/>
                  <a:pt x="2202724" y="160052"/>
                </a:cubicBezTo>
                <a:cubicBezTo>
                  <a:pt x="2195941" y="160052"/>
                  <a:pt x="2190206" y="158159"/>
                  <a:pt x="2185519" y="154375"/>
                </a:cubicBezTo>
                <a:cubicBezTo>
                  <a:pt x="2180832" y="150588"/>
                  <a:pt x="2177840" y="146362"/>
                  <a:pt x="2176545" y="141696"/>
                </a:cubicBezTo>
                <a:cubicBezTo>
                  <a:pt x="2175782" y="139095"/>
                  <a:pt x="2175401" y="132058"/>
                  <a:pt x="2175401" y="120585"/>
                </a:cubicBezTo>
                <a:lnTo>
                  <a:pt x="2175401" y="62649"/>
                </a:lnTo>
                <a:lnTo>
                  <a:pt x="2161454" y="62649"/>
                </a:lnTo>
                <a:lnTo>
                  <a:pt x="2161454" y="58637"/>
                </a:lnTo>
                <a:cubicBezTo>
                  <a:pt x="2171057" y="51839"/>
                  <a:pt x="2179231" y="44698"/>
                  <a:pt x="2185976" y="37212"/>
                </a:cubicBezTo>
                <a:cubicBezTo>
                  <a:pt x="2192721" y="29726"/>
                  <a:pt x="2198609" y="21362"/>
                  <a:pt x="2203639" y="12118"/>
                </a:cubicBezTo>
                <a:lnTo>
                  <a:pt x="2207412" y="12118"/>
                </a:lnTo>
                <a:close/>
                <a:moveTo>
                  <a:pt x="2268687" y="0"/>
                </a:moveTo>
                <a:cubicBezTo>
                  <a:pt x="2273641" y="0"/>
                  <a:pt x="2277833" y="1740"/>
                  <a:pt x="2281262" y="5220"/>
                </a:cubicBezTo>
                <a:cubicBezTo>
                  <a:pt x="2284692" y="8697"/>
                  <a:pt x="2286407" y="12883"/>
                  <a:pt x="2286407" y="17777"/>
                </a:cubicBezTo>
                <a:cubicBezTo>
                  <a:pt x="2286407" y="22672"/>
                  <a:pt x="2284673" y="26840"/>
                  <a:pt x="2281205" y="30281"/>
                </a:cubicBezTo>
                <a:cubicBezTo>
                  <a:pt x="2277737" y="33720"/>
                  <a:pt x="2273565" y="35440"/>
                  <a:pt x="2268687" y="35440"/>
                </a:cubicBezTo>
                <a:cubicBezTo>
                  <a:pt x="2263809" y="35440"/>
                  <a:pt x="2259655" y="33720"/>
                  <a:pt x="2256226" y="30281"/>
                </a:cubicBezTo>
                <a:cubicBezTo>
                  <a:pt x="2252796" y="26840"/>
                  <a:pt x="2251081" y="22672"/>
                  <a:pt x="2251081" y="17777"/>
                </a:cubicBezTo>
                <a:cubicBezTo>
                  <a:pt x="2251081" y="12883"/>
                  <a:pt x="2252796" y="8697"/>
                  <a:pt x="2256226" y="5220"/>
                </a:cubicBezTo>
                <a:cubicBezTo>
                  <a:pt x="2259655" y="1740"/>
                  <a:pt x="2263809" y="0"/>
                  <a:pt x="2268687" y="0"/>
                </a:cubicBezTo>
                <a:moveTo>
                  <a:pt x="2284692" y="51445"/>
                </a:moveTo>
                <a:lnTo>
                  <a:pt x="2284692" y="136273"/>
                </a:lnTo>
                <a:cubicBezTo>
                  <a:pt x="2284692" y="143818"/>
                  <a:pt x="2285568" y="148639"/>
                  <a:pt x="2287321" y="150734"/>
                </a:cubicBezTo>
                <a:cubicBezTo>
                  <a:pt x="2289074" y="152830"/>
                  <a:pt x="2292504" y="154031"/>
                  <a:pt x="2297610" y="154336"/>
                </a:cubicBezTo>
                <a:lnTo>
                  <a:pt x="2297610" y="158451"/>
                </a:lnTo>
                <a:lnTo>
                  <a:pt x="2239878" y="158451"/>
                </a:lnTo>
                <a:lnTo>
                  <a:pt x="2239878" y="154336"/>
                </a:lnTo>
                <a:cubicBezTo>
                  <a:pt x="2244603" y="154183"/>
                  <a:pt x="2248109" y="152811"/>
                  <a:pt x="2250395" y="150220"/>
                </a:cubicBezTo>
                <a:cubicBezTo>
                  <a:pt x="2251920" y="148467"/>
                  <a:pt x="2252682" y="143818"/>
                  <a:pt x="2252682" y="136273"/>
                </a:cubicBezTo>
                <a:lnTo>
                  <a:pt x="2252682" y="73852"/>
                </a:lnTo>
                <a:cubicBezTo>
                  <a:pt x="2252682" y="66212"/>
                  <a:pt x="2251805" y="61331"/>
                  <a:pt x="2250052" y="59208"/>
                </a:cubicBezTo>
                <a:cubicBezTo>
                  <a:pt x="2248299" y="57086"/>
                  <a:pt x="2244908" y="55870"/>
                  <a:pt x="2239878" y="55561"/>
                </a:cubicBezTo>
                <a:lnTo>
                  <a:pt x="2239878" y="51445"/>
                </a:lnTo>
                <a:lnTo>
                  <a:pt x="2284692" y="51445"/>
                </a:lnTo>
                <a:close/>
                <a:moveTo>
                  <a:pt x="2367044" y="142675"/>
                </a:moveTo>
                <a:cubicBezTo>
                  <a:pt x="2354011" y="154259"/>
                  <a:pt x="2342312" y="160052"/>
                  <a:pt x="2331947" y="160052"/>
                </a:cubicBezTo>
                <a:cubicBezTo>
                  <a:pt x="2325849" y="160052"/>
                  <a:pt x="2320781" y="158045"/>
                  <a:pt x="2316742" y="154032"/>
                </a:cubicBezTo>
                <a:cubicBezTo>
                  <a:pt x="2312702" y="150016"/>
                  <a:pt x="2310683" y="144989"/>
                  <a:pt x="2310683" y="138948"/>
                </a:cubicBezTo>
                <a:cubicBezTo>
                  <a:pt x="2310683" y="130765"/>
                  <a:pt x="2314189" y="123404"/>
                  <a:pt x="2321200" y="116866"/>
                </a:cubicBezTo>
                <a:cubicBezTo>
                  <a:pt x="2328212" y="110329"/>
                  <a:pt x="2343493" y="101630"/>
                  <a:pt x="2367044" y="90772"/>
                </a:cubicBezTo>
                <a:lnTo>
                  <a:pt x="2367044" y="80026"/>
                </a:lnTo>
                <a:cubicBezTo>
                  <a:pt x="2367044" y="71947"/>
                  <a:pt x="2366606" y="66860"/>
                  <a:pt x="2365729" y="64764"/>
                </a:cubicBezTo>
                <a:cubicBezTo>
                  <a:pt x="2364853" y="62668"/>
                  <a:pt x="2363195" y="60839"/>
                  <a:pt x="2360756" y="59276"/>
                </a:cubicBezTo>
                <a:cubicBezTo>
                  <a:pt x="2358317" y="57714"/>
                  <a:pt x="2355573" y="56933"/>
                  <a:pt x="2352525" y="56933"/>
                </a:cubicBezTo>
                <a:cubicBezTo>
                  <a:pt x="2347571" y="56933"/>
                  <a:pt x="2343493" y="58038"/>
                  <a:pt x="2340292" y="60248"/>
                </a:cubicBezTo>
                <a:cubicBezTo>
                  <a:pt x="2338311" y="61620"/>
                  <a:pt x="2337320" y="63220"/>
                  <a:pt x="2337320" y="65050"/>
                </a:cubicBezTo>
                <a:cubicBezTo>
                  <a:pt x="2337320" y="66650"/>
                  <a:pt x="2338387" y="68632"/>
                  <a:pt x="2340521" y="70994"/>
                </a:cubicBezTo>
                <a:cubicBezTo>
                  <a:pt x="2343417" y="74272"/>
                  <a:pt x="2344865" y="77435"/>
                  <a:pt x="2344865" y="80483"/>
                </a:cubicBezTo>
                <a:cubicBezTo>
                  <a:pt x="2344865" y="84218"/>
                  <a:pt x="2343474" y="87400"/>
                  <a:pt x="2340692" y="90029"/>
                </a:cubicBezTo>
                <a:cubicBezTo>
                  <a:pt x="2337911" y="92659"/>
                  <a:pt x="2334271" y="93973"/>
                  <a:pt x="2329775" y="93973"/>
                </a:cubicBezTo>
                <a:cubicBezTo>
                  <a:pt x="2324973" y="93973"/>
                  <a:pt x="2320953" y="92525"/>
                  <a:pt x="2317714" y="89629"/>
                </a:cubicBezTo>
                <a:cubicBezTo>
                  <a:pt x="2314474" y="86733"/>
                  <a:pt x="2312855" y="83341"/>
                  <a:pt x="2312855" y="79454"/>
                </a:cubicBezTo>
                <a:cubicBezTo>
                  <a:pt x="2312855" y="73967"/>
                  <a:pt x="2315027" y="68727"/>
                  <a:pt x="2319371" y="63735"/>
                </a:cubicBezTo>
                <a:cubicBezTo>
                  <a:pt x="2323715" y="58743"/>
                  <a:pt x="2329775" y="54913"/>
                  <a:pt x="2337548" y="52245"/>
                </a:cubicBezTo>
                <a:cubicBezTo>
                  <a:pt x="2345322" y="49578"/>
                  <a:pt x="2353401" y="48244"/>
                  <a:pt x="2361785" y="48244"/>
                </a:cubicBezTo>
                <a:cubicBezTo>
                  <a:pt x="2371922" y="48244"/>
                  <a:pt x="2379943" y="50403"/>
                  <a:pt x="2385850" y="54721"/>
                </a:cubicBezTo>
                <a:cubicBezTo>
                  <a:pt x="2391756" y="59037"/>
                  <a:pt x="2395586" y="63716"/>
                  <a:pt x="2397339" y="68758"/>
                </a:cubicBezTo>
                <a:cubicBezTo>
                  <a:pt x="2398406" y="71966"/>
                  <a:pt x="2398940" y="79338"/>
                  <a:pt x="2398940" y="90872"/>
                </a:cubicBezTo>
                <a:lnTo>
                  <a:pt x="2398940" y="132468"/>
                </a:lnTo>
                <a:cubicBezTo>
                  <a:pt x="2398940" y="137357"/>
                  <a:pt x="2399130" y="140433"/>
                  <a:pt x="2399511" y="141696"/>
                </a:cubicBezTo>
                <a:cubicBezTo>
                  <a:pt x="2399892" y="142956"/>
                  <a:pt x="2400464" y="143892"/>
                  <a:pt x="2401226" y="144504"/>
                </a:cubicBezTo>
                <a:cubicBezTo>
                  <a:pt x="2401988" y="145114"/>
                  <a:pt x="2402865" y="145418"/>
                  <a:pt x="2403856" y="145418"/>
                </a:cubicBezTo>
                <a:cubicBezTo>
                  <a:pt x="2405837" y="145418"/>
                  <a:pt x="2407857" y="144008"/>
                  <a:pt x="2409915" y="141188"/>
                </a:cubicBezTo>
                <a:lnTo>
                  <a:pt x="2413344" y="143932"/>
                </a:lnTo>
                <a:cubicBezTo>
                  <a:pt x="2409534" y="149572"/>
                  <a:pt x="2405590" y="153669"/>
                  <a:pt x="2401512" y="156222"/>
                </a:cubicBezTo>
                <a:cubicBezTo>
                  <a:pt x="2397435" y="158775"/>
                  <a:pt x="2392804" y="160052"/>
                  <a:pt x="2387622" y="160052"/>
                </a:cubicBezTo>
                <a:cubicBezTo>
                  <a:pt x="2381525" y="160052"/>
                  <a:pt x="2376761" y="158613"/>
                  <a:pt x="2373331" y="155736"/>
                </a:cubicBezTo>
                <a:cubicBezTo>
                  <a:pt x="2369902" y="152859"/>
                  <a:pt x="2367806" y="148505"/>
                  <a:pt x="2367044" y="142675"/>
                </a:cubicBezTo>
                <a:moveTo>
                  <a:pt x="2367044" y="134215"/>
                </a:moveTo>
                <a:lnTo>
                  <a:pt x="2367044" y="98453"/>
                </a:lnTo>
                <a:cubicBezTo>
                  <a:pt x="2357822" y="103891"/>
                  <a:pt x="2350962" y="109712"/>
                  <a:pt x="2346466" y="115916"/>
                </a:cubicBezTo>
                <a:cubicBezTo>
                  <a:pt x="2343493" y="120051"/>
                  <a:pt x="2342007" y="124225"/>
                  <a:pt x="2342007" y="128438"/>
                </a:cubicBezTo>
                <a:cubicBezTo>
                  <a:pt x="2342007" y="131961"/>
                  <a:pt x="2343265" y="135063"/>
                  <a:pt x="2345780" y="137745"/>
                </a:cubicBezTo>
                <a:cubicBezTo>
                  <a:pt x="2347685" y="139812"/>
                  <a:pt x="2350353" y="140846"/>
                  <a:pt x="2353782" y="140846"/>
                </a:cubicBezTo>
                <a:cubicBezTo>
                  <a:pt x="2357593" y="140846"/>
                  <a:pt x="2362014" y="138635"/>
                  <a:pt x="2367044" y="134215"/>
                </a:cubicBezTo>
                <a:close/>
                <a:moveTo>
                  <a:pt x="2466962" y="3430"/>
                </a:moveTo>
                <a:lnTo>
                  <a:pt x="2466962" y="136273"/>
                </a:lnTo>
                <a:cubicBezTo>
                  <a:pt x="2466962" y="143818"/>
                  <a:pt x="2467838" y="148639"/>
                  <a:pt x="2469591" y="150734"/>
                </a:cubicBezTo>
                <a:cubicBezTo>
                  <a:pt x="2471344" y="152830"/>
                  <a:pt x="2474774" y="154031"/>
                  <a:pt x="2479880" y="154336"/>
                </a:cubicBezTo>
                <a:lnTo>
                  <a:pt x="2479880" y="158451"/>
                </a:lnTo>
                <a:lnTo>
                  <a:pt x="2422147" y="158451"/>
                </a:lnTo>
                <a:lnTo>
                  <a:pt x="2422147" y="154336"/>
                </a:lnTo>
                <a:cubicBezTo>
                  <a:pt x="2426873" y="154183"/>
                  <a:pt x="2430378" y="152811"/>
                  <a:pt x="2432665" y="150220"/>
                </a:cubicBezTo>
                <a:cubicBezTo>
                  <a:pt x="2434189" y="148467"/>
                  <a:pt x="2434951" y="143818"/>
                  <a:pt x="2434951" y="136273"/>
                </a:cubicBezTo>
                <a:lnTo>
                  <a:pt x="2434951" y="25608"/>
                </a:lnTo>
                <a:cubicBezTo>
                  <a:pt x="2434951" y="18092"/>
                  <a:pt x="2434075" y="13279"/>
                  <a:pt x="2432322" y="11171"/>
                </a:cubicBezTo>
                <a:cubicBezTo>
                  <a:pt x="2430569" y="9061"/>
                  <a:pt x="2427177" y="7853"/>
                  <a:pt x="2422147" y="7545"/>
                </a:cubicBezTo>
                <a:lnTo>
                  <a:pt x="2422147" y="3430"/>
                </a:lnTo>
                <a:lnTo>
                  <a:pt x="2466962" y="3430"/>
                </a:lnTo>
                <a:close/>
                <a:moveTo>
                  <a:pt x="2515931" y="0"/>
                </a:moveTo>
                <a:cubicBezTo>
                  <a:pt x="2520885" y="0"/>
                  <a:pt x="2525077" y="1740"/>
                  <a:pt x="2528507" y="5220"/>
                </a:cubicBezTo>
                <a:cubicBezTo>
                  <a:pt x="2531936" y="8697"/>
                  <a:pt x="2533651" y="12883"/>
                  <a:pt x="2533651" y="17777"/>
                </a:cubicBezTo>
                <a:cubicBezTo>
                  <a:pt x="2533651" y="22672"/>
                  <a:pt x="2531917" y="26840"/>
                  <a:pt x="2528450" y="30281"/>
                </a:cubicBezTo>
                <a:cubicBezTo>
                  <a:pt x="2524982" y="33720"/>
                  <a:pt x="2520809" y="35440"/>
                  <a:pt x="2515931" y="35440"/>
                </a:cubicBezTo>
                <a:cubicBezTo>
                  <a:pt x="2511053" y="35440"/>
                  <a:pt x="2506900" y="33720"/>
                  <a:pt x="2503470" y="30281"/>
                </a:cubicBezTo>
                <a:cubicBezTo>
                  <a:pt x="2500040" y="26840"/>
                  <a:pt x="2498325" y="22672"/>
                  <a:pt x="2498325" y="17777"/>
                </a:cubicBezTo>
                <a:cubicBezTo>
                  <a:pt x="2498325" y="12883"/>
                  <a:pt x="2500040" y="8697"/>
                  <a:pt x="2503470" y="5220"/>
                </a:cubicBezTo>
                <a:cubicBezTo>
                  <a:pt x="2506900" y="1740"/>
                  <a:pt x="2511053" y="0"/>
                  <a:pt x="2515931" y="0"/>
                </a:cubicBezTo>
                <a:moveTo>
                  <a:pt x="2531936" y="51445"/>
                </a:moveTo>
                <a:lnTo>
                  <a:pt x="2531936" y="136273"/>
                </a:lnTo>
                <a:cubicBezTo>
                  <a:pt x="2531936" y="143818"/>
                  <a:pt x="2532813" y="148639"/>
                  <a:pt x="2534566" y="150734"/>
                </a:cubicBezTo>
                <a:cubicBezTo>
                  <a:pt x="2536319" y="152830"/>
                  <a:pt x="2539748" y="154031"/>
                  <a:pt x="2544855" y="154336"/>
                </a:cubicBezTo>
                <a:lnTo>
                  <a:pt x="2544855" y="158451"/>
                </a:lnTo>
                <a:lnTo>
                  <a:pt x="2487122" y="158451"/>
                </a:lnTo>
                <a:lnTo>
                  <a:pt x="2487122" y="154336"/>
                </a:lnTo>
                <a:cubicBezTo>
                  <a:pt x="2491847" y="154183"/>
                  <a:pt x="2495353" y="152811"/>
                  <a:pt x="2497640" y="150220"/>
                </a:cubicBezTo>
                <a:cubicBezTo>
                  <a:pt x="2499164" y="148467"/>
                  <a:pt x="2499926" y="143818"/>
                  <a:pt x="2499926" y="136273"/>
                </a:cubicBezTo>
                <a:lnTo>
                  <a:pt x="2499926" y="73852"/>
                </a:lnTo>
                <a:cubicBezTo>
                  <a:pt x="2499926" y="66212"/>
                  <a:pt x="2499050" y="61331"/>
                  <a:pt x="2497297" y="59208"/>
                </a:cubicBezTo>
                <a:cubicBezTo>
                  <a:pt x="2495544" y="57086"/>
                  <a:pt x="2492152" y="55870"/>
                  <a:pt x="2487122" y="55561"/>
                </a:cubicBezTo>
                <a:lnTo>
                  <a:pt x="2487122" y="51445"/>
                </a:lnTo>
                <a:lnTo>
                  <a:pt x="2531936" y="51445"/>
                </a:lnTo>
                <a:close/>
                <a:moveTo>
                  <a:pt x="2642868" y="158451"/>
                </a:moveTo>
                <a:lnTo>
                  <a:pt x="2549810" y="158451"/>
                </a:lnTo>
                <a:lnTo>
                  <a:pt x="2549810" y="155936"/>
                </a:lnTo>
                <a:lnTo>
                  <a:pt x="2608572" y="58533"/>
                </a:lnTo>
                <a:lnTo>
                  <a:pt x="2591423" y="58533"/>
                </a:lnTo>
                <a:cubicBezTo>
                  <a:pt x="2584030" y="58533"/>
                  <a:pt x="2578733" y="59198"/>
                  <a:pt x="2575532" y="60527"/>
                </a:cubicBezTo>
                <a:cubicBezTo>
                  <a:pt x="2572331" y="61853"/>
                  <a:pt x="2569740" y="63977"/>
                  <a:pt x="2567758" y="66897"/>
                </a:cubicBezTo>
                <a:cubicBezTo>
                  <a:pt x="2565777" y="69817"/>
                  <a:pt x="2563719" y="75031"/>
                  <a:pt x="2561585" y="82541"/>
                </a:cubicBezTo>
                <a:lnTo>
                  <a:pt x="2557584" y="82541"/>
                </a:lnTo>
                <a:lnTo>
                  <a:pt x="2557584" y="51445"/>
                </a:lnTo>
                <a:lnTo>
                  <a:pt x="2647556" y="51445"/>
                </a:lnTo>
                <a:lnTo>
                  <a:pt x="2647556" y="54528"/>
                </a:lnTo>
                <a:lnTo>
                  <a:pt x="2589251" y="150906"/>
                </a:lnTo>
                <a:lnTo>
                  <a:pt x="2596568" y="150906"/>
                </a:lnTo>
                <a:cubicBezTo>
                  <a:pt x="2611201" y="150906"/>
                  <a:pt x="2621757" y="148827"/>
                  <a:pt x="2628235" y="144668"/>
                </a:cubicBezTo>
                <a:cubicBezTo>
                  <a:pt x="2634713" y="140507"/>
                  <a:pt x="2639591" y="132907"/>
                  <a:pt x="2642868" y="121868"/>
                </a:cubicBezTo>
                <a:lnTo>
                  <a:pt x="2646069" y="121868"/>
                </a:lnTo>
                <a:lnTo>
                  <a:pt x="2642868" y="158451"/>
                </a:lnTo>
                <a:close/>
                <a:moveTo>
                  <a:pt x="2718243" y="142675"/>
                </a:moveTo>
                <a:cubicBezTo>
                  <a:pt x="2705210" y="154259"/>
                  <a:pt x="2693511" y="160052"/>
                  <a:pt x="2683146" y="160052"/>
                </a:cubicBezTo>
                <a:cubicBezTo>
                  <a:pt x="2677049" y="160052"/>
                  <a:pt x="2671980" y="158045"/>
                  <a:pt x="2667941" y="154032"/>
                </a:cubicBezTo>
                <a:cubicBezTo>
                  <a:pt x="2663901" y="150016"/>
                  <a:pt x="2661882" y="144989"/>
                  <a:pt x="2661882" y="138948"/>
                </a:cubicBezTo>
                <a:cubicBezTo>
                  <a:pt x="2661882" y="130765"/>
                  <a:pt x="2665388" y="123404"/>
                  <a:pt x="2672399" y="116866"/>
                </a:cubicBezTo>
                <a:cubicBezTo>
                  <a:pt x="2679411" y="110329"/>
                  <a:pt x="2694692" y="101630"/>
                  <a:pt x="2718243" y="90772"/>
                </a:cubicBezTo>
                <a:lnTo>
                  <a:pt x="2718243" y="80026"/>
                </a:lnTo>
                <a:cubicBezTo>
                  <a:pt x="2718243" y="71947"/>
                  <a:pt x="2717805" y="66860"/>
                  <a:pt x="2716928" y="64764"/>
                </a:cubicBezTo>
                <a:cubicBezTo>
                  <a:pt x="2716052" y="62668"/>
                  <a:pt x="2714394" y="60839"/>
                  <a:pt x="2711955" y="59276"/>
                </a:cubicBezTo>
                <a:cubicBezTo>
                  <a:pt x="2709516" y="57714"/>
                  <a:pt x="2706772" y="56933"/>
                  <a:pt x="2703724" y="56933"/>
                </a:cubicBezTo>
                <a:cubicBezTo>
                  <a:pt x="2698770" y="56933"/>
                  <a:pt x="2694692" y="58038"/>
                  <a:pt x="2691491" y="60248"/>
                </a:cubicBezTo>
                <a:cubicBezTo>
                  <a:pt x="2689510" y="61620"/>
                  <a:pt x="2688519" y="63220"/>
                  <a:pt x="2688519" y="65050"/>
                </a:cubicBezTo>
                <a:cubicBezTo>
                  <a:pt x="2688519" y="66650"/>
                  <a:pt x="2689586" y="68632"/>
                  <a:pt x="2691720" y="70994"/>
                </a:cubicBezTo>
                <a:cubicBezTo>
                  <a:pt x="2694616" y="74272"/>
                  <a:pt x="2696064" y="77435"/>
                  <a:pt x="2696064" y="80483"/>
                </a:cubicBezTo>
                <a:cubicBezTo>
                  <a:pt x="2696064" y="84218"/>
                  <a:pt x="2694673" y="87400"/>
                  <a:pt x="2691891" y="90029"/>
                </a:cubicBezTo>
                <a:cubicBezTo>
                  <a:pt x="2689110" y="92659"/>
                  <a:pt x="2685470" y="93973"/>
                  <a:pt x="2680974" y="93973"/>
                </a:cubicBezTo>
                <a:cubicBezTo>
                  <a:pt x="2676172" y="93973"/>
                  <a:pt x="2672152" y="92525"/>
                  <a:pt x="2668913" y="89629"/>
                </a:cubicBezTo>
                <a:cubicBezTo>
                  <a:pt x="2665673" y="86733"/>
                  <a:pt x="2664054" y="83341"/>
                  <a:pt x="2664054" y="79454"/>
                </a:cubicBezTo>
                <a:cubicBezTo>
                  <a:pt x="2664054" y="73967"/>
                  <a:pt x="2666226" y="68727"/>
                  <a:pt x="2670570" y="63735"/>
                </a:cubicBezTo>
                <a:cubicBezTo>
                  <a:pt x="2674914" y="58743"/>
                  <a:pt x="2680974" y="54913"/>
                  <a:pt x="2688748" y="52245"/>
                </a:cubicBezTo>
                <a:cubicBezTo>
                  <a:pt x="2696521" y="49578"/>
                  <a:pt x="2704600" y="48244"/>
                  <a:pt x="2712984" y="48244"/>
                </a:cubicBezTo>
                <a:cubicBezTo>
                  <a:pt x="2723121" y="48244"/>
                  <a:pt x="2731142" y="50403"/>
                  <a:pt x="2737049" y="54721"/>
                </a:cubicBezTo>
                <a:cubicBezTo>
                  <a:pt x="2742956" y="59037"/>
                  <a:pt x="2746785" y="63716"/>
                  <a:pt x="2748538" y="68758"/>
                </a:cubicBezTo>
                <a:cubicBezTo>
                  <a:pt x="2749605" y="71966"/>
                  <a:pt x="2750139" y="79338"/>
                  <a:pt x="2750139" y="90872"/>
                </a:cubicBezTo>
                <a:lnTo>
                  <a:pt x="2750139" y="132468"/>
                </a:lnTo>
                <a:cubicBezTo>
                  <a:pt x="2750139" y="137357"/>
                  <a:pt x="2750329" y="140433"/>
                  <a:pt x="2750710" y="141696"/>
                </a:cubicBezTo>
                <a:cubicBezTo>
                  <a:pt x="2751091" y="142956"/>
                  <a:pt x="2751663" y="143892"/>
                  <a:pt x="2752425" y="144504"/>
                </a:cubicBezTo>
                <a:cubicBezTo>
                  <a:pt x="2753187" y="145114"/>
                  <a:pt x="2754064" y="145418"/>
                  <a:pt x="2755055" y="145418"/>
                </a:cubicBezTo>
                <a:cubicBezTo>
                  <a:pt x="2757036" y="145418"/>
                  <a:pt x="2759056" y="144008"/>
                  <a:pt x="2761114" y="141188"/>
                </a:cubicBezTo>
                <a:lnTo>
                  <a:pt x="2764543" y="143932"/>
                </a:lnTo>
                <a:cubicBezTo>
                  <a:pt x="2760733" y="149572"/>
                  <a:pt x="2756789" y="153669"/>
                  <a:pt x="2752711" y="156222"/>
                </a:cubicBezTo>
                <a:cubicBezTo>
                  <a:pt x="2748634" y="158775"/>
                  <a:pt x="2744003" y="160052"/>
                  <a:pt x="2738821" y="160052"/>
                </a:cubicBezTo>
                <a:cubicBezTo>
                  <a:pt x="2732724" y="160052"/>
                  <a:pt x="2727960" y="158613"/>
                  <a:pt x="2724531" y="155736"/>
                </a:cubicBezTo>
                <a:cubicBezTo>
                  <a:pt x="2721101" y="152859"/>
                  <a:pt x="2719005" y="148505"/>
                  <a:pt x="2718243" y="142675"/>
                </a:cubicBezTo>
                <a:moveTo>
                  <a:pt x="2718243" y="134215"/>
                </a:moveTo>
                <a:lnTo>
                  <a:pt x="2718243" y="98453"/>
                </a:lnTo>
                <a:cubicBezTo>
                  <a:pt x="2709021" y="103891"/>
                  <a:pt x="2702161" y="109712"/>
                  <a:pt x="2697665" y="115916"/>
                </a:cubicBezTo>
                <a:cubicBezTo>
                  <a:pt x="2694692" y="120051"/>
                  <a:pt x="2693206" y="124225"/>
                  <a:pt x="2693206" y="128438"/>
                </a:cubicBezTo>
                <a:cubicBezTo>
                  <a:pt x="2693206" y="131961"/>
                  <a:pt x="2694464" y="135063"/>
                  <a:pt x="2696979" y="137745"/>
                </a:cubicBezTo>
                <a:cubicBezTo>
                  <a:pt x="2698884" y="139812"/>
                  <a:pt x="2701552" y="140846"/>
                  <a:pt x="2704981" y="140846"/>
                </a:cubicBezTo>
                <a:cubicBezTo>
                  <a:pt x="2708792" y="140846"/>
                  <a:pt x="2713213" y="138635"/>
                  <a:pt x="2718243" y="134215"/>
                </a:cubicBezTo>
                <a:close/>
                <a:moveTo>
                  <a:pt x="2818733" y="12118"/>
                </a:moveTo>
                <a:lnTo>
                  <a:pt x="2818733" y="51445"/>
                </a:lnTo>
                <a:lnTo>
                  <a:pt x="2844113" y="51445"/>
                </a:lnTo>
                <a:lnTo>
                  <a:pt x="2844113" y="62649"/>
                </a:lnTo>
                <a:lnTo>
                  <a:pt x="2818733" y="62649"/>
                </a:lnTo>
                <a:lnTo>
                  <a:pt x="2818733" y="128792"/>
                </a:lnTo>
                <a:cubicBezTo>
                  <a:pt x="2818733" y="134982"/>
                  <a:pt x="2819019" y="138975"/>
                  <a:pt x="2819590" y="140771"/>
                </a:cubicBezTo>
                <a:cubicBezTo>
                  <a:pt x="2820162" y="142566"/>
                  <a:pt x="2821172" y="144019"/>
                  <a:pt x="2822620" y="145129"/>
                </a:cubicBezTo>
                <a:cubicBezTo>
                  <a:pt x="2824068" y="146237"/>
                  <a:pt x="2825402" y="146790"/>
                  <a:pt x="2826621" y="146790"/>
                </a:cubicBezTo>
                <a:cubicBezTo>
                  <a:pt x="2831575" y="146790"/>
                  <a:pt x="2836262" y="142980"/>
                  <a:pt x="2840683" y="135358"/>
                </a:cubicBezTo>
                <a:lnTo>
                  <a:pt x="2844113" y="137898"/>
                </a:lnTo>
                <a:cubicBezTo>
                  <a:pt x="2837939" y="152667"/>
                  <a:pt x="2827917" y="160052"/>
                  <a:pt x="2814046" y="160052"/>
                </a:cubicBezTo>
                <a:cubicBezTo>
                  <a:pt x="2807263" y="160052"/>
                  <a:pt x="2801527" y="158159"/>
                  <a:pt x="2796840" y="154375"/>
                </a:cubicBezTo>
                <a:cubicBezTo>
                  <a:pt x="2792153" y="150588"/>
                  <a:pt x="2789161" y="146362"/>
                  <a:pt x="2787866" y="141696"/>
                </a:cubicBezTo>
                <a:cubicBezTo>
                  <a:pt x="2787104" y="139095"/>
                  <a:pt x="2786723" y="132058"/>
                  <a:pt x="2786723" y="120585"/>
                </a:cubicBezTo>
                <a:lnTo>
                  <a:pt x="2786723" y="62649"/>
                </a:lnTo>
                <a:lnTo>
                  <a:pt x="2772775" y="62649"/>
                </a:lnTo>
                <a:lnTo>
                  <a:pt x="2772775" y="58637"/>
                </a:lnTo>
                <a:cubicBezTo>
                  <a:pt x="2782378" y="51839"/>
                  <a:pt x="2790552" y="44698"/>
                  <a:pt x="2797297" y="37212"/>
                </a:cubicBezTo>
                <a:cubicBezTo>
                  <a:pt x="2804042" y="29726"/>
                  <a:pt x="2809930" y="21362"/>
                  <a:pt x="2814960" y="12118"/>
                </a:cubicBezTo>
                <a:lnTo>
                  <a:pt x="2818733" y="12118"/>
                </a:lnTo>
                <a:close/>
                <a:moveTo>
                  <a:pt x="2880008" y="0"/>
                </a:moveTo>
                <a:cubicBezTo>
                  <a:pt x="2884962" y="0"/>
                  <a:pt x="2889154" y="1740"/>
                  <a:pt x="2892583" y="5220"/>
                </a:cubicBezTo>
                <a:cubicBezTo>
                  <a:pt x="2896013" y="8697"/>
                  <a:pt x="2897728" y="12883"/>
                  <a:pt x="2897728" y="17777"/>
                </a:cubicBezTo>
                <a:cubicBezTo>
                  <a:pt x="2897728" y="22672"/>
                  <a:pt x="2895994" y="26840"/>
                  <a:pt x="2892526" y="30281"/>
                </a:cubicBezTo>
                <a:cubicBezTo>
                  <a:pt x="2889058" y="33720"/>
                  <a:pt x="2884886" y="35440"/>
                  <a:pt x="2880008" y="35440"/>
                </a:cubicBezTo>
                <a:cubicBezTo>
                  <a:pt x="2875130" y="35440"/>
                  <a:pt x="2870976" y="33720"/>
                  <a:pt x="2867547" y="30281"/>
                </a:cubicBezTo>
                <a:cubicBezTo>
                  <a:pt x="2864117" y="26840"/>
                  <a:pt x="2862402" y="22672"/>
                  <a:pt x="2862402" y="17777"/>
                </a:cubicBezTo>
                <a:cubicBezTo>
                  <a:pt x="2862402" y="12883"/>
                  <a:pt x="2864117" y="8697"/>
                  <a:pt x="2867547" y="5220"/>
                </a:cubicBezTo>
                <a:cubicBezTo>
                  <a:pt x="2870976" y="1740"/>
                  <a:pt x="2875130" y="0"/>
                  <a:pt x="2880008" y="0"/>
                </a:cubicBezTo>
                <a:moveTo>
                  <a:pt x="2896013" y="51445"/>
                </a:moveTo>
                <a:lnTo>
                  <a:pt x="2896013" y="136273"/>
                </a:lnTo>
                <a:cubicBezTo>
                  <a:pt x="2896013" y="143818"/>
                  <a:pt x="2896889" y="148639"/>
                  <a:pt x="2898642" y="150734"/>
                </a:cubicBezTo>
                <a:cubicBezTo>
                  <a:pt x="2900395" y="152830"/>
                  <a:pt x="2903825" y="154031"/>
                  <a:pt x="2908931" y="154336"/>
                </a:cubicBezTo>
                <a:lnTo>
                  <a:pt x="2908931" y="158451"/>
                </a:lnTo>
                <a:lnTo>
                  <a:pt x="2851199" y="158451"/>
                </a:lnTo>
                <a:lnTo>
                  <a:pt x="2851199" y="154336"/>
                </a:lnTo>
                <a:cubicBezTo>
                  <a:pt x="2855924" y="154183"/>
                  <a:pt x="2859430" y="152811"/>
                  <a:pt x="2861716" y="150220"/>
                </a:cubicBezTo>
                <a:cubicBezTo>
                  <a:pt x="2863241" y="148467"/>
                  <a:pt x="2864003" y="143818"/>
                  <a:pt x="2864003" y="136273"/>
                </a:cubicBezTo>
                <a:lnTo>
                  <a:pt x="2864003" y="73852"/>
                </a:lnTo>
                <a:cubicBezTo>
                  <a:pt x="2864003" y="66212"/>
                  <a:pt x="2863126" y="61331"/>
                  <a:pt x="2861373" y="59208"/>
                </a:cubicBezTo>
                <a:cubicBezTo>
                  <a:pt x="2859620" y="57086"/>
                  <a:pt x="2856229" y="55870"/>
                  <a:pt x="2851199" y="55561"/>
                </a:cubicBezTo>
                <a:lnTo>
                  <a:pt x="2851199" y="51445"/>
                </a:lnTo>
                <a:lnTo>
                  <a:pt x="2896013" y="51445"/>
                </a:lnTo>
                <a:close/>
                <a:moveTo>
                  <a:pt x="2969791" y="48244"/>
                </a:moveTo>
                <a:cubicBezTo>
                  <a:pt x="2979089" y="48244"/>
                  <a:pt x="2987739" y="50647"/>
                  <a:pt x="2995742" y="55454"/>
                </a:cubicBezTo>
                <a:cubicBezTo>
                  <a:pt x="3003744" y="60260"/>
                  <a:pt x="3009823" y="67088"/>
                  <a:pt x="3013976" y="75939"/>
                </a:cubicBezTo>
                <a:cubicBezTo>
                  <a:pt x="3018130" y="84789"/>
                  <a:pt x="3020207" y="94478"/>
                  <a:pt x="3020207" y="105005"/>
                </a:cubicBezTo>
                <a:cubicBezTo>
                  <a:pt x="3020207" y="120186"/>
                  <a:pt x="3016358" y="132889"/>
                  <a:pt x="3008660" y="143114"/>
                </a:cubicBezTo>
                <a:cubicBezTo>
                  <a:pt x="2999362" y="155473"/>
                  <a:pt x="2986520" y="161652"/>
                  <a:pt x="2970133" y="161652"/>
                </a:cubicBezTo>
                <a:cubicBezTo>
                  <a:pt x="2954052" y="161652"/>
                  <a:pt x="2941667" y="156006"/>
                  <a:pt x="2932979" y="144715"/>
                </a:cubicBezTo>
                <a:cubicBezTo>
                  <a:pt x="2924290" y="133423"/>
                  <a:pt x="2919946" y="120339"/>
                  <a:pt x="2919946" y="105463"/>
                </a:cubicBezTo>
                <a:cubicBezTo>
                  <a:pt x="2919946" y="90129"/>
                  <a:pt x="2924385" y="76759"/>
                  <a:pt x="2933264" y="65353"/>
                </a:cubicBezTo>
                <a:cubicBezTo>
                  <a:pt x="2942143" y="53947"/>
                  <a:pt x="2954319" y="48244"/>
                  <a:pt x="2969791" y="48244"/>
                </a:cubicBezTo>
                <a:moveTo>
                  <a:pt x="2970248" y="56247"/>
                </a:moveTo>
                <a:cubicBezTo>
                  <a:pt x="2966361" y="56247"/>
                  <a:pt x="2963026" y="57716"/>
                  <a:pt x="2960245" y="60655"/>
                </a:cubicBezTo>
                <a:cubicBezTo>
                  <a:pt x="2957463" y="63592"/>
                  <a:pt x="2955634" y="69390"/>
                  <a:pt x="2954757" y="78050"/>
                </a:cubicBezTo>
                <a:cubicBezTo>
                  <a:pt x="2953881" y="86710"/>
                  <a:pt x="2953442" y="98747"/>
                  <a:pt x="2953442" y="114162"/>
                </a:cubicBezTo>
                <a:cubicBezTo>
                  <a:pt x="2953442" y="122326"/>
                  <a:pt x="2953976" y="129957"/>
                  <a:pt x="2955043" y="137055"/>
                </a:cubicBezTo>
                <a:cubicBezTo>
                  <a:pt x="2955881" y="142471"/>
                  <a:pt x="2957672" y="146591"/>
                  <a:pt x="2960416" y="149416"/>
                </a:cubicBezTo>
                <a:cubicBezTo>
                  <a:pt x="2963160" y="152238"/>
                  <a:pt x="2966285" y="153650"/>
                  <a:pt x="2969791" y="153650"/>
                </a:cubicBezTo>
                <a:cubicBezTo>
                  <a:pt x="2973220" y="153650"/>
                  <a:pt x="2976078" y="152696"/>
                  <a:pt x="2978365" y="150788"/>
                </a:cubicBezTo>
                <a:cubicBezTo>
                  <a:pt x="2981337" y="148194"/>
                  <a:pt x="2983319" y="144569"/>
                  <a:pt x="2984310" y="139913"/>
                </a:cubicBezTo>
                <a:cubicBezTo>
                  <a:pt x="2985834" y="132666"/>
                  <a:pt x="2986596" y="118016"/>
                  <a:pt x="2986596" y="95963"/>
                </a:cubicBezTo>
                <a:cubicBezTo>
                  <a:pt x="2986596" y="82992"/>
                  <a:pt x="2985872" y="74085"/>
                  <a:pt x="2984424" y="69240"/>
                </a:cubicBezTo>
                <a:cubicBezTo>
                  <a:pt x="2982976" y="64393"/>
                  <a:pt x="2980842" y="60864"/>
                  <a:pt x="2978022" y="58651"/>
                </a:cubicBezTo>
                <a:cubicBezTo>
                  <a:pt x="2976040" y="57048"/>
                  <a:pt x="2973449" y="56247"/>
                  <a:pt x="2970248" y="56247"/>
                </a:cubicBezTo>
                <a:close/>
                <a:moveTo>
                  <a:pt x="3080112" y="51445"/>
                </a:moveTo>
                <a:lnTo>
                  <a:pt x="3080112" y="65393"/>
                </a:lnTo>
                <a:cubicBezTo>
                  <a:pt x="3085600" y="59407"/>
                  <a:pt x="3090858" y="55054"/>
                  <a:pt x="3095889" y="52331"/>
                </a:cubicBezTo>
                <a:cubicBezTo>
                  <a:pt x="3100919" y="49607"/>
                  <a:pt x="3106330" y="48244"/>
                  <a:pt x="3112122" y="48244"/>
                </a:cubicBezTo>
                <a:cubicBezTo>
                  <a:pt x="3119058" y="48244"/>
                  <a:pt x="3124812" y="50171"/>
                  <a:pt x="3129385" y="54025"/>
                </a:cubicBezTo>
                <a:cubicBezTo>
                  <a:pt x="3133958" y="57878"/>
                  <a:pt x="3137007" y="62667"/>
                  <a:pt x="3138531" y="68390"/>
                </a:cubicBezTo>
                <a:cubicBezTo>
                  <a:pt x="3139750" y="72741"/>
                  <a:pt x="3140360" y="81099"/>
                  <a:pt x="3140360" y="93462"/>
                </a:cubicBezTo>
                <a:lnTo>
                  <a:pt x="3140360" y="135129"/>
                </a:lnTo>
                <a:cubicBezTo>
                  <a:pt x="3140360" y="143361"/>
                  <a:pt x="3141103" y="148486"/>
                  <a:pt x="3142589" y="150506"/>
                </a:cubicBezTo>
                <a:cubicBezTo>
                  <a:pt x="3144076" y="152525"/>
                  <a:pt x="3147181" y="153802"/>
                  <a:pt x="3151907" y="154336"/>
                </a:cubicBezTo>
                <a:lnTo>
                  <a:pt x="3151907" y="158451"/>
                </a:lnTo>
                <a:lnTo>
                  <a:pt x="3097832" y="158451"/>
                </a:lnTo>
                <a:lnTo>
                  <a:pt x="3097832" y="154336"/>
                </a:lnTo>
                <a:cubicBezTo>
                  <a:pt x="3101872" y="153802"/>
                  <a:pt x="3104768" y="152125"/>
                  <a:pt x="3106521" y="149305"/>
                </a:cubicBezTo>
                <a:cubicBezTo>
                  <a:pt x="3107740" y="147400"/>
                  <a:pt x="3108350" y="142675"/>
                  <a:pt x="3108350" y="135129"/>
                </a:cubicBezTo>
                <a:lnTo>
                  <a:pt x="3108350" y="87571"/>
                </a:lnTo>
                <a:cubicBezTo>
                  <a:pt x="3108350" y="78806"/>
                  <a:pt x="3108007" y="73281"/>
                  <a:pt x="3107321" y="70994"/>
                </a:cubicBezTo>
                <a:cubicBezTo>
                  <a:pt x="3106635" y="68708"/>
                  <a:pt x="3105473" y="66936"/>
                  <a:pt x="3103834" y="65678"/>
                </a:cubicBezTo>
                <a:cubicBezTo>
                  <a:pt x="3102195" y="64421"/>
                  <a:pt x="3100385" y="63792"/>
                  <a:pt x="3098404" y="63792"/>
                </a:cubicBezTo>
                <a:cubicBezTo>
                  <a:pt x="3091849" y="63792"/>
                  <a:pt x="3085752" y="68517"/>
                  <a:pt x="3080112" y="77968"/>
                </a:cubicBezTo>
                <a:lnTo>
                  <a:pt x="3080112" y="135129"/>
                </a:lnTo>
                <a:cubicBezTo>
                  <a:pt x="3080112" y="143132"/>
                  <a:pt x="3080855" y="148200"/>
                  <a:pt x="3082341" y="150334"/>
                </a:cubicBezTo>
                <a:cubicBezTo>
                  <a:pt x="3083828" y="152468"/>
                  <a:pt x="3086590" y="153802"/>
                  <a:pt x="3090630" y="154336"/>
                </a:cubicBezTo>
                <a:lnTo>
                  <a:pt x="3090630" y="158451"/>
                </a:lnTo>
                <a:lnTo>
                  <a:pt x="3036555" y="158451"/>
                </a:lnTo>
                <a:lnTo>
                  <a:pt x="3036555" y="154336"/>
                </a:lnTo>
                <a:cubicBezTo>
                  <a:pt x="3041052" y="153878"/>
                  <a:pt x="3044253" y="152430"/>
                  <a:pt x="3046158" y="149991"/>
                </a:cubicBezTo>
                <a:cubicBezTo>
                  <a:pt x="3047454" y="148315"/>
                  <a:pt x="3048102" y="143361"/>
                  <a:pt x="3048102" y="135129"/>
                </a:cubicBezTo>
                <a:lnTo>
                  <a:pt x="3048102" y="74767"/>
                </a:lnTo>
                <a:cubicBezTo>
                  <a:pt x="3048102" y="66591"/>
                  <a:pt x="3047359" y="61500"/>
                  <a:pt x="3045872" y="59494"/>
                </a:cubicBezTo>
                <a:cubicBezTo>
                  <a:pt x="3044386" y="57489"/>
                  <a:pt x="3041281" y="56178"/>
                  <a:pt x="3036555" y="55561"/>
                </a:cubicBezTo>
                <a:lnTo>
                  <a:pt x="3036555" y="51445"/>
                </a:lnTo>
                <a:lnTo>
                  <a:pt x="3080112" y="51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9166B-2D69-4AD5-8BFF-DA3281B0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734" y="429401"/>
            <a:ext cx="663620" cy="23413"/>
          </a:xfrm>
          <a:custGeom xmlns:a="http://schemas.openxmlformats.org/drawingml/2006/main">
            <a:pathLst>
              <a:path w="663620" h="23413">
                <a:moveTo>
                  <a:pt x="663620" y="23413"/>
                </a:moveTo>
                <a:lnTo>
                  <a:pt x="663620" y="0"/>
                </a:lnTo>
                <a:lnTo>
                  <a:pt x="460445" y="0"/>
                </a:lnTo>
                <a:lnTo>
                  <a:pt x="460445" y="23413"/>
                </a:lnTo>
                <a:lnTo>
                  <a:pt x="312143" y="23413"/>
                </a:lnTo>
                <a:lnTo>
                  <a:pt x="312143" y="0"/>
                </a:lnTo>
                <a:lnTo>
                  <a:pt x="0" y="0"/>
                </a:lnTo>
                <a:lnTo>
                  <a:pt x="0" y="23413"/>
                </a:lnTo>
                <a:lnTo>
                  <a:pt x="663620" y="23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Text Stage2">
            <a:extLst xmlns:a="http://schemas.openxmlformats.org/drawingml/2006/main">
              <a:ext uri="{FF2B5EF4-FFF2-40B4-BE49-F238E27FC236}">
                <a16:creationId xmlns:a16="http://schemas.microsoft.com/office/drawing/2014/main" id="{F052650C-0C76-416F-85B9-3A07C6AB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52" y="247536"/>
            <a:ext cx="639748" cy="208982"/>
          </a:xfrm>
          <a:custGeom xmlns:a="http://schemas.openxmlformats.org/drawingml/2006/main">
            <a:pathLst>
              <a:path w="639748" h="208982">
                <a:moveTo>
                  <a:pt x="97860" y="0"/>
                </a:moveTo>
                <a:lnTo>
                  <a:pt x="99118" y="51674"/>
                </a:lnTo>
                <a:lnTo>
                  <a:pt x="94431" y="51674"/>
                </a:lnTo>
                <a:cubicBezTo>
                  <a:pt x="92220" y="38751"/>
                  <a:pt x="86790" y="28356"/>
                  <a:pt x="78140" y="20489"/>
                </a:cubicBezTo>
                <a:cubicBezTo>
                  <a:pt x="69489" y="12622"/>
                  <a:pt x="60134" y="8689"/>
                  <a:pt x="50073" y="8689"/>
                </a:cubicBezTo>
                <a:cubicBezTo>
                  <a:pt x="42299" y="8689"/>
                  <a:pt x="36145" y="10759"/>
                  <a:pt x="31610" y="14901"/>
                </a:cubicBezTo>
                <a:cubicBezTo>
                  <a:pt x="27075" y="19041"/>
                  <a:pt x="24808" y="23808"/>
                  <a:pt x="24808" y="29202"/>
                </a:cubicBezTo>
                <a:cubicBezTo>
                  <a:pt x="24808" y="32620"/>
                  <a:pt x="25608" y="35659"/>
                  <a:pt x="27209" y="38320"/>
                </a:cubicBezTo>
                <a:cubicBezTo>
                  <a:pt x="29419" y="41890"/>
                  <a:pt x="32963" y="45422"/>
                  <a:pt x="37841" y="48916"/>
                </a:cubicBezTo>
                <a:cubicBezTo>
                  <a:pt x="41423" y="51424"/>
                  <a:pt x="49692" y="55869"/>
                  <a:pt x="62649" y="62252"/>
                </a:cubicBezTo>
                <a:cubicBezTo>
                  <a:pt x="80788" y="71141"/>
                  <a:pt x="93021" y="79538"/>
                  <a:pt x="99346" y="87443"/>
                </a:cubicBezTo>
                <a:cubicBezTo>
                  <a:pt x="105596" y="95345"/>
                  <a:pt x="108721" y="104389"/>
                  <a:pt x="108721" y="114573"/>
                </a:cubicBezTo>
                <a:cubicBezTo>
                  <a:pt x="108721" y="127491"/>
                  <a:pt x="103672" y="138606"/>
                  <a:pt x="93573" y="147916"/>
                </a:cubicBezTo>
                <a:cubicBezTo>
                  <a:pt x="83475" y="157226"/>
                  <a:pt x="70651" y="161881"/>
                  <a:pt x="55104" y="161881"/>
                </a:cubicBezTo>
                <a:cubicBezTo>
                  <a:pt x="50226" y="161881"/>
                  <a:pt x="45615" y="161386"/>
                  <a:pt x="41270" y="160395"/>
                </a:cubicBezTo>
                <a:cubicBezTo>
                  <a:pt x="36926" y="159404"/>
                  <a:pt x="31477" y="157537"/>
                  <a:pt x="24922" y="154793"/>
                </a:cubicBezTo>
                <a:cubicBezTo>
                  <a:pt x="21264" y="153269"/>
                  <a:pt x="18254" y="152506"/>
                  <a:pt x="15891" y="152506"/>
                </a:cubicBezTo>
                <a:cubicBezTo>
                  <a:pt x="13909" y="152506"/>
                  <a:pt x="11813" y="153278"/>
                  <a:pt x="9603" y="154821"/>
                </a:cubicBezTo>
                <a:cubicBezTo>
                  <a:pt x="7393" y="156365"/>
                  <a:pt x="5602" y="158718"/>
                  <a:pt x="4230" y="161881"/>
                </a:cubicBezTo>
                <a:lnTo>
                  <a:pt x="0" y="161881"/>
                </a:lnTo>
                <a:lnTo>
                  <a:pt x="0" y="103348"/>
                </a:lnTo>
                <a:lnTo>
                  <a:pt x="4230" y="103348"/>
                </a:lnTo>
                <a:cubicBezTo>
                  <a:pt x="7583" y="119772"/>
                  <a:pt x="14043" y="132300"/>
                  <a:pt x="23608" y="140931"/>
                </a:cubicBezTo>
                <a:cubicBezTo>
                  <a:pt x="33173" y="149563"/>
                  <a:pt x="43481" y="153878"/>
                  <a:pt x="54532" y="153878"/>
                </a:cubicBezTo>
                <a:cubicBezTo>
                  <a:pt x="63068" y="153878"/>
                  <a:pt x="69870" y="151561"/>
                  <a:pt x="74939" y="146926"/>
                </a:cubicBezTo>
                <a:cubicBezTo>
                  <a:pt x="80007" y="142291"/>
                  <a:pt x="82541" y="136897"/>
                  <a:pt x="82541" y="130742"/>
                </a:cubicBezTo>
                <a:cubicBezTo>
                  <a:pt x="82541" y="127096"/>
                  <a:pt x="81569" y="123564"/>
                  <a:pt x="79626" y="120146"/>
                </a:cubicBezTo>
                <a:cubicBezTo>
                  <a:pt x="77682" y="116726"/>
                  <a:pt x="74729" y="113477"/>
                  <a:pt x="70766" y="110400"/>
                </a:cubicBezTo>
                <a:cubicBezTo>
                  <a:pt x="66803" y="107323"/>
                  <a:pt x="59791" y="103316"/>
                  <a:pt x="49730" y="98378"/>
                </a:cubicBezTo>
                <a:cubicBezTo>
                  <a:pt x="35631" y="91464"/>
                  <a:pt x="25494" y="85572"/>
                  <a:pt x="19321" y="80701"/>
                </a:cubicBezTo>
                <a:cubicBezTo>
                  <a:pt x="13147" y="75830"/>
                  <a:pt x="8403" y="70389"/>
                  <a:pt x="5087" y="64378"/>
                </a:cubicBezTo>
                <a:cubicBezTo>
                  <a:pt x="1772" y="58366"/>
                  <a:pt x="114" y="51746"/>
                  <a:pt x="114" y="44518"/>
                </a:cubicBezTo>
                <a:cubicBezTo>
                  <a:pt x="114" y="32190"/>
                  <a:pt x="4649" y="21689"/>
                  <a:pt x="13719" y="13015"/>
                </a:cubicBezTo>
                <a:cubicBezTo>
                  <a:pt x="22788" y="4338"/>
                  <a:pt x="34221" y="0"/>
                  <a:pt x="48016" y="0"/>
                </a:cubicBezTo>
                <a:cubicBezTo>
                  <a:pt x="53046" y="0"/>
                  <a:pt x="57923" y="617"/>
                  <a:pt x="62649" y="1851"/>
                </a:cubicBezTo>
                <a:cubicBezTo>
                  <a:pt x="66231" y="2775"/>
                  <a:pt x="70594" y="4488"/>
                  <a:pt x="75739" y="6992"/>
                </a:cubicBezTo>
                <a:cubicBezTo>
                  <a:pt x="80883" y="9495"/>
                  <a:pt x="84484" y="10746"/>
                  <a:pt x="86542" y="10746"/>
                </a:cubicBezTo>
                <a:cubicBezTo>
                  <a:pt x="88524" y="10746"/>
                  <a:pt x="90086" y="10131"/>
                  <a:pt x="91229" y="8899"/>
                </a:cubicBezTo>
                <a:cubicBezTo>
                  <a:pt x="92373" y="7666"/>
                  <a:pt x="93440" y="4699"/>
                  <a:pt x="94431" y="0"/>
                </a:cubicBezTo>
                <a:lnTo>
                  <a:pt x="97860" y="0"/>
                </a:lnTo>
                <a:close/>
                <a:moveTo>
                  <a:pt x="168361" y="12118"/>
                </a:moveTo>
                <a:lnTo>
                  <a:pt x="168361" y="51445"/>
                </a:lnTo>
                <a:lnTo>
                  <a:pt x="193741" y="51445"/>
                </a:lnTo>
                <a:lnTo>
                  <a:pt x="193741" y="62649"/>
                </a:lnTo>
                <a:lnTo>
                  <a:pt x="168361" y="62649"/>
                </a:lnTo>
                <a:lnTo>
                  <a:pt x="168361" y="128792"/>
                </a:lnTo>
                <a:cubicBezTo>
                  <a:pt x="168361" y="134982"/>
                  <a:pt x="168647" y="138975"/>
                  <a:pt x="169219" y="140771"/>
                </a:cubicBezTo>
                <a:cubicBezTo>
                  <a:pt x="169791" y="142566"/>
                  <a:pt x="170800" y="144019"/>
                  <a:pt x="172248" y="145129"/>
                </a:cubicBezTo>
                <a:cubicBezTo>
                  <a:pt x="173697" y="146237"/>
                  <a:pt x="175030" y="146790"/>
                  <a:pt x="176250" y="146790"/>
                </a:cubicBezTo>
                <a:cubicBezTo>
                  <a:pt x="181204" y="146790"/>
                  <a:pt x="185891" y="142980"/>
                  <a:pt x="190311" y="135358"/>
                </a:cubicBezTo>
                <a:lnTo>
                  <a:pt x="193741" y="137898"/>
                </a:lnTo>
                <a:cubicBezTo>
                  <a:pt x="187568" y="152667"/>
                  <a:pt x="177545" y="160052"/>
                  <a:pt x="163674" y="160052"/>
                </a:cubicBezTo>
                <a:cubicBezTo>
                  <a:pt x="156891" y="160052"/>
                  <a:pt x="151156" y="158159"/>
                  <a:pt x="146469" y="154375"/>
                </a:cubicBezTo>
                <a:cubicBezTo>
                  <a:pt x="141781" y="150588"/>
                  <a:pt x="138790" y="146362"/>
                  <a:pt x="137494" y="141696"/>
                </a:cubicBezTo>
                <a:cubicBezTo>
                  <a:pt x="136732" y="139095"/>
                  <a:pt x="136351" y="132058"/>
                  <a:pt x="136351" y="120585"/>
                </a:cubicBezTo>
                <a:lnTo>
                  <a:pt x="136351" y="62649"/>
                </a:lnTo>
                <a:lnTo>
                  <a:pt x="122404" y="62649"/>
                </a:lnTo>
                <a:lnTo>
                  <a:pt x="122404" y="58637"/>
                </a:lnTo>
                <a:cubicBezTo>
                  <a:pt x="132007" y="51839"/>
                  <a:pt x="140181" y="44698"/>
                  <a:pt x="146926" y="37212"/>
                </a:cubicBezTo>
                <a:cubicBezTo>
                  <a:pt x="153671" y="29726"/>
                  <a:pt x="159559" y="21362"/>
                  <a:pt x="164589" y="12118"/>
                </a:cubicBezTo>
                <a:lnTo>
                  <a:pt x="168361" y="12118"/>
                </a:lnTo>
                <a:close/>
                <a:moveTo>
                  <a:pt x="262905" y="142675"/>
                </a:moveTo>
                <a:cubicBezTo>
                  <a:pt x="249872" y="154259"/>
                  <a:pt x="238173" y="160052"/>
                  <a:pt x="227808" y="160052"/>
                </a:cubicBezTo>
                <a:cubicBezTo>
                  <a:pt x="221710" y="160052"/>
                  <a:pt x="216642" y="158045"/>
                  <a:pt x="212603" y="154032"/>
                </a:cubicBezTo>
                <a:cubicBezTo>
                  <a:pt x="208563" y="150016"/>
                  <a:pt x="206543" y="144989"/>
                  <a:pt x="206543" y="138948"/>
                </a:cubicBezTo>
                <a:cubicBezTo>
                  <a:pt x="206543" y="130765"/>
                  <a:pt x="210049" y="123404"/>
                  <a:pt x="217061" y="116866"/>
                </a:cubicBezTo>
                <a:cubicBezTo>
                  <a:pt x="224073" y="110329"/>
                  <a:pt x="239354" y="101630"/>
                  <a:pt x="262905" y="90772"/>
                </a:cubicBezTo>
                <a:lnTo>
                  <a:pt x="262905" y="80026"/>
                </a:lnTo>
                <a:cubicBezTo>
                  <a:pt x="262905" y="71947"/>
                  <a:pt x="262466" y="66860"/>
                  <a:pt x="261590" y="64764"/>
                </a:cubicBezTo>
                <a:cubicBezTo>
                  <a:pt x="260713" y="62668"/>
                  <a:pt x="259056" y="60839"/>
                  <a:pt x="256617" y="59276"/>
                </a:cubicBezTo>
                <a:cubicBezTo>
                  <a:pt x="254178" y="57714"/>
                  <a:pt x="251434" y="56933"/>
                  <a:pt x="248386" y="56933"/>
                </a:cubicBezTo>
                <a:cubicBezTo>
                  <a:pt x="243432" y="56933"/>
                  <a:pt x="239354" y="58038"/>
                  <a:pt x="236153" y="60248"/>
                </a:cubicBezTo>
                <a:cubicBezTo>
                  <a:pt x="234171" y="61620"/>
                  <a:pt x="233181" y="63220"/>
                  <a:pt x="233181" y="65050"/>
                </a:cubicBezTo>
                <a:cubicBezTo>
                  <a:pt x="233181" y="66650"/>
                  <a:pt x="234248" y="68632"/>
                  <a:pt x="236382" y="70994"/>
                </a:cubicBezTo>
                <a:cubicBezTo>
                  <a:pt x="239278" y="74272"/>
                  <a:pt x="240726" y="77435"/>
                  <a:pt x="240726" y="80483"/>
                </a:cubicBezTo>
                <a:cubicBezTo>
                  <a:pt x="240726" y="84218"/>
                  <a:pt x="239335" y="87400"/>
                  <a:pt x="236553" y="90029"/>
                </a:cubicBezTo>
                <a:cubicBezTo>
                  <a:pt x="233771" y="92659"/>
                  <a:pt x="230132" y="93973"/>
                  <a:pt x="225635" y="93973"/>
                </a:cubicBezTo>
                <a:cubicBezTo>
                  <a:pt x="220834" y="93973"/>
                  <a:pt x="216813" y="92525"/>
                  <a:pt x="213574" y="89629"/>
                </a:cubicBezTo>
                <a:cubicBezTo>
                  <a:pt x="210335" y="86733"/>
                  <a:pt x="208716" y="83341"/>
                  <a:pt x="208716" y="79454"/>
                </a:cubicBezTo>
                <a:cubicBezTo>
                  <a:pt x="208716" y="73967"/>
                  <a:pt x="210888" y="68727"/>
                  <a:pt x="215232" y="63735"/>
                </a:cubicBezTo>
                <a:cubicBezTo>
                  <a:pt x="219576" y="58743"/>
                  <a:pt x="225635" y="54913"/>
                  <a:pt x="233409" y="52245"/>
                </a:cubicBezTo>
                <a:cubicBezTo>
                  <a:pt x="241183" y="49578"/>
                  <a:pt x="249262" y="48244"/>
                  <a:pt x="257646" y="48244"/>
                </a:cubicBezTo>
                <a:cubicBezTo>
                  <a:pt x="267782" y="48244"/>
                  <a:pt x="275804" y="50403"/>
                  <a:pt x="281711" y="54721"/>
                </a:cubicBezTo>
                <a:cubicBezTo>
                  <a:pt x="287617" y="59037"/>
                  <a:pt x="291447" y="63716"/>
                  <a:pt x="293200" y="68758"/>
                </a:cubicBezTo>
                <a:cubicBezTo>
                  <a:pt x="294267" y="71966"/>
                  <a:pt x="294801" y="79338"/>
                  <a:pt x="294801" y="90872"/>
                </a:cubicBezTo>
                <a:lnTo>
                  <a:pt x="294801" y="132468"/>
                </a:lnTo>
                <a:cubicBezTo>
                  <a:pt x="294801" y="137357"/>
                  <a:pt x="294991" y="140433"/>
                  <a:pt x="295372" y="141696"/>
                </a:cubicBezTo>
                <a:cubicBezTo>
                  <a:pt x="295753" y="142956"/>
                  <a:pt x="296325" y="143892"/>
                  <a:pt x="297087" y="144504"/>
                </a:cubicBezTo>
                <a:cubicBezTo>
                  <a:pt x="297849" y="145114"/>
                  <a:pt x="298726" y="145418"/>
                  <a:pt x="299716" y="145418"/>
                </a:cubicBezTo>
                <a:cubicBezTo>
                  <a:pt x="301698" y="145418"/>
                  <a:pt x="303718" y="144008"/>
                  <a:pt x="305776" y="141188"/>
                </a:cubicBezTo>
                <a:lnTo>
                  <a:pt x="309205" y="143932"/>
                </a:lnTo>
                <a:cubicBezTo>
                  <a:pt x="305395" y="149572"/>
                  <a:pt x="301450" y="153669"/>
                  <a:pt x="297373" y="156222"/>
                </a:cubicBezTo>
                <a:cubicBezTo>
                  <a:pt x="293295" y="158775"/>
                  <a:pt x="288665" y="160052"/>
                  <a:pt x="283483" y="160052"/>
                </a:cubicBezTo>
                <a:cubicBezTo>
                  <a:pt x="277385" y="160052"/>
                  <a:pt x="272622" y="158613"/>
                  <a:pt x="269192" y="155736"/>
                </a:cubicBezTo>
                <a:cubicBezTo>
                  <a:pt x="265763" y="152859"/>
                  <a:pt x="263667" y="148505"/>
                  <a:pt x="262905" y="142675"/>
                </a:cubicBezTo>
                <a:moveTo>
                  <a:pt x="262905" y="134215"/>
                </a:moveTo>
                <a:lnTo>
                  <a:pt x="262905" y="98453"/>
                </a:lnTo>
                <a:cubicBezTo>
                  <a:pt x="253683" y="103891"/>
                  <a:pt x="246823" y="109712"/>
                  <a:pt x="242326" y="115916"/>
                </a:cubicBezTo>
                <a:cubicBezTo>
                  <a:pt x="239354" y="120051"/>
                  <a:pt x="237868" y="124225"/>
                  <a:pt x="237868" y="128438"/>
                </a:cubicBezTo>
                <a:cubicBezTo>
                  <a:pt x="237868" y="131961"/>
                  <a:pt x="239125" y="135063"/>
                  <a:pt x="241641" y="137745"/>
                </a:cubicBezTo>
                <a:cubicBezTo>
                  <a:pt x="243546" y="139812"/>
                  <a:pt x="246213" y="140846"/>
                  <a:pt x="249643" y="140846"/>
                </a:cubicBezTo>
                <a:cubicBezTo>
                  <a:pt x="253454" y="140846"/>
                  <a:pt x="257874" y="138635"/>
                  <a:pt x="262905" y="134215"/>
                </a:cubicBezTo>
                <a:close/>
                <a:moveTo>
                  <a:pt x="389574" y="52817"/>
                </a:moveTo>
                <a:lnTo>
                  <a:pt x="425585" y="52817"/>
                </a:lnTo>
                <a:lnTo>
                  <a:pt x="425585" y="65393"/>
                </a:lnTo>
                <a:lnTo>
                  <a:pt x="405122" y="65393"/>
                </a:lnTo>
                <a:cubicBezTo>
                  <a:pt x="408856" y="69127"/>
                  <a:pt x="411447" y="72519"/>
                  <a:pt x="412896" y="75567"/>
                </a:cubicBezTo>
                <a:cubicBezTo>
                  <a:pt x="414725" y="79683"/>
                  <a:pt x="415639" y="83989"/>
                  <a:pt x="415639" y="88486"/>
                </a:cubicBezTo>
                <a:cubicBezTo>
                  <a:pt x="415639" y="96107"/>
                  <a:pt x="413524" y="102719"/>
                  <a:pt x="409294" y="108321"/>
                </a:cubicBezTo>
                <a:cubicBezTo>
                  <a:pt x="405064" y="113923"/>
                  <a:pt x="399310" y="118305"/>
                  <a:pt x="392032" y="121468"/>
                </a:cubicBezTo>
                <a:cubicBezTo>
                  <a:pt x="384753" y="124631"/>
                  <a:pt x="378294" y="126212"/>
                  <a:pt x="372654" y="126212"/>
                </a:cubicBezTo>
                <a:cubicBezTo>
                  <a:pt x="372197" y="126212"/>
                  <a:pt x="367624" y="126022"/>
                  <a:pt x="358935" y="125641"/>
                </a:cubicBezTo>
                <a:cubicBezTo>
                  <a:pt x="355506" y="125641"/>
                  <a:pt x="352628" y="126759"/>
                  <a:pt x="350304" y="128995"/>
                </a:cubicBezTo>
                <a:cubicBezTo>
                  <a:pt x="347979" y="131232"/>
                  <a:pt x="346817" y="133903"/>
                  <a:pt x="346817" y="137009"/>
                </a:cubicBezTo>
                <a:cubicBezTo>
                  <a:pt x="346817" y="139738"/>
                  <a:pt x="347865" y="141974"/>
                  <a:pt x="349961" y="143718"/>
                </a:cubicBezTo>
                <a:cubicBezTo>
                  <a:pt x="352057" y="145461"/>
                  <a:pt x="355467" y="146333"/>
                  <a:pt x="360193" y="146333"/>
                </a:cubicBezTo>
                <a:lnTo>
                  <a:pt x="379971" y="146104"/>
                </a:lnTo>
                <a:cubicBezTo>
                  <a:pt x="395976" y="146104"/>
                  <a:pt x="406989" y="147861"/>
                  <a:pt x="413010" y="151374"/>
                </a:cubicBezTo>
                <a:cubicBezTo>
                  <a:pt x="421622" y="156259"/>
                  <a:pt x="425928" y="163779"/>
                  <a:pt x="425928" y="173935"/>
                </a:cubicBezTo>
                <a:cubicBezTo>
                  <a:pt x="425928" y="180425"/>
                  <a:pt x="423947" y="186323"/>
                  <a:pt x="419984" y="191630"/>
                </a:cubicBezTo>
                <a:cubicBezTo>
                  <a:pt x="416020" y="196936"/>
                  <a:pt x="410800" y="200849"/>
                  <a:pt x="404321" y="203369"/>
                </a:cubicBezTo>
                <a:cubicBezTo>
                  <a:pt x="394490" y="207111"/>
                  <a:pt x="383172" y="208982"/>
                  <a:pt x="370368" y="208982"/>
                </a:cubicBezTo>
                <a:cubicBezTo>
                  <a:pt x="360764" y="208982"/>
                  <a:pt x="352000" y="208048"/>
                  <a:pt x="344073" y="206181"/>
                </a:cubicBezTo>
                <a:cubicBezTo>
                  <a:pt x="336147" y="204314"/>
                  <a:pt x="330469" y="201721"/>
                  <a:pt x="327039" y="198403"/>
                </a:cubicBezTo>
                <a:cubicBezTo>
                  <a:pt x="323610" y="195088"/>
                  <a:pt x="321895" y="191600"/>
                  <a:pt x="321895" y="187939"/>
                </a:cubicBezTo>
                <a:cubicBezTo>
                  <a:pt x="321895" y="184433"/>
                  <a:pt x="323209" y="181288"/>
                  <a:pt x="325839" y="178504"/>
                </a:cubicBezTo>
                <a:cubicBezTo>
                  <a:pt x="328468" y="175722"/>
                  <a:pt x="333365" y="173379"/>
                  <a:pt x="340529" y="171473"/>
                </a:cubicBezTo>
                <a:cubicBezTo>
                  <a:pt x="330621" y="166596"/>
                  <a:pt x="325667" y="159814"/>
                  <a:pt x="325667" y="151127"/>
                </a:cubicBezTo>
                <a:cubicBezTo>
                  <a:pt x="325667" y="145869"/>
                  <a:pt x="327687" y="140763"/>
                  <a:pt x="331726" y="135812"/>
                </a:cubicBezTo>
                <a:cubicBezTo>
                  <a:pt x="335766" y="130858"/>
                  <a:pt x="342168" y="126552"/>
                  <a:pt x="350933" y="122893"/>
                </a:cubicBezTo>
                <a:cubicBezTo>
                  <a:pt x="340720" y="119154"/>
                  <a:pt x="333327" y="114231"/>
                  <a:pt x="328754" y="108124"/>
                </a:cubicBezTo>
                <a:cubicBezTo>
                  <a:pt x="324181" y="102017"/>
                  <a:pt x="321895" y="94957"/>
                  <a:pt x="321895" y="86942"/>
                </a:cubicBezTo>
                <a:cubicBezTo>
                  <a:pt x="321895" y="76487"/>
                  <a:pt x="326163" y="67423"/>
                  <a:pt x="334699" y="59751"/>
                </a:cubicBezTo>
                <a:cubicBezTo>
                  <a:pt x="343235" y="52080"/>
                  <a:pt x="354210" y="48244"/>
                  <a:pt x="367624" y="48244"/>
                </a:cubicBezTo>
                <a:cubicBezTo>
                  <a:pt x="374712" y="48244"/>
                  <a:pt x="382028" y="49768"/>
                  <a:pt x="389574" y="52817"/>
                </a:cubicBezTo>
                <a:moveTo>
                  <a:pt x="369796" y="55561"/>
                </a:moveTo>
                <a:cubicBezTo>
                  <a:pt x="365375" y="55561"/>
                  <a:pt x="361641" y="57787"/>
                  <a:pt x="358592" y="62238"/>
                </a:cubicBezTo>
                <a:cubicBezTo>
                  <a:pt x="355544" y="66687"/>
                  <a:pt x="354019" y="75911"/>
                  <a:pt x="354019" y="89911"/>
                </a:cubicBezTo>
                <a:cubicBezTo>
                  <a:pt x="354019" y="101246"/>
                  <a:pt x="355525" y="109025"/>
                  <a:pt x="358535" y="113247"/>
                </a:cubicBezTo>
                <a:cubicBezTo>
                  <a:pt x="361546" y="117470"/>
                  <a:pt x="365109" y="119582"/>
                  <a:pt x="369224" y="119582"/>
                </a:cubicBezTo>
                <a:cubicBezTo>
                  <a:pt x="373797" y="119582"/>
                  <a:pt x="377608" y="117489"/>
                  <a:pt x="380657" y="113304"/>
                </a:cubicBezTo>
                <a:cubicBezTo>
                  <a:pt x="383705" y="109120"/>
                  <a:pt x="385229" y="100979"/>
                  <a:pt x="385229" y="88882"/>
                </a:cubicBezTo>
                <a:cubicBezTo>
                  <a:pt x="385229" y="75266"/>
                  <a:pt x="383515" y="65984"/>
                  <a:pt x="380085" y="61038"/>
                </a:cubicBezTo>
                <a:cubicBezTo>
                  <a:pt x="377646" y="57386"/>
                  <a:pt x="374216" y="55561"/>
                  <a:pt x="369796" y="55561"/>
                </a:cubicBezTo>
                <a:moveTo>
                  <a:pt x="363051" y="174228"/>
                </a:moveTo>
                <a:cubicBezTo>
                  <a:pt x="355277" y="174228"/>
                  <a:pt x="350132" y="174873"/>
                  <a:pt x="347617" y="176164"/>
                </a:cubicBezTo>
                <a:cubicBezTo>
                  <a:pt x="343273" y="178515"/>
                  <a:pt x="341101" y="181702"/>
                  <a:pt x="341101" y="185724"/>
                </a:cubicBezTo>
                <a:cubicBezTo>
                  <a:pt x="341101" y="189595"/>
                  <a:pt x="343349" y="193104"/>
                  <a:pt x="347846" y="196253"/>
                </a:cubicBezTo>
                <a:cubicBezTo>
                  <a:pt x="352343" y="199404"/>
                  <a:pt x="360803" y="200979"/>
                  <a:pt x="373226" y="200979"/>
                </a:cubicBezTo>
                <a:cubicBezTo>
                  <a:pt x="383820" y="200979"/>
                  <a:pt x="392146" y="199575"/>
                  <a:pt x="398205" y="196767"/>
                </a:cubicBezTo>
                <a:cubicBezTo>
                  <a:pt x="404264" y="193959"/>
                  <a:pt x="407294" y="190013"/>
                  <a:pt x="407294" y="184928"/>
                </a:cubicBezTo>
                <a:cubicBezTo>
                  <a:pt x="407294" y="183032"/>
                  <a:pt x="406722" y="181438"/>
                  <a:pt x="405579" y="180148"/>
                </a:cubicBezTo>
                <a:cubicBezTo>
                  <a:pt x="403521" y="177871"/>
                  <a:pt x="400415" y="176314"/>
                  <a:pt x="396262" y="175478"/>
                </a:cubicBezTo>
                <a:cubicBezTo>
                  <a:pt x="392108" y="174645"/>
                  <a:pt x="381038" y="174228"/>
                  <a:pt x="363051" y="174228"/>
                </a:cubicBezTo>
                <a:close/>
                <a:moveTo>
                  <a:pt x="528590" y="101061"/>
                </a:moveTo>
                <a:lnTo>
                  <a:pt x="469943" y="101061"/>
                </a:lnTo>
                <a:cubicBezTo>
                  <a:pt x="470629" y="115275"/>
                  <a:pt x="474401" y="126509"/>
                  <a:pt x="481261" y="134761"/>
                </a:cubicBezTo>
                <a:cubicBezTo>
                  <a:pt x="486520" y="141104"/>
                  <a:pt x="492845" y="144275"/>
                  <a:pt x="500238" y="144275"/>
                </a:cubicBezTo>
                <a:cubicBezTo>
                  <a:pt x="504811" y="144275"/>
                  <a:pt x="508965" y="142999"/>
                  <a:pt x="512699" y="140445"/>
                </a:cubicBezTo>
                <a:cubicBezTo>
                  <a:pt x="516434" y="137892"/>
                  <a:pt x="520435" y="133300"/>
                  <a:pt x="524703" y="126670"/>
                </a:cubicBezTo>
                <a:lnTo>
                  <a:pt x="528590" y="129185"/>
                </a:lnTo>
                <a:cubicBezTo>
                  <a:pt x="522798" y="140998"/>
                  <a:pt x="516396" y="149363"/>
                  <a:pt x="509384" y="154278"/>
                </a:cubicBezTo>
                <a:cubicBezTo>
                  <a:pt x="502372" y="159194"/>
                  <a:pt x="494255" y="161652"/>
                  <a:pt x="485033" y="161652"/>
                </a:cubicBezTo>
                <a:cubicBezTo>
                  <a:pt x="469181" y="161652"/>
                  <a:pt x="457177" y="155549"/>
                  <a:pt x="449022" y="143343"/>
                </a:cubicBezTo>
                <a:cubicBezTo>
                  <a:pt x="442467" y="133501"/>
                  <a:pt x="439190" y="121295"/>
                  <a:pt x="439190" y="106724"/>
                </a:cubicBezTo>
                <a:cubicBezTo>
                  <a:pt x="439190" y="88870"/>
                  <a:pt x="444011" y="74661"/>
                  <a:pt x="453652" y="64096"/>
                </a:cubicBezTo>
                <a:cubicBezTo>
                  <a:pt x="463293" y="53528"/>
                  <a:pt x="474592" y="48244"/>
                  <a:pt x="487548" y="48244"/>
                </a:cubicBezTo>
                <a:cubicBezTo>
                  <a:pt x="498371" y="48244"/>
                  <a:pt x="507765" y="52684"/>
                  <a:pt x="515729" y="61563"/>
                </a:cubicBezTo>
                <a:cubicBezTo>
                  <a:pt x="523694" y="70442"/>
                  <a:pt x="527981" y="83608"/>
                  <a:pt x="528590" y="101061"/>
                </a:cubicBezTo>
                <a:moveTo>
                  <a:pt x="500467" y="93516"/>
                </a:moveTo>
                <a:cubicBezTo>
                  <a:pt x="500467" y="81245"/>
                  <a:pt x="499800" y="72824"/>
                  <a:pt x="498466" y="68251"/>
                </a:cubicBezTo>
                <a:cubicBezTo>
                  <a:pt x="497133" y="63678"/>
                  <a:pt x="495056" y="60210"/>
                  <a:pt x="492236" y="57847"/>
                </a:cubicBezTo>
                <a:cubicBezTo>
                  <a:pt x="490635" y="56475"/>
                  <a:pt x="488501" y="55789"/>
                  <a:pt x="485834" y="55789"/>
                </a:cubicBezTo>
                <a:cubicBezTo>
                  <a:pt x="481870" y="55789"/>
                  <a:pt x="478631" y="57733"/>
                  <a:pt x="476116" y="61620"/>
                </a:cubicBezTo>
                <a:cubicBezTo>
                  <a:pt x="471620" y="68403"/>
                  <a:pt x="469371" y="77701"/>
                  <a:pt x="469371" y="89515"/>
                </a:cubicBezTo>
                <a:lnTo>
                  <a:pt x="469371" y="93516"/>
                </a:lnTo>
                <a:lnTo>
                  <a:pt x="500467" y="93516"/>
                </a:lnTo>
                <a:close/>
                <a:moveTo>
                  <a:pt x="631059" y="158451"/>
                </a:moveTo>
                <a:lnTo>
                  <a:pt x="539830" y="158451"/>
                </a:lnTo>
                <a:lnTo>
                  <a:pt x="539830" y="155936"/>
                </a:lnTo>
                <a:cubicBezTo>
                  <a:pt x="567801" y="122659"/>
                  <a:pt x="584777" y="100272"/>
                  <a:pt x="590760" y="88775"/>
                </a:cubicBezTo>
                <a:cubicBezTo>
                  <a:pt x="596743" y="77276"/>
                  <a:pt x="599735" y="66044"/>
                  <a:pt x="599735" y="55079"/>
                </a:cubicBezTo>
                <a:cubicBezTo>
                  <a:pt x="599735" y="47083"/>
                  <a:pt x="597258" y="40439"/>
                  <a:pt x="592304" y="35147"/>
                </a:cubicBezTo>
                <a:cubicBezTo>
                  <a:pt x="587350" y="29855"/>
                  <a:pt x="581291" y="27209"/>
                  <a:pt x="574126" y="27209"/>
                </a:cubicBezTo>
                <a:cubicBezTo>
                  <a:pt x="562389" y="27209"/>
                  <a:pt x="553282" y="33069"/>
                  <a:pt x="546803" y="44789"/>
                </a:cubicBezTo>
                <a:lnTo>
                  <a:pt x="542573" y="43307"/>
                </a:lnTo>
                <a:cubicBezTo>
                  <a:pt x="546689" y="28643"/>
                  <a:pt x="552939" y="17797"/>
                  <a:pt x="561322" y="10771"/>
                </a:cubicBezTo>
                <a:cubicBezTo>
                  <a:pt x="569706" y="3743"/>
                  <a:pt x="579385" y="229"/>
                  <a:pt x="590360" y="229"/>
                </a:cubicBezTo>
                <a:cubicBezTo>
                  <a:pt x="598210" y="229"/>
                  <a:pt x="605375" y="2058"/>
                  <a:pt x="611853" y="5716"/>
                </a:cubicBezTo>
                <a:cubicBezTo>
                  <a:pt x="618331" y="9374"/>
                  <a:pt x="623400" y="14386"/>
                  <a:pt x="627058" y="20750"/>
                </a:cubicBezTo>
                <a:cubicBezTo>
                  <a:pt x="630716" y="27114"/>
                  <a:pt x="632545" y="33077"/>
                  <a:pt x="632545" y="38641"/>
                </a:cubicBezTo>
                <a:cubicBezTo>
                  <a:pt x="632545" y="48778"/>
                  <a:pt x="629725" y="59067"/>
                  <a:pt x="624085" y="69508"/>
                </a:cubicBezTo>
                <a:cubicBezTo>
                  <a:pt x="616388" y="83608"/>
                  <a:pt x="599582" y="103271"/>
                  <a:pt x="573669" y="128499"/>
                </a:cubicBezTo>
                <a:lnTo>
                  <a:pt x="607166" y="128499"/>
                </a:lnTo>
                <a:cubicBezTo>
                  <a:pt x="615397" y="128499"/>
                  <a:pt x="620751" y="128156"/>
                  <a:pt x="623228" y="127470"/>
                </a:cubicBezTo>
                <a:cubicBezTo>
                  <a:pt x="625705" y="126784"/>
                  <a:pt x="627744" y="125622"/>
                  <a:pt x="629344" y="123983"/>
                </a:cubicBezTo>
                <a:cubicBezTo>
                  <a:pt x="630945" y="122344"/>
                  <a:pt x="633041" y="118896"/>
                  <a:pt x="635632" y="113637"/>
                </a:cubicBezTo>
                <a:lnTo>
                  <a:pt x="639748" y="113637"/>
                </a:lnTo>
                <a:lnTo>
                  <a:pt x="631059" y="158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240E8-AC0E-4653-88A8-E59C0A28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354" y="429401"/>
            <a:ext cx="2164997" cy="23413"/>
          </a:xfrm>
          <a:custGeom xmlns:a="http://schemas.openxmlformats.org/drawingml/2006/main">
            <a:pathLst>
              <a:path w="2164997" h="23413">
                <a:moveTo>
                  <a:pt x="0" y="0"/>
                </a:moveTo>
                <a:lnTo>
                  <a:pt x="2164997" y="0"/>
                </a:lnTo>
                <a:lnTo>
                  <a:pt x="2164997" y="23413"/>
                </a:lnTo>
                <a:lnTo>
                  <a:pt x="0" y="234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Text :Draf">
            <a:extLst xmlns:a="http://schemas.openxmlformats.org/drawingml/2006/main">
              <a:ext uri="{FF2B5EF4-FFF2-40B4-BE49-F238E27FC236}">
                <a16:creationId xmlns:a16="http://schemas.microsoft.com/office/drawing/2014/main" id="{A5169361-8281-4830-A79C-A6330A20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360" y="247536"/>
            <a:ext cx="601903" cy="161424"/>
          </a:xfrm>
          <a:custGeom xmlns:a="http://schemas.openxmlformats.org/drawingml/2006/main">
            <a:pathLst>
              <a:path w="601903" h="161424">
                <a:moveTo>
                  <a:pt x="19092" y="48473"/>
                </a:moveTo>
                <a:cubicBezTo>
                  <a:pt x="24351" y="48473"/>
                  <a:pt x="28828" y="50321"/>
                  <a:pt x="32525" y="54017"/>
                </a:cubicBezTo>
                <a:cubicBezTo>
                  <a:pt x="36221" y="57714"/>
                  <a:pt x="38069" y="62192"/>
                  <a:pt x="38069" y="67450"/>
                </a:cubicBezTo>
                <a:cubicBezTo>
                  <a:pt x="38069" y="72709"/>
                  <a:pt x="36221" y="77187"/>
                  <a:pt x="32525" y="80883"/>
                </a:cubicBezTo>
                <a:cubicBezTo>
                  <a:pt x="28828" y="84580"/>
                  <a:pt x="24351" y="86428"/>
                  <a:pt x="19092" y="86428"/>
                </a:cubicBezTo>
                <a:cubicBezTo>
                  <a:pt x="13833" y="86428"/>
                  <a:pt x="9355" y="84580"/>
                  <a:pt x="5659" y="80883"/>
                </a:cubicBezTo>
                <a:cubicBezTo>
                  <a:pt x="1963" y="77187"/>
                  <a:pt x="114" y="72709"/>
                  <a:pt x="114" y="67450"/>
                </a:cubicBezTo>
                <a:cubicBezTo>
                  <a:pt x="114" y="62192"/>
                  <a:pt x="1963" y="57714"/>
                  <a:pt x="5659" y="54017"/>
                </a:cubicBezTo>
                <a:cubicBezTo>
                  <a:pt x="9355" y="50321"/>
                  <a:pt x="13833" y="48473"/>
                  <a:pt x="19092" y="48473"/>
                </a:cubicBezTo>
                <a:moveTo>
                  <a:pt x="18978" y="123240"/>
                </a:moveTo>
                <a:cubicBezTo>
                  <a:pt x="24313" y="123240"/>
                  <a:pt x="28828" y="125113"/>
                  <a:pt x="32525" y="128860"/>
                </a:cubicBezTo>
                <a:cubicBezTo>
                  <a:pt x="36221" y="132604"/>
                  <a:pt x="38069" y="137113"/>
                  <a:pt x="38069" y="142389"/>
                </a:cubicBezTo>
                <a:cubicBezTo>
                  <a:pt x="38069" y="147664"/>
                  <a:pt x="36202" y="152156"/>
                  <a:pt x="32468" y="155865"/>
                </a:cubicBezTo>
                <a:cubicBezTo>
                  <a:pt x="28733" y="159571"/>
                  <a:pt x="24236" y="161424"/>
                  <a:pt x="18978" y="161424"/>
                </a:cubicBezTo>
                <a:cubicBezTo>
                  <a:pt x="13719" y="161424"/>
                  <a:pt x="9241" y="159571"/>
                  <a:pt x="5545" y="155865"/>
                </a:cubicBezTo>
                <a:cubicBezTo>
                  <a:pt x="1848" y="152156"/>
                  <a:pt x="0" y="147664"/>
                  <a:pt x="0" y="142389"/>
                </a:cubicBezTo>
                <a:cubicBezTo>
                  <a:pt x="0" y="137113"/>
                  <a:pt x="1848" y="132604"/>
                  <a:pt x="5545" y="128860"/>
                </a:cubicBezTo>
                <a:cubicBezTo>
                  <a:pt x="9241" y="125113"/>
                  <a:pt x="13719" y="123240"/>
                  <a:pt x="18978" y="123240"/>
                </a:cubicBezTo>
                <a:close/>
                <a:moveTo>
                  <a:pt x="119580" y="158451"/>
                </a:moveTo>
                <a:lnTo>
                  <a:pt x="119580" y="154336"/>
                </a:lnTo>
                <a:lnTo>
                  <a:pt x="124724" y="154336"/>
                </a:lnTo>
                <a:cubicBezTo>
                  <a:pt x="129221" y="154336"/>
                  <a:pt x="132670" y="153627"/>
                  <a:pt x="135070" y="152210"/>
                </a:cubicBezTo>
                <a:cubicBezTo>
                  <a:pt x="137471" y="150793"/>
                  <a:pt x="139243" y="148859"/>
                  <a:pt x="140386" y="146408"/>
                </a:cubicBezTo>
                <a:cubicBezTo>
                  <a:pt x="141072" y="144798"/>
                  <a:pt x="141415" y="139971"/>
                  <a:pt x="141415" y="131928"/>
                </a:cubicBezTo>
                <a:lnTo>
                  <a:pt x="141415" y="29953"/>
                </a:lnTo>
                <a:cubicBezTo>
                  <a:pt x="141415" y="21986"/>
                  <a:pt x="140996" y="17007"/>
                  <a:pt x="140158" y="15016"/>
                </a:cubicBezTo>
                <a:cubicBezTo>
                  <a:pt x="139319" y="13022"/>
                  <a:pt x="137624" y="11279"/>
                  <a:pt x="135070" y="9785"/>
                </a:cubicBezTo>
                <a:cubicBezTo>
                  <a:pt x="132517" y="8292"/>
                  <a:pt x="129068" y="7545"/>
                  <a:pt x="124724" y="7545"/>
                </a:cubicBezTo>
                <a:lnTo>
                  <a:pt x="119580" y="7545"/>
                </a:lnTo>
                <a:lnTo>
                  <a:pt x="119580" y="3430"/>
                </a:lnTo>
                <a:lnTo>
                  <a:pt x="188973" y="3430"/>
                </a:lnTo>
                <a:cubicBezTo>
                  <a:pt x="207494" y="3430"/>
                  <a:pt x="222394" y="5945"/>
                  <a:pt x="233674" y="10975"/>
                </a:cubicBezTo>
                <a:cubicBezTo>
                  <a:pt x="247469" y="17148"/>
                  <a:pt x="257929" y="26485"/>
                  <a:pt x="265055" y="38984"/>
                </a:cubicBezTo>
                <a:cubicBezTo>
                  <a:pt x="272181" y="51483"/>
                  <a:pt x="275744" y="65621"/>
                  <a:pt x="275744" y="81398"/>
                </a:cubicBezTo>
                <a:cubicBezTo>
                  <a:pt x="275744" y="92296"/>
                  <a:pt x="273991" y="102338"/>
                  <a:pt x="270486" y="111522"/>
                </a:cubicBezTo>
                <a:cubicBezTo>
                  <a:pt x="266980" y="120706"/>
                  <a:pt x="262445" y="128289"/>
                  <a:pt x="256881" y="134272"/>
                </a:cubicBezTo>
                <a:cubicBezTo>
                  <a:pt x="251317" y="140255"/>
                  <a:pt x="244896" y="145056"/>
                  <a:pt x="237618" y="148677"/>
                </a:cubicBezTo>
                <a:cubicBezTo>
                  <a:pt x="230339" y="152297"/>
                  <a:pt x="221441" y="155098"/>
                  <a:pt x="210923" y="157079"/>
                </a:cubicBezTo>
                <a:cubicBezTo>
                  <a:pt x="206274" y="157994"/>
                  <a:pt x="198958" y="158451"/>
                  <a:pt x="188973" y="158451"/>
                </a:cubicBezTo>
                <a:lnTo>
                  <a:pt x="119580" y="158451"/>
                </a:lnTo>
                <a:moveTo>
                  <a:pt x="178684" y="12118"/>
                </a:moveTo>
                <a:lnTo>
                  <a:pt x="178684" y="132972"/>
                </a:lnTo>
                <a:cubicBezTo>
                  <a:pt x="178684" y="139369"/>
                  <a:pt x="178989" y="143292"/>
                  <a:pt x="179599" y="144740"/>
                </a:cubicBezTo>
                <a:cubicBezTo>
                  <a:pt x="180209" y="146185"/>
                  <a:pt x="181238" y="147288"/>
                  <a:pt x="182686" y="148048"/>
                </a:cubicBezTo>
                <a:cubicBezTo>
                  <a:pt x="184744" y="149191"/>
                  <a:pt x="187716" y="149763"/>
                  <a:pt x="191603" y="149763"/>
                </a:cubicBezTo>
                <a:cubicBezTo>
                  <a:pt x="204331" y="149763"/>
                  <a:pt x="214048" y="145422"/>
                  <a:pt x="220755" y="136741"/>
                </a:cubicBezTo>
                <a:cubicBezTo>
                  <a:pt x="229901" y="125013"/>
                  <a:pt x="234474" y="106813"/>
                  <a:pt x="234474" y="82141"/>
                </a:cubicBezTo>
                <a:cubicBezTo>
                  <a:pt x="234474" y="62265"/>
                  <a:pt x="231349" y="46388"/>
                  <a:pt x="225099" y="34508"/>
                </a:cubicBezTo>
                <a:cubicBezTo>
                  <a:pt x="220145" y="25216"/>
                  <a:pt x="213781" y="18895"/>
                  <a:pt x="206008" y="15544"/>
                </a:cubicBezTo>
                <a:cubicBezTo>
                  <a:pt x="200520" y="13184"/>
                  <a:pt x="191412" y="12042"/>
                  <a:pt x="178684" y="12118"/>
                </a:cubicBezTo>
                <a:close/>
                <a:moveTo>
                  <a:pt x="337782" y="51445"/>
                </a:moveTo>
                <a:lnTo>
                  <a:pt x="337782" y="75682"/>
                </a:lnTo>
                <a:cubicBezTo>
                  <a:pt x="344870" y="64630"/>
                  <a:pt x="351081" y="57295"/>
                  <a:pt x="356416" y="53674"/>
                </a:cubicBezTo>
                <a:cubicBezTo>
                  <a:pt x="361751" y="50054"/>
                  <a:pt x="366896" y="48244"/>
                  <a:pt x="371850" y="48244"/>
                </a:cubicBezTo>
                <a:cubicBezTo>
                  <a:pt x="376118" y="48244"/>
                  <a:pt x="379529" y="49564"/>
                  <a:pt x="382082" y="52203"/>
                </a:cubicBezTo>
                <a:cubicBezTo>
                  <a:pt x="384635" y="54842"/>
                  <a:pt x="385912" y="58570"/>
                  <a:pt x="385912" y="63388"/>
                </a:cubicBezTo>
                <a:cubicBezTo>
                  <a:pt x="385912" y="68514"/>
                  <a:pt x="384673" y="72492"/>
                  <a:pt x="382196" y="75324"/>
                </a:cubicBezTo>
                <a:cubicBezTo>
                  <a:pt x="379719" y="78154"/>
                  <a:pt x="376728" y="79569"/>
                  <a:pt x="373222" y="79569"/>
                </a:cubicBezTo>
                <a:cubicBezTo>
                  <a:pt x="369182" y="79569"/>
                  <a:pt x="365676" y="78273"/>
                  <a:pt x="362704" y="75682"/>
                </a:cubicBezTo>
                <a:cubicBezTo>
                  <a:pt x="359732" y="73090"/>
                  <a:pt x="357979" y="71642"/>
                  <a:pt x="357445" y="71337"/>
                </a:cubicBezTo>
                <a:cubicBezTo>
                  <a:pt x="356683" y="70880"/>
                  <a:pt x="355807" y="70651"/>
                  <a:pt x="354816" y="70651"/>
                </a:cubicBezTo>
                <a:cubicBezTo>
                  <a:pt x="352606" y="70651"/>
                  <a:pt x="350510" y="71490"/>
                  <a:pt x="348528" y="73167"/>
                </a:cubicBezTo>
                <a:cubicBezTo>
                  <a:pt x="345403" y="75758"/>
                  <a:pt x="343041" y="79454"/>
                  <a:pt x="341440" y="84256"/>
                </a:cubicBezTo>
                <a:cubicBezTo>
                  <a:pt x="339001" y="91649"/>
                  <a:pt x="337782" y="99804"/>
                  <a:pt x="337782" y="108721"/>
                </a:cubicBezTo>
                <a:lnTo>
                  <a:pt x="337782" y="133300"/>
                </a:lnTo>
                <a:lnTo>
                  <a:pt x="337896" y="139702"/>
                </a:lnTo>
                <a:cubicBezTo>
                  <a:pt x="337896" y="144047"/>
                  <a:pt x="338163" y="146828"/>
                  <a:pt x="338696" y="148048"/>
                </a:cubicBezTo>
                <a:cubicBezTo>
                  <a:pt x="339611" y="150106"/>
                  <a:pt x="340964" y="151611"/>
                  <a:pt x="342755" y="152564"/>
                </a:cubicBezTo>
                <a:cubicBezTo>
                  <a:pt x="344546" y="153516"/>
                  <a:pt x="347575" y="154107"/>
                  <a:pt x="351843" y="154336"/>
                </a:cubicBezTo>
                <a:lnTo>
                  <a:pt x="351843" y="158451"/>
                </a:lnTo>
                <a:lnTo>
                  <a:pt x="294110" y="158451"/>
                </a:lnTo>
                <a:lnTo>
                  <a:pt x="294110" y="154336"/>
                </a:lnTo>
                <a:cubicBezTo>
                  <a:pt x="298760" y="153955"/>
                  <a:pt x="301903" y="152678"/>
                  <a:pt x="303542" y="150506"/>
                </a:cubicBezTo>
                <a:cubicBezTo>
                  <a:pt x="305181" y="148334"/>
                  <a:pt x="306000" y="142598"/>
                  <a:pt x="306000" y="133300"/>
                </a:cubicBezTo>
                <a:lnTo>
                  <a:pt x="306000" y="74081"/>
                </a:lnTo>
                <a:cubicBezTo>
                  <a:pt x="306000" y="67946"/>
                  <a:pt x="305695" y="64035"/>
                  <a:pt x="305085" y="62349"/>
                </a:cubicBezTo>
                <a:cubicBezTo>
                  <a:pt x="304323" y="60200"/>
                  <a:pt x="303218" y="58628"/>
                  <a:pt x="301770" y="57633"/>
                </a:cubicBezTo>
                <a:cubicBezTo>
                  <a:pt x="300322" y="56635"/>
                  <a:pt x="297769" y="55944"/>
                  <a:pt x="294110" y="55561"/>
                </a:cubicBezTo>
                <a:lnTo>
                  <a:pt x="294110" y="51445"/>
                </a:lnTo>
                <a:lnTo>
                  <a:pt x="337782" y="51445"/>
                </a:lnTo>
                <a:close/>
                <a:moveTo>
                  <a:pt x="456370" y="142675"/>
                </a:moveTo>
                <a:cubicBezTo>
                  <a:pt x="443338" y="154259"/>
                  <a:pt x="431639" y="160052"/>
                  <a:pt x="421273" y="160052"/>
                </a:cubicBezTo>
                <a:cubicBezTo>
                  <a:pt x="415176" y="160052"/>
                  <a:pt x="410108" y="158045"/>
                  <a:pt x="406068" y="154032"/>
                </a:cubicBezTo>
                <a:cubicBezTo>
                  <a:pt x="402029" y="150016"/>
                  <a:pt x="400009" y="144989"/>
                  <a:pt x="400009" y="138948"/>
                </a:cubicBezTo>
                <a:cubicBezTo>
                  <a:pt x="400009" y="130765"/>
                  <a:pt x="403515" y="123404"/>
                  <a:pt x="410527" y="116866"/>
                </a:cubicBezTo>
                <a:cubicBezTo>
                  <a:pt x="417539" y="110329"/>
                  <a:pt x="432820" y="101630"/>
                  <a:pt x="456370" y="90772"/>
                </a:cubicBezTo>
                <a:lnTo>
                  <a:pt x="456370" y="80026"/>
                </a:lnTo>
                <a:cubicBezTo>
                  <a:pt x="456370" y="71947"/>
                  <a:pt x="455932" y="66860"/>
                  <a:pt x="455056" y="64764"/>
                </a:cubicBezTo>
                <a:cubicBezTo>
                  <a:pt x="454179" y="62668"/>
                  <a:pt x="452521" y="60839"/>
                  <a:pt x="450083" y="59276"/>
                </a:cubicBezTo>
                <a:cubicBezTo>
                  <a:pt x="447644" y="57714"/>
                  <a:pt x="444900" y="56933"/>
                  <a:pt x="441851" y="56933"/>
                </a:cubicBezTo>
                <a:cubicBezTo>
                  <a:pt x="436897" y="56933"/>
                  <a:pt x="432820" y="58038"/>
                  <a:pt x="429619" y="60248"/>
                </a:cubicBezTo>
                <a:cubicBezTo>
                  <a:pt x="427637" y="61620"/>
                  <a:pt x="426646" y="63220"/>
                  <a:pt x="426646" y="65050"/>
                </a:cubicBezTo>
                <a:cubicBezTo>
                  <a:pt x="426646" y="66650"/>
                  <a:pt x="427713" y="68632"/>
                  <a:pt x="429847" y="70994"/>
                </a:cubicBezTo>
                <a:cubicBezTo>
                  <a:pt x="432744" y="74272"/>
                  <a:pt x="434192" y="77435"/>
                  <a:pt x="434192" y="80483"/>
                </a:cubicBezTo>
                <a:cubicBezTo>
                  <a:pt x="434192" y="84218"/>
                  <a:pt x="432801" y="87400"/>
                  <a:pt x="430019" y="90029"/>
                </a:cubicBezTo>
                <a:cubicBezTo>
                  <a:pt x="427237" y="92659"/>
                  <a:pt x="423598" y="93973"/>
                  <a:pt x="419101" y="93973"/>
                </a:cubicBezTo>
                <a:cubicBezTo>
                  <a:pt x="414300" y="93973"/>
                  <a:pt x="410279" y="92525"/>
                  <a:pt x="407040" y="89629"/>
                </a:cubicBezTo>
                <a:cubicBezTo>
                  <a:pt x="403801" y="86733"/>
                  <a:pt x="402181" y="83341"/>
                  <a:pt x="402181" y="79454"/>
                </a:cubicBezTo>
                <a:cubicBezTo>
                  <a:pt x="402181" y="73967"/>
                  <a:pt x="404354" y="68727"/>
                  <a:pt x="408698" y="63735"/>
                </a:cubicBezTo>
                <a:cubicBezTo>
                  <a:pt x="413042" y="58743"/>
                  <a:pt x="419101" y="54913"/>
                  <a:pt x="426875" y="52245"/>
                </a:cubicBezTo>
                <a:cubicBezTo>
                  <a:pt x="434649" y="49578"/>
                  <a:pt x="442728" y="48244"/>
                  <a:pt x="451111" y="48244"/>
                </a:cubicBezTo>
                <a:cubicBezTo>
                  <a:pt x="461248" y="48244"/>
                  <a:pt x="469270" y="50403"/>
                  <a:pt x="475176" y="54721"/>
                </a:cubicBezTo>
                <a:cubicBezTo>
                  <a:pt x="481083" y="59037"/>
                  <a:pt x="484913" y="63716"/>
                  <a:pt x="486666" y="68758"/>
                </a:cubicBezTo>
                <a:cubicBezTo>
                  <a:pt x="487733" y="71966"/>
                  <a:pt x="488266" y="79338"/>
                  <a:pt x="488266" y="90872"/>
                </a:cubicBezTo>
                <a:lnTo>
                  <a:pt x="488266" y="132468"/>
                </a:lnTo>
                <a:cubicBezTo>
                  <a:pt x="488266" y="137357"/>
                  <a:pt x="488457" y="140433"/>
                  <a:pt x="488838" y="141696"/>
                </a:cubicBezTo>
                <a:cubicBezTo>
                  <a:pt x="489219" y="142956"/>
                  <a:pt x="489791" y="143892"/>
                  <a:pt x="490553" y="144504"/>
                </a:cubicBezTo>
                <a:cubicBezTo>
                  <a:pt x="491315" y="145114"/>
                  <a:pt x="492191" y="145418"/>
                  <a:pt x="493182" y="145418"/>
                </a:cubicBezTo>
                <a:cubicBezTo>
                  <a:pt x="495164" y="145418"/>
                  <a:pt x="497184" y="144008"/>
                  <a:pt x="499241" y="141188"/>
                </a:cubicBezTo>
                <a:lnTo>
                  <a:pt x="502671" y="143932"/>
                </a:lnTo>
                <a:cubicBezTo>
                  <a:pt x="498860" y="149572"/>
                  <a:pt x="494916" y="153669"/>
                  <a:pt x="490839" y="156222"/>
                </a:cubicBezTo>
                <a:cubicBezTo>
                  <a:pt x="486761" y="158775"/>
                  <a:pt x="482131" y="160052"/>
                  <a:pt x="476948" y="160052"/>
                </a:cubicBezTo>
                <a:cubicBezTo>
                  <a:pt x="470851" y="160052"/>
                  <a:pt x="466088" y="158613"/>
                  <a:pt x="462658" y="155736"/>
                </a:cubicBezTo>
                <a:cubicBezTo>
                  <a:pt x="459228" y="152859"/>
                  <a:pt x="457132" y="148505"/>
                  <a:pt x="456370" y="142675"/>
                </a:cubicBezTo>
                <a:moveTo>
                  <a:pt x="456370" y="134215"/>
                </a:moveTo>
                <a:lnTo>
                  <a:pt x="456370" y="98453"/>
                </a:lnTo>
                <a:cubicBezTo>
                  <a:pt x="447148" y="103891"/>
                  <a:pt x="440289" y="109712"/>
                  <a:pt x="435792" y="115916"/>
                </a:cubicBezTo>
                <a:cubicBezTo>
                  <a:pt x="432820" y="120051"/>
                  <a:pt x="431334" y="124225"/>
                  <a:pt x="431334" y="128438"/>
                </a:cubicBezTo>
                <a:cubicBezTo>
                  <a:pt x="431334" y="131961"/>
                  <a:pt x="432591" y="135063"/>
                  <a:pt x="435106" y="137745"/>
                </a:cubicBezTo>
                <a:cubicBezTo>
                  <a:pt x="437012" y="139812"/>
                  <a:pt x="439679" y="140846"/>
                  <a:pt x="443109" y="140846"/>
                </a:cubicBezTo>
                <a:cubicBezTo>
                  <a:pt x="446920" y="140846"/>
                  <a:pt x="451340" y="138635"/>
                  <a:pt x="456370" y="134215"/>
                </a:cubicBezTo>
                <a:close/>
                <a:moveTo>
                  <a:pt x="561319" y="62649"/>
                </a:moveTo>
                <a:lnTo>
                  <a:pt x="561319" y="136959"/>
                </a:lnTo>
                <a:cubicBezTo>
                  <a:pt x="561319" y="144123"/>
                  <a:pt x="562081" y="148619"/>
                  <a:pt x="563605" y="150449"/>
                </a:cubicBezTo>
                <a:cubicBezTo>
                  <a:pt x="566044" y="153269"/>
                  <a:pt x="570541" y="154564"/>
                  <a:pt x="577095" y="154336"/>
                </a:cubicBezTo>
                <a:lnTo>
                  <a:pt x="577095" y="158451"/>
                </a:lnTo>
                <a:lnTo>
                  <a:pt x="514103" y="158451"/>
                </a:lnTo>
                <a:lnTo>
                  <a:pt x="514103" y="154336"/>
                </a:lnTo>
                <a:cubicBezTo>
                  <a:pt x="518905" y="154259"/>
                  <a:pt x="522316" y="153707"/>
                  <a:pt x="524335" y="152678"/>
                </a:cubicBezTo>
                <a:cubicBezTo>
                  <a:pt x="526355" y="151649"/>
                  <a:pt x="527746" y="150220"/>
                  <a:pt x="528508" y="148391"/>
                </a:cubicBezTo>
                <a:cubicBezTo>
                  <a:pt x="529270" y="146562"/>
                  <a:pt x="529651" y="142751"/>
                  <a:pt x="529651" y="136959"/>
                </a:cubicBezTo>
                <a:lnTo>
                  <a:pt x="529651" y="62649"/>
                </a:lnTo>
                <a:lnTo>
                  <a:pt x="514103" y="62649"/>
                </a:lnTo>
                <a:lnTo>
                  <a:pt x="514103" y="51445"/>
                </a:lnTo>
                <a:lnTo>
                  <a:pt x="529651" y="51445"/>
                </a:lnTo>
                <a:lnTo>
                  <a:pt x="529651" y="43593"/>
                </a:lnTo>
                <a:lnTo>
                  <a:pt x="529537" y="38241"/>
                </a:lnTo>
                <a:cubicBezTo>
                  <a:pt x="529537" y="27316"/>
                  <a:pt x="533557" y="18212"/>
                  <a:pt x="541598" y="10929"/>
                </a:cubicBezTo>
                <a:cubicBezTo>
                  <a:pt x="549639" y="3643"/>
                  <a:pt x="560519" y="0"/>
                  <a:pt x="574237" y="0"/>
                </a:cubicBezTo>
                <a:cubicBezTo>
                  <a:pt x="583612" y="0"/>
                  <a:pt x="590566" y="1760"/>
                  <a:pt x="595101" y="5280"/>
                </a:cubicBezTo>
                <a:cubicBezTo>
                  <a:pt x="599636" y="8798"/>
                  <a:pt x="601903" y="12699"/>
                  <a:pt x="601903" y="16984"/>
                </a:cubicBezTo>
                <a:cubicBezTo>
                  <a:pt x="601903" y="20428"/>
                  <a:pt x="600493" y="23412"/>
                  <a:pt x="597673" y="25937"/>
                </a:cubicBezTo>
                <a:cubicBezTo>
                  <a:pt x="594853" y="28462"/>
                  <a:pt x="591119" y="29724"/>
                  <a:pt x="586470" y="29724"/>
                </a:cubicBezTo>
                <a:cubicBezTo>
                  <a:pt x="582507" y="29724"/>
                  <a:pt x="579363" y="28695"/>
                  <a:pt x="577038" y="26637"/>
                </a:cubicBezTo>
                <a:cubicBezTo>
                  <a:pt x="574714" y="24579"/>
                  <a:pt x="573551" y="22293"/>
                  <a:pt x="573551" y="19778"/>
                </a:cubicBezTo>
                <a:cubicBezTo>
                  <a:pt x="573551" y="19092"/>
                  <a:pt x="573780" y="17682"/>
                  <a:pt x="574237" y="15548"/>
                </a:cubicBezTo>
                <a:cubicBezTo>
                  <a:pt x="574542" y="14252"/>
                  <a:pt x="574695" y="13033"/>
                  <a:pt x="574695" y="11890"/>
                </a:cubicBezTo>
                <a:cubicBezTo>
                  <a:pt x="574695" y="10289"/>
                  <a:pt x="574237" y="9108"/>
                  <a:pt x="573323" y="8346"/>
                </a:cubicBezTo>
                <a:cubicBezTo>
                  <a:pt x="572103" y="7202"/>
                  <a:pt x="570617" y="6631"/>
                  <a:pt x="568864" y="6631"/>
                </a:cubicBezTo>
                <a:cubicBezTo>
                  <a:pt x="566654" y="6631"/>
                  <a:pt x="564806" y="7538"/>
                  <a:pt x="563319" y="9353"/>
                </a:cubicBezTo>
                <a:cubicBezTo>
                  <a:pt x="561833" y="11168"/>
                  <a:pt x="561090" y="14080"/>
                  <a:pt x="561090" y="18088"/>
                </a:cubicBezTo>
                <a:lnTo>
                  <a:pt x="561319" y="37944"/>
                </a:lnTo>
                <a:lnTo>
                  <a:pt x="561319" y="51445"/>
                </a:lnTo>
                <a:lnTo>
                  <a:pt x="577095" y="51445"/>
                </a:lnTo>
                <a:lnTo>
                  <a:pt x="577095" y="62649"/>
                </a:lnTo>
                <a:lnTo>
                  <a:pt x="561319" y="62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Text tTreeRetrieval">
            <a:extLst xmlns:a="http://schemas.openxmlformats.org/drawingml/2006/main">
              <a:ext uri="{FF2B5EF4-FFF2-40B4-BE49-F238E27FC236}">
                <a16:creationId xmlns:a16="http://schemas.microsoft.com/office/drawing/2014/main" id="{371B5404-8F2E-41AD-8325-3C2EA04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229" y="247536"/>
            <a:ext cx="1553601" cy="161652"/>
          </a:xfrm>
          <a:custGeom xmlns:a="http://schemas.openxmlformats.org/drawingml/2006/main">
            <a:pathLst>
              <a:path w="1553601" h="161652">
                <a:moveTo>
                  <a:pt x="45958" y="12118"/>
                </a:moveTo>
                <a:lnTo>
                  <a:pt x="45958" y="51445"/>
                </a:lnTo>
                <a:lnTo>
                  <a:pt x="71337" y="51445"/>
                </a:lnTo>
                <a:lnTo>
                  <a:pt x="71337" y="62649"/>
                </a:lnTo>
                <a:lnTo>
                  <a:pt x="45958" y="62649"/>
                </a:lnTo>
                <a:lnTo>
                  <a:pt x="45958" y="128792"/>
                </a:lnTo>
                <a:cubicBezTo>
                  <a:pt x="45958" y="134982"/>
                  <a:pt x="46244" y="138975"/>
                  <a:pt x="46815" y="140771"/>
                </a:cubicBezTo>
                <a:cubicBezTo>
                  <a:pt x="47387" y="142566"/>
                  <a:pt x="48397" y="144019"/>
                  <a:pt x="49845" y="145129"/>
                </a:cubicBezTo>
                <a:cubicBezTo>
                  <a:pt x="51293" y="146237"/>
                  <a:pt x="52627" y="146790"/>
                  <a:pt x="53846" y="146790"/>
                </a:cubicBezTo>
                <a:cubicBezTo>
                  <a:pt x="58800" y="146790"/>
                  <a:pt x="63487" y="142980"/>
                  <a:pt x="67908" y="135358"/>
                </a:cubicBezTo>
                <a:lnTo>
                  <a:pt x="71337" y="137898"/>
                </a:lnTo>
                <a:cubicBezTo>
                  <a:pt x="65164" y="152667"/>
                  <a:pt x="55142" y="160052"/>
                  <a:pt x="41270" y="160052"/>
                </a:cubicBezTo>
                <a:cubicBezTo>
                  <a:pt x="34487" y="160052"/>
                  <a:pt x="28752" y="158159"/>
                  <a:pt x="24065" y="154375"/>
                </a:cubicBezTo>
                <a:cubicBezTo>
                  <a:pt x="19378" y="150588"/>
                  <a:pt x="16386" y="146362"/>
                  <a:pt x="15091" y="141696"/>
                </a:cubicBezTo>
                <a:cubicBezTo>
                  <a:pt x="14328" y="139095"/>
                  <a:pt x="13947" y="132058"/>
                  <a:pt x="13947" y="120585"/>
                </a:cubicBezTo>
                <a:lnTo>
                  <a:pt x="13947" y="62649"/>
                </a:lnTo>
                <a:lnTo>
                  <a:pt x="0" y="62649"/>
                </a:lnTo>
                <a:lnTo>
                  <a:pt x="0" y="58637"/>
                </a:lnTo>
                <a:cubicBezTo>
                  <a:pt x="9603" y="51839"/>
                  <a:pt x="17777" y="44698"/>
                  <a:pt x="24522" y="37212"/>
                </a:cubicBezTo>
                <a:cubicBezTo>
                  <a:pt x="31267" y="29726"/>
                  <a:pt x="37155" y="21362"/>
                  <a:pt x="42185" y="12118"/>
                </a:cubicBezTo>
                <a:lnTo>
                  <a:pt x="45958" y="12118"/>
                </a:lnTo>
                <a:close/>
                <a:moveTo>
                  <a:pt x="275639" y="3430"/>
                </a:moveTo>
                <a:lnTo>
                  <a:pt x="275639" y="45500"/>
                </a:lnTo>
                <a:lnTo>
                  <a:pt x="271524" y="45500"/>
                </a:lnTo>
                <a:cubicBezTo>
                  <a:pt x="269085" y="35788"/>
                  <a:pt x="266379" y="28809"/>
                  <a:pt x="263407" y="24565"/>
                </a:cubicBezTo>
                <a:cubicBezTo>
                  <a:pt x="260435" y="20321"/>
                  <a:pt x="256357" y="16936"/>
                  <a:pt x="251174" y="14412"/>
                </a:cubicBezTo>
                <a:cubicBezTo>
                  <a:pt x="248278" y="13035"/>
                  <a:pt x="243210" y="12347"/>
                  <a:pt x="235969" y="12347"/>
                </a:cubicBezTo>
                <a:lnTo>
                  <a:pt x="224423" y="12347"/>
                </a:lnTo>
                <a:lnTo>
                  <a:pt x="224423" y="131928"/>
                </a:lnTo>
                <a:cubicBezTo>
                  <a:pt x="224423" y="139895"/>
                  <a:pt x="224861" y="144875"/>
                  <a:pt x="225738" y="146869"/>
                </a:cubicBezTo>
                <a:cubicBezTo>
                  <a:pt x="226614" y="148860"/>
                  <a:pt x="228329" y="150602"/>
                  <a:pt x="230882" y="152096"/>
                </a:cubicBezTo>
                <a:cubicBezTo>
                  <a:pt x="233435" y="153589"/>
                  <a:pt x="236922" y="154336"/>
                  <a:pt x="241343" y="154336"/>
                </a:cubicBezTo>
                <a:lnTo>
                  <a:pt x="246487" y="154336"/>
                </a:lnTo>
                <a:lnTo>
                  <a:pt x="246487" y="158451"/>
                </a:lnTo>
                <a:lnTo>
                  <a:pt x="165318" y="158451"/>
                </a:lnTo>
                <a:lnTo>
                  <a:pt x="165318" y="154336"/>
                </a:lnTo>
                <a:lnTo>
                  <a:pt x="170463" y="154336"/>
                </a:lnTo>
                <a:cubicBezTo>
                  <a:pt x="174959" y="154336"/>
                  <a:pt x="178580" y="153532"/>
                  <a:pt x="181323" y="151924"/>
                </a:cubicBezTo>
                <a:cubicBezTo>
                  <a:pt x="183305" y="150850"/>
                  <a:pt x="184867" y="149011"/>
                  <a:pt x="186010" y="146408"/>
                </a:cubicBezTo>
                <a:cubicBezTo>
                  <a:pt x="186849" y="144569"/>
                  <a:pt x="187268" y="139743"/>
                  <a:pt x="187268" y="131928"/>
                </a:cubicBezTo>
                <a:lnTo>
                  <a:pt x="187268" y="12347"/>
                </a:lnTo>
                <a:lnTo>
                  <a:pt x="176064" y="12347"/>
                </a:lnTo>
                <a:cubicBezTo>
                  <a:pt x="165623" y="12347"/>
                  <a:pt x="158040" y="14564"/>
                  <a:pt x="153314" y="18999"/>
                </a:cubicBezTo>
                <a:cubicBezTo>
                  <a:pt x="146683" y="25194"/>
                  <a:pt x="142492" y="34028"/>
                  <a:pt x="140739" y="45500"/>
                </a:cubicBezTo>
                <a:lnTo>
                  <a:pt x="136394" y="45500"/>
                </a:lnTo>
                <a:lnTo>
                  <a:pt x="136394" y="3430"/>
                </a:lnTo>
                <a:lnTo>
                  <a:pt x="275639" y="3430"/>
                </a:lnTo>
                <a:close/>
                <a:moveTo>
                  <a:pt x="318968" y="51445"/>
                </a:moveTo>
                <a:lnTo>
                  <a:pt x="318968" y="75682"/>
                </a:lnTo>
                <a:cubicBezTo>
                  <a:pt x="326056" y="64630"/>
                  <a:pt x="332267" y="57295"/>
                  <a:pt x="337602" y="53674"/>
                </a:cubicBezTo>
                <a:cubicBezTo>
                  <a:pt x="342937" y="50054"/>
                  <a:pt x="348082" y="48244"/>
                  <a:pt x="353036" y="48244"/>
                </a:cubicBezTo>
                <a:cubicBezTo>
                  <a:pt x="357304" y="48244"/>
                  <a:pt x="360714" y="49564"/>
                  <a:pt x="363268" y="52203"/>
                </a:cubicBezTo>
                <a:cubicBezTo>
                  <a:pt x="365821" y="54842"/>
                  <a:pt x="367097" y="58570"/>
                  <a:pt x="367097" y="63388"/>
                </a:cubicBezTo>
                <a:cubicBezTo>
                  <a:pt x="367097" y="68514"/>
                  <a:pt x="365859" y="72492"/>
                  <a:pt x="363382" y="75324"/>
                </a:cubicBezTo>
                <a:cubicBezTo>
                  <a:pt x="360905" y="78154"/>
                  <a:pt x="357914" y="79569"/>
                  <a:pt x="354408" y="79569"/>
                </a:cubicBezTo>
                <a:cubicBezTo>
                  <a:pt x="350368" y="79569"/>
                  <a:pt x="346862" y="78273"/>
                  <a:pt x="343890" y="75682"/>
                </a:cubicBezTo>
                <a:cubicBezTo>
                  <a:pt x="340918" y="73090"/>
                  <a:pt x="339165" y="71642"/>
                  <a:pt x="338631" y="71337"/>
                </a:cubicBezTo>
                <a:cubicBezTo>
                  <a:pt x="337869" y="70880"/>
                  <a:pt x="336993" y="70651"/>
                  <a:pt x="336002" y="70651"/>
                </a:cubicBezTo>
                <a:cubicBezTo>
                  <a:pt x="333791" y="70651"/>
                  <a:pt x="331696" y="71490"/>
                  <a:pt x="329714" y="73167"/>
                </a:cubicBezTo>
                <a:cubicBezTo>
                  <a:pt x="326589" y="75758"/>
                  <a:pt x="324226" y="79454"/>
                  <a:pt x="322626" y="84256"/>
                </a:cubicBezTo>
                <a:cubicBezTo>
                  <a:pt x="320187" y="91649"/>
                  <a:pt x="318968" y="99804"/>
                  <a:pt x="318968" y="108721"/>
                </a:cubicBezTo>
                <a:lnTo>
                  <a:pt x="318968" y="133300"/>
                </a:lnTo>
                <a:lnTo>
                  <a:pt x="319082" y="139702"/>
                </a:lnTo>
                <a:cubicBezTo>
                  <a:pt x="319082" y="144047"/>
                  <a:pt x="319349" y="146828"/>
                  <a:pt x="319882" y="148048"/>
                </a:cubicBezTo>
                <a:cubicBezTo>
                  <a:pt x="320797" y="150106"/>
                  <a:pt x="322150" y="151611"/>
                  <a:pt x="323941" y="152564"/>
                </a:cubicBezTo>
                <a:cubicBezTo>
                  <a:pt x="325732" y="153516"/>
                  <a:pt x="328761" y="154107"/>
                  <a:pt x="333029" y="154336"/>
                </a:cubicBezTo>
                <a:lnTo>
                  <a:pt x="333029" y="158451"/>
                </a:lnTo>
                <a:lnTo>
                  <a:pt x="275296" y="158451"/>
                </a:lnTo>
                <a:lnTo>
                  <a:pt x="275296" y="154336"/>
                </a:lnTo>
                <a:cubicBezTo>
                  <a:pt x="279946" y="153955"/>
                  <a:pt x="283089" y="152678"/>
                  <a:pt x="284728" y="150506"/>
                </a:cubicBezTo>
                <a:cubicBezTo>
                  <a:pt x="286367" y="148334"/>
                  <a:pt x="287186" y="142598"/>
                  <a:pt x="287186" y="133300"/>
                </a:cubicBezTo>
                <a:lnTo>
                  <a:pt x="287186" y="74081"/>
                </a:lnTo>
                <a:cubicBezTo>
                  <a:pt x="287186" y="67946"/>
                  <a:pt x="286881" y="64035"/>
                  <a:pt x="286271" y="62349"/>
                </a:cubicBezTo>
                <a:cubicBezTo>
                  <a:pt x="285509" y="60200"/>
                  <a:pt x="284404" y="58628"/>
                  <a:pt x="282956" y="57633"/>
                </a:cubicBezTo>
                <a:cubicBezTo>
                  <a:pt x="281508" y="56635"/>
                  <a:pt x="278955" y="55944"/>
                  <a:pt x="275296" y="55561"/>
                </a:cubicBezTo>
                <a:lnTo>
                  <a:pt x="275296" y="51445"/>
                </a:lnTo>
                <a:lnTo>
                  <a:pt x="318968" y="51445"/>
                </a:lnTo>
                <a:close/>
                <a:moveTo>
                  <a:pt x="464843" y="101061"/>
                </a:moveTo>
                <a:lnTo>
                  <a:pt x="406196" y="101061"/>
                </a:lnTo>
                <a:cubicBezTo>
                  <a:pt x="406882" y="115275"/>
                  <a:pt x="410654" y="126509"/>
                  <a:pt x="417514" y="134761"/>
                </a:cubicBezTo>
                <a:cubicBezTo>
                  <a:pt x="422773" y="141104"/>
                  <a:pt x="429098" y="144275"/>
                  <a:pt x="436491" y="144275"/>
                </a:cubicBezTo>
                <a:cubicBezTo>
                  <a:pt x="441064" y="144275"/>
                  <a:pt x="445218" y="142999"/>
                  <a:pt x="448952" y="140445"/>
                </a:cubicBezTo>
                <a:cubicBezTo>
                  <a:pt x="452687" y="137892"/>
                  <a:pt x="456688" y="133300"/>
                  <a:pt x="460956" y="126670"/>
                </a:cubicBezTo>
                <a:lnTo>
                  <a:pt x="464843" y="129185"/>
                </a:lnTo>
                <a:cubicBezTo>
                  <a:pt x="459051" y="140998"/>
                  <a:pt x="452649" y="149363"/>
                  <a:pt x="445637" y="154278"/>
                </a:cubicBezTo>
                <a:cubicBezTo>
                  <a:pt x="438625" y="159194"/>
                  <a:pt x="430508" y="161652"/>
                  <a:pt x="421286" y="161652"/>
                </a:cubicBezTo>
                <a:cubicBezTo>
                  <a:pt x="405434" y="161652"/>
                  <a:pt x="393430" y="155549"/>
                  <a:pt x="385275" y="143343"/>
                </a:cubicBezTo>
                <a:cubicBezTo>
                  <a:pt x="378720" y="133501"/>
                  <a:pt x="375443" y="121295"/>
                  <a:pt x="375443" y="106724"/>
                </a:cubicBezTo>
                <a:cubicBezTo>
                  <a:pt x="375443" y="88870"/>
                  <a:pt x="380264" y="74661"/>
                  <a:pt x="389905" y="64096"/>
                </a:cubicBezTo>
                <a:cubicBezTo>
                  <a:pt x="399546" y="53528"/>
                  <a:pt x="410845" y="48244"/>
                  <a:pt x="423801" y="48244"/>
                </a:cubicBezTo>
                <a:cubicBezTo>
                  <a:pt x="434624" y="48244"/>
                  <a:pt x="444018" y="52684"/>
                  <a:pt x="451982" y="61563"/>
                </a:cubicBezTo>
                <a:cubicBezTo>
                  <a:pt x="459947" y="70442"/>
                  <a:pt x="464234" y="83608"/>
                  <a:pt x="464843" y="101061"/>
                </a:cubicBezTo>
                <a:moveTo>
                  <a:pt x="436720" y="93516"/>
                </a:moveTo>
                <a:cubicBezTo>
                  <a:pt x="436720" y="81245"/>
                  <a:pt x="436053" y="72824"/>
                  <a:pt x="434719" y="68251"/>
                </a:cubicBezTo>
                <a:cubicBezTo>
                  <a:pt x="433386" y="63678"/>
                  <a:pt x="431309" y="60210"/>
                  <a:pt x="428489" y="57847"/>
                </a:cubicBezTo>
                <a:cubicBezTo>
                  <a:pt x="426888" y="56475"/>
                  <a:pt x="424754" y="55789"/>
                  <a:pt x="422087" y="55789"/>
                </a:cubicBezTo>
                <a:cubicBezTo>
                  <a:pt x="418123" y="55789"/>
                  <a:pt x="414884" y="57733"/>
                  <a:pt x="412369" y="61620"/>
                </a:cubicBezTo>
                <a:cubicBezTo>
                  <a:pt x="407873" y="68403"/>
                  <a:pt x="405624" y="77701"/>
                  <a:pt x="405624" y="89515"/>
                </a:cubicBezTo>
                <a:lnTo>
                  <a:pt x="405624" y="93516"/>
                </a:lnTo>
                <a:lnTo>
                  <a:pt x="436720" y="93516"/>
                </a:lnTo>
                <a:close/>
                <a:moveTo>
                  <a:pt x="568798" y="101061"/>
                </a:moveTo>
                <a:lnTo>
                  <a:pt x="510151" y="101061"/>
                </a:lnTo>
                <a:cubicBezTo>
                  <a:pt x="510837" y="115275"/>
                  <a:pt x="514609" y="126509"/>
                  <a:pt x="521469" y="134761"/>
                </a:cubicBezTo>
                <a:cubicBezTo>
                  <a:pt x="526728" y="141104"/>
                  <a:pt x="533053" y="144275"/>
                  <a:pt x="540446" y="144275"/>
                </a:cubicBezTo>
                <a:cubicBezTo>
                  <a:pt x="545019" y="144275"/>
                  <a:pt x="549173" y="142999"/>
                  <a:pt x="552907" y="140445"/>
                </a:cubicBezTo>
                <a:cubicBezTo>
                  <a:pt x="556642" y="137892"/>
                  <a:pt x="560643" y="133300"/>
                  <a:pt x="564911" y="126670"/>
                </a:cubicBezTo>
                <a:lnTo>
                  <a:pt x="568798" y="129185"/>
                </a:lnTo>
                <a:cubicBezTo>
                  <a:pt x="563006" y="140998"/>
                  <a:pt x="556604" y="149363"/>
                  <a:pt x="549592" y="154278"/>
                </a:cubicBezTo>
                <a:cubicBezTo>
                  <a:pt x="542580" y="159194"/>
                  <a:pt x="534463" y="161652"/>
                  <a:pt x="525241" y="161652"/>
                </a:cubicBezTo>
                <a:cubicBezTo>
                  <a:pt x="509389" y="161652"/>
                  <a:pt x="497385" y="155549"/>
                  <a:pt x="489230" y="143343"/>
                </a:cubicBezTo>
                <a:cubicBezTo>
                  <a:pt x="482675" y="133501"/>
                  <a:pt x="479398" y="121295"/>
                  <a:pt x="479398" y="106724"/>
                </a:cubicBezTo>
                <a:cubicBezTo>
                  <a:pt x="479398" y="88870"/>
                  <a:pt x="484219" y="74661"/>
                  <a:pt x="493860" y="64096"/>
                </a:cubicBezTo>
                <a:cubicBezTo>
                  <a:pt x="503501" y="53528"/>
                  <a:pt x="514800" y="48244"/>
                  <a:pt x="527756" y="48244"/>
                </a:cubicBezTo>
                <a:cubicBezTo>
                  <a:pt x="538579" y="48244"/>
                  <a:pt x="547973" y="52684"/>
                  <a:pt x="555937" y="61563"/>
                </a:cubicBezTo>
                <a:cubicBezTo>
                  <a:pt x="563902" y="70442"/>
                  <a:pt x="568189" y="83608"/>
                  <a:pt x="568798" y="101061"/>
                </a:cubicBezTo>
                <a:moveTo>
                  <a:pt x="540675" y="93516"/>
                </a:moveTo>
                <a:cubicBezTo>
                  <a:pt x="540675" y="81245"/>
                  <a:pt x="540008" y="72824"/>
                  <a:pt x="538674" y="68251"/>
                </a:cubicBezTo>
                <a:cubicBezTo>
                  <a:pt x="537341" y="63678"/>
                  <a:pt x="535264" y="60210"/>
                  <a:pt x="532444" y="57847"/>
                </a:cubicBezTo>
                <a:cubicBezTo>
                  <a:pt x="530843" y="56475"/>
                  <a:pt x="528709" y="55789"/>
                  <a:pt x="526042" y="55789"/>
                </a:cubicBezTo>
                <a:cubicBezTo>
                  <a:pt x="522078" y="55789"/>
                  <a:pt x="518839" y="57733"/>
                  <a:pt x="516324" y="61620"/>
                </a:cubicBezTo>
                <a:cubicBezTo>
                  <a:pt x="511828" y="68403"/>
                  <a:pt x="509579" y="77701"/>
                  <a:pt x="509579" y="89515"/>
                </a:cubicBezTo>
                <a:lnTo>
                  <a:pt x="509579" y="93516"/>
                </a:lnTo>
                <a:lnTo>
                  <a:pt x="540675" y="93516"/>
                </a:lnTo>
                <a:close/>
                <a:moveTo>
                  <a:pt x="695047" y="87800"/>
                </a:moveTo>
                <a:lnTo>
                  <a:pt x="695047" y="131471"/>
                </a:lnTo>
                <a:cubicBezTo>
                  <a:pt x="695047" y="139812"/>
                  <a:pt x="695561" y="145064"/>
                  <a:pt x="696590" y="147226"/>
                </a:cubicBezTo>
                <a:cubicBezTo>
                  <a:pt x="697619" y="149386"/>
                  <a:pt x="699429" y="151112"/>
                  <a:pt x="702020" y="152403"/>
                </a:cubicBezTo>
                <a:cubicBezTo>
                  <a:pt x="704612" y="153691"/>
                  <a:pt x="709451" y="154336"/>
                  <a:pt x="716539" y="154336"/>
                </a:cubicBezTo>
                <a:lnTo>
                  <a:pt x="716539" y="158451"/>
                </a:lnTo>
                <a:lnTo>
                  <a:pt x="637199" y="158451"/>
                </a:lnTo>
                <a:lnTo>
                  <a:pt x="637199" y="154336"/>
                </a:lnTo>
                <a:cubicBezTo>
                  <a:pt x="644364" y="154336"/>
                  <a:pt x="649222" y="153672"/>
                  <a:pt x="651775" y="152346"/>
                </a:cubicBezTo>
                <a:cubicBezTo>
                  <a:pt x="654329" y="151019"/>
                  <a:pt x="656120" y="149293"/>
                  <a:pt x="657149" y="147169"/>
                </a:cubicBezTo>
                <a:cubicBezTo>
                  <a:pt x="658178" y="145045"/>
                  <a:pt x="658692" y="139812"/>
                  <a:pt x="658692" y="131471"/>
                </a:cubicBezTo>
                <a:lnTo>
                  <a:pt x="658692" y="30410"/>
                </a:lnTo>
                <a:cubicBezTo>
                  <a:pt x="658692" y="22069"/>
                  <a:pt x="658178" y="16819"/>
                  <a:pt x="657149" y="14658"/>
                </a:cubicBezTo>
                <a:cubicBezTo>
                  <a:pt x="656120" y="12496"/>
                  <a:pt x="654310" y="10770"/>
                  <a:pt x="651718" y="9482"/>
                </a:cubicBezTo>
                <a:cubicBezTo>
                  <a:pt x="649127" y="8191"/>
                  <a:pt x="644287" y="7545"/>
                  <a:pt x="637199" y="7545"/>
                </a:cubicBezTo>
                <a:lnTo>
                  <a:pt x="637199" y="3430"/>
                </a:lnTo>
                <a:lnTo>
                  <a:pt x="709223" y="3430"/>
                </a:lnTo>
                <a:cubicBezTo>
                  <a:pt x="727972" y="3430"/>
                  <a:pt x="741690" y="4724"/>
                  <a:pt x="750379" y="7313"/>
                </a:cubicBezTo>
                <a:cubicBezTo>
                  <a:pt x="759067" y="9902"/>
                  <a:pt x="766155" y="14680"/>
                  <a:pt x="771643" y="21646"/>
                </a:cubicBezTo>
                <a:cubicBezTo>
                  <a:pt x="777130" y="28613"/>
                  <a:pt x="779874" y="36779"/>
                  <a:pt x="779874" y="46143"/>
                </a:cubicBezTo>
                <a:cubicBezTo>
                  <a:pt x="779874" y="57566"/>
                  <a:pt x="775758" y="67009"/>
                  <a:pt x="767527" y="74470"/>
                </a:cubicBezTo>
                <a:cubicBezTo>
                  <a:pt x="762268" y="79191"/>
                  <a:pt x="754914" y="82732"/>
                  <a:pt x="745463" y="85092"/>
                </a:cubicBezTo>
                <a:lnTo>
                  <a:pt x="782732" y="137695"/>
                </a:lnTo>
                <a:cubicBezTo>
                  <a:pt x="787610" y="144411"/>
                  <a:pt x="791078" y="148599"/>
                  <a:pt x="793135" y="150259"/>
                </a:cubicBezTo>
                <a:cubicBezTo>
                  <a:pt x="796260" y="152598"/>
                  <a:pt x="799881" y="153881"/>
                  <a:pt x="803996" y="154107"/>
                </a:cubicBezTo>
                <a:lnTo>
                  <a:pt x="803996" y="158451"/>
                </a:lnTo>
                <a:lnTo>
                  <a:pt x="755180" y="158451"/>
                </a:lnTo>
                <a:lnTo>
                  <a:pt x="705221" y="87800"/>
                </a:lnTo>
                <a:lnTo>
                  <a:pt x="695047" y="87800"/>
                </a:lnTo>
                <a:moveTo>
                  <a:pt x="695047" y="12118"/>
                </a:moveTo>
                <a:lnTo>
                  <a:pt x="695047" y="79569"/>
                </a:lnTo>
                <a:lnTo>
                  <a:pt x="701563" y="79569"/>
                </a:lnTo>
                <a:cubicBezTo>
                  <a:pt x="712157" y="79569"/>
                  <a:pt x="720083" y="78604"/>
                  <a:pt x="725342" y="76675"/>
                </a:cubicBezTo>
                <a:cubicBezTo>
                  <a:pt x="730601" y="74743"/>
                  <a:pt x="734736" y="71261"/>
                  <a:pt x="737746" y="66229"/>
                </a:cubicBezTo>
                <a:cubicBezTo>
                  <a:pt x="740757" y="61194"/>
                  <a:pt x="742262" y="54626"/>
                  <a:pt x="742262" y="46526"/>
                </a:cubicBezTo>
                <a:cubicBezTo>
                  <a:pt x="742262" y="34791"/>
                  <a:pt x="739499" y="26123"/>
                  <a:pt x="733973" y="20521"/>
                </a:cubicBezTo>
                <a:cubicBezTo>
                  <a:pt x="728448" y="14919"/>
                  <a:pt x="719550" y="12118"/>
                  <a:pt x="707279" y="12118"/>
                </a:cubicBezTo>
                <a:lnTo>
                  <a:pt x="695047" y="12118"/>
                </a:lnTo>
                <a:close/>
                <a:moveTo>
                  <a:pt x="900331" y="101061"/>
                </a:moveTo>
                <a:lnTo>
                  <a:pt x="841683" y="101061"/>
                </a:lnTo>
                <a:cubicBezTo>
                  <a:pt x="842369" y="115275"/>
                  <a:pt x="846142" y="126509"/>
                  <a:pt x="853001" y="134761"/>
                </a:cubicBezTo>
                <a:cubicBezTo>
                  <a:pt x="858260" y="141104"/>
                  <a:pt x="864586" y="144275"/>
                  <a:pt x="871979" y="144275"/>
                </a:cubicBezTo>
                <a:cubicBezTo>
                  <a:pt x="876551" y="144275"/>
                  <a:pt x="880705" y="142999"/>
                  <a:pt x="884440" y="140445"/>
                </a:cubicBezTo>
                <a:cubicBezTo>
                  <a:pt x="888174" y="137892"/>
                  <a:pt x="892176" y="133300"/>
                  <a:pt x="896444" y="126670"/>
                </a:cubicBezTo>
                <a:lnTo>
                  <a:pt x="900331" y="129185"/>
                </a:lnTo>
                <a:cubicBezTo>
                  <a:pt x="894538" y="140998"/>
                  <a:pt x="888136" y="149363"/>
                  <a:pt x="881124" y="154278"/>
                </a:cubicBezTo>
                <a:cubicBezTo>
                  <a:pt x="874113" y="159194"/>
                  <a:pt x="865996" y="161652"/>
                  <a:pt x="856774" y="161652"/>
                </a:cubicBezTo>
                <a:cubicBezTo>
                  <a:pt x="840921" y="161652"/>
                  <a:pt x="828917" y="155549"/>
                  <a:pt x="820762" y="143343"/>
                </a:cubicBezTo>
                <a:cubicBezTo>
                  <a:pt x="814208" y="133501"/>
                  <a:pt x="810930" y="121295"/>
                  <a:pt x="810930" y="106724"/>
                </a:cubicBezTo>
                <a:cubicBezTo>
                  <a:pt x="810930" y="88870"/>
                  <a:pt x="815751" y="74661"/>
                  <a:pt x="825392" y="64096"/>
                </a:cubicBezTo>
                <a:cubicBezTo>
                  <a:pt x="835033" y="53528"/>
                  <a:pt x="846332" y="48244"/>
                  <a:pt x="859289" y="48244"/>
                </a:cubicBezTo>
                <a:cubicBezTo>
                  <a:pt x="870111" y="48244"/>
                  <a:pt x="879505" y="52684"/>
                  <a:pt x="887469" y="61563"/>
                </a:cubicBezTo>
                <a:cubicBezTo>
                  <a:pt x="895434" y="70442"/>
                  <a:pt x="899721" y="83608"/>
                  <a:pt x="900331" y="101061"/>
                </a:cubicBezTo>
                <a:moveTo>
                  <a:pt x="872207" y="93516"/>
                </a:moveTo>
                <a:cubicBezTo>
                  <a:pt x="872207" y="81245"/>
                  <a:pt x="871540" y="72824"/>
                  <a:pt x="870207" y="68251"/>
                </a:cubicBezTo>
                <a:cubicBezTo>
                  <a:pt x="868873" y="63678"/>
                  <a:pt x="866796" y="60210"/>
                  <a:pt x="863976" y="57847"/>
                </a:cubicBezTo>
                <a:cubicBezTo>
                  <a:pt x="862375" y="56475"/>
                  <a:pt x="860241" y="55789"/>
                  <a:pt x="857574" y="55789"/>
                </a:cubicBezTo>
                <a:cubicBezTo>
                  <a:pt x="853611" y="55789"/>
                  <a:pt x="850372" y="57733"/>
                  <a:pt x="847857" y="61620"/>
                </a:cubicBezTo>
                <a:cubicBezTo>
                  <a:pt x="843360" y="68403"/>
                  <a:pt x="841111" y="77701"/>
                  <a:pt x="841111" y="89515"/>
                </a:cubicBezTo>
                <a:lnTo>
                  <a:pt x="841111" y="93516"/>
                </a:lnTo>
                <a:lnTo>
                  <a:pt x="872207" y="93516"/>
                </a:lnTo>
                <a:close/>
                <a:moveTo>
                  <a:pt x="956156" y="12118"/>
                </a:moveTo>
                <a:lnTo>
                  <a:pt x="956156" y="51445"/>
                </a:lnTo>
                <a:lnTo>
                  <a:pt x="981535" y="51445"/>
                </a:lnTo>
                <a:lnTo>
                  <a:pt x="981535" y="62649"/>
                </a:lnTo>
                <a:lnTo>
                  <a:pt x="956156" y="62649"/>
                </a:lnTo>
                <a:lnTo>
                  <a:pt x="956156" y="128792"/>
                </a:lnTo>
                <a:cubicBezTo>
                  <a:pt x="956156" y="134982"/>
                  <a:pt x="956442" y="138975"/>
                  <a:pt x="957013" y="140771"/>
                </a:cubicBezTo>
                <a:cubicBezTo>
                  <a:pt x="957585" y="142566"/>
                  <a:pt x="958595" y="144019"/>
                  <a:pt x="960043" y="145129"/>
                </a:cubicBezTo>
                <a:cubicBezTo>
                  <a:pt x="961491" y="146237"/>
                  <a:pt x="962825" y="146790"/>
                  <a:pt x="964044" y="146790"/>
                </a:cubicBezTo>
                <a:cubicBezTo>
                  <a:pt x="968998" y="146790"/>
                  <a:pt x="973685" y="142980"/>
                  <a:pt x="978106" y="135358"/>
                </a:cubicBezTo>
                <a:lnTo>
                  <a:pt x="981535" y="137898"/>
                </a:lnTo>
                <a:cubicBezTo>
                  <a:pt x="975362" y="152667"/>
                  <a:pt x="965340" y="160052"/>
                  <a:pt x="951469" y="160052"/>
                </a:cubicBezTo>
                <a:cubicBezTo>
                  <a:pt x="944685" y="160052"/>
                  <a:pt x="938950" y="158159"/>
                  <a:pt x="934263" y="154375"/>
                </a:cubicBezTo>
                <a:cubicBezTo>
                  <a:pt x="929576" y="150588"/>
                  <a:pt x="926584" y="146362"/>
                  <a:pt x="925289" y="141696"/>
                </a:cubicBezTo>
                <a:cubicBezTo>
                  <a:pt x="924526" y="139095"/>
                  <a:pt x="924145" y="132058"/>
                  <a:pt x="924145" y="120585"/>
                </a:cubicBezTo>
                <a:lnTo>
                  <a:pt x="924145" y="62649"/>
                </a:lnTo>
                <a:lnTo>
                  <a:pt x="910198" y="62649"/>
                </a:lnTo>
                <a:lnTo>
                  <a:pt x="910198" y="58637"/>
                </a:lnTo>
                <a:cubicBezTo>
                  <a:pt x="919801" y="51839"/>
                  <a:pt x="927975" y="44698"/>
                  <a:pt x="934720" y="37212"/>
                </a:cubicBezTo>
                <a:cubicBezTo>
                  <a:pt x="941465" y="29726"/>
                  <a:pt x="947353" y="21362"/>
                  <a:pt x="952383" y="12118"/>
                </a:cubicBezTo>
                <a:lnTo>
                  <a:pt x="956156" y="12118"/>
                </a:lnTo>
                <a:close/>
                <a:moveTo>
                  <a:pt x="1036065" y="51445"/>
                </a:moveTo>
                <a:lnTo>
                  <a:pt x="1036065" y="75682"/>
                </a:lnTo>
                <a:cubicBezTo>
                  <a:pt x="1043153" y="64630"/>
                  <a:pt x="1049365" y="57295"/>
                  <a:pt x="1054700" y="53674"/>
                </a:cubicBezTo>
                <a:cubicBezTo>
                  <a:pt x="1060035" y="50054"/>
                  <a:pt x="1065179" y="48244"/>
                  <a:pt x="1070133" y="48244"/>
                </a:cubicBezTo>
                <a:cubicBezTo>
                  <a:pt x="1074401" y="48244"/>
                  <a:pt x="1077812" y="49564"/>
                  <a:pt x="1080365" y="52203"/>
                </a:cubicBezTo>
                <a:cubicBezTo>
                  <a:pt x="1082919" y="54842"/>
                  <a:pt x="1084195" y="58570"/>
                  <a:pt x="1084195" y="63388"/>
                </a:cubicBezTo>
                <a:cubicBezTo>
                  <a:pt x="1084195" y="68514"/>
                  <a:pt x="1082957" y="72492"/>
                  <a:pt x="1080480" y="75324"/>
                </a:cubicBezTo>
                <a:cubicBezTo>
                  <a:pt x="1078003" y="78154"/>
                  <a:pt x="1075011" y="79569"/>
                  <a:pt x="1071505" y="79569"/>
                </a:cubicBezTo>
                <a:cubicBezTo>
                  <a:pt x="1067466" y="79569"/>
                  <a:pt x="1063960" y="78273"/>
                  <a:pt x="1060988" y="75682"/>
                </a:cubicBezTo>
                <a:cubicBezTo>
                  <a:pt x="1058015" y="73090"/>
                  <a:pt x="1056262" y="71642"/>
                  <a:pt x="1055729" y="71337"/>
                </a:cubicBezTo>
                <a:cubicBezTo>
                  <a:pt x="1054967" y="70880"/>
                  <a:pt x="1054090" y="70651"/>
                  <a:pt x="1053099" y="70651"/>
                </a:cubicBezTo>
                <a:cubicBezTo>
                  <a:pt x="1050889" y="70651"/>
                  <a:pt x="1048793" y="71490"/>
                  <a:pt x="1046812" y="73167"/>
                </a:cubicBezTo>
                <a:cubicBezTo>
                  <a:pt x="1043687" y="75758"/>
                  <a:pt x="1041324" y="79454"/>
                  <a:pt x="1039724" y="84256"/>
                </a:cubicBezTo>
                <a:cubicBezTo>
                  <a:pt x="1037285" y="91649"/>
                  <a:pt x="1036065" y="99804"/>
                  <a:pt x="1036065" y="108721"/>
                </a:cubicBezTo>
                <a:lnTo>
                  <a:pt x="1036065" y="133300"/>
                </a:lnTo>
                <a:lnTo>
                  <a:pt x="1036180" y="139702"/>
                </a:lnTo>
                <a:cubicBezTo>
                  <a:pt x="1036180" y="144047"/>
                  <a:pt x="1036446" y="146828"/>
                  <a:pt x="1036980" y="148048"/>
                </a:cubicBezTo>
                <a:cubicBezTo>
                  <a:pt x="1037894" y="150106"/>
                  <a:pt x="1039247" y="151611"/>
                  <a:pt x="1041038" y="152564"/>
                </a:cubicBezTo>
                <a:cubicBezTo>
                  <a:pt x="1042829" y="153516"/>
                  <a:pt x="1045859" y="154107"/>
                  <a:pt x="1050127" y="154336"/>
                </a:cubicBezTo>
                <a:lnTo>
                  <a:pt x="1050127" y="158451"/>
                </a:lnTo>
                <a:lnTo>
                  <a:pt x="992394" y="158451"/>
                </a:lnTo>
                <a:lnTo>
                  <a:pt x="992394" y="154336"/>
                </a:lnTo>
                <a:cubicBezTo>
                  <a:pt x="997043" y="153955"/>
                  <a:pt x="1000187" y="152678"/>
                  <a:pt x="1001826" y="150506"/>
                </a:cubicBezTo>
                <a:cubicBezTo>
                  <a:pt x="1003464" y="148334"/>
                  <a:pt x="1004284" y="142598"/>
                  <a:pt x="1004284" y="133300"/>
                </a:cubicBezTo>
                <a:lnTo>
                  <a:pt x="1004284" y="74081"/>
                </a:lnTo>
                <a:cubicBezTo>
                  <a:pt x="1004284" y="67946"/>
                  <a:pt x="1003979" y="64035"/>
                  <a:pt x="1003369" y="62349"/>
                </a:cubicBezTo>
                <a:cubicBezTo>
                  <a:pt x="1002607" y="60200"/>
                  <a:pt x="1001502" y="58628"/>
                  <a:pt x="1000054" y="57633"/>
                </a:cubicBezTo>
                <a:cubicBezTo>
                  <a:pt x="998606" y="56635"/>
                  <a:pt x="996052" y="55944"/>
                  <a:pt x="992394" y="55561"/>
                </a:cubicBezTo>
                <a:lnTo>
                  <a:pt x="992394" y="51445"/>
                </a:lnTo>
                <a:lnTo>
                  <a:pt x="1036065" y="51445"/>
                </a:lnTo>
                <a:close/>
                <a:moveTo>
                  <a:pt x="1121385" y="0"/>
                </a:moveTo>
                <a:cubicBezTo>
                  <a:pt x="1126339" y="0"/>
                  <a:pt x="1130531" y="1740"/>
                  <a:pt x="1133961" y="5220"/>
                </a:cubicBezTo>
                <a:cubicBezTo>
                  <a:pt x="1137391" y="8697"/>
                  <a:pt x="1139105" y="12883"/>
                  <a:pt x="1139105" y="17777"/>
                </a:cubicBezTo>
                <a:cubicBezTo>
                  <a:pt x="1139105" y="22672"/>
                  <a:pt x="1137372" y="26840"/>
                  <a:pt x="1133904" y="30281"/>
                </a:cubicBezTo>
                <a:cubicBezTo>
                  <a:pt x="1130436" y="33720"/>
                  <a:pt x="1126263" y="35440"/>
                  <a:pt x="1121385" y="35440"/>
                </a:cubicBezTo>
                <a:cubicBezTo>
                  <a:pt x="1116508" y="35440"/>
                  <a:pt x="1112354" y="33720"/>
                  <a:pt x="1108924" y="30281"/>
                </a:cubicBezTo>
                <a:cubicBezTo>
                  <a:pt x="1105495" y="26840"/>
                  <a:pt x="1103780" y="22672"/>
                  <a:pt x="1103780" y="17777"/>
                </a:cubicBezTo>
                <a:cubicBezTo>
                  <a:pt x="1103780" y="12883"/>
                  <a:pt x="1105495" y="8697"/>
                  <a:pt x="1108924" y="5220"/>
                </a:cubicBezTo>
                <a:cubicBezTo>
                  <a:pt x="1112354" y="1740"/>
                  <a:pt x="1116508" y="0"/>
                  <a:pt x="1121385" y="0"/>
                </a:cubicBezTo>
                <a:moveTo>
                  <a:pt x="1137391" y="51445"/>
                </a:moveTo>
                <a:lnTo>
                  <a:pt x="1137391" y="136273"/>
                </a:lnTo>
                <a:cubicBezTo>
                  <a:pt x="1137391" y="143818"/>
                  <a:pt x="1138267" y="148639"/>
                  <a:pt x="1140020" y="150734"/>
                </a:cubicBezTo>
                <a:cubicBezTo>
                  <a:pt x="1141773" y="152830"/>
                  <a:pt x="1145203" y="154031"/>
                  <a:pt x="1150309" y="154336"/>
                </a:cubicBezTo>
                <a:lnTo>
                  <a:pt x="1150309" y="158451"/>
                </a:lnTo>
                <a:lnTo>
                  <a:pt x="1092576" y="158451"/>
                </a:lnTo>
                <a:lnTo>
                  <a:pt x="1092576" y="154336"/>
                </a:lnTo>
                <a:cubicBezTo>
                  <a:pt x="1097301" y="154183"/>
                  <a:pt x="1100807" y="152811"/>
                  <a:pt x="1103094" y="150220"/>
                </a:cubicBezTo>
                <a:cubicBezTo>
                  <a:pt x="1104618" y="148467"/>
                  <a:pt x="1105380" y="143818"/>
                  <a:pt x="1105380" y="136273"/>
                </a:cubicBezTo>
                <a:lnTo>
                  <a:pt x="1105380" y="73852"/>
                </a:lnTo>
                <a:cubicBezTo>
                  <a:pt x="1105380" y="66212"/>
                  <a:pt x="1104504" y="61331"/>
                  <a:pt x="1102751" y="59208"/>
                </a:cubicBezTo>
                <a:cubicBezTo>
                  <a:pt x="1100998" y="57086"/>
                  <a:pt x="1097606" y="55870"/>
                  <a:pt x="1092576" y="55561"/>
                </a:cubicBezTo>
                <a:lnTo>
                  <a:pt x="1092576" y="51445"/>
                </a:lnTo>
                <a:lnTo>
                  <a:pt x="1137391" y="51445"/>
                </a:lnTo>
                <a:close/>
                <a:moveTo>
                  <a:pt x="1251295" y="101061"/>
                </a:moveTo>
                <a:lnTo>
                  <a:pt x="1192648" y="101061"/>
                </a:lnTo>
                <a:cubicBezTo>
                  <a:pt x="1193334" y="115275"/>
                  <a:pt x="1197106" y="126509"/>
                  <a:pt x="1203966" y="134761"/>
                </a:cubicBezTo>
                <a:cubicBezTo>
                  <a:pt x="1209225" y="141104"/>
                  <a:pt x="1215550" y="144275"/>
                  <a:pt x="1222943" y="144275"/>
                </a:cubicBezTo>
                <a:cubicBezTo>
                  <a:pt x="1227516" y="144275"/>
                  <a:pt x="1231670" y="142999"/>
                  <a:pt x="1235404" y="140445"/>
                </a:cubicBezTo>
                <a:cubicBezTo>
                  <a:pt x="1239139" y="137892"/>
                  <a:pt x="1243140" y="133300"/>
                  <a:pt x="1247408" y="126670"/>
                </a:cubicBezTo>
                <a:lnTo>
                  <a:pt x="1251295" y="129185"/>
                </a:lnTo>
                <a:cubicBezTo>
                  <a:pt x="1245503" y="140998"/>
                  <a:pt x="1239101" y="149363"/>
                  <a:pt x="1232089" y="154278"/>
                </a:cubicBezTo>
                <a:cubicBezTo>
                  <a:pt x="1225077" y="159194"/>
                  <a:pt x="1216960" y="161652"/>
                  <a:pt x="1207738" y="161652"/>
                </a:cubicBezTo>
                <a:cubicBezTo>
                  <a:pt x="1191886" y="161652"/>
                  <a:pt x="1179882" y="155549"/>
                  <a:pt x="1171727" y="143343"/>
                </a:cubicBezTo>
                <a:cubicBezTo>
                  <a:pt x="1165172" y="133501"/>
                  <a:pt x="1161895" y="121295"/>
                  <a:pt x="1161895" y="106724"/>
                </a:cubicBezTo>
                <a:cubicBezTo>
                  <a:pt x="1161895" y="88870"/>
                  <a:pt x="1166716" y="74661"/>
                  <a:pt x="1176357" y="64096"/>
                </a:cubicBezTo>
                <a:cubicBezTo>
                  <a:pt x="1185998" y="53528"/>
                  <a:pt x="1197297" y="48244"/>
                  <a:pt x="1210253" y="48244"/>
                </a:cubicBezTo>
                <a:cubicBezTo>
                  <a:pt x="1221076" y="48244"/>
                  <a:pt x="1230470" y="52684"/>
                  <a:pt x="1238434" y="61563"/>
                </a:cubicBezTo>
                <a:cubicBezTo>
                  <a:pt x="1246399" y="70442"/>
                  <a:pt x="1250686" y="83608"/>
                  <a:pt x="1251295" y="101061"/>
                </a:cubicBezTo>
                <a:moveTo>
                  <a:pt x="1223172" y="93516"/>
                </a:moveTo>
                <a:cubicBezTo>
                  <a:pt x="1223172" y="81245"/>
                  <a:pt x="1222505" y="72824"/>
                  <a:pt x="1221171" y="68251"/>
                </a:cubicBezTo>
                <a:cubicBezTo>
                  <a:pt x="1219838" y="63678"/>
                  <a:pt x="1217761" y="60210"/>
                  <a:pt x="1214941" y="57847"/>
                </a:cubicBezTo>
                <a:cubicBezTo>
                  <a:pt x="1213340" y="56475"/>
                  <a:pt x="1211206" y="55789"/>
                  <a:pt x="1208539" y="55789"/>
                </a:cubicBezTo>
                <a:cubicBezTo>
                  <a:pt x="1204575" y="55789"/>
                  <a:pt x="1201336" y="57733"/>
                  <a:pt x="1198821" y="61620"/>
                </a:cubicBezTo>
                <a:cubicBezTo>
                  <a:pt x="1194325" y="68403"/>
                  <a:pt x="1192076" y="77701"/>
                  <a:pt x="1192076" y="89515"/>
                </a:cubicBezTo>
                <a:lnTo>
                  <a:pt x="1192076" y="93516"/>
                </a:lnTo>
                <a:lnTo>
                  <a:pt x="1223172" y="93516"/>
                </a:lnTo>
                <a:close/>
                <a:moveTo>
                  <a:pt x="1312951" y="161652"/>
                </a:moveTo>
                <a:lnTo>
                  <a:pt x="1276939" y="78718"/>
                </a:lnTo>
                <a:cubicBezTo>
                  <a:pt x="1272595" y="68656"/>
                  <a:pt x="1269203" y="62281"/>
                  <a:pt x="1266765" y="59594"/>
                </a:cubicBezTo>
                <a:cubicBezTo>
                  <a:pt x="1265012" y="57596"/>
                  <a:pt x="1262420" y="56252"/>
                  <a:pt x="1258991" y="55561"/>
                </a:cubicBezTo>
                <a:lnTo>
                  <a:pt x="1258991" y="51445"/>
                </a:lnTo>
                <a:lnTo>
                  <a:pt x="1315809" y="51445"/>
                </a:lnTo>
                <a:lnTo>
                  <a:pt x="1315809" y="55561"/>
                </a:lnTo>
                <a:cubicBezTo>
                  <a:pt x="1312227" y="55561"/>
                  <a:pt x="1309788" y="56212"/>
                  <a:pt x="1308492" y="57515"/>
                </a:cubicBezTo>
                <a:cubicBezTo>
                  <a:pt x="1306663" y="59204"/>
                  <a:pt x="1305749" y="61197"/>
                  <a:pt x="1305749" y="63496"/>
                </a:cubicBezTo>
                <a:cubicBezTo>
                  <a:pt x="1305749" y="66332"/>
                  <a:pt x="1307425" y="71661"/>
                  <a:pt x="1310779" y="79483"/>
                </a:cubicBezTo>
                <a:lnTo>
                  <a:pt x="1328385" y="119653"/>
                </a:lnTo>
                <a:lnTo>
                  <a:pt x="1342446" y="84977"/>
                </a:lnTo>
                <a:cubicBezTo>
                  <a:pt x="1346486" y="75019"/>
                  <a:pt x="1348505" y="67972"/>
                  <a:pt x="1348505" y="63835"/>
                </a:cubicBezTo>
                <a:cubicBezTo>
                  <a:pt x="1348505" y="61460"/>
                  <a:pt x="1347648" y="59526"/>
                  <a:pt x="1345933" y="58033"/>
                </a:cubicBezTo>
                <a:cubicBezTo>
                  <a:pt x="1344218" y="56537"/>
                  <a:pt x="1341189" y="55713"/>
                  <a:pt x="1336844" y="55561"/>
                </a:cubicBezTo>
                <a:lnTo>
                  <a:pt x="1336844" y="51445"/>
                </a:lnTo>
                <a:lnTo>
                  <a:pt x="1371827" y="51445"/>
                </a:lnTo>
                <a:lnTo>
                  <a:pt x="1371827" y="55561"/>
                </a:lnTo>
                <a:cubicBezTo>
                  <a:pt x="1368474" y="56020"/>
                  <a:pt x="1365730" y="57284"/>
                  <a:pt x="1363596" y="59351"/>
                </a:cubicBezTo>
                <a:cubicBezTo>
                  <a:pt x="1361462" y="61419"/>
                  <a:pt x="1358261" y="67505"/>
                  <a:pt x="1353993" y="77611"/>
                </a:cubicBezTo>
                <a:lnTo>
                  <a:pt x="1318324" y="161652"/>
                </a:lnTo>
                <a:lnTo>
                  <a:pt x="1312951" y="161652"/>
                </a:lnTo>
                <a:close/>
                <a:moveTo>
                  <a:pt x="1440763" y="142675"/>
                </a:moveTo>
                <a:cubicBezTo>
                  <a:pt x="1427731" y="154259"/>
                  <a:pt x="1416032" y="160052"/>
                  <a:pt x="1405666" y="160052"/>
                </a:cubicBezTo>
                <a:cubicBezTo>
                  <a:pt x="1399569" y="160052"/>
                  <a:pt x="1394501" y="158045"/>
                  <a:pt x="1390461" y="154032"/>
                </a:cubicBezTo>
                <a:cubicBezTo>
                  <a:pt x="1386422" y="150016"/>
                  <a:pt x="1384402" y="144989"/>
                  <a:pt x="1384402" y="138948"/>
                </a:cubicBezTo>
                <a:cubicBezTo>
                  <a:pt x="1384402" y="130765"/>
                  <a:pt x="1387908" y="123404"/>
                  <a:pt x="1394920" y="116866"/>
                </a:cubicBezTo>
                <a:cubicBezTo>
                  <a:pt x="1401932" y="110329"/>
                  <a:pt x="1417213" y="101630"/>
                  <a:pt x="1440763" y="90772"/>
                </a:cubicBezTo>
                <a:lnTo>
                  <a:pt x="1440763" y="80026"/>
                </a:lnTo>
                <a:cubicBezTo>
                  <a:pt x="1440763" y="71947"/>
                  <a:pt x="1440325" y="66860"/>
                  <a:pt x="1439449" y="64764"/>
                </a:cubicBezTo>
                <a:cubicBezTo>
                  <a:pt x="1438572" y="62668"/>
                  <a:pt x="1436914" y="60839"/>
                  <a:pt x="1434476" y="59276"/>
                </a:cubicBezTo>
                <a:cubicBezTo>
                  <a:pt x="1432037" y="57714"/>
                  <a:pt x="1429293" y="56933"/>
                  <a:pt x="1426244" y="56933"/>
                </a:cubicBezTo>
                <a:cubicBezTo>
                  <a:pt x="1421290" y="56933"/>
                  <a:pt x="1417213" y="58038"/>
                  <a:pt x="1414012" y="60248"/>
                </a:cubicBezTo>
                <a:cubicBezTo>
                  <a:pt x="1412030" y="61620"/>
                  <a:pt x="1411039" y="63220"/>
                  <a:pt x="1411039" y="65050"/>
                </a:cubicBezTo>
                <a:cubicBezTo>
                  <a:pt x="1411039" y="66650"/>
                  <a:pt x="1412106" y="68632"/>
                  <a:pt x="1414240" y="70994"/>
                </a:cubicBezTo>
                <a:cubicBezTo>
                  <a:pt x="1417137" y="74272"/>
                  <a:pt x="1418585" y="77435"/>
                  <a:pt x="1418585" y="80483"/>
                </a:cubicBezTo>
                <a:cubicBezTo>
                  <a:pt x="1418585" y="84218"/>
                  <a:pt x="1417194" y="87400"/>
                  <a:pt x="1414412" y="90029"/>
                </a:cubicBezTo>
                <a:cubicBezTo>
                  <a:pt x="1411630" y="92659"/>
                  <a:pt x="1407991" y="93973"/>
                  <a:pt x="1403494" y="93973"/>
                </a:cubicBezTo>
                <a:cubicBezTo>
                  <a:pt x="1398693" y="93973"/>
                  <a:pt x="1394672" y="92525"/>
                  <a:pt x="1391433" y="89629"/>
                </a:cubicBezTo>
                <a:cubicBezTo>
                  <a:pt x="1388194" y="86733"/>
                  <a:pt x="1386574" y="83341"/>
                  <a:pt x="1386574" y="79454"/>
                </a:cubicBezTo>
                <a:cubicBezTo>
                  <a:pt x="1386574" y="73967"/>
                  <a:pt x="1388747" y="68727"/>
                  <a:pt x="1393091" y="63735"/>
                </a:cubicBezTo>
                <a:cubicBezTo>
                  <a:pt x="1397435" y="58743"/>
                  <a:pt x="1403494" y="54913"/>
                  <a:pt x="1411268" y="52245"/>
                </a:cubicBezTo>
                <a:cubicBezTo>
                  <a:pt x="1419042" y="49578"/>
                  <a:pt x="1427121" y="48244"/>
                  <a:pt x="1435504" y="48244"/>
                </a:cubicBezTo>
                <a:cubicBezTo>
                  <a:pt x="1445641" y="48244"/>
                  <a:pt x="1453663" y="50403"/>
                  <a:pt x="1459569" y="54721"/>
                </a:cubicBezTo>
                <a:cubicBezTo>
                  <a:pt x="1465476" y="59037"/>
                  <a:pt x="1469306" y="63716"/>
                  <a:pt x="1471059" y="68758"/>
                </a:cubicBezTo>
                <a:cubicBezTo>
                  <a:pt x="1472126" y="71966"/>
                  <a:pt x="1472659" y="79338"/>
                  <a:pt x="1472659" y="90872"/>
                </a:cubicBezTo>
                <a:lnTo>
                  <a:pt x="1472659" y="132468"/>
                </a:lnTo>
                <a:cubicBezTo>
                  <a:pt x="1472659" y="137357"/>
                  <a:pt x="1472850" y="140433"/>
                  <a:pt x="1473231" y="141696"/>
                </a:cubicBezTo>
                <a:cubicBezTo>
                  <a:pt x="1473612" y="142956"/>
                  <a:pt x="1474184" y="143892"/>
                  <a:pt x="1474946" y="144504"/>
                </a:cubicBezTo>
                <a:cubicBezTo>
                  <a:pt x="1475708" y="145114"/>
                  <a:pt x="1476584" y="145418"/>
                  <a:pt x="1477575" y="145418"/>
                </a:cubicBezTo>
                <a:cubicBezTo>
                  <a:pt x="1479557" y="145418"/>
                  <a:pt x="1481577" y="144008"/>
                  <a:pt x="1483634" y="141188"/>
                </a:cubicBezTo>
                <a:lnTo>
                  <a:pt x="1487064" y="143932"/>
                </a:lnTo>
                <a:cubicBezTo>
                  <a:pt x="1483253" y="149572"/>
                  <a:pt x="1479309" y="153669"/>
                  <a:pt x="1475232" y="156222"/>
                </a:cubicBezTo>
                <a:cubicBezTo>
                  <a:pt x="1471154" y="158775"/>
                  <a:pt x="1466524" y="160052"/>
                  <a:pt x="1461341" y="160052"/>
                </a:cubicBezTo>
                <a:cubicBezTo>
                  <a:pt x="1455244" y="160052"/>
                  <a:pt x="1450481" y="158613"/>
                  <a:pt x="1447051" y="155736"/>
                </a:cubicBezTo>
                <a:cubicBezTo>
                  <a:pt x="1443621" y="152859"/>
                  <a:pt x="1441525" y="148505"/>
                  <a:pt x="1440763" y="142675"/>
                </a:cubicBezTo>
                <a:moveTo>
                  <a:pt x="1440763" y="134215"/>
                </a:moveTo>
                <a:lnTo>
                  <a:pt x="1440763" y="98453"/>
                </a:lnTo>
                <a:cubicBezTo>
                  <a:pt x="1431541" y="103891"/>
                  <a:pt x="1424682" y="109712"/>
                  <a:pt x="1420185" y="115916"/>
                </a:cubicBezTo>
                <a:cubicBezTo>
                  <a:pt x="1417213" y="120051"/>
                  <a:pt x="1415727" y="124225"/>
                  <a:pt x="1415727" y="128438"/>
                </a:cubicBezTo>
                <a:cubicBezTo>
                  <a:pt x="1415727" y="131961"/>
                  <a:pt x="1416984" y="135063"/>
                  <a:pt x="1419499" y="137745"/>
                </a:cubicBezTo>
                <a:cubicBezTo>
                  <a:pt x="1421405" y="139812"/>
                  <a:pt x="1424072" y="140846"/>
                  <a:pt x="1427502" y="140846"/>
                </a:cubicBezTo>
                <a:cubicBezTo>
                  <a:pt x="1431313" y="140846"/>
                  <a:pt x="1435733" y="138635"/>
                  <a:pt x="1440763" y="134215"/>
                </a:cubicBezTo>
                <a:close/>
                <a:moveTo>
                  <a:pt x="1540682" y="3430"/>
                </a:moveTo>
                <a:lnTo>
                  <a:pt x="1540682" y="136273"/>
                </a:lnTo>
                <a:cubicBezTo>
                  <a:pt x="1540682" y="143818"/>
                  <a:pt x="1541559" y="148639"/>
                  <a:pt x="1543312" y="150734"/>
                </a:cubicBezTo>
                <a:cubicBezTo>
                  <a:pt x="1545065" y="152830"/>
                  <a:pt x="1548494" y="154031"/>
                  <a:pt x="1553601" y="154336"/>
                </a:cubicBezTo>
                <a:lnTo>
                  <a:pt x="1553601" y="158451"/>
                </a:lnTo>
                <a:lnTo>
                  <a:pt x="1495868" y="158451"/>
                </a:lnTo>
                <a:lnTo>
                  <a:pt x="1495868" y="154336"/>
                </a:lnTo>
                <a:cubicBezTo>
                  <a:pt x="1500593" y="154183"/>
                  <a:pt x="1504099" y="152811"/>
                  <a:pt x="1506385" y="150220"/>
                </a:cubicBezTo>
                <a:cubicBezTo>
                  <a:pt x="1507910" y="148467"/>
                  <a:pt x="1508672" y="143818"/>
                  <a:pt x="1508672" y="136273"/>
                </a:cubicBezTo>
                <a:lnTo>
                  <a:pt x="1508672" y="25608"/>
                </a:lnTo>
                <a:cubicBezTo>
                  <a:pt x="1508672" y="18092"/>
                  <a:pt x="1507795" y="13279"/>
                  <a:pt x="1506042" y="11171"/>
                </a:cubicBezTo>
                <a:cubicBezTo>
                  <a:pt x="1504289" y="9061"/>
                  <a:pt x="1500898" y="7853"/>
                  <a:pt x="1495868" y="7545"/>
                </a:cubicBezTo>
                <a:lnTo>
                  <a:pt x="1495868" y="3430"/>
                </a:lnTo>
                <a:lnTo>
                  <a:pt x="1540682" y="34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EF8C5-DB61-4932-94DC-8F7B9DB1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497157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01A88-B6C4-436D-84C2-07637C6A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497157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sp>
        <p:nvSpPr>
          <p:cNvPr id="474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9820AA50-DE2B-404C-85E7-9C9C20EB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189" y="5052243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4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4" y="51140"/>
                  <a:pt x="105833" y="48244"/>
                </a:cubicBezTo>
                <a:cubicBezTo>
                  <a:pt x="110193" y="45348"/>
                  <a:pt x="114781" y="43900"/>
                  <a:pt x="119598" y="43900"/>
                </a:cubicBezTo>
                <a:cubicBezTo>
                  <a:pt x="128012" y="43900"/>
                  <a:pt x="135024" y="47189"/>
                  <a:pt x="140633" y="53766"/>
                </a:cubicBezTo>
                <a:cubicBezTo>
                  <a:pt x="147523" y="61807"/>
                  <a:pt x="150968" y="72283"/>
                  <a:pt x="150968" y="85196"/>
                </a:cubicBezTo>
                <a:cubicBezTo>
                  <a:pt x="150968" y="99631"/>
                  <a:pt x="146822" y="111569"/>
                  <a:pt x="138529" y="121011"/>
                </a:cubicBezTo>
                <a:cubicBezTo>
                  <a:pt x="131701" y="128746"/>
                  <a:pt x="123104" y="132614"/>
                  <a:pt x="112738" y="132614"/>
                </a:cubicBezTo>
                <a:cubicBezTo>
                  <a:pt x="108226" y="132614"/>
                  <a:pt x="104324" y="131974"/>
                  <a:pt x="101032" y="130694"/>
                </a:cubicBezTo>
                <a:cubicBezTo>
                  <a:pt x="98593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3" y="164442"/>
                  <a:pt x="97511" y="165356"/>
                </a:cubicBezTo>
                <a:cubicBezTo>
                  <a:pt x="99248" y="166271"/>
                  <a:pt x="102404" y="166728"/>
                  <a:pt x="106976" y="166728"/>
                </a:cubicBezTo>
                <a:lnTo>
                  <a:pt x="106976" y="170112"/>
                </a:lnTo>
                <a:lnTo>
                  <a:pt x="63077" y="170112"/>
                </a:lnTo>
                <a:lnTo>
                  <a:pt x="63077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9" y="164134"/>
                  <a:pt x="76018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7" y="60560"/>
                </a:cubicBezTo>
                <a:cubicBezTo>
                  <a:pt x="76399" y="59094"/>
                  <a:pt x="75622" y="57996"/>
                  <a:pt x="74555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4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5" y="111661"/>
                  <a:pt x="93624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4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6" y="57161"/>
                  <a:pt x="106550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5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8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1" y="115466"/>
                  <a:pt x="224043" y="122325"/>
                </a:cubicBezTo>
                <a:cubicBezTo>
                  <a:pt x="217884" y="129185"/>
                  <a:pt x="210171" y="132614"/>
                  <a:pt x="200904" y="132614"/>
                </a:cubicBezTo>
                <a:cubicBezTo>
                  <a:pt x="190843" y="132614"/>
                  <a:pt x="182231" y="128705"/>
                  <a:pt x="175067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6" y="72618"/>
                </a:lnTo>
                <a:cubicBezTo>
                  <a:pt x="215781" y="67252"/>
                  <a:pt x="215141" y="63472"/>
                  <a:pt x="214165" y="61277"/>
                </a:cubicBezTo>
                <a:cubicBezTo>
                  <a:pt x="212641" y="57863"/>
                  <a:pt x="210370" y="55180"/>
                  <a:pt x="207351" y="53229"/>
                </a:cubicBezTo>
                <a:cubicBezTo>
                  <a:pt x="204333" y="51278"/>
                  <a:pt x="201178" y="50302"/>
                  <a:pt x="197886" y="50302"/>
                </a:cubicBezTo>
                <a:cubicBezTo>
                  <a:pt x="192825" y="50302"/>
                  <a:pt x="188298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7" y="0"/>
                </a:moveTo>
                <a:lnTo>
                  <a:pt x="354337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2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7" y="49326"/>
                  <a:pt x="377750" y="49204"/>
                </a:cubicBezTo>
                <a:lnTo>
                  <a:pt x="377750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7" y="58991"/>
                </a:cubicBezTo>
                <a:lnTo>
                  <a:pt x="369244" y="78837"/>
                </a:lnTo>
                <a:lnTo>
                  <a:pt x="390737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7" y="124904"/>
                  <a:pt x="410492" y="125758"/>
                </a:cubicBezTo>
                <a:cubicBezTo>
                  <a:pt x="412016" y="126366"/>
                  <a:pt x="414668" y="126670"/>
                  <a:pt x="418449" y="126670"/>
                </a:cubicBezTo>
                <a:lnTo>
                  <a:pt x="418449" y="130053"/>
                </a:lnTo>
                <a:lnTo>
                  <a:pt x="377750" y="130053"/>
                </a:lnTo>
                <a:lnTo>
                  <a:pt x="377750" y="126670"/>
                </a:lnTo>
                <a:cubicBezTo>
                  <a:pt x="380067" y="126609"/>
                  <a:pt x="381637" y="126259"/>
                  <a:pt x="382460" y="125621"/>
                </a:cubicBezTo>
                <a:cubicBezTo>
                  <a:pt x="383283" y="124980"/>
                  <a:pt x="383695" y="124083"/>
                  <a:pt x="383695" y="122928"/>
                </a:cubicBezTo>
                <a:cubicBezTo>
                  <a:pt x="383695" y="121528"/>
                  <a:pt x="382475" y="119277"/>
                  <a:pt x="380036" y="116175"/>
                </a:cubicBezTo>
                <a:lnTo>
                  <a:pt x="354337" y="83410"/>
                </a:lnTo>
                <a:lnTo>
                  <a:pt x="354337" y="111153"/>
                </a:lnTo>
                <a:cubicBezTo>
                  <a:pt x="354337" y="116568"/>
                  <a:pt x="354718" y="120128"/>
                  <a:pt x="355480" y="121834"/>
                </a:cubicBezTo>
                <a:cubicBezTo>
                  <a:pt x="356242" y="123537"/>
                  <a:pt x="357324" y="124754"/>
                  <a:pt x="358727" y="125483"/>
                </a:cubicBezTo>
                <a:cubicBezTo>
                  <a:pt x="360129" y="126213"/>
                  <a:pt x="363178" y="126609"/>
                  <a:pt x="367872" y="126670"/>
                </a:cubicBezTo>
                <a:lnTo>
                  <a:pt x="367872" y="130053"/>
                </a:lnTo>
                <a:lnTo>
                  <a:pt x="325253" y="130053"/>
                </a:lnTo>
                <a:lnTo>
                  <a:pt x="325253" y="126670"/>
                </a:lnTo>
                <a:cubicBezTo>
                  <a:pt x="329521" y="126670"/>
                  <a:pt x="332722" y="126151"/>
                  <a:pt x="334856" y="125115"/>
                </a:cubicBezTo>
                <a:cubicBezTo>
                  <a:pt x="336136" y="124446"/>
                  <a:pt x="337112" y="123410"/>
                  <a:pt x="337783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1" y="13116"/>
                </a:cubicBezTo>
                <a:cubicBezTo>
                  <a:pt x="335435" y="12293"/>
                  <a:pt x="334155" y="11881"/>
                  <a:pt x="332570" y="11881"/>
                </a:cubicBezTo>
                <a:cubicBezTo>
                  <a:pt x="331289" y="11881"/>
                  <a:pt x="329368" y="12399"/>
                  <a:pt x="326808" y="13436"/>
                </a:cubicBezTo>
                <a:lnTo>
                  <a:pt x="325253" y="10235"/>
                </a:lnTo>
                <a:lnTo>
                  <a:pt x="350129" y="0"/>
                </a:lnTo>
                <a:lnTo>
                  <a:pt x="354337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3" y="104994"/>
                  <a:pt x="492346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4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0" y="50180"/>
                  <a:pt x="545085" y="43900"/>
                  <a:pt x="552463" y="43900"/>
                </a:cubicBezTo>
                <a:cubicBezTo>
                  <a:pt x="555816" y="43900"/>
                  <a:pt x="558590" y="44921"/>
                  <a:pt x="560785" y="46964"/>
                </a:cubicBezTo>
                <a:cubicBezTo>
                  <a:pt x="562980" y="49006"/>
                  <a:pt x="564078" y="51369"/>
                  <a:pt x="564078" y="54052"/>
                </a:cubicBezTo>
                <a:cubicBezTo>
                  <a:pt x="564078" y="56430"/>
                  <a:pt x="563285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2" y="61506"/>
                  <a:pt x="548850" y="59402"/>
                </a:cubicBezTo>
                <a:cubicBezTo>
                  <a:pt x="546198" y="57299"/>
                  <a:pt x="544231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0" y="60564"/>
                  <a:pt x="533805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6" y="120922"/>
                </a:cubicBezTo>
                <a:cubicBezTo>
                  <a:pt x="533409" y="122564"/>
                  <a:pt x="534811" y="123933"/>
                  <a:pt x="536823" y="125029"/>
                </a:cubicBezTo>
                <a:cubicBezTo>
                  <a:pt x="538835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3" y="61377"/>
                </a:cubicBezTo>
                <a:cubicBezTo>
                  <a:pt x="514797" y="59521"/>
                  <a:pt x="514066" y="58167"/>
                  <a:pt x="512998" y="57316"/>
                </a:cubicBezTo>
                <a:cubicBezTo>
                  <a:pt x="511931" y="56464"/>
                  <a:pt x="510605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3" y="54120"/>
                </a:lnTo>
                <a:lnTo>
                  <a:pt x="527037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C74CC-B30B-4846-94C2-CEFCFEF8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5275950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12B1C-3035-4DC7-B143-5A7462BC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5275950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sp>
        <p:nvSpPr>
          <p:cNvPr id="477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49A6A843-7B2D-4020-A307-5D3E55F9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189" y="5356616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4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4" y="51140"/>
                  <a:pt x="105833" y="48244"/>
                </a:cubicBezTo>
                <a:cubicBezTo>
                  <a:pt x="110193" y="45348"/>
                  <a:pt x="114781" y="43900"/>
                  <a:pt x="119598" y="43900"/>
                </a:cubicBezTo>
                <a:cubicBezTo>
                  <a:pt x="128012" y="43900"/>
                  <a:pt x="135024" y="47189"/>
                  <a:pt x="140633" y="53766"/>
                </a:cubicBezTo>
                <a:cubicBezTo>
                  <a:pt x="147523" y="61807"/>
                  <a:pt x="150968" y="72283"/>
                  <a:pt x="150968" y="85196"/>
                </a:cubicBezTo>
                <a:cubicBezTo>
                  <a:pt x="150968" y="99631"/>
                  <a:pt x="146822" y="111569"/>
                  <a:pt x="138529" y="121011"/>
                </a:cubicBezTo>
                <a:cubicBezTo>
                  <a:pt x="131701" y="128746"/>
                  <a:pt x="123104" y="132614"/>
                  <a:pt x="112738" y="132614"/>
                </a:cubicBezTo>
                <a:cubicBezTo>
                  <a:pt x="108226" y="132614"/>
                  <a:pt x="104324" y="131974"/>
                  <a:pt x="101032" y="130694"/>
                </a:cubicBezTo>
                <a:cubicBezTo>
                  <a:pt x="98593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3" y="164442"/>
                  <a:pt x="97511" y="165356"/>
                </a:cubicBezTo>
                <a:cubicBezTo>
                  <a:pt x="99248" y="166271"/>
                  <a:pt x="102404" y="166728"/>
                  <a:pt x="106976" y="166728"/>
                </a:cubicBezTo>
                <a:lnTo>
                  <a:pt x="106976" y="170112"/>
                </a:lnTo>
                <a:lnTo>
                  <a:pt x="63077" y="170112"/>
                </a:lnTo>
                <a:lnTo>
                  <a:pt x="63077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9" y="164134"/>
                  <a:pt x="76018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7" y="60560"/>
                </a:cubicBezTo>
                <a:cubicBezTo>
                  <a:pt x="76399" y="59094"/>
                  <a:pt x="75622" y="57996"/>
                  <a:pt x="74555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4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5" y="111661"/>
                  <a:pt x="93624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4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6" y="57161"/>
                  <a:pt x="106550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5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8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1" y="115466"/>
                  <a:pt x="224043" y="122325"/>
                </a:cubicBezTo>
                <a:cubicBezTo>
                  <a:pt x="217884" y="129185"/>
                  <a:pt x="210171" y="132614"/>
                  <a:pt x="200904" y="132614"/>
                </a:cubicBezTo>
                <a:cubicBezTo>
                  <a:pt x="190843" y="132614"/>
                  <a:pt x="182231" y="128705"/>
                  <a:pt x="175067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6" y="72618"/>
                </a:lnTo>
                <a:cubicBezTo>
                  <a:pt x="215781" y="67252"/>
                  <a:pt x="215141" y="63472"/>
                  <a:pt x="214165" y="61277"/>
                </a:cubicBezTo>
                <a:cubicBezTo>
                  <a:pt x="212641" y="57863"/>
                  <a:pt x="210370" y="55180"/>
                  <a:pt x="207351" y="53229"/>
                </a:cubicBezTo>
                <a:cubicBezTo>
                  <a:pt x="204333" y="51278"/>
                  <a:pt x="201178" y="50302"/>
                  <a:pt x="197886" y="50302"/>
                </a:cubicBezTo>
                <a:cubicBezTo>
                  <a:pt x="192825" y="50302"/>
                  <a:pt x="188298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7" y="0"/>
                </a:moveTo>
                <a:lnTo>
                  <a:pt x="354337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2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7" y="49326"/>
                  <a:pt x="377750" y="49204"/>
                </a:cubicBezTo>
                <a:lnTo>
                  <a:pt x="377750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7" y="58991"/>
                </a:cubicBezTo>
                <a:lnTo>
                  <a:pt x="369244" y="78837"/>
                </a:lnTo>
                <a:lnTo>
                  <a:pt x="390737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7" y="124904"/>
                  <a:pt x="410492" y="125758"/>
                </a:cubicBezTo>
                <a:cubicBezTo>
                  <a:pt x="412016" y="126366"/>
                  <a:pt x="414668" y="126670"/>
                  <a:pt x="418449" y="126670"/>
                </a:cubicBezTo>
                <a:lnTo>
                  <a:pt x="418449" y="130053"/>
                </a:lnTo>
                <a:lnTo>
                  <a:pt x="377750" y="130053"/>
                </a:lnTo>
                <a:lnTo>
                  <a:pt x="377750" y="126670"/>
                </a:lnTo>
                <a:cubicBezTo>
                  <a:pt x="380067" y="126609"/>
                  <a:pt x="381637" y="126259"/>
                  <a:pt x="382460" y="125621"/>
                </a:cubicBezTo>
                <a:cubicBezTo>
                  <a:pt x="383283" y="124980"/>
                  <a:pt x="383695" y="124083"/>
                  <a:pt x="383695" y="122928"/>
                </a:cubicBezTo>
                <a:cubicBezTo>
                  <a:pt x="383695" y="121528"/>
                  <a:pt x="382475" y="119277"/>
                  <a:pt x="380036" y="116175"/>
                </a:cubicBezTo>
                <a:lnTo>
                  <a:pt x="354337" y="83410"/>
                </a:lnTo>
                <a:lnTo>
                  <a:pt x="354337" y="111153"/>
                </a:lnTo>
                <a:cubicBezTo>
                  <a:pt x="354337" y="116568"/>
                  <a:pt x="354718" y="120128"/>
                  <a:pt x="355480" y="121834"/>
                </a:cubicBezTo>
                <a:cubicBezTo>
                  <a:pt x="356242" y="123537"/>
                  <a:pt x="357324" y="124754"/>
                  <a:pt x="358727" y="125483"/>
                </a:cubicBezTo>
                <a:cubicBezTo>
                  <a:pt x="360129" y="126213"/>
                  <a:pt x="363178" y="126609"/>
                  <a:pt x="367872" y="126670"/>
                </a:cubicBezTo>
                <a:lnTo>
                  <a:pt x="367872" y="130053"/>
                </a:lnTo>
                <a:lnTo>
                  <a:pt x="325253" y="130053"/>
                </a:lnTo>
                <a:lnTo>
                  <a:pt x="325253" y="126670"/>
                </a:lnTo>
                <a:cubicBezTo>
                  <a:pt x="329521" y="126670"/>
                  <a:pt x="332722" y="126151"/>
                  <a:pt x="334856" y="125115"/>
                </a:cubicBezTo>
                <a:cubicBezTo>
                  <a:pt x="336136" y="124446"/>
                  <a:pt x="337112" y="123410"/>
                  <a:pt x="337783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1" y="13116"/>
                </a:cubicBezTo>
                <a:cubicBezTo>
                  <a:pt x="335435" y="12293"/>
                  <a:pt x="334155" y="11881"/>
                  <a:pt x="332570" y="11881"/>
                </a:cubicBezTo>
                <a:cubicBezTo>
                  <a:pt x="331289" y="11881"/>
                  <a:pt x="329368" y="12399"/>
                  <a:pt x="326808" y="13436"/>
                </a:cubicBezTo>
                <a:lnTo>
                  <a:pt x="325253" y="10235"/>
                </a:lnTo>
                <a:lnTo>
                  <a:pt x="350129" y="0"/>
                </a:lnTo>
                <a:lnTo>
                  <a:pt x="354337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3" y="104994"/>
                  <a:pt x="492346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4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0" y="50180"/>
                  <a:pt x="545085" y="43900"/>
                  <a:pt x="552463" y="43900"/>
                </a:cubicBezTo>
                <a:cubicBezTo>
                  <a:pt x="555816" y="43900"/>
                  <a:pt x="558590" y="44921"/>
                  <a:pt x="560785" y="46964"/>
                </a:cubicBezTo>
                <a:cubicBezTo>
                  <a:pt x="562980" y="49006"/>
                  <a:pt x="564078" y="51369"/>
                  <a:pt x="564078" y="54052"/>
                </a:cubicBezTo>
                <a:cubicBezTo>
                  <a:pt x="564078" y="56430"/>
                  <a:pt x="563285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2" y="61506"/>
                  <a:pt x="548850" y="59402"/>
                </a:cubicBezTo>
                <a:cubicBezTo>
                  <a:pt x="546198" y="57299"/>
                  <a:pt x="544231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0" y="60564"/>
                  <a:pt x="533805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6" y="120922"/>
                </a:cubicBezTo>
                <a:cubicBezTo>
                  <a:pt x="533409" y="122564"/>
                  <a:pt x="534811" y="123933"/>
                  <a:pt x="536823" y="125029"/>
                </a:cubicBezTo>
                <a:cubicBezTo>
                  <a:pt x="538835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3" y="61377"/>
                </a:cubicBezTo>
                <a:cubicBezTo>
                  <a:pt x="514797" y="59521"/>
                  <a:pt x="514066" y="58167"/>
                  <a:pt x="512998" y="57316"/>
                </a:cubicBezTo>
                <a:cubicBezTo>
                  <a:pt x="511931" y="56464"/>
                  <a:pt x="510605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3" y="54120"/>
                </a:lnTo>
                <a:lnTo>
                  <a:pt x="527037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3899F-431F-4878-947E-44BADECE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178" y="5275950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C9A69-6660-4BE7-A2ED-0E40FA0A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178" y="5275950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sp>
        <p:nvSpPr>
          <p:cNvPr id="480" name="Text at">
            <a:extLst xmlns:a="http://schemas.openxmlformats.org/drawingml/2006/main">
              <a:ext uri="{FF2B5EF4-FFF2-40B4-BE49-F238E27FC236}">
                <a16:creationId xmlns:a16="http://schemas.microsoft.com/office/drawing/2014/main" id="{6C2D6C5C-340D-405D-BEA7-14338F54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521" y="5375273"/>
            <a:ext cx="128801" cy="113225"/>
          </a:xfrm>
          <a:custGeom xmlns:a="http://schemas.openxmlformats.org/drawingml/2006/main">
            <a:pathLst>
              <a:path w="128801" h="113225">
                <a:moveTo>
                  <a:pt x="46644" y="99324"/>
                </a:moveTo>
                <a:cubicBezTo>
                  <a:pt x="38047" y="105969"/>
                  <a:pt x="32651" y="109811"/>
                  <a:pt x="30456" y="110847"/>
                </a:cubicBezTo>
                <a:cubicBezTo>
                  <a:pt x="27163" y="112433"/>
                  <a:pt x="23657" y="113225"/>
                  <a:pt x="19938" y="113225"/>
                </a:cubicBezTo>
                <a:cubicBezTo>
                  <a:pt x="14146" y="113225"/>
                  <a:pt x="9374" y="111244"/>
                  <a:pt x="5625" y="107280"/>
                </a:cubicBezTo>
                <a:cubicBezTo>
                  <a:pt x="1875" y="103317"/>
                  <a:pt x="0" y="98104"/>
                  <a:pt x="0" y="91641"/>
                </a:cubicBezTo>
                <a:cubicBezTo>
                  <a:pt x="0" y="87556"/>
                  <a:pt x="915" y="84020"/>
                  <a:pt x="2744" y="81032"/>
                </a:cubicBezTo>
                <a:cubicBezTo>
                  <a:pt x="5244" y="76886"/>
                  <a:pt x="9588" y="72984"/>
                  <a:pt x="15777" y="69325"/>
                </a:cubicBezTo>
                <a:cubicBezTo>
                  <a:pt x="21965" y="65667"/>
                  <a:pt x="32254" y="61216"/>
                  <a:pt x="46644" y="55972"/>
                </a:cubicBezTo>
                <a:lnTo>
                  <a:pt x="46644" y="52680"/>
                </a:lnTo>
                <a:cubicBezTo>
                  <a:pt x="46644" y="44327"/>
                  <a:pt x="45318" y="38595"/>
                  <a:pt x="42665" y="35486"/>
                </a:cubicBezTo>
                <a:cubicBezTo>
                  <a:pt x="40013" y="32376"/>
                  <a:pt x="36156" y="30821"/>
                  <a:pt x="31096" y="30821"/>
                </a:cubicBezTo>
                <a:cubicBezTo>
                  <a:pt x="27255" y="30821"/>
                  <a:pt x="24206" y="31854"/>
                  <a:pt x="21950" y="33920"/>
                </a:cubicBezTo>
                <a:cubicBezTo>
                  <a:pt x="19633" y="35985"/>
                  <a:pt x="18475" y="38354"/>
                  <a:pt x="18475" y="41028"/>
                </a:cubicBezTo>
                <a:lnTo>
                  <a:pt x="18657" y="46312"/>
                </a:lnTo>
                <a:cubicBezTo>
                  <a:pt x="18657" y="49105"/>
                  <a:pt x="17941" y="51261"/>
                  <a:pt x="16508" y="52780"/>
                </a:cubicBezTo>
                <a:cubicBezTo>
                  <a:pt x="15075" y="54299"/>
                  <a:pt x="13200" y="55058"/>
                  <a:pt x="10884" y="55058"/>
                </a:cubicBezTo>
                <a:cubicBezTo>
                  <a:pt x="8628" y="55058"/>
                  <a:pt x="6783" y="54268"/>
                  <a:pt x="5350" y="52688"/>
                </a:cubicBezTo>
                <a:cubicBezTo>
                  <a:pt x="3917" y="51107"/>
                  <a:pt x="3201" y="48948"/>
                  <a:pt x="3201" y="46212"/>
                </a:cubicBezTo>
                <a:cubicBezTo>
                  <a:pt x="3201" y="40986"/>
                  <a:pt x="5884" y="36184"/>
                  <a:pt x="11249" y="31807"/>
                </a:cubicBezTo>
                <a:cubicBezTo>
                  <a:pt x="16615" y="27431"/>
                  <a:pt x="24145" y="25242"/>
                  <a:pt x="33840" y="25242"/>
                </a:cubicBezTo>
                <a:cubicBezTo>
                  <a:pt x="41278" y="25242"/>
                  <a:pt x="47375" y="26490"/>
                  <a:pt x="52131" y="28987"/>
                </a:cubicBezTo>
                <a:cubicBezTo>
                  <a:pt x="55728" y="30875"/>
                  <a:pt x="58381" y="33829"/>
                  <a:pt x="60088" y="37849"/>
                </a:cubicBezTo>
                <a:cubicBezTo>
                  <a:pt x="61185" y="40467"/>
                  <a:pt x="61734" y="45826"/>
                  <a:pt x="61734" y="53926"/>
                </a:cubicBezTo>
                <a:lnTo>
                  <a:pt x="61734" y="82335"/>
                </a:lnTo>
                <a:cubicBezTo>
                  <a:pt x="61734" y="90313"/>
                  <a:pt x="61887" y="95200"/>
                  <a:pt x="62192" y="96997"/>
                </a:cubicBezTo>
                <a:cubicBezTo>
                  <a:pt x="62496" y="98794"/>
                  <a:pt x="62999" y="99997"/>
                  <a:pt x="63701" y="100607"/>
                </a:cubicBezTo>
                <a:cubicBezTo>
                  <a:pt x="64402" y="101215"/>
                  <a:pt x="65210" y="101519"/>
                  <a:pt x="66124" y="101519"/>
                </a:cubicBezTo>
                <a:cubicBezTo>
                  <a:pt x="67100" y="101519"/>
                  <a:pt x="67953" y="101305"/>
                  <a:pt x="68685" y="100878"/>
                </a:cubicBezTo>
                <a:cubicBezTo>
                  <a:pt x="69965" y="100086"/>
                  <a:pt x="72435" y="97860"/>
                  <a:pt x="76093" y="94202"/>
                </a:cubicBezTo>
                <a:lnTo>
                  <a:pt x="76093" y="99324"/>
                </a:lnTo>
                <a:cubicBezTo>
                  <a:pt x="69264" y="108469"/>
                  <a:pt x="62740" y="113042"/>
                  <a:pt x="56521" y="113042"/>
                </a:cubicBezTo>
                <a:cubicBezTo>
                  <a:pt x="53533" y="113042"/>
                  <a:pt x="51156" y="112006"/>
                  <a:pt x="49387" y="109933"/>
                </a:cubicBezTo>
                <a:cubicBezTo>
                  <a:pt x="47619" y="107860"/>
                  <a:pt x="46705" y="104323"/>
                  <a:pt x="46644" y="99324"/>
                </a:cubicBezTo>
                <a:moveTo>
                  <a:pt x="46644" y="93327"/>
                </a:moveTo>
                <a:lnTo>
                  <a:pt x="46644" y="61551"/>
                </a:lnTo>
                <a:cubicBezTo>
                  <a:pt x="37437" y="65193"/>
                  <a:pt x="31492" y="67772"/>
                  <a:pt x="28809" y="69291"/>
                </a:cubicBezTo>
                <a:cubicBezTo>
                  <a:pt x="23993" y="71962"/>
                  <a:pt x="20548" y="74755"/>
                  <a:pt x="18475" y="77668"/>
                </a:cubicBezTo>
                <a:cubicBezTo>
                  <a:pt x="16401" y="80581"/>
                  <a:pt x="15365" y="83768"/>
                  <a:pt x="15365" y="87228"/>
                </a:cubicBezTo>
                <a:cubicBezTo>
                  <a:pt x="15365" y="91599"/>
                  <a:pt x="16676" y="95226"/>
                  <a:pt x="19298" y="98109"/>
                </a:cubicBezTo>
                <a:cubicBezTo>
                  <a:pt x="21919" y="100992"/>
                  <a:pt x="24938" y="102433"/>
                  <a:pt x="28352" y="102433"/>
                </a:cubicBezTo>
                <a:cubicBezTo>
                  <a:pt x="32986" y="102433"/>
                  <a:pt x="39083" y="99398"/>
                  <a:pt x="46644" y="93327"/>
                </a:cubicBezTo>
                <a:close/>
                <a:moveTo>
                  <a:pt x="106669" y="0"/>
                </a:moveTo>
                <a:lnTo>
                  <a:pt x="106669" y="27620"/>
                </a:lnTo>
                <a:lnTo>
                  <a:pt x="126241" y="27620"/>
                </a:lnTo>
                <a:lnTo>
                  <a:pt x="126241" y="34022"/>
                </a:lnTo>
                <a:lnTo>
                  <a:pt x="106669" y="34022"/>
                </a:lnTo>
                <a:lnTo>
                  <a:pt x="106669" y="88274"/>
                </a:lnTo>
                <a:cubicBezTo>
                  <a:pt x="106669" y="93695"/>
                  <a:pt x="107446" y="97350"/>
                  <a:pt x="109001" y="99238"/>
                </a:cubicBezTo>
                <a:cubicBezTo>
                  <a:pt x="110556" y="101124"/>
                  <a:pt x="112552" y="102067"/>
                  <a:pt x="114991" y="102067"/>
                </a:cubicBezTo>
                <a:cubicBezTo>
                  <a:pt x="117003" y="102067"/>
                  <a:pt x="118954" y="101442"/>
                  <a:pt x="120845" y="100192"/>
                </a:cubicBezTo>
                <a:cubicBezTo>
                  <a:pt x="122735" y="98942"/>
                  <a:pt x="124198" y="97098"/>
                  <a:pt x="125235" y="94659"/>
                </a:cubicBezTo>
                <a:lnTo>
                  <a:pt x="128801" y="94659"/>
                </a:lnTo>
                <a:cubicBezTo>
                  <a:pt x="126667" y="100652"/>
                  <a:pt x="123649" y="105184"/>
                  <a:pt x="119747" y="108255"/>
                </a:cubicBezTo>
                <a:cubicBezTo>
                  <a:pt x="115845" y="111325"/>
                  <a:pt x="111821" y="112859"/>
                  <a:pt x="107675" y="112859"/>
                </a:cubicBezTo>
                <a:cubicBezTo>
                  <a:pt x="104870" y="112859"/>
                  <a:pt x="102126" y="112081"/>
                  <a:pt x="99443" y="110524"/>
                </a:cubicBezTo>
                <a:cubicBezTo>
                  <a:pt x="96761" y="108968"/>
                  <a:pt x="94779" y="106740"/>
                  <a:pt x="93499" y="103842"/>
                </a:cubicBezTo>
                <a:cubicBezTo>
                  <a:pt x="92218" y="100942"/>
                  <a:pt x="91578" y="96470"/>
                  <a:pt x="91578" y="90426"/>
                </a:cubicBezTo>
                <a:lnTo>
                  <a:pt x="91578" y="34022"/>
                </a:lnTo>
                <a:lnTo>
                  <a:pt x="78317" y="34022"/>
                </a:lnTo>
                <a:lnTo>
                  <a:pt x="78317" y="31004"/>
                </a:lnTo>
                <a:cubicBezTo>
                  <a:pt x="81670" y="29659"/>
                  <a:pt x="85100" y="27381"/>
                  <a:pt x="88606" y="24171"/>
                </a:cubicBezTo>
                <a:cubicBezTo>
                  <a:pt x="92111" y="20960"/>
                  <a:pt x="95236" y="17153"/>
                  <a:pt x="97980" y="12750"/>
                </a:cubicBezTo>
                <a:cubicBezTo>
                  <a:pt x="99382" y="10427"/>
                  <a:pt x="101334" y="6177"/>
                  <a:pt x="103833" y="0"/>
                </a:cubicBezTo>
                <a:lnTo>
                  <a:pt x="1066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4D0F6-272E-48CD-868F-827AE6E7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5580323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98A3B-B917-44A2-AD3D-FEC9CFF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5580323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82B366"/>
            </a:solidFill>
            <a:miter/>
          </a:ln>
        </p:spPr>
      </p:sp>
      <p:sp>
        <p:nvSpPr>
          <p:cNvPr id="483" name="Text speaker">
            <a:extLst xmlns:a="http://schemas.openxmlformats.org/drawingml/2006/main">
              <a:ext uri="{FF2B5EF4-FFF2-40B4-BE49-F238E27FC236}">
                <a16:creationId xmlns:a16="http://schemas.microsoft.com/office/drawing/2014/main" id="{10D5F8A0-B6E6-4C9B-AA0C-151B31D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189" y="5660989"/>
            <a:ext cx="564078" cy="170112"/>
          </a:xfrm>
          <a:custGeom xmlns:a="http://schemas.openxmlformats.org/drawingml/2006/main">
            <a:pathLst>
              <a:path w="56407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4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4" y="51140"/>
                  <a:pt x="105833" y="48244"/>
                </a:cubicBezTo>
                <a:cubicBezTo>
                  <a:pt x="110193" y="45348"/>
                  <a:pt x="114781" y="43900"/>
                  <a:pt x="119598" y="43900"/>
                </a:cubicBezTo>
                <a:cubicBezTo>
                  <a:pt x="128012" y="43900"/>
                  <a:pt x="135024" y="47189"/>
                  <a:pt x="140633" y="53766"/>
                </a:cubicBezTo>
                <a:cubicBezTo>
                  <a:pt x="147523" y="61807"/>
                  <a:pt x="150968" y="72283"/>
                  <a:pt x="150968" y="85196"/>
                </a:cubicBezTo>
                <a:cubicBezTo>
                  <a:pt x="150968" y="99631"/>
                  <a:pt x="146822" y="111569"/>
                  <a:pt x="138529" y="121011"/>
                </a:cubicBezTo>
                <a:cubicBezTo>
                  <a:pt x="131701" y="128746"/>
                  <a:pt x="123104" y="132614"/>
                  <a:pt x="112738" y="132614"/>
                </a:cubicBezTo>
                <a:cubicBezTo>
                  <a:pt x="108226" y="132614"/>
                  <a:pt x="104324" y="131974"/>
                  <a:pt x="101032" y="130694"/>
                </a:cubicBezTo>
                <a:cubicBezTo>
                  <a:pt x="98593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3" y="164442"/>
                  <a:pt x="97511" y="165356"/>
                </a:cubicBezTo>
                <a:cubicBezTo>
                  <a:pt x="99248" y="166271"/>
                  <a:pt x="102404" y="166728"/>
                  <a:pt x="106976" y="166728"/>
                </a:cubicBezTo>
                <a:lnTo>
                  <a:pt x="106976" y="170112"/>
                </a:lnTo>
                <a:lnTo>
                  <a:pt x="63077" y="170112"/>
                </a:lnTo>
                <a:lnTo>
                  <a:pt x="63077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9" y="164134"/>
                  <a:pt x="76018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7" y="60560"/>
                </a:cubicBezTo>
                <a:cubicBezTo>
                  <a:pt x="76399" y="59094"/>
                  <a:pt x="75622" y="57996"/>
                  <a:pt x="74555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4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5" y="111661"/>
                  <a:pt x="93624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4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6" y="57161"/>
                  <a:pt x="106550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5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8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1" y="115466"/>
                  <a:pt x="224043" y="122325"/>
                </a:cubicBezTo>
                <a:cubicBezTo>
                  <a:pt x="217884" y="129185"/>
                  <a:pt x="210171" y="132614"/>
                  <a:pt x="200904" y="132614"/>
                </a:cubicBezTo>
                <a:cubicBezTo>
                  <a:pt x="190843" y="132614"/>
                  <a:pt x="182231" y="128705"/>
                  <a:pt x="175067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6" y="72618"/>
                </a:lnTo>
                <a:cubicBezTo>
                  <a:pt x="215781" y="67252"/>
                  <a:pt x="215141" y="63472"/>
                  <a:pt x="214165" y="61277"/>
                </a:cubicBezTo>
                <a:cubicBezTo>
                  <a:pt x="212641" y="57863"/>
                  <a:pt x="210370" y="55180"/>
                  <a:pt x="207351" y="53229"/>
                </a:cubicBezTo>
                <a:cubicBezTo>
                  <a:pt x="204333" y="51278"/>
                  <a:pt x="201178" y="50302"/>
                  <a:pt x="197886" y="50302"/>
                </a:cubicBezTo>
                <a:cubicBezTo>
                  <a:pt x="192825" y="50302"/>
                  <a:pt x="188298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7" y="0"/>
                </a:moveTo>
                <a:lnTo>
                  <a:pt x="354337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2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7" y="49326"/>
                  <a:pt x="377750" y="49204"/>
                </a:cubicBezTo>
                <a:lnTo>
                  <a:pt x="377750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7" y="58991"/>
                </a:cubicBezTo>
                <a:lnTo>
                  <a:pt x="369244" y="78837"/>
                </a:lnTo>
                <a:lnTo>
                  <a:pt x="390737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7" y="124904"/>
                  <a:pt x="410492" y="125758"/>
                </a:cubicBezTo>
                <a:cubicBezTo>
                  <a:pt x="412016" y="126366"/>
                  <a:pt x="414668" y="126670"/>
                  <a:pt x="418449" y="126670"/>
                </a:cubicBezTo>
                <a:lnTo>
                  <a:pt x="418449" y="130053"/>
                </a:lnTo>
                <a:lnTo>
                  <a:pt x="377750" y="130053"/>
                </a:lnTo>
                <a:lnTo>
                  <a:pt x="377750" y="126670"/>
                </a:lnTo>
                <a:cubicBezTo>
                  <a:pt x="380067" y="126609"/>
                  <a:pt x="381637" y="126259"/>
                  <a:pt x="382460" y="125621"/>
                </a:cubicBezTo>
                <a:cubicBezTo>
                  <a:pt x="383283" y="124980"/>
                  <a:pt x="383695" y="124083"/>
                  <a:pt x="383695" y="122928"/>
                </a:cubicBezTo>
                <a:cubicBezTo>
                  <a:pt x="383695" y="121528"/>
                  <a:pt x="382475" y="119277"/>
                  <a:pt x="380036" y="116175"/>
                </a:cubicBezTo>
                <a:lnTo>
                  <a:pt x="354337" y="83410"/>
                </a:lnTo>
                <a:lnTo>
                  <a:pt x="354337" y="111153"/>
                </a:lnTo>
                <a:cubicBezTo>
                  <a:pt x="354337" y="116568"/>
                  <a:pt x="354718" y="120128"/>
                  <a:pt x="355480" y="121834"/>
                </a:cubicBezTo>
                <a:cubicBezTo>
                  <a:pt x="356242" y="123537"/>
                  <a:pt x="357324" y="124754"/>
                  <a:pt x="358727" y="125483"/>
                </a:cubicBezTo>
                <a:cubicBezTo>
                  <a:pt x="360129" y="126213"/>
                  <a:pt x="363178" y="126609"/>
                  <a:pt x="367872" y="126670"/>
                </a:cubicBezTo>
                <a:lnTo>
                  <a:pt x="367872" y="130053"/>
                </a:lnTo>
                <a:lnTo>
                  <a:pt x="325253" y="130053"/>
                </a:lnTo>
                <a:lnTo>
                  <a:pt x="325253" y="126670"/>
                </a:lnTo>
                <a:cubicBezTo>
                  <a:pt x="329521" y="126670"/>
                  <a:pt x="332722" y="126151"/>
                  <a:pt x="334856" y="125115"/>
                </a:cubicBezTo>
                <a:cubicBezTo>
                  <a:pt x="336136" y="124446"/>
                  <a:pt x="337112" y="123410"/>
                  <a:pt x="337783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1" y="13116"/>
                </a:cubicBezTo>
                <a:cubicBezTo>
                  <a:pt x="335435" y="12293"/>
                  <a:pt x="334155" y="11881"/>
                  <a:pt x="332570" y="11881"/>
                </a:cubicBezTo>
                <a:cubicBezTo>
                  <a:pt x="331289" y="11881"/>
                  <a:pt x="329368" y="12399"/>
                  <a:pt x="326808" y="13436"/>
                </a:cubicBezTo>
                <a:lnTo>
                  <a:pt x="325253" y="10235"/>
                </a:lnTo>
                <a:lnTo>
                  <a:pt x="350129" y="0"/>
                </a:lnTo>
                <a:lnTo>
                  <a:pt x="354337" y="0"/>
                </a:lnTo>
                <a:close/>
                <a:moveTo>
                  <a:pt x="437289" y="77922"/>
                </a:moveTo>
                <a:cubicBezTo>
                  <a:pt x="437228" y="90332"/>
                  <a:pt x="440246" y="100066"/>
                  <a:pt x="446343" y="107123"/>
                </a:cubicBezTo>
                <a:cubicBezTo>
                  <a:pt x="452440" y="114179"/>
                  <a:pt x="459604" y="117707"/>
                  <a:pt x="467836" y="117707"/>
                </a:cubicBezTo>
                <a:cubicBezTo>
                  <a:pt x="473323" y="117707"/>
                  <a:pt x="478094" y="116198"/>
                  <a:pt x="482149" y="113179"/>
                </a:cubicBezTo>
                <a:cubicBezTo>
                  <a:pt x="486203" y="110161"/>
                  <a:pt x="489603" y="104994"/>
                  <a:pt x="492346" y="97677"/>
                </a:cubicBezTo>
                <a:lnTo>
                  <a:pt x="495182" y="99506"/>
                </a:lnTo>
                <a:cubicBezTo>
                  <a:pt x="493901" y="107860"/>
                  <a:pt x="490182" y="115466"/>
                  <a:pt x="484024" y="122325"/>
                </a:cubicBezTo>
                <a:cubicBezTo>
                  <a:pt x="477865" y="129185"/>
                  <a:pt x="470152" y="132614"/>
                  <a:pt x="460885" y="132614"/>
                </a:cubicBezTo>
                <a:cubicBezTo>
                  <a:pt x="450824" y="132614"/>
                  <a:pt x="442212" y="128705"/>
                  <a:pt x="435048" y="120888"/>
                </a:cubicBezTo>
                <a:cubicBezTo>
                  <a:pt x="427884" y="113068"/>
                  <a:pt x="424301" y="102556"/>
                  <a:pt x="424301" y="89352"/>
                </a:cubicBezTo>
                <a:cubicBezTo>
                  <a:pt x="424301" y="75054"/>
                  <a:pt x="427975" y="63904"/>
                  <a:pt x="435322" y="55904"/>
                </a:cubicBezTo>
                <a:cubicBezTo>
                  <a:pt x="442669" y="47901"/>
                  <a:pt x="451891" y="43900"/>
                  <a:pt x="462988" y="43900"/>
                </a:cubicBezTo>
                <a:cubicBezTo>
                  <a:pt x="472378" y="43900"/>
                  <a:pt x="480091" y="46987"/>
                  <a:pt x="486127" y="53160"/>
                </a:cubicBezTo>
                <a:cubicBezTo>
                  <a:pt x="492163" y="59332"/>
                  <a:pt x="495182" y="67586"/>
                  <a:pt x="495182" y="77922"/>
                </a:cubicBezTo>
                <a:lnTo>
                  <a:pt x="437289" y="77922"/>
                </a:lnTo>
                <a:moveTo>
                  <a:pt x="437289" y="72618"/>
                </a:moveTo>
                <a:lnTo>
                  <a:pt x="476067" y="72618"/>
                </a:lnTo>
                <a:cubicBezTo>
                  <a:pt x="475762" y="67252"/>
                  <a:pt x="475122" y="63472"/>
                  <a:pt x="474146" y="61277"/>
                </a:cubicBezTo>
                <a:cubicBezTo>
                  <a:pt x="472622" y="57863"/>
                  <a:pt x="470351" y="55180"/>
                  <a:pt x="467333" y="53229"/>
                </a:cubicBezTo>
                <a:cubicBezTo>
                  <a:pt x="464314" y="51278"/>
                  <a:pt x="461159" y="50302"/>
                  <a:pt x="457867" y="50302"/>
                </a:cubicBezTo>
                <a:cubicBezTo>
                  <a:pt x="452806" y="50302"/>
                  <a:pt x="448279" y="52268"/>
                  <a:pt x="444285" y="56201"/>
                </a:cubicBezTo>
                <a:cubicBezTo>
                  <a:pt x="440291" y="60134"/>
                  <a:pt x="437959" y="65606"/>
                  <a:pt x="437289" y="72618"/>
                </a:cubicBezTo>
                <a:close/>
                <a:moveTo>
                  <a:pt x="530879" y="43900"/>
                </a:moveTo>
                <a:lnTo>
                  <a:pt x="530879" y="62740"/>
                </a:lnTo>
                <a:cubicBezTo>
                  <a:pt x="537890" y="50180"/>
                  <a:pt x="545085" y="43900"/>
                  <a:pt x="552463" y="43900"/>
                </a:cubicBezTo>
                <a:cubicBezTo>
                  <a:pt x="555816" y="43900"/>
                  <a:pt x="558590" y="44921"/>
                  <a:pt x="560785" y="46964"/>
                </a:cubicBezTo>
                <a:cubicBezTo>
                  <a:pt x="562980" y="49006"/>
                  <a:pt x="564078" y="51369"/>
                  <a:pt x="564078" y="54052"/>
                </a:cubicBezTo>
                <a:cubicBezTo>
                  <a:pt x="564078" y="56430"/>
                  <a:pt x="563285" y="58442"/>
                  <a:pt x="561700" y="60088"/>
                </a:cubicBezTo>
                <a:cubicBezTo>
                  <a:pt x="560115" y="61734"/>
                  <a:pt x="558225" y="62557"/>
                  <a:pt x="556030" y="62557"/>
                </a:cubicBezTo>
                <a:cubicBezTo>
                  <a:pt x="553896" y="62557"/>
                  <a:pt x="551502" y="61506"/>
                  <a:pt x="548850" y="59402"/>
                </a:cubicBezTo>
                <a:cubicBezTo>
                  <a:pt x="546198" y="57299"/>
                  <a:pt x="544231" y="56247"/>
                  <a:pt x="542951" y="56247"/>
                </a:cubicBezTo>
                <a:cubicBezTo>
                  <a:pt x="541854" y="56247"/>
                  <a:pt x="540665" y="56855"/>
                  <a:pt x="539384" y="58070"/>
                </a:cubicBezTo>
                <a:cubicBezTo>
                  <a:pt x="536640" y="60564"/>
                  <a:pt x="533805" y="64669"/>
                  <a:pt x="530879" y="70386"/>
                </a:cubicBezTo>
                <a:lnTo>
                  <a:pt x="530879" y="110433"/>
                </a:lnTo>
                <a:cubicBezTo>
                  <a:pt x="530879" y="115053"/>
                  <a:pt x="531458" y="118550"/>
                  <a:pt x="532616" y="120922"/>
                </a:cubicBezTo>
                <a:cubicBezTo>
                  <a:pt x="533409" y="122564"/>
                  <a:pt x="534811" y="123933"/>
                  <a:pt x="536823" y="125029"/>
                </a:cubicBezTo>
                <a:cubicBezTo>
                  <a:pt x="538835" y="126123"/>
                  <a:pt x="541732" y="126670"/>
                  <a:pt x="545512" y="126670"/>
                </a:cubicBezTo>
                <a:lnTo>
                  <a:pt x="545512" y="130053"/>
                </a:lnTo>
                <a:lnTo>
                  <a:pt x="502618" y="130053"/>
                </a:lnTo>
                <a:lnTo>
                  <a:pt x="502618" y="126670"/>
                </a:lnTo>
                <a:cubicBezTo>
                  <a:pt x="506886" y="126670"/>
                  <a:pt x="510057" y="126001"/>
                  <a:pt x="512130" y="124663"/>
                </a:cubicBezTo>
                <a:cubicBezTo>
                  <a:pt x="513654" y="123690"/>
                  <a:pt x="514721" y="122138"/>
                  <a:pt x="515331" y="120007"/>
                </a:cubicBezTo>
                <a:cubicBezTo>
                  <a:pt x="515636" y="118973"/>
                  <a:pt x="515788" y="116022"/>
                  <a:pt x="515788" y="111156"/>
                </a:cubicBezTo>
                <a:lnTo>
                  <a:pt x="515788" y="78760"/>
                </a:lnTo>
                <a:cubicBezTo>
                  <a:pt x="515788" y="69025"/>
                  <a:pt x="515590" y="63231"/>
                  <a:pt x="515193" y="61377"/>
                </a:cubicBezTo>
                <a:cubicBezTo>
                  <a:pt x="514797" y="59521"/>
                  <a:pt x="514066" y="58167"/>
                  <a:pt x="512998" y="57316"/>
                </a:cubicBezTo>
                <a:cubicBezTo>
                  <a:pt x="511931" y="56464"/>
                  <a:pt x="510605" y="56038"/>
                  <a:pt x="509020" y="56038"/>
                </a:cubicBezTo>
                <a:cubicBezTo>
                  <a:pt x="507130" y="56038"/>
                  <a:pt x="504996" y="56494"/>
                  <a:pt x="502618" y="57407"/>
                </a:cubicBezTo>
                <a:lnTo>
                  <a:pt x="501703" y="54120"/>
                </a:lnTo>
                <a:lnTo>
                  <a:pt x="527037" y="43900"/>
                </a:lnTo>
                <a:lnTo>
                  <a:pt x="530879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1F1F6-22EB-4F81-9B00-DE4F413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178" y="5580323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460DE-2B56-44FF-8383-A10E1C5C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178" y="5580323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B85450"/>
            </a:solidFill>
            <a:miter/>
          </a:ln>
        </p:spPr>
      </p:sp>
      <p:sp>
        <p:nvSpPr>
          <p:cNvPr id="486" name="Text f">
            <a:extLst xmlns:a="http://schemas.openxmlformats.org/drawingml/2006/main">
              <a:ext uri="{FF2B5EF4-FFF2-40B4-BE49-F238E27FC236}">
                <a16:creationId xmlns:a16="http://schemas.microsoft.com/office/drawing/2014/main" id="{52A162D2-A7F4-45DC-BE31-BBB6BD8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364" y="5660989"/>
            <a:ext cx="74173" cy="130053"/>
          </a:xfrm>
          <a:custGeom xmlns:a="http://schemas.openxmlformats.org/drawingml/2006/main">
            <a:pathLst>
              <a:path w="74173" h="130053">
                <a:moveTo>
                  <a:pt x="31370" y="52680"/>
                </a:moveTo>
                <a:lnTo>
                  <a:pt x="31370" y="107806"/>
                </a:lnTo>
                <a:cubicBezTo>
                  <a:pt x="31370" y="115620"/>
                  <a:pt x="32224" y="120565"/>
                  <a:pt x="33931" y="122640"/>
                </a:cubicBezTo>
                <a:cubicBezTo>
                  <a:pt x="36187" y="125326"/>
                  <a:pt x="39205" y="126670"/>
                  <a:pt x="42985" y="126670"/>
                </a:cubicBezTo>
                <a:lnTo>
                  <a:pt x="50576" y="126670"/>
                </a:lnTo>
                <a:lnTo>
                  <a:pt x="50576" y="130053"/>
                </a:lnTo>
                <a:lnTo>
                  <a:pt x="549" y="130053"/>
                </a:lnTo>
                <a:lnTo>
                  <a:pt x="549" y="126670"/>
                </a:lnTo>
                <a:lnTo>
                  <a:pt x="4299" y="126670"/>
                </a:lnTo>
                <a:cubicBezTo>
                  <a:pt x="6737" y="126670"/>
                  <a:pt x="8963" y="126059"/>
                  <a:pt x="10975" y="124838"/>
                </a:cubicBezTo>
                <a:cubicBezTo>
                  <a:pt x="12987" y="123616"/>
                  <a:pt x="14374" y="121968"/>
                  <a:pt x="15136" y="119893"/>
                </a:cubicBezTo>
                <a:cubicBezTo>
                  <a:pt x="15898" y="117818"/>
                  <a:pt x="16280" y="113789"/>
                  <a:pt x="16280" y="107806"/>
                </a:cubicBezTo>
                <a:lnTo>
                  <a:pt x="16280" y="52680"/>
                </a:lnTo>
                <a:lnTo>
                  <a:pt x="0" y="52680"/>
                </a:lnTo>
                <a:lnTo>
                  <a:pt x="0" y="46278"/>
                </a:lnTo>
                <a:lnTo>
                  <a:pt x="16280" y="46278"/>
                </a:lnTo>
                <a:lnTo>
                  <a:pt x="16280" y="40767"/>
                </a:lnTo>
                <a:cubicBezTo>
                  <a:pt x="16280" y="32382"/>
                  <a:pt x="17621" y="25282"/>
                  <a:pt x="20304" y="19466"/>
                </a:cubicBezTo>
                <a:cubicBezTo>
                  <a:pt x="22986" y="13651"/>
                  <a:pt x="27087" y="8953"/>
                  <a:pt x="32605" y="5373"/>
                </a:cubicBezTo>
                <a:cubicBezTo>
                  <a:pt x="38123" y="1791"/>
                  <a:pt x="44327" y="0"/>
                  <a:pt x="51217" y="0"/>
                </a:cubicBezTo>
                <a:cubicBezTo>
                  <a:pt x="57619" y="0"/>
                  <a:pt x="63502" y="2073"/>
                  <a:pt x="68868" y="6219"/>
                </a:cubicBezTo>
                <a:cubicBezTo>
                  <a:pt x="72404" y="8963"/>
                  <a:pt x="74173" y="12042"/>
                  <a:pt x="74173" y="15456"/>
                </a:cubicBezTo>
                <a:cubicBezTo>
                  <a:pt x="74173" y="17286"/>
                  <a:pt x="73380" y="19008"/>
                  <a:pt x="71795" y="20624"/>
                </a:cubicBezTo>
                <a:cubicBezTo>
                  <a:pt x="70209" y="22240"/>
                  <a:pt x="68502" y="23047"/>
                  <a:pt x="66673" y="23047"/>
                </a:cubicBezTo>
                <a:cubicBezTo>
                  <a:pt x="65271" y="23047"/>
                  <a:pt x="63792" y="22539"/>
                  <a:pt x="62237" y="21521"/>
                </a:cubicBezTo>
                <a:cubicBezTo>
                  <a:pt x="60682" y="20504"/>
                  <a:pt x="58777" y="18315"/>
                  <a:pt x="56521" y="14956"/>
                </a:cubicBezTo>
                <a:cubicBezTo>
                  <a:pt x="54265" y="11597"/>
                  <a:pt x="52192" y="9332"/>
                  <a:pt x="50302" y="8160"/>
                </a:cubicBezTo>
                <a:cubicBezTo>
                  <a:pt x="48412" y="6988"/>
                  <a:pt x="46308" y="6402"/>
                  <a:pt x="43991" y="6402"/>
                </a:cubicBezTo>
                <a:cubicBezTo>
                  <a:pt x="41187" y="6402"/>
                  <a:pt x="38809" y="7157"/>
                  <a:pt x="36858" y="8666"/>
                </a:cubicBezTo>
                <a:cubicBezTo>
                  <a:pt x="34907" y="10173"/>
                  <a:pt x="33504" y="12511"/>
                  <a:pt x="32651" y="15679"/>
                </a:cubicBezTo>
                <a:cubicBezTo>
                  <a:pt x="31797" y="18848"/>
                  <a:pt x="31370" y="27016"/>
                  <a:pt x="31370" y="40184"/>
                </a:cubicBezTo>
                <a:lnTo>
                  <a:pt x="31370" y="46278"/>
                </a:lnTo>
                <a:lnTo>
                  <a:pt x="52954" y="46278"/>
                </a:lnTo>
                <a:lnTo>
                  <a:pt x="52954" y="52680"/>
                </a:lnTo>
                <a:lnTo>
                  <a:pt x="31370" y="5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Text or">
            <a:extLst xmlns:a="http://schemas.openxmlformats.org/drawingml/2006/main">
              <a:ext uri="{FF2B5EF4-FFF2-40B4-BE49-F238E27FC236}">
                <a16:creationId xmlns:a16="http://schemas.microsoft.com/office/drawing/2014/main" id="{A2E48C3B-FB87-4EF7-AB14-B6CB65F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822" y="5704889"/>
            <a:ext cx="150906" cy="88714"/>
          </a:xfrm>
          <a:custGeom xmlns:a="http://schemas.openxmlformats.org/drawingml/2006/main">
            <a:pathLst>
              <a:path w="150906" h="88714">
                <a:moveTo>
                  <a:pt x="40516" y="0"/>
                </a:moveTo>
                <a:cubicBezTo>
                  <a:pt x="53198" y="0"/>
                  <a:pt x="63380" y="4812"/>
                  <a:pt x="71063" y="14436"/>
                </a:cubicBezTo>
                <a:cubicBezTo>
                  <a:pt x="77587" y="22658"/>
                  <a:pt x="80849" y="32099"/>
                  <a:pt x="80849" y="42760"/>
                </a:cubicBezTo>
                <a:cubicBezTo>
                  <a:pt x="80849" y="50251"/>
                  <a:pt x="79050" y="57835"/>
                  <a:pt x="75453" y="65510"/>
                </a:cubicBezTo>
                <a:cubicBezTo>
                  <a:pt x="71856" y="73183"/>
                  <a:pt x="66902" y="78968"/>
                  <a:pt x="60591" y="82867"/>
                </a:cubicBezTo>
                <a:cubicBezTo>
                  <a:pt x="54280" y="86765"/>
                  <a:pt x="47253" y="88714"/>
                  <a:pt x="39510" y="88714"/>
                </a:cubicBezTo>
                <a:cubicBezTo>
                  <a:pt x="26889" y="88714"/>
                  <a:pt x="16859" y="83689"/>
                  <a:pt x="9420" y="73638"/>
                </a:cubicBezTo>
                <a:cubicBezTo>
                  <a:pt x="3140" y="65172"/>
                  <a:pt x="0" y="55671"/>
                  <a:pt x="0" y="45135"/>
                </a:cubicBezTo>
                <a:cubicBezTo>
                  <a:pt x="0" y="37460"/>
                  <a:pt x="1905" y="29831"/>
                  <a:pt x="5716" y="22247"/>
                </a:cubicBezTo>
                <a:cubicBezTo>
                  <a:pt x="9527" y="14664"/>
                  <a:pt x="14542" y="9060"/>
                  <a:pt x="20761" y="5436"/>
                </a:cubicBezTo>
                <a:cubicBezTo>
                  <a:pt x="26980" y="1812"/>
                  <a:pt x="33565" y="0"/>
                  <a:pt x="40516" y="0"/>
                </a:cubicBezTo>
                <a:moveTo>
                  <a:pt x="37681" y="6036"/>
                </a:moveTo>
                <a:cubicBezTo>
                  <a:pt x="34449" y="6036"/>
                  <a:pt x="31202" y="6996"/>
                  <a:pt x="27940" y="8914"/>
                </a:cubicBezTo>
                <a:cubicBezTo>
                  <a:pt x="24678" y="10833"/>
                  <a:pt x="22041" y="14198"/>
                  <a:pt x="20029" y="19009"/>
                </a:cubicBezTo>
                <a:cubicBezTo>
                  <a:pt x="18017" y="23820"/>
                  <a:pt x="17011" y="30001"/>
                  <a:pt x="17011" y="37552"/>
                </a:cubicBezTo>
                <a:cubicBezTo>
                  <a:pt x="17011" y="49731"/>
                  <a:pt x="19435" y="60237"/>
                  <a:pt x="24282" y="69068"/>
                </a:cubicBezTo>
                <a:cubicBezTo>
                  <a:pt x="29129" y="77898"/>
                  <a:pt x="35516" y="82312"/>
                  <a:pt x="43443" y="82312"/>
                </a:cubicBezTo>
                <a:cubicBezTo>
                  <a:pt x="49357" y="82312"/>
                  <a:pt x="54235" y="79876"/>
                  <a:pt x="58076" y="75004"/>
                </a:cubicBezTo>
                <a:cubicBezTo>
                  <a:pt x="61917" y="70132"/>
                  <a:pt x="63838" y="61759"/>
                  <a:pt x="63838" y="49885"/>
                </a:cubicBezTo>
                <a:cubicBezTo>
                  <a:pt x="63838" y="35025"/>
                  <a:pt x="60637" y="23331"/>
                  <a:pt x="54235" y="14805"/>
                </a:cubicBezTo>
                <a:cubicBezTo>
                  <a:pt x="49906" y="8959"/>
                  <a:pt x="44388" y="6036"/>
                  <a:pt x="37681" y="6036"/>
                </a:cubicBezTo>
                <a:close/>
                <a:moveTo>
                  <a:pt x="117706" y="0"/>
                </a:moveTo>
                <a:lnTo>
                  <a:pt x="117706" y="18840"/>
                </a:lnTo>
                <a:cubicBezTo>
                  <a:pt x="124718" y="6280"/>
                  <a:pt x="131913" y="0"/>
                  <a:pt x="139290" y="0"/>
                </a:cubicBezTo>
                <a:cubicBezTo>
                  <a:pt x="142644" y="0"/>
                  <a:pt x="145418" y="1021"/>
                  <a:pt x="147613" y="3064"/>
                </a:cubicBezTo>
                <a:cubicBezTo>
                  <a:pt x="149808" y="5106"/>
                  <a:pt x="150906" y="7469"/>
                  <a:pt x="150906" y="10152"/>
                </a:cubicBezTo>
                <a:cubicBezTo>
                  <a:pt x="150906" y="12530"/>
                  <a:pt x="150113" y="14542"/>
                  <a:pt x="148528" y="16188"/>
                </a:cubicBezTo>
                <a:cubicBezTo>
                  <a:pt x="146942" y="17834"/>
                  <a:pt x="145052" y="18657"/>
                  <a:pt x="142857" y="18657"/>
                </a:cubicBezTo>
                <a:cubicBezTo>
                  <a:pt x="140723" y="18657"/>
                  <a:pt x="138330" y="17606"/>
                  <a:pt x="135678" y="15502"/>
                </a:cubicBezTo>
                <a:cubicBezTo>
                  <a:pt x="133026" y="13399"/>
                  <a:pt x="131059" y="12347"/>
                  <a:pt x="129779" y="12347"/>
                </a:cubicBezTo>
                <a:cubicBezTo>
                  <a:pt x="128681" y="12347"/>
                  <a:pt x="127492" y="12955"/>
                  <a:pt x="126212" y="14170"/>
                </a:cubicBezTo>
                <a:cubicBezTo>
                  <a:pt x="123468" y="16664"/>
                  <a:pt x="120633" y="20770"/>
                  <a:pt x="117706" y="26486"/>
                </a:cubicBezTo>
                <a:lnTo>
                  <a:pt x="117706" y="66533"/>
                </a:lnTo>
                <a:cubicBezTo>
                  <a:pt x="117706" y="71153"/>
                  <a:pt x="118286" y="74650"/>
                  <a:pt x="119444" y="77022"/>
                </a:cubicBezTo>
                <a:cubicBezTo>
                  <a:pt x="120237" y="78664"/>
                  <a:pt x="121639" y="80033"/>
                  <a:pt x="123651" y="81129"/>
                </a:cubicBezTo>
                <a:cubicBezTo>
                  <a:pt x="125663" y="82223"/>
                  <a:pt x="128559" y="82770"/>
                  <a:pt x="132340" y="82770"/>
                </a:cubicBezTo>
                <a:lnTo>
                  <a:pt x="132340" y="86154"/>
                </a:lnTo>
                <a:lnTo>
                  <a:pt x="89446" y="86154"/>
                </a:lnTo>
                <a:lnTo>
                  <a:pt x="89446" y="82770"/>
                </a:lnTo>
                <a:cubicBezTo>
                  <a:pt x="93714" y="82770"/>
                  <a:pt x="96884" y="82101"/>
                  <a:pt x="98957" y="80763"/>
                </a:cubicBezTo>
                <a:cubicBezTo>
                  <a:pt x="100482" y="79790"/>
                  <a:pt x="101549" y="78238"/>
                  <a:pt x="102158" y="76107"/>
                </a:cubicBezTo>
                <a:cubicBezTo>
                  <a:pt x="102463" y="75073"/>
                  <a:pt x="102616" y="72122"/>
                  <a:pt x="102616" y="67256"/>
                </a:cubicBezTo>
                <a:lnTo>
                  <a:pt x="102616" y="34860"/>
                </a:lnTo>
                <a:cubicBezTo>
                  <a:pt x="102616" y="25125"/>
                  <a:pt x="102418" y="19331"/>
                  <a:pt x="102021" y="17477"/>
                </a:cubicBezTo>
                <a:cubicBezTo>
                  <a:pt x="101625" y="15621"/>
                  <a:pt x="100893" y="14267"/>
                  <a:pt x="99826" y="13416"/>
                </a:cubicBezTo>
                <a:cubicBezTo>
                  <a:pt x="98759" y="12564"/>
                  <a:pt x="97433" y="12138"/>
                  <a:pt x="95848" y="12138"/>
                </a:cubicBezTo>
                <a:cubicBezTo>
                  <a:pt x="93958" y="12138"/>
                  <a:pt x="91824" y="12595"/>
                  <a:pt x="89446" y="13507"/>
                </a:cubicBezTo>
                <a:lnTo>
                  <a:pt x="88531" y="10220"/>
                </a:lnTo>
                <a:lnTo>
                  <a:pt x="113865" y="0"/>
                </a:lnTo>
                <a:lnTo>
                  <a:pt x="1177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FE8F4-414A-454C-96D3-20F9C37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588469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ADF11-564A-4B0B-843A-8BBAE11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588469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B85450"/>
            </a:solidFill>
            <a:miter/>
          </a:ln>
        </p:spPr>
      </p:sp>
      <p:sp>
        <p:nvSpPr>
          <p:cNvPr id="490" name="Text speak">
            <a:extLst xmlns:a="http://schemas.openxmlformats.org/drawingml/2006/main">
              <a:ext uri="{FF2B5EF4-FFF2-40B4-BE49-F238E27FC236}">
                <a16:creationId xmlns:a16="http://schemas.microsoft.com/office/drawing/2014/main" id="{44826C76-3F5E-49DE-AFD9-6207C8FE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990" y="5965361"/>
            <a:ext cx="418448" cy="170112"/>
          </a:xfrm>
          <a:custGeom xmlns:a="http://schemas.openxmlformats.org/drawingml/2006/main">
            <a:pathLst>
              <a:path w="41844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4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4" y="51140"/>
                  <a:pt x="105833" y="48244"/>
                </a:cubicBezTo>
                <a:cubicBezTo>
                  <a:pt x="110193" y="45348"/>
                  <a:pt x="114781" y="43900"/>
                  <a:pt x="119598" y="43900"/>
                </a:cubicBezTo>
                <a:cubicBezTo>
                  <a:pt x="128012" y="43900"/>
                  <a:pt x="135024" y="47189"/>
                  <a:pt x="140633" y="53766"/>
                </a:cubicBezTo>
                <a:cubicBezTo>
                  <a:pt x="147523" y="61807"/>
                  <a:pt x="150968" y="72283"/>
                  <a:pt x="150968" y="85196"/>
                </a:cubicBezTo>
                <a:cubicBezTo>
                  <a:pt x="150968" y="99631"/>
                  <a:pt x="146822" y="111569"/>
                  <a:pt x="138529" y="121011"/>
                </a:cubicBezTo>
                <a:cubicBezTo>
                  <a:pt x="131701" y="128746"/>
                  <a:pt x="123104" y="132614"/>
                  <a:pt x="112738" y="132614"/>
                </a:cubicBezTo>
                <a:cubicBezTo>
                  <a:pt x="108226" y="132614"/>
                  <a:pt x="104324" y="131974"/>
                  <a:pt x="101032" y="130694"/>
                </a:cubicBezTo>
                <a:cubicBezTo>
                  <a:pt x="98593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3" y="164442"/>
                  <a:pt x="97511" y="165356"/>
                </a:cubicBezTo>
                <a:cubicBezTo>
                  <a:pt x="99248" y="166271"/>
                  <a:pt x="102404" y="166728"/>
                  <a:pt x="106976" y="166728"/>
                </a:cubicBezTo>
                <a:lnTo>
                  <a:pt x="106976" y="170112"/>
                </a:lnTo>
                <a:lnTo>
                  <a:pt x="63077" y="170112"/>
                </a:lnTo>
                <a:lnTo>
                  <a:pt x="63077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9" y="164134"/>
                  <a:pt x="76018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7" y="60560"/>
                </a:cubicBezTo>
                <a:cubicBezTo>
                  <a:pt x="76399" y="59094"/>
                  <a:pt x="75622" y="57996"/>
                  <a:pt x="74555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4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5" y="111661"/>
                  <a:pt x="93624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4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6" y="57161"/>
                  <a:pt x="106550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50" y="49204"/>
                </a:cubicBezTo>
                <a:lnTo>
                  <a:pt x="377750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7" y="58991"/>
                </a:cubicBezTo>
                <a:lnTo>
                  <a:pt x="369244" y="78837"/>
                </a:lnTo>
                <a:lnTo>
                  <a:pt x="390737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7" y="124904"/>
                  <a:pt x="410492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50" y="130053"/>
                </a:lnTo>
                <a:lnTo>
                  <a:pt x="377750" y="126670"/>
                </a:lnTo>
                <a:cubicBezTo>
                  <a:pt x="380066" y="126609"/>
                  <a:pt x="381637" y="126259"/>
                  <a:pt x="382460" y="125621"/>
                </a:cubicBezTo>
                <a:cubicBezTo>
                  <a:pt x="383283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2" y="123537"/>
                  <a:pt x="357324" y="124754"/>
                  <a:pt x="358726" y="125483"/>
                </a:cubicBezTo>
                <a:cubicBezTo>
                  <a:pt x="360129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3" y="130053"/>
                </a:lnTo>
                <a:lnTo>
                  <a:pt x="325253" y="126670"/>
                </a:lnTo>
                <a:cubicBezTo>
                  <a:pt x="329521" y="126670"/>
                  <a:pt x="332722" y="126151"/>
                  <a:pt x="334856" y="125115"/>
                </a:cubicBezTo>
                <a:cubicBezTo>
                  <a:pt x="336136" y="124446"/>
                  <a:pt x="337112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5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3" y="10235"/>
                </a:lnTo>
                <a:lnTo>
                  <a:pt x="350129" y="0"/>
                </a:lnTo>
                <a:lnTo>
                  <a:pt x="3543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57D04-A896-4117-97C2-D3F11B12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4971577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B38D2-B4C1-49E5-9D5E-45A7EA2C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4971577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493" name="Text guest">
            <a:extLst xmlns:a="http://schemas.openxmlformats.org/drawingml/2006/main">
              <a:ext uri="{FF2B5EF4-FFF2-40B4-BE49-F238E27FC236}">
                <a16:creationId xmlns:a16="http://schemas.microsoft.com/office/drawing/2014/main" id="{BA489E9F-8463-4AC6-90BE-9F3DD2EB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390" y="5070901"/>
            <a:ext cx="390067" cy="151821"/>
          </a:xfrm>
          <a:custGeom xmlns:a="http://schemas.openxmlformats.org/drawingml/2006/main">
            <a:pathLst>
              <a:path w="390067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1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0" y="101976"/>
                  <a:pt x="177794" y="101458"/>
                  <a:pt x="180172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5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69" y="112600"/>
                  <a:pt x="111624" y="109887"/>
                </a:cubicBezTo>
                <a:cubicBezTo>
                  <a:pt x="108179" y="107174"/>
                  <a:pt x="105786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2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5" y="102525"/>
                  <a:pt x="131517" y="102525"/>
                </a:cubicBezTo>
                <a:cubicBezTo>
                  <a:pt x="134138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3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7" y="25242"/>
                </a:moveTo>
                <a:lnTo>
                  <a:pt x="324887" y="53594"/>
                </a:lnTo>
                <a:lnTo>
                  <a:pt x="321869" y="53594"/>
                </a:lnTo>
                <a:cubicBezTo>
                  <a:pt x="319552" y="44702"/>
                  <a:pt x="316580" y="38653"/>
                  <a:pt x="312952" y="35449"/>
                </a:cubicBezTo>
                <a:cubicBezTo>
                  <a:pt x="309324" y="32242"/>
                  <a:pt x="304706" y="30638"/>
                  <a:pt x="299096" y="30638"/>
                </a:cubicBezTo>
                <a:cubicBezTo>
                  <a:pt x="294828" y="30638"/>
                  <a:pt x="291383" y="31766"/>
                  <a:pt x="288761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4" y="47844"/>
                  <a:pt x="287755" y="50279"/>
                </a:cubicBezTo>
                <a:cubicBezTo>
                  <a:pt x="289646" y="52777"/>
                  <a:pt x="293487" y="55426"/>
                  <a:pt x="299279" y="58227"/>
                </a:cubicBezTo>
                <a:lnTo>
                  <a:pt x="312632" y="64715"/>
                </a:lnTo>
                <a:cubicBezTo>
                  <a:pt x="325009" y="70744"/>
                  <a:pt x="331198" y="78692"/>
                  <a:pt x="331198" y="88560"/>
                </a:cubicBezTo>
                <a:cubicBezTo>
                  <a:pt x="331198" y="96172"/>
                  <a:pt x="328317" y="102308"/>
                  <a:pt x="322555" y="106969"/>
                </a:cubicBezTo>
                <a:cubicBezTo>
                  <a:pt x="316793" y="111628"/>
                  <a:pt x="310346" y="113957"/>
                  <a:pt x="303212" y="113957"/>
                </a:cubicBezTo>
                <a:cubicBezTo>
                  <a:pt x="298090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3" y="110299"/>
                </a:cubicBezTo>
                <a:cubicBezTo>
                  <a:pt x="279311" y="110299"/>
                  <a:pt x="278213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3" y="106389"/>
                  <a:pt x="297419" y="108561"/>
                  <a:pt x="303395" y="108561"/>
                </a:cubicBezTo>
                <a:cubicBezTo>
                  <a:pt x="307602" y="108561"/>
                  <a:pt x="311031" y="107328"/>
                  <a:pt x="313684" y="104862"/>
                </a:cubicBezTo>
                <a:cubicBezTo>
                  <a:pt x="316336" y="102395"/>
                  <a:pt x="317662" y="99425"/>
                  <a:pt x="317662" y="95954"/>
                </a:cubicBezTo>
                <a:cubicBezTo>
                  <a:pt x="317662" y="91751"/>
                  <a:pt x="316184" y="88218"/>
                  <a:pt x="313226" y="85356"/>
                </a:cubicBezTo>
                <a:cubicBezTo>
                  <a:pt x="310269" y="82494"/>
                  <a:pt x="304370" y="78871"/>
                  <a:pt x="295529" y="74487"/>
                </a:cubicBezTo>
                <a:cubicBezTo>
                  <a:pt x="286688" y="70101"/>
                  <a:pt x="280896" y="66141"/>
                  <a:pt x="278152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399" y="36816"/>
                  <a:pt x="281125" y="32188"/>
                </a:cubicBezTo>
                <a:cubicBezTo>
                  <a:pt x="285850" y="27557"/>
                  <a:pt x="291962" y="25242"/>
                  <a:pt x="299462" y="25242"/>
                </a:cubicBezTo>
                <a:cubicBezTo>
                  <a:pt x="302755" y="25242"/>
                  <a:pt x="306748" y="25944"/>
                  <a:pt x="311443" y="27346"/>
                </a:cubicBezTo>
                <a:cubicBezTo>
                  <a:pt x="314553" y="28261"/>
                  <a:pt x="316626" y="28718"/>
                  <a:pt x="317662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7" y="27651"/>
                  <a:pt x="321138" y="26706"/>
                  <a:pt x="321869" y="25242"/>
                </a:cubicBezTo>
                <a:lnTo>
                  <a:pt x="324887" y="25242"/>
                </a:lnTo>
                <a:close/>
                <a:moveTo>
                  <a:pt x="367934" y="0"/>
                </a:moveTo>
                <a:lnTo>
                  <a:pt x="367934" y="27620"/>
                </a:lnTo>
                <a:lnTo>
                  <a:pt x="387506" y="27620"/>
                </a:lnTo>
                <a:lnTo>
                  <a:pt x="387506" y="34022"/>
                </a:lnTo>
                <a:lnTo>
                  <a:pt x="367934" y="34022"/>
                </a:lnTo>
                <a:lnTo>
                  <a:pt x="367934" y="88274"/>
                </a:lnTo>
                <a:cubicBezTo>
                  <a:pt x="367934" y="93695"/>
                  <a:pt x="368711" y="97350"/>
                  <a:pt x="370266" y="99238"/>
                </a:cubicBezTo>
                <a:cubicBezTo>
                  <a:pt x="371821" y="101124"/>
                  <a:pt x="373818" y="102067"/>
                  <a:pt x="376257" y="102067"/>
                </a:cubicBezTo>
                <a:cubicBezTo>
                  <a:pt x="378269" y="102067"/>
                  <a:pt x="380220" y="101442"/>
                  <a:pt x="382110" y="100192"/>
                </a:cubicBezTo>
                <a:cubicBezTo>
                  <a:pt x="384000" y="98942"/>
                  <a:pt x="385463" y="97098"/>
                  <a:pt x="386500" y="94659"/>
                </a:cubicBezTo>
                <a:lnTo>
                  <a:pt x="390067" y="94659"/>
                </a:lnTo>
                <a:cubicBezTo>
                  <a:pt x="387933" y="100652"/>
                  <a:pt x="384915" y="105184"/>
                  <a:pt x="381013" y="108255"/>
                </a:cubicBezTo>
                <a:cubicBezTo>
                  <a:pt x="377110" y="111325"/>
                  <a:pt x="373086" y="112859"/>
                  <a:pt x="368940" y="112859"/>
                </a:cubicBezTo>
                <a:cubicBezTo>
                  <a:pt x="366135" y="112859"/>
                  <a:pt x="363392" y="112081"/>
                  <a:pt x="360709" y="110524"/>
                </a:cubicBezTo>
                <a:cubicBezTo>
                  <a:pt x="358026" y="108968"/>
                  <a:pt x="356044" y="106740"/>
                  <a:pt x="354764" y="103842"/>
                </a:cubicBezTo>
                <a:cubicBezTo>
                  <a:pt x="353484" y="100942"/>
                  <a:pt x="352843" y="96470"/>
                  <a:pt x="352843" y="90426"/>
                </a:cubicBezTo>
                <a:lnTo>
                  <a:pt x="352843" y="34022"/>
                </a:lnTo>
                <a:lnTo>
                  <a:pt x="339582" y="34022"/>
                </a:lnTo>
                <a:lnTo>
                  <a:pt x="339582" y="31004"/>
                </a:lnTo>
                <a:cubicBezTo>
                  <a:pt x="342935" y="29659"/>
                  <a:pt x="346365" y="27381"/>
                  <a:pt x="349871" y="24171"/>
                </a:cubicBezTo>
                <a:cubicBezTo>
                  <a:pt x="353377" y="20960"/>
                  <a:pt x="356502" y="17153"/>
                  <a:pt x="359245" y="12750"/>
                </a:cubicBezTo>
                <a:cubicBezTo>
                  <a:pt x="360648" y="10427"/>
                  <a:pt x="362599" y="6177"/>
                  <a:pt x="365099" y="0"/>
                </a:cubicBezTo>
                <a:lnTo>
                  <a:pt x="3679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C010F-6655-4CCB-B88C-7E29AAF0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5275950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A3207-6A6D-487B-84F4-FD41EBC7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5275950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496" name="Text guest">
            <a:extLst xmlns:a="http://schemas.openxmlformats.org/drawingml/2006/main">
              <a:ext uri="{FF2B5EF4-FFF2-40B4-BE49-F238E27FC236}">
                <a16:creationId xmlns:a16="http://schemas.microsoft.com/office/drawing/2014/main" id="{E62DF34C-486A-4323-AC6E-2B08460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390" y="5398687"/>
            <a:ext cx="390067" cy="151821"/>
          </a:xfrm>
          <a:custGeom xmlns:a="http://schemas.openxmlformats.org/drawingml/2006/main">
            <a:pathLst>
              <a:path w="390067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1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0" y="101976"/>
                  <a:pt x="177794" y="101458"/>
                  <a:pt x="180172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5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69" y="112600"/>
                  <a:pt x="111624" y="109887"/>
                </a:cubicBezTo>
                <a:cubicBezTo>
                  <a:pt x="108179" y="107174"/>
                  <a:pt x="105786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2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5" y="102525"/>
                  <a:pt x="131517" y="102525"/>
                </a:cubicBezTo>
                <a:cubicBezTo>
                  <a:pt x="134138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3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7" y="25242"/>
                </a:moveTo>
                <a:lnTo>
                  <a:pt x="324887" y="53594"/>
                </a:lnTo>
                <a:lnTo>
                  <a:pt x="321869" y="53594"/>
                </a:lnTo>
                <a:cubicBezTo>
                  <a:pt x="319552" y="44702"/>
                  <a:pt x="316580" y="38653"/>
                  <a:pt x="312952" y="35449"/>
                </a:cubicBezTo>
                <a:cubicBezTo>
                  <a:pt x="309324" y="32242"/>
                  <a:pt x="304706" y="30638"/>
                  <a:pt x="299096" y="30638"/>
                </a:cubicBezTo>
                <a:cubicBezTo>
                  <a:pt x="294828" y="30638"/>
                  <a:pt x="291383" y="31766"/>
                  <a:pt x="288761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4" y="47844"/>
                  <a:pt x="287755" y="50279"/>
                </a:cubicBezTo>
                <a:cubicBezTo>
                  <a:pt x="289646" y="52777"/>
                  <a:pt x="293487" y="55426"/>
                  <a:pt x="299279" y="58227"/>
                </a:cubicBezTo>
                <a:lnTo>
                  <a:pt x="312632" y="64715"/>
                </a:lnTo>
                <a:cubicBezTo>
                  <a:pt x="325009" y="70744"/>
                  <a:pt x="331198" y="78692"/>
                  <a:pt x="331198" y="88560"/>
                </a:cubicBezTo>
                <a:cubicBezTo>
                  <a:pt x="331198" y="96172"/>
                  <a:pt x="328317" y="102308"/>
                  <a:pt x="322555" y="106969"/>
                </a:cubicBezTo>
                <a:cubicBezTo>
                  <a:pt x="316793" y="111628"/>
                  <a:pt x="310346" y="113957"/>
                  <a:pt x="303212" y="113957"/>
                </a:cubicBezTo>
                <a:cubicBezTo>
                  <a:pt x="298090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3" y="110299"/>
                </a:cubicBezTo>
                <a:cubicBezTo>
                  <a:pt x="279311" y="110299"/>
                  <a:pt x="278213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3" y="106389"/>
                  <a:pt x="297419" y="108561"/>
                  <a:pt x="303395" y="108561"/>
                </a:cubicBezTo>
                <a:cubicBezTo>
                  <a:pt x="307602" y="108561"/>
                  <a:pt x="311031" y="107328"/>
                  <a:pt x="313684" y="104862"/>
                </a:cubicBezTo>
                <a:cubicBezTo>
                  <a:pt x="316336" y="102395"/>
                  <a:pt x="317662" y="99425"/>
                  <a:pt x="317662" y="95954"/>
                </a:cubicBezTo>
                <a:cubicBezTo>
                  <a:pt x="317662" y="91751"/>
                  <a:pt x="316184" y="88218"/>
                  <a:pt x="313226" y="85356"/>
                </a:cubicBezTo>
                <a:cubicBezTo>
                  <a:pt x="310269" y="82494"/>
                  <a:pt x="304370" y="78871"/>
                  <a:pt x="295529" y="74487"/>
                </a:cubicBezTo>
                <a:cubicBezTo>
                  <a:pt x="286688" y="70101"/>
                  <a:pt x="280896" y="66141"/>
                  <a:pt x="278152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399" y="36816"/>
                  <a:pt x="281125" y="32188"/>
                </a:cubicBezTo>
                <a:cubicBezTo>
                  <a:pt x="285850" y="27557"/>
                  <a:pt x="291962" y="25242"/>
                  <a:pt x="299462" y="25242"/>
                </a:cubicBezTo>
                <a:cubicBezTo>
                  <a:pt x="302755" y="25242"/>
                  <a:pt x="306748" y="25944"/>
                  <a:pt x="311443" y="27346"/>
                </a:cubicBezTo>
                <a:cubicBezTo>
                  <a:pt x="314553" y="28261"/>
                  <a:pt x="316626" y="28718"/>
                  <a:pt x="317662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7" y="27651"/>
                  <a:pt x="321138" y="26706"/>
                  <a:pt x="321869" y="25242"/>
                </a:cubicBezTo>
                <a:lnTo>
                  <a:pt x="324887" y="25242"/>
                </a:lnTo>
                <a:close/>
                <a:moveTo>
                  <a:pt x="367934" y="0"/>
                </a:moveTo>
                <a:lnTo>
                  <a:pt x="367934" y="27620"/>
                </a:lnTo>
                <a:lnTo>
                  <a:pt x="387506" y="27620"/>
                </a:lnTo>
                <a:lnTo>
                  <a:pt x="387506" y="34022"/>
                </a:lnTo>
                <a:lnTo>
                  <a:pt x="367934" y="34022"/>
                </a:lnTo>
                <a:lnTo>
                  <a:pt x="367934" y="88274"/>
                </a:lnTo>
                <a:cubicBezTo>
                  <a:pt x="367934" y="93695"/>
                  <a:pt x="368711" y="97350"/>
                  <a:pt x="370266" y="99238"/>
                </a:cubicBezTo>
                <a:cubicBezTo>
                  <a:pt x="371821" y="101124"/>
                  <a:pt x="373818" y="102067"/>
                  <a:pt x="376257" y="102067"/>
                </a:cubicBezTo>
                <a:cubicBezTo>
                  <a:pt x="378269" y="102067"/>
                  <a:pt x="380220" y="101442"/>
                  <a:pt x="382110" y="100192"/>
                </a:cubicBezTo>
                <a:cubicBezTo>
                  <a:pt x="384000" y="98942"/>
                  <a:pt x="385463" y="97098"/>
                  <a:pt x="386500" y="94659"/>
                </a:cubicBezTo>
                <a:lnTo>
                  <a:pt x="390067" y="94659"/>
                </a:lnTo>
                <a:cubicBezTo>
                  <a:pt x="387933" y="100652"/>
                  <a:pt x="384915" y="105184"/>
                  <a:pt x="381013" y="108255"/>
                </a:cubicBezTo>
                <a:cubicBezTo>
                  <a:pt x="377110" y="111325"/>
                  <a:pt x="373086" y="112859"/>
                  <a:pt x="368940" y="112859"/>
                </a:cubicBezTo>
                <a:cubicBezTo>
                  <a:pt x="366135" y="112859"/>
                  <a:pt x="363392" y="112081"/>
                  <a:pt x="360709" y="110524"/>
                </a:cubicBezTo>
                <a:cubicBezTo>
                  <a:pt x="358026" y="108968"/>
                  <a:pt x="356044" y="106740"/>
                  <a:pt x="354764" y="103842"/>
                </a:cubicBezTo>
                <a:cubicBezTo>
                  <a:pt x="353484" y="100942"/>
                  <a:pt x="352843" y="96470"/>
                  <a:pt x="352843" y="90426"/>
                </a:cubicBezTo>
                <a:lnTo>
                  <a:pt x="352843" y="34022"/>
                </a:lnTo>
                <a:lnTo>
                  <a:pt x="339582" y="34022"/>
                </a:lnTo>
                <a:lnTo>
                  <a:pt x="339582" y="31004"/>
                </a:lnTo>
                <a:cubicBezTo>
                  <a:pt x="342935" y="29659"/>
                  <a:pt x="346365" y="27381"/>
                  <a:pt x="349871" y="24171"/>
                </a:cubicBezTo>
                <a:cubicBezTo>
                  <a:pt x="353377" y="20960"/>
                  <a:pt x="356502" y="17153"/>
                  <a:pt x="359245" y="12750"/>
                </a:cubicBezTo>
                <a:cubicBezTo>
                  <a:pt x="360648" y="10427"/>
                  <a:pt x="362599" y="6177"/>
                  <a:pt x="365099" y="0"/>
                </a:cubicBezTo>
                <a:lnTo>
                  <a:pt x="3679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92C96-2027-4F26-B90A-E482E95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5580323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3EF74-7B33-4148-85BE-4EE5C244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5580323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499" name="Text guest">
            <a:extLst xmlns:a="http://schemas.openxmlformats.org/drawingml/2006/main">
              <a:ext uri="{FF2B5EF4-FFF2-40B4-BE49-F238E27FC236}">
                <a16:creationId xmlns:a16="http://schemas.microsoft.com/office/drawing/2014/main" id="{CC552558-CA23-45DC-A918-BEB77CF8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390" y="5679646"/>
            <a:ext cx="390067" cy="151821"/>
          </a:xfrm>
          <a:custGeom xmlns:a="http://schemas.openxmlformats.org/drawingml/2006/main">
            <a:pathLst>
              <a:path w="390067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1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0" y="101976"/>
                  <a:pt x="177794" y="101458"/>
                  <a:pt x="180172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5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69" y="112600"/>
                  <a:pt x="111624" y="109887"/>
                </a:cubicBezTo>
                <a:cubicBezTo>
                  <a:pt x="108179" y="107174"/>
                  <a:pt x="105786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2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5" y="102525"/>
                  <a:pt x="131517" y="102525"/>
                </a:cubicBezTo>
                <a:cubicBezTo>
                  <a:pt x="134138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3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7" y="25242"/>
                </a:moveTo>
                <a:lnTo>
                  <a:pt x="324887" y="53594"/>
                </a:lnTo>
                <a:lnTo>
                  <a:pt x="321869" y="53594"/>
                </a:lnTo>
                <a:cubicBezTo>
                  <a:pt x="319552" y="44702"/>
                  <a:pt x="316580" y="38653"/>
                  <a:pt x="312952" y="35449"/>
                </a:cubicBezTo>
                <a:cubicBezTo>
                  <a:pt x="309324" y="32242"/>
                  <a:pt x="304706" y="30638"/>
                  <a:pt x="299096" y="30638"/>
                </a:cubicBezTo>
                <a:cubicBezTo>
                  <a:pt x="294828" y="30638"/>
                  <a:pt x="291383" y="31766"/>
                  <a:pt x="288761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4" y="47844"/>
                  <a:pt x="287755" y="50279"/>
                </a:cubicBezTo>
                <a:cubicBezTo>
                  <a:pt x="289646" y="52777"/>
                  <a:pt x="293487" y="55426"/>
                  <a:pt x="299279" y="58227"/>
                </a:cubicBezTo>
                <a:lnTo>
                  <a:pt x="312632" y="64715"/>
                </a:lnTo>
                <a:cubicBezTo>
                  <a:pt x="325009" y="70744"/>
                  <a:pt x="331198" y="78692"/>
                  <a:pt x="331198" y="88560"/>
                </a:cubicBezTo>
                <a:cubicBezTo>
                  <a:pt x="331198" y="96172"/>
                  <a:pt x="328317" y="102308"/>
                  <a:pt x="322555" y="106969"/>
                </a:cubicBezTo>
                <a:cubicBezTo>
                  <a:pt x="316793" y="111628"/>
                  <a:pt x="310346" y="113957"/>
                  <a:pt x="303212" y="113957"/>
                </a:cubicBezTo>
                <a:cubicBezTo>
                  <a:pt x="298090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3" y="110299"/>
                </a:cubicBezTo>
                <a:cubicBezTo>
                  <a:pt x="279311" y="110299"/>
                  <a:pt x="278213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3" y="106389"/>
                  <a:pt x="297419" y="108561"/>
                  <a:pt x="303395" y="108561"/>
                </a:cubicBezTo>
                <a:cubicBezTo>
                  <a:pt x="307602" y="108561"/>
                  <a:pt x="311031" y="107328"/>
                  <a:pt x="313684" y="104862"/>
                </a:cubicBezTo>
                <a:cubicBezTo>
                  <a:pt x="316336" y="102395"/>
                  <a:pt x="317662" y="99425"/>
                  <a:pt x="317662" y="95954"/>
                </a:cubicBezTo>
                <a:cubicBezTo>
                  <a:pt x="317662" y="91751"/>
                  <a:pt x="316184" y="88218"/>
                  <a:pt x="313226" y="85356"/>
                </a:cubicBezTo>
                <a:cubicBezTo>
                  <a:pt x="310269" y="82494"/>
                  <a:pt x="304370" y="78871"/>
                  <a:pt x="295529" y="74487"/>
                </a:cubicBezTo>
                <a:cubicBezTo>
                  <a:pt x="286688" y="70101"/>
                  <a:pt x="280896" y="66141"/>
                  <a:pt x="278152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399" y="36816"/>
                  <a:pt x="281125" y="32188"/>
                </a:cubicBezTo>
                <a:cubicBezTo>
                  <a:pt x="285850" y="27557"/>
                  <a:pt x="291962" y="25242"/>
                  <a:pt x="299462" y="25242"/>
                </a:cubicBezTo>
                <a:cubicBezTo>
                  <a:pt x="302755" y="25242"/>
                  <a:pt x="306748" y="25944"/>
                  <a:pt x="311443" y="27346"/>
                </a:cubicBezTo>
                <a:cubicBezTo>
                  <a:pt x="314553" y="28261"/>
                  <a:pt x="316626" y="28718"/>
                  <a:pt x="317662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7" y="27651"/>
                  <a:pt x="321138" y="26706"/>
                  <a:pt x="321869" y="25242"/>
                </a:cubicBezTo>
                <a:lnTo>
                  <a:pt x="324887" y="25242"/>
                </a:lnTo>
                <a:close/>
                <a:moveTo>
                  <a:pt x="367934" y="0"/>
                </a:moveTo>
                <a:lnTo>
                  <a:pt x="367934" y="27620"/>
                </a:lnTo>
                <a:lnTo>
                  <a:pt x="387506" y="27620"/>
                </a:lnTo>
                <a:lnTo>
                  <a:pt x="387506" y="34022"/>
                </a:lnTo>
                <a:lnTo>
                  <a:pt x="367934" y="34022"/>
                </a:lnTo>
                <a:lnTo>
                  <a:pt x="367934" y="88274"/>
                </a:lnTo>
                <a:cubicBezTo>
                  <a:pt x="367934" y="93695"/>
                  <a:pt x="368711" y="97350"/>
                  <a:pt x="370266" y="99238"/>
                </a:cubicBezTo>
                <a:cubicBezTo>
                  <a:pt x="371821" y="101124"/>
                  <a:pt x="373818" y="102067"/>
                  <a:pt x="376257" y="102067"/>
                </a:cubicBezTo>
                <a:cubicBezTo>
                  <a:pt x="378269" y="102067"/>
                  <a:pt x="380220" y="101442"/>
                  <a:pt x="382110" y="100192"/>
                </a:cubicBezTo>
                <a:cubicBezTo>
                  <a:pt x="384000" y="98942"/>
                  <a:pt x="385463" y="97098"/>
                  <a:pt x="386500" y="94659"/>
                </a:cubicBezTo>
                <a:lnTo>
                  <a:pt x="390067" y="94659"/>
                </a:lnTo>
                <a:cubicBezTo>
                  <a:pt x="387933" y="100652"/>
                  <a:pt x="384915" y="105184"/>
                  <a:pt x="381013" y="108255"/>
                </a:cubicBezTo>
                <a:cubicBezTo>
                  <a:pt x="377110" y="111325"/>
                  <a:pt x="373086" y="112859"/>
                  <a:pt x="368940" y="112859"/>
                </a:cubicBezTo>
                <a:cubicBezTo>
                  <a:pt x="366135" y="112859"/>
                  <a:pt x="363392" y="112081"/>
                  <a:pt x="360709" y="110524"/>
                </a:cubicBezTo>
                <a:cubicBezTo>
                  <a:pt x="358026" y="108968"/>
                  <a:pt x="356044" y="106740"/>
                  <a:pt x="354764" y="103842"/>
                </a:cubicBezTo>
                <a:cubicBezTo>
                  <a:pt x="353484" y="100942"/>
                  <a:pt x="352843" y="96470"/>
                  <a:pt x="352843" y="90426"/>
                </a:cubicBezTo>
                <a:lnTo>
                  <a:pt x="352843" y="34022"/>
                </a:lnTo>
                <a:lnTo>
                  <a:pt x="339582" y="34022"/>
                </a:lnTo>
                <a:lnTo>
                  <a:pt x="339582" y="31004"/>
                </a:lnTo>
                <a:cubicBezTo>
                  <a:pt x="342935" y="29659"/>
                  <a:pt x="346365" y="27381"/>
                  <a:pt x="349871" y="24171"/>
                </a:cubicBezTo>
                <a:cubicBezTo>
                  <a:pt x="353377" y="20960"/>
                  <a:pt x="356502" y="17153"/>
                  <a:pt x="359245" y="12750"/>
                </a:cubicBezTo>
                <a:cubicBezTo>
                  <a:pt x="360648" y="10427"/>
                  <a:pt x="362599" y="6177"/>
                  <a:pt x="365099" y="0"/>
                </a:cubicBezTo>
                <a:lnTo>
                  <a:pt x="3679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BBBD3-26B3-43DF-B1A5-5F334E2B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5884696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56D50-BF4E-42BE-B1E8-B3F1BF0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5884696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502" name="Text guest">
            <a:extLst xmlns:a="http://schemas.openxmlformats.org/drawingml/2006/main">
              <a:ext uri="{FF2B5EF4-FFF2-40B4-BE49-F238E27FC236}">
                <a16:creationId xmlns:a16="http://schemas.microsoft.com/office/drawing/2014/main" id="{124FF7F4-32D5-4791-B4DB-A720344D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390" y="5984019"/>
            <a:ext cx="390067" cy="151821"/>
          </a:xfrm>
          <a:custGeom xmlns:a="http://schemas.openxmlformats.org/drawingml/2006/main">
            <a:pathLst>
              <a:path w="390067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1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0" y="101976"/>
                  <a:pt x="177794" y="101458"/>
                  <a:pt x="180172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5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69" y="112600"/>
                  <a:pt x="111624" y="109887"/>
                </a:cubicBezTo>
                <a:cubicBezTo>
                  <a:pt x="108179" y="107174"/>
                  <a:pt x="105786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2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5" y="102525"/>
                  <a:pt x="131517" y="102525"/>
                </a:cubicBezTo>
                <a:cubicBezTo>
                  <a:pt x="134138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3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7" y="25242"/>
                </a:moveTo>
                <a:lnTo>
                  <a:pt x="324887" y="53594"/>
                </a:lnTo>
                <a:lnTo>
                  <a:pt x="321869" y="53594"/>
                </a:lnTo>
                <a:cubicBezTo>
                  <a:pt x="319552" y="44702"/>
                  <a:pt x="316580" y="38653"/>
                  <a:pt x="312952" y="35449"/>
                </a:cubicBezTo>
                <a:cubicBezTo>
                  <a:pt x="309324" y="32242"/>
                  <a:pt x="304706" y="30638"/>
                  <a:pt x="299096" y="30638"/>
                </a:cubicBezTo>
                <a:cubicBezTo>
                  <a:pt x="294828" y="30638"/>
                  <a:pt x="291383" y="31766"/>
                  <a:pt x="288761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4" y="47844"/>
                  <a:pt x="287755" y="50279"/>
                </a:cubicBezTo>
                <a:cubicBezTo>
                  <a:pt x="289646" y="52777"/>
                  <a:pt x="293487" y="55426"/>
                  <a:pt x="299279" y="58227"/>
                </a:cubicBezTo>
                <a:lnTo>
                  <a:pt x="312632" y="64715"/>
                </a:lnTo>
                <a:cubicBezTo>
                  <a:pt x="325009" y="70744"/>
                  <a:pt x="331198" y="78692"/>
                  <a:pt x="331198" y="88560"/>
                </a:cubicBezTo>
                <a:cubicBezTo>
                  <a:pt x="331198" y="96172"/>
                  <a:pt x="328317" y="102308"/>
                  <a:pt x="322555" y="106969"/>
                </a:cubicBezTo>
                <a:cubicBezTo>
                  <a:pt x="316793" y="111628"/>
                  <a:pt x="310346" y="113957"/>
                  <a:pt x="303212" y="113957"/>
                </a:cubicBezTo>
                <a:cubicBezTo>
                  <a:pt x="298090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3" y="110299"/>
                </a:cubicBezTo>
                <a:cubicBezTo>
                  <a:pt x="279311" y="110299"/>
                  <a:pt x="278213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3" y="106389"/>
                  <a:pt x="297419" y="108561"/>
                  <a:pt x="303395" y="108561"/>
                </a:cubicBezTo>
                <a:cubicBezTo>
                  <a:pt x="307602" y="108561"/>
                  <a:pt x="311031" y="107328"/>
                  <a:pt x="313684" y="104862"/>
                </a:cubicBezTo>
                <a:cubicBezTo>
                  <a:pt x="316336" y="102395"/>
                  <a:pt x="317662" y="99425"/>
                  <a:pt x="317662" y="95954"/>
                </a:cubicBezTo>
                <a:cubicBezTo>
                  <a:pt x="317662" y="91751"/>
                  <a:pt x="316184" y="88218"/>
                  <a:pt x="313226" y="85356"/>
                </a:cubicBezTo>
                <a:cubicBezTo>
                  <a:pt x="310269" y="82494"/>
                  <a:pt x="304370" y="78871"/>
                  <a:pt x="295529" y="74487"/>
                </a:cubicBezTo>
                <a:cubicBezTo>
                  <a:pt x="286688" y="70101"/>
                  <a:pt x="280896" y="66141"/>
                  <a:pt x="278152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399" y="36816"/>
                  <a:pt x="281125" y="32188"/>
                </a:cubicBezTo>
                <a:cubicBezTo>
                  <a:pt x="285850" y="27557"/>
                  <a:pt x="291962" y="25242"/>
                  <a:pt x="299462" y="25242"/>
                </a:cubicBezTo>
                <a:cubicBezTo>
                  <a:pt x="302755" y="25242"/>
                  <a:pt x="306748" y="25944"/>
                  <a:pt x="311443" y="27346"/>
                </a:cubicBezTo>
                <a:cubicBezTo>
                  <a:pt x="314553" y="28261"/>
                  <a:pt x="316626" y="28718"/>
                  <a:pt x="317662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7" y="27651"/>
                  <a:pt x="321138" y="26706"/>
                  <a:pt x="321869" y="25242"/>
                </a:cubicBezTo>
                <a:lnTo>
                  <a:pt x="324887" y="25242"/>
                </a:lnTo>
                <a:close/>
                <a:moveTo>
                  <a:pt x="367934" y="0"/>
                </a:moveTo>
                <a:lnTo>
                  <a:pt x="367934" y="27620"/>
                </a:lnTo>
                <a:lnTo>
                  <a:pt x="387506" y="27620"/>
                </a:lnTo>
                <a:lnTo>
                  <a:pt x="387506" y="34022"/>
                </a:lnTo>
                <a:lnTo>
                  <a:pt x="367934" y="34022"/>
                </a:lnTo>
                <a:lnTo>
                  <a:pt x="367934" y="88274"/>
                </a:lnTo>
                <a:cubicBezTo>
                  <a:pt x="367934" y="93695"/>
                  <a:pt x="368711" y="97350"/>
                  <a:pt x="370266" y="99238"/>
                </a:cubicBezTo>
                <a:cubicBezTo>
                  <a:pt x="371821" y="101124"/>
                  <a:pt x="373818" y="102067"/>
                  <a:pt x="376257" y="102067"/>
                </a:cubicBezTo>
                <a:cubicBezTo>
                  <a:pt x="378269" y="102067"/>
                  <a:pt x="380220" y="101442"/>
                  <a:pt x="382110" y="100192"/>
                </a:cubicBezTo>
                <a:cubicBezTo>
                  <a:pt x="384000" y="98942"/>
                  <a:pt x="385463" y="97098"/>
                  <a:pt x="386500" y="94659"/>
                </a:cubicBezTo>
                <a:lnTo>
                  <a:pt x="390067" y="94659"/>
                </a:lnTo>
                <a:cubicBezTo>
                  <a:pt x="387933" y="100652"/>
                  <a:pt x="384915" y="105184"/>
                  <a:pt x="381013" y="108255"/>
                </a:cubicBezTo>
                <a:cubicBezTo>
                  <a:pt x="377110" y="111325"/>
                  <a:pt x="373086" y="112859"/>
                  <a:pt x="368940" y="112859"/>
                </a:cubicBezTo>
                <a:cubicBezTo>
                  <a:pt x="366135" y="112859"/>
                  <a:pt x="363392" y="112081"/>
                  <a:pt x="360709" y="110524"/>
                </a:cubicBezTo>
                <a:cubicBezTo>
                  <a:pt x="358026" y="108968"/>
                  <a:pt x="356044" y="106740"/>
                  <a:pt x="354764" y="103842"/>
                </a:cubicBezTo>
                <a:cubicBezTo>
                  <a:pt x="353484" y="100942"/>
                  <a:pt x="352843" y="96470"/>
                  <a:pt x="352843" y="90426"/>
                </a:cubicBezTo>
                <a:lnTo>
                  <a:pt x="352843" y="34022"/>
                </a:lnTo>
                <a:lnTo>
                  <a:pt x="339582" y="34022"/>
                </a:lnTo>
                <a:lnTo>
                  <a:pt x="339582" y="31004"/>
                </a:lnTo>
                <a:cubicBezTo>
                  <a:pt x="342935" y="29659"/>
                  <a:pt x="346365" y="27381"/>
                  <a:pt x="349871" y="24171"/>
                </a:cubicBezTo>
                <a:cubicBezTo>
                  <a:pt x="353377" y="20960"/>
                  <a:pt x="356502" y="17153"/>
                  <a:pt x="359245" y="12750"/>
                </a:cubicBezTo>
                <a:cubicBezTo>
                  <a:pt x="360648" y="10427"/>
                  <a:pt x="362599" y="6177"/>
                  <a:pt x="365099" y="0"/>
                </a:cubicBezTo>
                <a:lnTo>
                  <a:pt x="3679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75e3c502b4565"/>
          <a:stretch xmlns:a="http://schemas.openxmlformats.org/drawingml/2006/main"/>
        </p:blipFill>
        <p:spPr>
          <a:xfrm xmlns:a="http://schemas.openxmlformats.org/drawingml/2006/main">
            <a:off x="12490056" y="5908109"/>
            <a:ext cx="234133" cy="234133"/>
          </a:xfrm>
          <a:prstGeom xmlns:a="http://schemas.openxmlformats.org/drawingml/2006/main" prst="rect">
            <a:avLst/>
          </a:prstGeom>
        </p:spPr>
      </p:pic>
      <p:pic>
        <p:nvPicPr>
          <p:cNvPr id="1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fd15e0c0049c1"/>
          <a:stretch xmlns:a="http://schemas.openxmlformats.org/drawingml/2006/main"/>
        </p:blipFill>
        <p:spPr>
          <a:xfrm xmlns:a="http://schemas.openxmlformats.org/drawingml/2006/main">
            <a:off x="12431522" y="4936457"/>
            <a:ext cx="351199" cy="351199"/>
          </a:xfrm>
          <a:prstGeom xmlns:a="http://schemas.openxmlformats.org/drawingml/2006/main" prst="rect">
            <a:avLst/>
          </a:prstGeom>
        </p:spPr>
      </p:pic>
      <p:pic>
        <p:nvPicPr>
          <p:cNvPr id="1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68dff9cf54b7e"/>
          <a:stretch xmlns:a="http://schemas.openxmlformats.org/drawingml/2006/main"/>
        </p:blipFill>
        <p:spPr>
          <a:xfrm xmlns:a="http://schemas.openxmlformats.org/drawingml/2006/main">
            <a:off x="12431522" y="5217417"/>
            <a:ext cx="351199" cy="351199"/>
          </a:xfrm>
          <a:prstGeom xmlns:a="http://schemas.openxmlformats.org/drawingml/2006/main" prst="rect">
            <a:avLst/>
          </a:prstGeom>
        </p:spPr>
      </p:pic>
      <p:pic>
        <p:nvPicPr>
          <p:cNvPr id="1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718325a1b41ae"/>
          <a:stretch xmlns:a="http://schemas.openxmlformats.org/drawingml/2006/main"/>
        </p:blipFill>
        <p:spPr>
          <a:xfrm xmlns:a="http://schemas.openxmlformats.org/drawingml/2006/main">
            <a:off x="12490056" y="5603736"/>
            <a:ext cx="234133" cy="234133"/>
          </a:xfrm>
          <a:prstGeom xmlns:a="http://schemas.openxmlformats.org/drawingml/2006/main" prst="rect">
            <a:avLst/>
          </a:prstGeom>
        </p:spPr>
      </p:pic>
      <p:sp>
        <p:nvSpPr>
          <p:cNvPr id="507" name="Text 3.V">
            <a:extLst xmlns:a="http://schemas.openxmlformats.org/drawingml/2006/main">
              <a:ext uri="{FF2B5EF4-FFF2-40B4-BE49-F238E27FC236}">
                <a16:creationId xmlns:a16="http://schemas.microsoft.com/office/drawing/2014/main" id="{C6469C7D-C53E-471D-BE3A-FC131F53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406" y="7116088"/>
            <a:ext cx="313061" cy="129322"/>
          </a:xfrm>
          <a:custGeom xmlns:a="http://schemas.openxmlformats.org/drawingml/2006/main">
            <a:pathLst>
              <a:path w="313061" h="129322">
                <a:moveTo>
                  <a:pt x="1921" y="26066"/>
                </a:moveTo>
                <a:cubicBezTo>
                  <a:pt x="5457" y="17712"/>
                  <a:pt x="9923" y="11280"/>
                  <a:pt x="15319" y="6768"/>
                </a:cubicBezTo>
                <a:cubicBezTo>
                  <a:pt x="20715" y="2256"/>
                  <a:pt x="27437" y="0"/>
                  <a:pt x="35486" y="0"/>
                </a:cubicBezTo>
                <a:cubicBezTo>
                  <a:pt x="45424" y="0"/>
                  <a:pt x="53046" y="3227"/>
                  <a:pt x="58350" y="9680"/>
                </a:cubicBezTo>
                <a:cubicBezTo>
                  <a:pt x="62374" y="14491"/>
                  <a:pt x="64387" y="19637"/>
                  <a:pt x="64387" y="25117"/>
                </a:cubicBezTo>
                <a:cubicBezTo>
                  <a:pt x="64387" y="34127"/>
                  <a:pt x="58716" y="43443"/>
                  <a:pt x="47375" y="53063"/>
                </a:cubicBezTo>
                <a:cubicBezTo>
                  <a:pt x="54997" y="56054"/>
                  <a:pt x="60759" y="60327"/>
                  <a:pt x="64661" y="65881"/>
                </a:cubicBezTo>
                <a:cubicBezTo>
                  <a:pt x="68563" y="71434"/>
                  <a:pt x="70514" y="77963"/>
                  <a:pt x="70514" y="85470"/>
                </a:cubicBezTo>
                <a:cubicBezTo>
                  <a:pt x="70514" y="96213"/>
                  <a:pt x="67100" y="105521"/>
                  <a:pt x="60271" y="113394"/>
                </a:cubicBezTo>
                <a:cubicBezTo>
                  <a:pt x="51369" y="123647"/>
                  <a:pt x="38473" y="128773"/>
                  <a:pt x="21584" y="128773"/>
                </a:cubicBezTo>
                <a:cubicBezTo>
                  <a:pt x="13231" y="128773"/>
                  <a:pt x="7545" y="127737"/>
                  <a:pt x="4527" y="125663"/>
                </a:cubicBezTo>
                <a:cubicBezTo>
                  <a:pt x="1509" y="123590"/>
                  <a:pt x="0" y="121365"/>
                  <a:pt x="0" y="118987"/>
                </a:cubicBezTo>
                <a:cubicBezTo>
                  <a:pt x="0" y="117219"/>
                  <a:pt x="716" y="115664"/>
                  <a:pt x="2149" y="114323"/>
                </a:cubicBezTo>
                <a:cubicBezTo>
                  <a:pt x="3582" y="112981"/>
                  <a:pt x="5305" y="112311"/>
                  <a:pt x="7317" y="112311"/>
                </a:cubicBezTo>
                <a:cubicBezTo>
                  <a:pt x="8841" y="112311"/>
                  <a:pt x="10396" y="112554"/>
                  <a:pt x="11981" y="113042"/>
                </a:cubicBezTo>
                <a:cubicBezTo>
                  <a:pt x="13018" y="113347"/>
                  <a:pt x="15365" y="114460"/>
                  <a:pt x="19023" y="116380"/>
                </a:cubicBezTo>
                <a:cubicBezTo>
                  <a:pt x="22682" y="118301"/>
                  <a:pt x="25212" y="119444"/>
                  <a:pt x="26614" y="119810"/>
                </a:cubicBezTo>
                <a:cubicBezTo>
                  <a:pt x="28870" y="120481"/>
                  <a:pt x="31279" y="120816"/>
                  <a:pt x="33840" y="120816"/>
                </a:cubicBezTo>
                <a:cubicBezTo>
                  <a:pt x="40059" y="120816"/>
                  <a:pt x="45470" y="118404"/>
                  <a:pt x="50073" y="113580"/>
                </a:cubicBezTo>
                <a:cubicBezTo>
                  <a:pt x="54677" y="108755"/>
                  <a:pt x="56978" y="103045"/>
                  <a:pt x="56978" y="96448"/>
                </a:cubicBezTo>
                <a:cubicBezTo>
                  <a:pt x="56978" y="91624"/>
                  <a:pt x="55911" y="86921"/>
                  <a:pt x="53777" y="82341"/>
                </a:cubicBezTo>
                <a:cubicBezTo>
                  <a:pt x="52192" y="78921"/>
                  <a:pt x="50454" y="76326"/>
                  <a:pt x="48564" y="74556"/>
                </a:cubicBezTo>
                <a:cubicBezTo>
                  <a:pt x="45942" y="72111"/>
                  <a:pt x="42345" y="69897"/>
                  <a:pt x="37772" y="67913"/>
                </a:cubicBezTo>
                <a:cubicBezTo>
                  <a:pt x="33199" y="65928"/>
                  <a:pt x="28535" y="64935"/>
                  <a:pt x="23779" y="64935"/>
                </a:cubicBezTo>
                <a:lnTo>
                  <a:pt x="20852" y="64935"/>
                </a:lnTo>
                <a:lnTo>
                  <a:pt x="20852" y="62192"/>
                </a:lnTo>
                <a:cubicBezTo>
                  <a:pt x="25669" y="61582"/>
                  <a:pt x="30501" y="59844"/>
                  <a:pt x="35349" y="56978"/>
                </a:cubicBezTo>
                <a:cubicBezTo>
                  <a:pt x="40196" y="54113"/>
                  <a:pt x="43717" y="50668"/>
                  <a:pt x="45912" y="46644"/>
                </a:cubicBezTo>
                <a:cubicBezTo>
                  <a:pt x="48107" y="42619"/>
                  <a:pt x="49204" y="38199"/>
                  <a:pt x="49204" y="33382"/>
                </a:cubicBezTo>
                <a:cubicBezTo>
                  <a:pt x="49204" y="27102"/>
                  <a:pt x="47238" y="22026"/>
                  <a:pt x="43305" y="18154"/>
                </a:cubicBezTo>
                <a:cubicBezTo>
                  <a:pt x="39373" y="14283"/>
                  <a:pt x="34480" y="12347"/>
                  <a:pt x="28626" y="12347"/>
                </a:cubicBezTo>
                <a:cubicBezTo>
                  <a:pt x="19176" y="12347"/>
                  <a:pt x="11280" y="17408"/>
                  <a:pt x="4939" y="27529"/>
                </a:cubicBezTo>
                <a:lnTo>
                  <a:pt x="1921" y="26066"/>
                </a:lnTo>
                <a:close/>
                <a:moveTo>
                  <a:pt x="109475" y="108835"/>
                </a:moveTo>
                <a:cubicBezTo>
                  <a:pt x="112341" y="108835"/>
                  <a:pt x="114749" y="109826"/>
                  <a:pt x="116700" y="111808"/>
                </a:cubicBezTo>
                <a:cubicBezTo>
                  <a:pt x="118651" y="113789"/>
                  <a:pt x="119627" y="116182"/>
                  <a:pt x="119627" y="118987"/>
                </a:cubicBezTo>
                <a:cubicBezTo>
                  <a:pt x="119627" y="121792"/>
                  <a:pt x="118636" y="124185"/>
                  <a:pt x="116655" y="126167"/>
                </a:cubicBezTo>
                <a:cubicBezTo>
                  <a:pt x="114673" y="128148"/>
                  <a:pt x="112280" y="129139"/>
                  <a:pt x="109475" y="129139"/>
                </a:cubicBezTo>
                <a:cubicBezTo>
                  <a:pt x="106670" y="129139"/>
                  <a:pt x="104277" y="128148"/>
                  <a:pt x="102296" y="126167"/>
                </a:cubicBezTo>
                <a:cubicBezTo>
                  <a:pt x="100314" y="124185"/>
                  <a:pt x="99323" y="121792"/>
                  <a:pt x="99323" y="118987"/>
                </a:cubicBezTo>
                <a:cubicBezTo>
                  <a:pt x="99323" y="116121"/>
                  <a:pt x="100314" y="113713"/>
                  <a:pt x="102296" y="111762"/>
                </a:cubicBezTo>
                <a:cubicBezTo>
                  <a:pt x="104277" y="109811"/>
                  <a:pt x="106670" y="108835"/>
                  <a:pt x="109475" y="108835"/>
                </a:cubicBezTo>
                <a:close/>
                <a:moveTo>
                  <a:pt x="313061" y="2561"/>
                </a:moveTo>
                <a:lnTo>
                  <a:pt x="313061" y="5853"/>
                </a:lnTo>
                <a:cubicBezTo>
                  <a:pt x="308549" y="6585"/>
                  <a:pt x="304525" y="8995"/>
                  <a:pt x="300989" y="13084"/>
                </a:cubicBezTo>
                <a:cubicBezTo>
                  <a:pt x="298428" y="16133"/>
                  <a:pt x="294617" y="23301"/>
                  <a:pt x="289556" y="34588"/>
                </a:cubicBezTo>
                <a:lnTo>
                  <a:pt x="246846" y="129322"/>
                </a:lnTo>
                <a:lnTo>
                  <a:pt x="243827" y="129322"/>
                </a:lnTo>
                <a:lnTo>
                  <a:pt x="201299" y="30767"/>
                </a:lnTo>
                <a:cubicBezTo>
                  <a:pt x="196178" y="18860"/>
                  <a:pt x="192748" y="11869"/>
                  <a:pt x="191010" y="9792"/>
                </a:cubicBezTo>
                <a:cubicBezTo>
                  <a:pt x="189273" y="7715"/>
                  <a:pt x="185995" y="6402"/>
                  <a:pt x="181179" y="5853"/>
                </a:cubicBezTo>
                <a:lnTo>
                  <a:pt x="181179" y="2561"/>
                </a:lnTo>
                <a:lnTo>
                  <a:pt x="240626" y="2561"/>
                </a:lnTo>
                <a:lnTo>
                  <a:pt x="240626" y="5853"/>
                </a:lnTo>
                <a:lnTo>
                  <a:pt x="238614" y="5853"/>
                </a:lnTo>
                <a:cubicBezTo>
                  <a:pt x="233249" y="5853"/>
                  <a:pt x="229590" y="6529"/>
                  <a:pt x="227639" y="7880"/>
                </a:cubicBezTo>
                <a:cubicBezTo>
                  <a:pt x="226237" y="8800"/>
                  <a:pt x="225536" y="10150"/>
                  <a:pt x="225536" y="11930"/>
                </a:cubicBezTo>
                <a:cubicBezTo>
                  <a:pt x="225536" y="13035"/>
                  <a:pt x="225780" y="14339"/>
                  <a:pt x="226267" y="15842"/>
                </a:cubicBezTo>
                <a:cubicBezTo>
                  <a:pt x="226755" y="17346"/>
                  <a:pt x="228401" y="21364"/>
                  <a:pt x="231206" y="27898"/>
                </a:cubicBezTo>
                <a:lnTo>
                  <a:pt x="257638" y="89566"/>
                </a:lnTo>
                <a:lnTo>
                  <a:pt x="282148" y="34640"/>
                </a:lnTo>
                <a:cubicBezTo>
                  <a:pt x="285075" y="27998"/>
                  <a:pt x="286874" y="23545"/>
                  <a:pt x="287544" y="21281"/>
                </a:cubicBezTo>
                <a:cubicBezTo>
                  <a:pt x="288215" y="19016"/>
                  <a:pt x="288550" y="17086"/>
                  <a:pt x="288550" y="15494"/>
                </a:cubicBezTo>
                <a:cubicBezTo>
                  <a:pt x="288550" y="13659"/>
                  <a:pt x="288063" y="12037"/>
                  <a:pt x="287087" y="10629"/>
                </a:cubicBezTo>
                <a:cubicBezTo>
                  <a:pt x="286112" y="9221"/>
                  <a:pt x="284679" y="8149"/>
                  <a:pt x="282789" y="7414"/>
                </a:cubicBezTo>
                <a:cubicBezTo>
                  <a:pt x="280167" y="6373"/>
                  <a:pt x="276691" y="5853"/>
                  <a:pt x="272362" y="5853"/>
                </a:cubicBezTo>
                <a:lnTo>
                  <a:pt x="272362" y="2561"/>
                </a:lnTo>
                <a:lnTo>
                  <a:pt x="313061" y="25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Text erif">
            <a:extLst xmlns:a="http://schemas.openxmlformats.org/drawingml/2006/main">
              <a:ext uri="{FF2B5EF4-FFF2-40B4-BE49-F238E27FC236}">
                <a16:creationId xmlns:a16="http://schemas.microsoft.com/office/drawing/2014/main" id="{6674A412-CAEE-485E-8E0E-408E919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418" y="7115905"/>
            <a:ext cx="287450" cy="129322"/>
          </a:xfrm>
          <a:custGeom xmlns:a="http://schemas.openxmlformats.org/drawingml/2006/main">
            <a:pathLst>
              <a:path w="287450" h="129322">
                <a:moveTo>
                  <a:pt x="71520" y="80849"/>
                </a:moveTo>
                <a:lnTo>
                  <a:pt x="24602" y="80849"/>
                </a:lnTo>
                <a:cubicBezTo>
                  <a:pt x="25151" y="92220"/>
                  <a:pt x="28169" y="101207"/>
                  <a:pt x="33657" y="107809"/>
                </a:cubicBezTo>
                <a:cubicBezTo>
                  <a:pt x="37864" y="112883"/>
                  <a:pt x="42924" y="115420"/>
                  <a:pt x="48839" y="115420"/>
                </a:cubicBezTo>
                <a:cubicBezTo>
                  <a:pt x="52497" y="115420"/>
                  <a:pt x="55820" y="114399"/>
                  <a:pt x="58808" y="112356"/>
                </a:cubicBezTo>
                <a:cubicBezTo>
                  <a:pt x="61795" y="110314"/>
                  <a:pt x="64996" y="106640"/>
                  <a:pt x="68411" y="101336"/>
                </a:cubicBezTo>
                <a:lnTo>
                  <a:pt x="71520" y="103348"/>
                </a:lnTo>
                <a:cubicBezTo>
                  <a:pt x="66886" y="112798"/>
                  <a:pt x="61765" y="119490"/>
                  <a:pt x="56155" y="123423"/>
                </a:cubicBezTo>
                <a:cubicBezTo>
                  <a:pt x="50546" y="127355"/>
                  <a:pt x="44052" y="129322"/>
                  <a:pt x="36675" y="129322"/>
                </a:cubicBezTo>
                <a:cubicBezTo>
                  <a:pt x="23993" y="129322"/>
                  <a:pt x="14389" y="124439"/>
                  <a:pt x="7865" y="114674"/>
                </a:cubicBezTo>
                <a:cubicBezTo>
                  <a:pt x="2622" y="106801"/>
                  <a:pt x="0" y="97036"/>
                  <a:pt x="0" y="85379"/>
                </a:cubicBezTo>
                <a:cubicBezTo>
                  <a:pt x="0" y="71096"/>
                  <a:pt x="3856" y="59729"/>
                  <a:pt x="11569" y="51277"/>
                </a:cubicBezTo>
                <a:cubicBezTo>
                  <a:pt x="19282" y="42822"/>
                  <a:pt x="28322" y="38595"/>
                  <a:pt x="38687" y="38595"/>
                </a:cubicBezTo>
                <a:cubicBezTo>
                  <a:pt x="47345" y="38595"/>
                  <a:pt x="54860" y="42147"/>
                  <a:pt x="61231" y="49250"/>
                </a:cubicBezTo>
                <a:cubicBezTo>
                  <a:pt x="67603" y="56353"/>
                  <a:pt x="71032" y="66886"/>
                  <a:pt x="71520" y="80849"/>
                </a:cubicBezTo>
                <a:moveTo>
                  <a:pt x="49022" y="74813"/>
                </a:moveTo>
                <a:cubicBezTo>
                  <a:pt x="49022" y="64996"/>
                  <a:pt x="48488" y="58259"/>
                  <a:pt x="47421" y="54601"/>
                </a:cubicBezTo>
                <a:cubicBezTo>
                  <a:pt x="46354" y="50942"/>
                  <a:pt x="44693" y="48168"/>
                  <a:pt x="42437" y="46278"/>
                </a:cubicBezTo>
                <a:cubicBezTo>
                  <a:pt x="41156" y="45180"/>
                  <a:pt x="39449" y="44632"/>
                  <a:pt x="37315" y="44632"/>
                </a:cubicBezTo>
                <a:cubicBezTo>
                  <a:pt x="34144" y="44632"/>
                  <a:pt x="31553" y="46186"/>
                  <a:pt x="29541" y="49296"/>
                </a:cubicBezTo>
                <a:cubicBezTo>
                  <a:pt x="25944" y="54722"/>
                  <a:pt x="24145" y="62161"/>
                  <a:pt x="24145" y="71612"/>
                </a:cubicBezTo>
                <a:lnTo>
                  <a:pt x="24145" y="74813"/>
                </a:lnTo>
                <a:lnTo>
                  <a:pt x="49022" y="74813"/>
                </a:lnTo>
                <a:close/>
                <a:moveTo>
                  <a:pt x="117734" y="41156"/>
                </a:moveTo>
                <a:lnTo>
                  <a:pt x="117734" y="60545"/>
                </a:lnTo>
                <a:cubicBezTo>
                  <a:pt x="123405" y="51704"/>
                  <a:pt x="128374" y="45836"/>
                  <a:pt x="132642" y="42940"/>
                </a:cubicBezTo>
                <a:cubicBezTo>
                  <a:pt x="136910" y="40043"/>
                  <a:pt x="141026" y="38595"/>
                  <a:pt x="144989" y="38595"/>
                </a:cubicBezTo>
                <a:cubicBezTo>
                  <a:pt x="148403" y="38595"/>
                  <a:pt x="151132" y="39651"/>
                  <a:pt x="153174" y="41762"/>
                </a:cubicBezTo>
                <a:cubicBezTo>
                  <a:pt x="155217" y="43873"/>
                  <a:pt x="156238" y="46856"/>
                  <a:pt x="156238" y="50711"/>
                </a:cubicBezTo>
                <a:cubicBezTo>
                  <a:pt x="156238" y="54811"/>
                  <a:pt x="155248" y="57994"/>
                  <a:pt x="153266" y="60259"/>
                </a:cubicBezTo>
                <a:cubicBezTo>
                  <a:pt x="151284" y="62523"/>
                  <a:pt x="148891" y="63655"/>
                  <a:pt x="146086" y="63655"/>
                </a:cubicBezTo>
                <a:cubicBezTo>
                  <a:pt x="142855" y="63655"/>
                  <a:pt x="140050" y="62618"/>
                  <a:pt x="137672" y="60545"/>
                </a:cubicBezTo>
                <a:cubicBezTo>
                  <a:pt x="135294" y="58472"/>
                  <a:pt x="133892" y="57314"/>
                  <a:pt x="133465" y="57070"/>
                </a:cubicBezTo>
                <a:cubicBezTo>
                  <a:pt x="132856" y="56704"/>
                  <a:pt x="132154" y="56521"/>
                  <a:pt x="131362" y="56521"/>
                </a:cubicBezTo>
                <a:cubicBezTo>
                  <a:pt x="129594" y="56521"/>
                  <a:pt x="127917" y="57192"/>
                  <a:pt x="126331" y="58533"/>
                </a:cubicBezTo>
                <a:cubicBezTo>
                  <a:pt x="123832" y="60606"/>
                  <a:pt x="121942" y="63563"/>
                  <a:pt x="120661" y="67405"/>
                </a:cubicBezTo>
                <a:cubicBezTo>
                  <a:pt x="118710" y="73319"/>
                  <a:pt x="117734" y="79843"/>
                  <a:pt x="117734" y="86977"/>
                </a:cubicBezTo>
                <a:lnTo>
                  <a:pt x="117734" y="106640"/>
                </a:lnTo>
                <a:lnTo>
                  <a:pt x="117826" y="111762"/>
                </a:lnTo>
                <a:cubicBezTo>
                  <a:pt x="117826" y="115237"/>
                  <a:pt x="118039" y="117463"/>
                  <a:pt x="118466" y="118438"/>
                </a:cubicBezTo>
                <a:cubicBezTo>
                  <a:pt x="119198" y="120085"/>
                  <a:pt x="120280" y="121289"/>
                  <a:pt x="121713" y="122051"/>
                </a:cubicBezTo>
                <a:cubicBezTo>
                  <a:pt x="123146" y="122813"/>
                  <a:pt x="125569" y="123286"/>
                  <a:pt x="128984" y="123468"/>
                </a:cubicBezTo>
                <a:lnTo>
                  <a:pt x="128984" y="126761"/>
                </a:lnTo>
                <a:lnTo>
                  <a:pt x="82797" y="126761"/>
                </a:lnTo>
                <a:lnTo>
                  <a:pt x="82797" y="123468"/>
                </a:lnTo>
                <a:cubicBezTo>
                  <a:pt x="86517" y="123164"/>
                  <a:pt x="89032" y="122142"/>
                  <a:pt x="90343" y="120405"/>
                </a:cubicBezTo>
                <a:cubicBezTo>
                  <a:pt x="91654" y="118667"/>
                  <a:pt x="92309" y="114079"/>
                  <a:pt x="92309" y="106640"/>
                </a:cubicBezTo>
                <a:lnTo>
                  <a:pt x="92309" y="59265"/>
                </a:lnTo>
                <a:cubicBezTo>
                  <a:pt x="92309" y="54357"/>
                  <a:pt x="92065" y="51228"/>
                  <a:pt x="91577" y="49879"/>
                </a:cubicBezTo>
                <a:cubicBezTo>
                  <a:pt x="90968" y="48160"/>
                  <a:pt x="90084" y="46903"/>
                  <a:pt x="88925" y="46106"/>
                </a:cubicBezTo>
                <a:cubicBezTo>
                  <a:pt x="87767" y="45308"/>
                  <a:pt x="85724" y="44755"/>
                  <a:pt x="82797" y="44449"/>
                </a:cubicBezTo>
                <a:lnTo>
                  <a:pt x="82797" y="41156"/>
                </a:lnTo>
                <a:lnTo>
                  <a:pt x="117734" y="41156"/>
                </a:lnTo>
                <a:close/>
                <a:moveTo>
                  <a:pt x="185991" y="0"/>
                </a:moveTo>
                <a:cubicBezTo>
                  <a:pt x="189954" y="0"/>
                  <a:pt x="193308" y="1392"/>
                  <a:pt x="196052" y="4176"/>
                </a:cubicBezTo>
                <a:cubicBezTo>
                  <a:pt x="198795" y="6957"/>
                  <a:pt x="200167" y="10306"/>
                  <a:pt x="200167" y="14222"/>
                </a:cubicBezTo>
                <a:cubicBezTo>
                  <a:pt x="200167" y="18137"/>
                  <a:pt x="198780" y="21472"/>
                  <a:pt x="196006" y="24225"/>
                </a:cubicBezTo>
                <a:cubicBezTo>
                  <a:pt x="193232" y="26976"/>
                  <a:pt x="189893" y="28352"/>
                  <a:pt x="185991" y="28352"/>
                </a:cubicBezTo>
                <a:cubicBezTo>
                  <a:pt x="182089" y="28352"/>
                  <a:pt x="178766" y="26976"/>
                  <a:pt x="176022" y="24225"/>
                </a:cubicBezTo>
                <a:cubicBezTo>
                  <a:pt x="173278" y="21472"/>
                  <a:pt x="171907" y="18137"/>
                  <a:pt x="171907" y="14222"/>
                </a:cubicBezTo>
                <a:cubicBezTo>
                  <a:pt x="171907" y="10306"/>
                  <a:pt x="173278" y="6957"/>
                  <a:pt x="176022" y="4176"/>
                </a:cubicBezTo>
                <a:cubicBezTo>
                  <a:pt x="178766" y="1392"/>
                  <a:pt x="182089" y="0"/>
                  <a:pt x="185991" y="0"/>
                </a:cubicBezTo>
                <a:moveTo>
                  <a:pt x="198795" y="41156"/>
                </a:moveTo>
                <a:lnTo>
                  <a:pt x="198795" y="109018"/>
                </a:lnTo>
                <a:cubicBezTo>
                  <a:pt x="198795" y="115054"/>
                  <a:pt x="199496" y="118911"/>
                  <a:pt x="200899" y="120588"/>
                </a:cubicBezTo>
                <a:cubicBezTo>
                  <a:pt x="202301" y="122264"/>
                  <a:pt x="205045" y="123225"/>
                  <a:pt x="209130" y="123468"/>
                </a:cubicBezTo>
                <a:lnTo>
                  <a:pt x="209130" y="126761"/>
                </a:lnTo>
                <a:lnTo>
                  <a:pt x="162944" y="126761"/>
                </a:lnTo>
                <a:lnTo>
                  <a:pt x="162944" y="123468"/>
                </a:lnTo>
                <a:cubicBezTo>
                  <a:pt x="166724" y="123347"/>
                  <a:pt x="169529" y="122249"/>
                  <a:pt x="171358" y="120176"/>
                </a:cubicBezTo>
                <a:cubicBezTo>
                  <a:pt x="172577" y="118774"/>
                  <a:pt x="173187" y="115054"/>
                  <a:pt x="173187" y="109018"/>
                </a:cubicBezTo>
                <a:lnTo>
                  <a:pt x="173187" y="59082"/>
                </a:lnTo>
                <a:cubicBezTo>
                  <a:pt x="173187" y="52970"/>
                  <a:pt x="172486" y="49064"/>
                  <a:pt x="171083" y="47367"/>
                </a:cubicBezTo>
                <a:cubicBezTo>
                  <a:pt x="169681" y="45669"/>
                  <a:pt x="166968" y="44696"/>
                  <a:pt x="162944" y="44449"/>
                </a:cubicBezTo>
                <a:lnTo>
                  <a:pt x="162944" y="41156"/>
                </a:lnTo>
                <a:lnTo>
                  <a:pt x="198795" y="41156"/>
                </a:lnTo>
                <a:close/>
                <a:moveTo>
                  <a:pt x="254982" y="50119"/>
                </a:moveTo>
                <a:lnTo>
                  <a:pt x="254982" y="109567"/>
                </a:lnTo>
                <a:cubicBezTo>
                  <a:pt x="254982" y="115298"/>
                  <a:pt x="255592" y="118896"/>
                  <a:pt x="256811" y="120359"/>
                </a:cubicBezTo>
                <a:cubicBezTo>
                  <a:pt x="258763" y="122615"/>
                  <a:pt x="262360" y="123651"/>
                  <a:pt x="267603" y="123468"/>
                </a:cubicBezTo>
                <a:lnTo>
                  <a:pt x="267603" y="126761"/>
                </a:lnTo>
                <a:lnTo>
                  <a:pt x="217210" y="126761"/>
                </a:lnTo>
                <a:lnTo>
                  <a:pt x="217210" y="123468"/>
                </a:lnTo>
                <a:cubicBezTo>
                  <a:pt x="221051" y="123408"/>
                  <a:pt x="223780" y="122965"/>
                  <a:pt x="225396" y="122142"/>
                </a:cubicBezTo>
                <a:cubicBezTo>
                  <a:pt x="227011" y="121319"/>
                  <a:pt x="228124" y="120176"/>
                  <a:pt x="228734" y="118713"/>
                </a:cubicBezTo>
                <a:cubicBezTo>
                  <a:pt x="229344" y="117249"/>
                  <a:pt x="229648" y="114201"/>
                  <a:pt x="229648" y="109567"/>
                </a:cubicBezTo>
                <a:lnTo>
                  <a:pt x="229648" y="50119"/>
                </a:lnTo>
                <a:lnTo>
                  <a:pt x="217210" y="50119"/>
                </a:lnTo>
                <a:lnTo>
                  <a:pt x="217210" y="41156"/>
                </a:lnTo>
                <a:lnTo>
                  <a:pt x="229648" y="41156"/>
                </a:lnTo>
                <a:lnTo>
                  <a:pt x="229648" y="34874"/>
                </a:lnTo>
                <a:lnTo>
                  <a:pt x="229557" y="30593"/>
                </a:lnTo>
                <a:cubicBezTo>
                  <a:pt x="229557" y="21853"/>
                  <a:pt x="232773" y="14569"/>
                  <a:pt x="239206" y="8743"/>
                </a:cubicBezTo>
                <a:cubicBezTo>
                  <a:pt x="245638" y="2914"/>
                  <a:pt x="254342" y="0"/>
                  <a:pt x="265317" y="0"/>
                </a:cubicBezTo>
                <a:cubicBezTo>
                  <a:pt x="272817" y="0"/>
                  <a:pt x="278380" y="1408"/>
                  <a:pt x="282008" y="4224"/>
                </a:cubicBezTo>
                <a:cubicBezTo>
                  <a:pt x="285636" y="7038"/>
                  <a:pt x="287450" y="10159"/>
                  <a:pt x="287450" y="13587"/>
                </a:cubicBezTo>
                <a:cubicBezTo>
                  <a:pt x="287450" y="16342"/>
                  <a:pt x="286322" y="18730"/>
                  <a:pt x="284066" y="20750"/>
                </a:cubicBezTo>
                <a:cubicBezTo>
                  <a:pt x="281810" y="22769"/>
                  <a:pt x="278822" y="23779"/>
                  <a:pt x="275103" y="23779"/>
                </a:cubicBezTo>
                <a:cubicBezTo>
                  <a:pt x="271933" y="23779"/>
                  <a:pt x="269417" y="22956"/>
                  <a:pt x="267558" y="21310"/>
                </a:cubicBezTo>
                <a:cubicBezTo>
                  <a:pt x="265698" y="19663"/>
                  <a:pt x="264768" y="17834"/>
                  <a:pt x="264768" y="15822"/>
                </a:cubicBezTo>
                <a:cubicBezTo>
                  <a:pt x="264768" y="15274"/>
                  <a:pt x="264951" y="14146"/>
                  <a:pt x="265317" y="12438"/>
                </a:cubicBezTo>
                <a:cubicBezTo>
                  <a:pt x="265561" y="11402"/>
                  <a:pt x="265683" y="10426"/>
                  <a:pt x="265683" y="9512"/>
                </a:cubicBezTo>
                <a:cubicBezTo>
                  <a:pt x="265683" y="8231"/>
                  <a:pt x="265317" y="7286"/>
                  <a:pt x="264585" y="6676"/>
                </a:cubicBezTo>
                <a:cubicBezTo>
                  <a:pt x="263610" y="5762"/>
                  <a:pt x="262421" y="5305"/>
                  <a:pt x="261019" y="5305"/>
                </a:cubicBezTo>
                <a:cubicBezTo>
                  <a:pt x="259250" y="5305"/>
                  <a:pt x="257772" y="6031"/>
                  <a:pt x="256583" y="7482"/>
                </a:cubicBezTo>
                <a:cubicBezTo>
                  <a:pt x="255394" y="8934"/>
                  <a:pt x="254799" y="11264"/>
                  <a:pt x="254799" y="14470"/>
                </a:cubicBezTo>
                <a:lnTo>
                  <a:pt x="254982" y="30356"/>
                </a:lnTo>
                <a:lnTo>
                  <a:pt x="254982" y="41156"/>
                </a:lnTo>
                <a:lnTo>
                  <a:pt x="267603" y="41156"/>
                </a:lnTo>
                <a:lnTo>
                  <a:pt x="267603" y="50119"/>
                </a:lnTo>
                <a:lnTo>
                  <a:pt x="254982" y="5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Text yallsequences">
            <a:extLst xmlns:a="http://schemas.openxmlformats.org/drawingml/2006/main">
              <a:ext uri="{FF2B5EF4-FFF2-40B4-BE49-F238E27FC236}">
                <a16:creationId xmlns:a16="http://schemas.microsoft.com/office/drawing/2014/main" id="{FFCFCE7C-9246-45B8-BCE5-419B2DF9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521" y="7112613"/>
            <a:ext cx="1125755" cy="170478"/>
          </a:xfrm>
          <a:custGeom xmlns:a="http://schemas.openxmlformats.org/drawingml/2006/main">
            <a:pathLst>
              <a:path w="1125755" h="170478">
                <a:moveTo>
                  <a:pt x="43991" y="133612"/>
                </a:moveTo>
                <a:lnTo>
                  <a:pt x="16371" y="70083"/>
                </a:lnTo>
                <a:cubicBezTo>
                  <a:pt x="12225" y="60461"/>
                  <a:pt x="9161" y="54546"/>
                  <a:pt x="7179" y="52340"/>
                </a:cubicBezTo>
                <a:cubicBezTo>
                  <a:pt x="5198" y="50131"/>
                  <a:pt x="2805" y="48599"/>
                  <a:pt x="0" y="47741"/>
                </a:cubicBezTo>
                <a:lnTo>
                  <a:pt x="0" y="44449"/>
                </a:lnTo>
                <a:lnTo>
                  <a:pt x="45455" y="44449"/>
                </a:lnTo>
                <a:lnTo>
                  <a:pt x="45455" y="47741"/>
                </a:lnTo>
                <a:cubicBezTo>
                  <a:pt x="42467" y="47863"/>
                  <a:pt x="40364" y="48445"/>
                  <a:pt x="39144" y="49487"/>
                </a:cubicBezTo>
                <a:cubicBezTo>
                  <a:pt x="37925" y="50528"/>
                  <a:pt x="37315" y="51783"/>
                  <a:pt x="37315" y="53254"/>
                </a:cubicBezTo>
                <a:cubicBezTo>
                  <a:pt x="37315" y="55581"/>
                  <a:pt x="38839" y="60175"/>
                  <a:pt x="41888" y="67036"/>
                </a:cubicBezTo>
                <a:lnTo>
                  <a:pt x="56521" y="100667"/>
                </a:lnTo>
                <a:lnTo>
                  <a:pt x="66490" y="74678"/>
                </a:lnTo>
                <a:cubicBezTo>
                  <a:pt x="70087" y="65424"/>
                  <a:pt x="71886" y="58989"/>
                  <a:pt x="71886" y="55372"/>
                </a:cubicBezTo>
                <a:cubicBezTo>
                  <a:pt x="71886" y="53105"/>
                  <a:pt x="71139" y="51297"/>
                  <a:pt x="69645" y="49948"/>
                </a:cubicBezTo>
                <a:cubicBezTo>
                  <a:pt x="68152" y="48599"/>
                  <a:pt x="65515" y="47863"/>
                  <a:pt x="61734" y="47741"/>
                </a:cubicBezTo>
                <a:lnTo>
                  <a:pt x="61734" y="44449"/>
                </a:lnTo>
                <a:lnTo>
                  <a:pt x="90361" y="44449"/>
                </a:lnTo>
                <a:lnTo>
                  <a:pt x="90361" y="47741"/>
                </a:lnTo>
                <a:cubicBezTo>
                  <a:pt x="87556" y="48048"/>
                  <a:pt x="85269" y="49136"/>
                  <a:pt x="83501" y="51005"/>
                </a:cubicBezTo>
                <a:cubicBezTo>
                  <a:pt x="81733" y="52874"/>
                  <a:pt x="78776" y="59233"/>
                  <a:pt x="74630" y="70083"/>
                </a:cubicBezTo>
                <a:lnTo>
                  <a:pt x="50211" y="133529"/>
                </a:lnTo>
                <a:cubicBezTo>
                  <a:pt x="44052" y="149382"/>
                  <a:pt x="39479" y="159137"/>
                  <a:pt x="36492" y="162795"/>
                </a:cubicBezTo>
                <a:cubicBezTo>
                  <a:pt x="32285" y="167917"/>
                  <a:pt x="27011" y="170478"/>
                  <a:pt x="20670" y="170478"/>
                </a:cubicBezTo>
                <a:cubicBezTo>
                  <a:pt x="15609" y="170478"/>
                  <a:pt x="11508" y="169030"/>
                  <a:pt x="8368" y="166134"/>
                </a:cubicBezTo>
                <a:cubicBezTo>
                  <a:pt x="5228" y="163238"/>
                  <a:pt x="3658" y="159747"/>
                  <a:pt x="3658" y="155662"/>
                </a:cubicBezTo>
                <a:cubicBezTo>
                  <a:pt x="3658" y="152125"/>
                  <a:pt x="4741" y="149199"/>
                  <a:pt x="6905" y="146882"/>
                </a:cubicBezTo>
                <a:cubicBezTo>
                  <a:pt x="9070" y="144565"/>
                  <a:pt x="11737" y="143406"/>
                  <a:pt x="14908" y="143406"/>
                </a:cubicBezTo>
                <a:cubicBezTo>
                  <a:pt x="17956" y="143406"/>
                  <a:pt x="20410" y="144376"/>
                  <a:pt x="22270" y="146316"/>
                </a:cubicBezTo>
                <a:cubicBezTo>
                  <a:pt x="24130" y="148257"/>
                  <a:pt x="25090" y="151260"/>
                  <a:pt x="25151" y="155325"/>
                </a:cubicBezTo>
                <a:cubicBezTo>
                  <a:pt x="25212" y="157630"/>
                  <a:pt x="25486" y="159116"/>
                  <a:pt x="25974" y="159783"/>
                </a:cubicBezTo>
                <a:cubicBezTo>
                  <a:pt x="26462" y="160450"/>
                  <a:pt x="27163" y="160783"/>
                  <a:pt x="28078" y="160783"/>
                </a:cubicBezTo>
                <a:cubicBezTo>
                  <a:pt x="29541" y="160783"/>
                  <a:pt x="31096" y="159903"/>
                  <a:pt x="32742" y="158143"/>
                </a:cubicBezTo>
                <a:cubicBezTo>
                  <a:pt x="35181" y="155593"/>
                  <a:pt x="38047" y="149767"/>
                  <a:pt x="41339" y="140663"/>
                </a:cubicBezTo>
                <a:lnTo>
                  <a:pt x="43991" y="133612"/>
                </a:lnTo>
                <a:close/>
                <a:moveTo>
                  <a:pt x="192157" y="117981"/>
                </a:moveTo>
                <a:cubicBezTo>
                  <a:pt x="183560" y="124627"/>
                  <a:pt x="178164" y="128468"/>
                  <a:pt x="175969" y="129505"/>
                </a:cubicBezTo>
                <a:cubicBezTo>
                  <a:pt x="172677" y="131090"/>
                  <a:pt x="169171" y="131883"/>
                  <a:pt x="165452" y="131883"/>
                </a:cubicBezTo>
                <a:cubicBezTo>
                  <a:pt x="159659" y="131883"/>
                  <a:pt x="154888" y="129901"/>
                  <a:pt x="151138" y="125938"/>
                </a:cubicBezTo>
                <a:cubicBezTo>
                  <a:pt x="147389" y="121975"/>
                  <a:pt x="145514" y="116762"/>
                  <a:pt x="145514" y="110299"/>
                </a:cubicBezTo>
                <a:cubicBezTo>
                  <a:pt x="145514" y="106213"/>
                  <a:pt x="146428" y="102677"/>
                  <a:pt x="148258" y="99689"/>
                </a:cubicBezTo>
                <a:cubicBezTo>
                  <a:pt x="150757" y="95543"/>
                  <a:pt x="155102" y="91641"/>
                  <a:pt x="161290" y="87983"/>
                </a:cubicBezTo>
                <a:cubicBezTo>
                  <a:pt x="167479" y="84324"/>
                  <a:pt x="177768" y="79873"/>
                  <a:pt x="192157" y="74630"/>
                </a:cubicBezTo>
                <a:lnTo>
                  <a:pt x="192157" y="71337"/>
                </a:lnTo>
                <a:cubicBezTo>
                  <a:pt x="192157" y="62984"/>
                  <a:pt x="190831" y="57253"/>
                  <a:pt x="188179" y="54143"/>
                </a:cubicBezTo>
                <a:cubicBezTo>
                  <a:pt x="185527" y="51034"/>
                  <a:pt x="181670" y="49479"/>
                  <a:pt x="176610" y="49479"/>
                </a:cubicBezTo>
                <a:cubicBezTo>
                  <a:pt x="172768" y="49479"/>
                  <a:pt x="169720" y="50512"/>
                  <a:pt x="167464" y="52577"/>
                </a:cubicBezTo>
                <a:cubicBezTo>
                  <a:pt x="165147" y="54642"/>
                  <a:pt x="163988" y="57012"/>
                  <a:pt x="163988" y="59685"/>
                </a:cubicBezTo>
                <a:lnTo>
                  <a:pt x="164171" y="64970"/>
                </a:lnTo>
                <a:cubicBezTo>
                  <a:pt x="164171" y="67763"/>
                  <a:pt x="163455" y="69919"/>
                  <a:pt x="162022" y="71437"/>
                </a:cubicBezTo>
                <a:cubicBezTo>
                  <a:pt x="160589" y="72956"/>
                  <a:pt x="158714" y="73715"/>
                  <a:pt x="156397" y="73715"/>
                </a:cubicBezTo>
                <a:cubicBezTo>
                  <a:pt x="154141" y="73715"/>
                  <a:pt x="152297" y="72925"/>
                  <a:pt x="150864" y="71346"/>
                </a:cubicBezTo>
                <a:cubicBezTo>
                  <a:pt x="149431" y="69764"/>
                  <a:pt x="148715" y="67606"/>
                  <a:pt x="148715" y="64870"/>
                </a:cubicBezTo>
                <a:cubicBezTo>
                  <a:pt x="148715" y="59643"/>
                  <a:pt x="151398" y="54842"/>
                  <a:pt x="156763" y="50465"/>
                </a:cubicBezTo>
                <a:cubicBezTo>
                  <a:pt x="162129" y="46088"/>
                  <a:pt x="169659" y="43900"/>
                  <a:pt x="179353" y="43900"/>
                </a:cubicBezTo>
                <a:cubicBezTo>
                  <a:pt x="186792" y="43900"/>
                  <a:pt x="192889" y="45148"/>
                  <a:pt x="197645" y="47644"/>
                </a:cubicBezTo>
                <a:cubicBezTo>
                  <a:pt x="201242" y="49532"/>
                  <a:pt x="203895" y="52486"/>
                  <a:pt x="205602" y="56507"/>
                </a:cubicBezTo>
                <a:cubicBezTo>
                  <a:pt x="206699" y="59125"/>
                  <a:pt x="207248" y="64484"/>
                  <a:pt x="207248" y="72583"/>
                </a:cubicBezTo>
                <a:lnTo>
                  <a:pt x="207248" y="100993"/>
                </a:lnTo>
                <a:cubicBezTo>
                  <a:pt x="207248" y="108970"/>
                  <a:pt x="207400" y="113858"/>
                  <a:pt x="207705" y="115655"/>
                </a:cubicBezTo>
                <a:cubicBezTo>
                  <a:pt x="208010" y="117451"/>
                  <a:pt x="208513" y="118655"/>
                  <a:pt x="209214" y="119264"/>
                </a:cubicBezTo>
                <a:cubicBezTo>
                  <a:pt x="209916" y="119872"/>
                  <a:pt x="210723" y="120176"/>
                  <a:pt x="211638" y="120176"/>
                </a:cubicBezTo>
                <a:cubicBezTo>
                  <a:pt x="212614" y="120176"/>
                  <a:pt x="213467" y="119963"/>
                  <a:pt x="214199" y="119536"/>
                </a:cubicBezTo>
                <a:cubicBezTo>
                  <a:pt x="215479" y="118743"/>
                  <a:pt x="217949" y="116518"/>
                  <a:pt x="221607" y="112859"/>
                </a:cubicBezTo>
                <a:lnTo>
                  <a:pt x="221607" y="117981"/>
                </a:lnTo>
                <a:cubicBezTo>
                  <a:pt x="214778" y="127127"/>
                  <a:pt x="208254" y="131700"/>
                  <a:pt x="202035" y="131700"/>
                </a:cubicBezTo>
                <a:cubicBezTo>
                  <a:pt x="199047" y="131700"/>
                  <a:pt x="196669" y="130663"/>
                  <a:pt x="194901" y="128590"/>
                </a:cubicBezTo>
                <a:cubicBezTo>
                  <a:pt x="193133" y="126517"/>
                  <a:pt x="192218" y="122981"/>
                  <a:pt x="192157" y="117981"/>
                </a:cubicBezTo>
                <a:moveTo>
                  <a:pt x="192157" y="111985"/>
                </a:moveTo>
                <a:lnTo>
                  <a:pt x="192157" y="80209"/>
                </a:lnTo>
                <a:cubicBezTo>
                  <a:pt x="182951" y="83850"/>
                  <a:pt x="177006" y="86430"/>
                  <a:pt x="174323" y="87948"/>
                </a:cubicBezTo>
                <a:cubicBezTo>
                  <a:pt x="169506" y="90620"/>
                  <a:pt x="166061" y="93412"/>
                  <a:pt x="163988" y="96325"/>
                </a:cubicBezTo>
                <a:cubicBezTo>
                  <a:pt x="161915" y="99239"/>
                  <a:pt x="160879" y="102425"/>
                  <a:pt x="160879" y="105886"/>
                </a:cubicBezTo>
                <a:cubicBezTo>
                  <a:pt x="160879" y="110257"/>
                  <a:pt x="162190" y="113883"/>
                  <a:pt x="164811" y="116766"/>
                </a:cubicBezTo>
                <a:cubicBezTo>
                  <a:pt x="167433" y="119649"/>
                  <a:pt x="170451" y="121091"/>
                  <a:pt x="173866" y="121091"/>
                </a:cubicBezTo>
                <a:cubicBezTo>
                  <a:pt x="178500" y="121091"/>
                  <a:pt x="184597" y="118055"/>
                  <a:pt x="192157" y="111985"/>
                </a:cubicBezTo>
                <a:close/>
                <a:moveTo>
                  <a:pt x="256664" y="0"/>
                </a:moveTo>
                <a:lnTo>
                  <a:pt x="256664" y="111042"/>
                </a:lnTo>
                <a:cubicBezTo>
                  <a:pt x="256664" y="116281"/>
                  <a:pt x="257045" y="119755"/>
                  <a:pt x="257807" y="121462"/>
                </a:cubicBezTo>
                <a:cubicBezTo>
                  <a:pt x="258569" y="123167"/>
                  <a:pt x="259743" y="124462"/>
                  <a:pt x="261328" y="125346"/>
                </a:cubicBezTo>
                <a:cubicBezTo>
                  <a:pt x="262913" y="126228"/>
                  <a:pt x="265871" y="126670"/>
                  <a:pt x="270200" y="126670"/>
                </a:cubicBezTo>
                <a:lnTo>
                  <a:pt x="270200" y="130053"/>
                </a:lnTo>
                <a:lnTo>
                  <a:pt x="229135" y="130053"/>
                </a:lnTo>
                <a:lnTo>
                  <a:pt x="229135" y="126670"/>
                </a:lnTo>
                <a:cubicBezTo>
                  <a:pt x="232976" y="126670"/>
                  <a:pt x="235598" y="126274"/>
                  <a:pt x="237000" y="125483"/>
                </a:cubicBezTo>
                <a:cubicBezTo>
                  <a:pt x="238403" y="124691"/>
                  <a:pt x="239500" y="123381"/>
                  <a:pt x="240293" y="121554"/>
                </a:cubicBezTo>
                <a:cubicBezTo>
                  <a:pt x="241085" y="119724"/>
                  <a:pt x="241482" y="116220"/>
                  <a:pt x="241482" y="111042"/>
                </a:cubicBezTo>
                <a:lnTo>
                  <a:pt x="241482" y="35003"/>
                </a:lnTo>
                <a:cubicBezTo>
                  <a:pt x="241482" y="25560"/>
                  <a:pt x="241268" y="19757"/>
                  <a:pt x="240842" y="17594"/>
                </a:cubicBezTo>
                <a:cubicBezTo>
                  <a:pt x="240415" y="15430"/>
                  <a:pt x="239729" y="13952"/>
                  <a:pt x="238784" y="13161"/>
                </a:cubicBezTo>
                <a:cubicBezTo>
                  <a:pt x="237839" y="12369"/>
                  <a:pt x="236634" y="11972"/>
                  <a:pt x="235171" y="11972"/>
                </a:cubicBezTo>
                <a:cubicBezTo>
                  <a:pt x="233586" y="11972"/>
                  <a:pt x="231574" y="12460"/>
                  <a:pt x="229135" y="13436"/>
                </a:cubicBezTo>
                <a:lnTo>
                  <a:pt x="227580" y="10235"/>
                </a:lnTo>
                <a:lnTo>
                  <a:pt x="252548" y="0"/>
                </a:lnTo>
                <a:lnTo>
                  <a:pt x="256664" y="0"/>
                </a:lnTo>
                <a:close/>
                <a:moveTo>
                  <a:pt x="308735" y="0"/>
                </a:moveTo>
                <a:lnTo>
                  <a:pt x="308735" y="111042"/>
                </a:lnTo>
                <a:cubicBezTo>
                  <a:pt x="308735" y="116281"/>
                  <a:pt x="309116" y="119755"/>
                  <a:pt x="309878" y="121462"/>
                </a:cubicBezTo>
                <a:cubicBezTo>
                  <a:pt x="310640" y="123167"/>
                  <a:pt x="311814" y="124462"/>
                  <a:pt x="313399" y="125346"/>
                </a:cubicBezTo>
                <a:cubicBezTo>
                  <a:pt x="314985" y="126228"/>
                  <a:pt x="317942" y="126670"/>
                  <a:pt x="322271" y="126670"/>
                </a:cubicBezTo>
                <a:lnTo>
                  <a:pt x="322271" y="130053"/>
                </a:lnTo>
                <a:lnTo>
                  <a:pt x="281206" y="130053"/>
                </a:lnTo>
                <a:lnTo>
                  <a:pt x="281206" y="126670"/>
                </a:lnTo>
                <a:cubicBezTo>
                  <a:pt x="285047" y="126670"/>
                  <a:pt x="287669" y="126274"/>
                  <a:pt x="289071" y="125483"/>
                </a:cubicBezTo>
                <a:cubicBezTo>
                  <a:pt x="290474" y="124691"/>
                  <a:pt x="291571" y="123381"/>
                  <a:pt x="292364" y="121554"/>
                </a:cubicBezTo>
                <a:cubicBezTo>
                  <a:pt x="293156" y="119724"/>
                  <a:pt x="293553" y="116220"/>
                  <a:pt x="293553" y="111042"/>
                </a:cubicBezTo>
                <a:lnTo>
                  <a:pt x="293553" y="35003"/>
                </a:lnTo>
                <a:cubicBezTo>
                  <a:pt x="293553" y="25560"/>
                  <a:pt x="293339" y="19757"/>
                  <a:pt x="292913" y="17594"/>
                </a:cubicBezTo>
                <a:cubicBezTo>
                  <a:pt x="292486" y="15430"/>
                  <a:pt x="291800" y="13952"/>
                  <a:pt x="290855" y="13161"/>
                </a:cubicBezTo>
                <a:cubicBezTo>
                  <a:pt x="289910" y="12369"/>
                  <a:pt x="288706" y="11972"/>
                  <a:pt x="287242" y="11972"/>
                </a:cubicBezTo>
                <a:cubicBezTo>
                  <a:pt x="285657" y="11972"/>
                  <a:pt x="283645" y="12460"/>
                  <a:pt x="281206" y="13436"/>
                </a:cubicBezTo>
                <a:lnTo>
                  <a:pt x="279651" y="10235"/>
                </a:lnTo>
                <a:lnTo>
                  <a:pt x="304619" y="0"/>
                </a:lnTo>
                <a:lnTo>
                  <a:pt x="308735" y="0"/>
                </a:lnTo>
                <a:close/>
                <a:moveTo>
                  <a:pt x="432967" y="43900"/>
                </a:moveTo>
                <a:lnTo>
                  <a:pt x="432967" y="72252"/>
                </a:lnTo>
                <a:lnTo>
                  <a:pt x="429949" y="72252"/>
                </a:lnTo>
                <a:cubicBezTo>
                  <a:pt x="427632" y="63360"/>
                  <a:pt x="424659" y="57311"/>
                  <a:pt x="421032" y="54106"/>
                </a:cubicBezTo>
                <a:cubicBezTo>
                  <a:pt x="417404" y="50899"/>
                  <a:pt x="412785" y="49296"/>
                  <a:pt x="407176" y="49296"/>
                </a:cubicBezTo>
                <a:cubicBezTo>
                  <a:pt x="402908" y="49296"/>
                  <a:pt x="399463" y="50423"/>
                  <a:pt x="396841" y="52677"/>
                </a:cubicBezTo>
                <a:cubicBezTo>
                  <a:pt x="394219" y="54929"/>
                  <a:pt x="392908" y="57426"/>
                  <a:pt x="392908" y="60168"/>
                </a:cubicBezTo>
                <a:cubicBezTo>
                  <a:pt x="392908" y="63579"/>
                  <a:pt x="393884" y="66502"/>
                  <a:pt x="395835" y="68937"/>
                </a:cubicBezTo>
                <a:cubicBezTo>
                  <a:pt x="397725" y="71435"/>
                  <a:pt x="401566" y="74084"/>
                  <a:pt x="407359" y="76885"/>
                </a:cubicBezTo>
                <a:lnTo>
                  <a:pt x="420711" y="83373"/>
                </a:lnTo>
                <a:cubicBezTo>
                  <a:pt x="433089" y="89401"/>
                  <a:pt x="439277" y="97350"/>
                  <a:pt x="439277" y="107218"/>
                </a:cubicBezTo>
                <a:cubicBezTo>
                  <a:pt x="439277" y="114830"/>
                  <a:pt x="436397" y="120966"/>
                  <a:pt x="430635" y="125626"/>
                </a:cubicBezTo>
                <a:cubicBezTo>
                  <a:pt x="424873" y="130285"/>
                  <a:pt x="418425" y="132614"/>
                  <a:pt x="411291" y="132614"/>
                </a:cubicBezTo>
                <a:cubicBezTo>
                  <a:pt x="406170" y="132614"/>
                  <a:pt x="400316" y="131700"/>
                  <a:pt x="393731" y="129871"/>
                </a:cubicBezTo>
                <a:cubicBezTo>
                  <a:pt x="391719" y="129261"/>
                  <a:pt x="390073" y="128956"/>
                  <a:pt x="388793" y="128956"/>
                </a:cubicBezTo>
                <a:cubicBezTo>
                  <a:pt x="387390" y="128956"/>
                  <a:pt x="386293" y="129749"/>
                  <a:pt x="385500" y="131334"/>
                </a:cubicBezTo>
                <a:lnTo>
                  <a:pt x="382482" y="131334"/>
                </a:lnTo>
                <a:lnTo>
                  <a:pt x="382482" y="101336"/>
                </a:lnTo>
                <a:lnTo>
                  <a:pt x="385500" y="101336"/>
                </a:lnTo>
                <a:cubicBezTo>
                  <a:pt x="387207" y="109902"/>
                  <a:pt x="390469" y="116358"/>
                  <a:pt x="395286" y="120702"/>
                </a:cubicBezTo>
                <a:cubicBezTo>
                  <a:pt x="400103" y="125046"/>
                  <a:pt x="405499" y="127218"/>
                  <a:pt x="411474" y="127218"/>
                </a:cubicBezTo>
                <a:cubicBezTo>
                  <a:pt x="415681" y="127218"/>
                  <a:pt x="419111" y="125985"/>
                  <a:pt x="421763" y="123520"/>
                </a:cubicBezTo>
                <a:cubicBezTo>
                  <a:pt x="424416" y="121052"/>
                  <a:pt x="425742" y="118083"/>
                  <a:pt x="425742" y="114611"/>
                </a:cubicBezTo>
                <a:cubicBezTo>
                  <a:pt x="425742" y="110408"/>
                  <a:pt x="424263" y="106876"/>
                  <a:pt x="421306" y="104014"/>
                </a:cubicBezTo>
                <a:cubicBezTo>
                  <a:pt x="418349" y="101152"/>
                  <a:pt x="412450" y="97529"/>
                  <a:pt x="403609" y="93144"/>
                </a:cubicBezTo>
                <a:cubicBezTo>
                  <a:pt x="394768" y="88758"/>
                  <a:pt x="388975" y="84799"/>
                  <a:pt x="386232" y="81266"/>
                </a:cubicBezTo>
                <a:cubicBezTo>
                  <a:pt x="383488" y="77795"/>
                  <a:pt x="382116" y="73409"/>
                  <a:pt x="382116" y="68111"/>
                </a:cubicBezTo>
                <a:cubicBezTo>
                  <a:pt x="382116" y="61228"/>
                  <a:pt x="384479" y="55473"/>
                  <a:pt x="389204" y="50845"/>
                </a:cubicBezTo>
                <a:cubicBezTo>
                  <a:pt x="393929" y="46215"/>
                  <a:pt x="400042" y="43900"/>
                  <a:pt x="407541" y="43900"/>
                </a:cubicBezTo>
                <a:cubicBezTo>
                  <a:pt x="410834" y="43900"/>
                  <a:pt x="414828" y="44601"/>
                  <a:pt x="419522" y="46003"/>
                </a:cubicBezTo>
                <a:cubicBezTo>
                  <a:pt x="422632" y="46918"/>
                  <a:pt x="424705" y="47375"/>
                  <a:pt x="425742" y="47375"/>
                </a:cubicBezTo>
                <a:cubicBezTo>
                  <a:pt x="426717" y="47375"/>
                  <a:pt x="427479" y="47162"/>
                  <a:pt x="428028" y="46735"/>
                </a:cubicBezTo>
                <a:cubicBezTo>
                  <a:pt x="428577" y="46308"/>
                  <a:pt x="429217" y="45363"/>
                  <a:pt x="429949" y="43900"/>
                </a:cubicBezTo>
                <a:lnTo>
                  <a:pt x="432967" y="43900"/>
                </a:lnTo>
                <a:close/>
                <a:moveTo>
                  <a:pt x="465770" y="77922"/>
                </a:moveTo>
                <a:cubicBezTo>
                  <a:pt x="465709" y="90332"/>
                  <a:pt x="468727" y="100066"/>
                  <a:pt x="474824" y="107123"/>
                </a:cubicBezTo>
                <a:cubicBezTo>
                  <a:pt x="480921" y="114179"/>
                  <a:pt x="488086" y="117707"/>
                  <a:pt x="496317" y="117707"/>
                </a:cubicBezTo>
                <a:cubicBezTo>
                  <a:pt x="501804" y="117707"/>
                  <a:pt x="506575" y="116198"/>
                  <a:pt x="510630" y="113179"/>
                </a:cubicBezTo>
                <a:cubicBezTo>
                  <a:pt x="514685" y="110161"/>
                  <a:pt x="518084" y="104994"/>
                  <a:pt x="520828" y="97677"/>
                </a:cubicBezTo>
                <a:lnTo>
                  <a:pt x="523663" y="99506"/>
                </a:lnTo>
                <a:cubicBezTo>
                  <a:pt x="522382" y="107860"/>
                  <a:pt x="518663" y="115466"/>
                  <a:pt x="512505" y="122325"/>
                </a:cubicBezTo>
                <a:cubicBezTo>
                  <a:pt x="506347" y="129185"/>
                  <a:pt x="498634" y="132614"/>
                  <a:pt x="489366" y="132614"/>
                </a:cubicBezTo>
                <a:cubicBezTo>
                  <a:pt x="479306" y="132614"/>
                  <a:pt x="470693" y="128705"/>
                  <a:pt x="463529" y="120888"/>
                </a:cubicBezTo>
                <a:cubicBezTo>
                  <a:pt x="456365" y="113068"/>
                  <a:pt x="452783" y="102556"/>
                  <a:pt x="452783" y="89352"/>
                </a:cubicBezTo>
                <a:cubicBezTo>
                  <a:pt x="452783" y="75054"/>
                  <a:pt x="456456" y="63904"/>
                  <a:pt x="463804" y="55904"/>
                </a:cubicBezTo>
                <a:cubicBezTo>
                  <a:pt x="471151" y="47901"/>
                  <a:pt x="480373" y="43900"/>
                  <a:pt x="491470" y="43900"/>
                </a:cubicBezTo>
                <a:cubicBezTo>
                  <a:pt x="500859" y="43900"/>
                  <a:pt x="508572" y="46987"/>
                  <a:pt x="514609" y="53160"/>
                </a:cubicBezTo>
                <a:cubicBezTo>
                  <a:pt x="520645" y="59332"/>
                  <a:pt x="523663" y="67586"/>
                  <a:pt x="523663" y="77922"/>
                </a:cubicBezTo>
                <a:lnTo>
                  <a:pt x="465770" y="77922"/>
                </a:lnTo>
                <a:moveTo>
                  <a:pt x="465770" y="72618"/>
                </a:moveTo>
                <a:lnTo>
                  <a:pt x="504548" y="72618"/>
                </a:lnTo>
                <a:cubicBezTo>
                  <a:pt x="504243" y="67252"/>
                  <a:pt x="503603" y="63472"/>
                  <a:pt x="502627" y="61277"/>
                </a:cubicBezTo>
                <a:cubicBezTo>
                  <a:pt x="501103" y="57863"/>
                  <a:pt x="498832" y="55180"/>
                  <a:pt x="495814" y="53229"/>
                </a:cubicBezTo>
                <a:cubicBezTo>
                  <a:pt x="492796" y="51278"/>
                  <a:pt x="489640" y="50302"/>
                  <a:pt x="486348" y="50302"/>
                </a:cubicBezTo>
                <a:cubicBezTo>
                  <a:pt x="481287" y="50302"/>
                  <a:pt x="476760" y="52268"/>
                  <a:pt x="472766" y="56201"/>
                </a:cubicBezTo>
                <a:cubicBezTo>
                  <a:pt x="468773" y="60134"/>
                  <a:pt x="466441" y="65606"/>
                  <a:pt x="465770" y="72618"/>
                </a:cubicBezTo>
                <a:close/>
                <a:moveTo>
                  <a:pt x="609021" y="43900"/>
                </a:moveTo>
                <a:lnTo>
                  <a:pt x="609021" y="151558"/>
                </a:lnTo>
                <a:cubicBezTo>
                  <a:pt x="609021" y="156919"/>
                  <a:pt x="609387" y="160361"/>
                  <a:pt x="610119" y="161884"/>
                </a:cubicBezTo>
                <a:cubicBezTo>
                  <a:pt x="610851" y="163408"/>
                  <a:pt x="611994" y="164596"/>
                  <a:pt x="613549" y="165448"/>
                </a:cubicBezTo>
                <a:cubicBezTo>
                  <a:pt x="615103" y="166301"/>
                  <a:pt x="618137" y="166728"/>
                  <a:pt x="622649" y="166728"/>
                </a:cubicBezTo>
                <a:lnTo>
                  <a:pt x="622649" y="170112"/>
                </a:lnTo>
                <a:lnTo>
                  <a:pt x="580395" y="170112"/>
                </a:lnTo>
                <a:lnTo>
                  <a:pt x="580395" y="166728"/>
                </a:lnTo>
                <a:lnTo>
                  <a:pt x="582133" y="166728"/>
                </a:lnTo>
                <a:cubicBezTo>
                  <a:pt x="585547" y="166728"/>
                  <a:pt x="588138" y="166240"/>
                  <a:pt x="589907" y="165265"/>
                </a:cubicBezTo>
                <a:cubicBezTo>
                  <a:pt x="591126" y="164594"/>
                  <a:pt x="592102" y="163390"/>
                  <a:pt x="592833" y="161652"/>
                </a:cubicBezTo>
                <a:cubicBezTo>
                  <a:pt x="593565" y="159915"/>
                  <a:pt x="593931" y="156546"/>
                  <a:pt x="593931" y="151546"/>
                </a:cubicBezTo>
                <a:lnTo>
                  <a:pt x="593931" y="115512"/>
                </a:lnTo>
                <a:cubicBezTo>
                  <a:pt x="588382" y="122097"/>
                  <a:pt x="583535" y="126593"/>
                  <a:pt x="579389" y="129002"/>
                </a:cubicBezTo>
                <a:cubicBezTo>
                  <a:pt x="575243" y="131410"/>
                  <a:pt x="570944" y="132614"/>
                  <a:pt x="566493" y="132614"/>
                </a:cubicBezTo>
                <a:cubicBezTo>
                  <a:pt x="558384" y="132614"/>
                  <a:pt x="551144" y="128929"/>
                  <a:pt x="544772" y="121559"/>
                </a:cubicBezTo>
                <a:cubicBezTo>
                  <a:pt x="538400" y="114189"/>
                  <a:pt x="535215" y="104322"/>
                  <a:pt x="535215" y="91958"/>
                </a:cubicBezTo>
                <a:cubicBezTo>
                  <a:pt x="535215" y="77765"/>
                  <a:pt x="539422" y="66207"/>
                  <a:pt x="547836" y="57284"/>
                </a:cubicBezTo>
                <a:cubicBezTo>
                  <a:pt x="556250" y="48361"/>
                  <a:pt x="566402" y="43900"/>
                  <a:pt x="578291" y="43900"/>
                </a:cubicBezTo>
                <a:cubicBezTo>
                  <a:pt x="581767" y="43900"/>
                  <a:pt x="584968" y="44388"/>
                  <a:pt x="587895" y="45363"/>
                </a:cubicBezTo>
                <a:cubicBezTo>
                  <a:pt x="590821" y="46339"/>
                  <a:pt x="593443" y="47802"/>
                  <a:pt x="595760" y="49753"/>
                </a:cubicBezTo>
                <a:cubicBezTo>
                  <a:pt x="599296" y="48046"/>
                  <a:pt x="602680" y="46095"/>
                  <a:pt x="605912" y="43900"/>
                </a:cubicBezTo>
                <a:lnTo>
                  <a:pt x="609021" y="43900"/>
                </a:lnTo>
                <a:moveTo>
                  <a:pt x="593931" y="109764"/>
                </a:moveTo>
                <a:lnTo>
                  <a:pt x="593931" y="70489"/>
                </a:lnTo>
                <a:cubicBezTo>
                  <a:pt x="593931" y="65921"/>
                  <a:pt x="593336" y="62329"/>
                  <a:pt x="592147" y="59711"/>
                </a:cubicBezTo>
                <a:cubicBezTo>
                  <a:pt x="590958" y="57091"/>
                  <a:pt x="588840" y="54868"/>
                  <a:pt x="585791" y="53043"/>
                </a:cubicBezTo>
                <a:cubicBezTo>
                  <a:pt x="582742" y="51216"/>
                  <a:pt x="579297" y="50302"/>
                  <a:pt x="575456" y="50302"/>
                </a:cubicBezTo>
                <a:cubicBezTo>
                  <a:pt x="568627" y="50302"/>
                  <a:pt x="562774" y="53194"/>
                  <a:pt x="557896" y="58979"/>
                </a:cubicBezTo>
                <a:cubicBezTo>
                  <a:pt x="553019" y="64764"/>
                  <a:pt x="550580" y="73532"/>
                  <a:pt x="550580" y="85285"/>
                </a:cubicBezTo>
                <a:cubicBezTo>
                  <a:pt x="550580" y="96549"/>
                  <a:pt x="553064" y="105104"/>
                  <a:pt x="558033" y="110950"/>
                </a:cubicBezTo>
                <a:cubicBezTo>
                  <a:pt x="563003" y="116796"/>
                  <a:pt x="568993" y="119719"/>
                  <a:pt x="576005" y="119719"/>
                </a:cubicBezTo>
                <a:cubicBezTo>
                  <a:pt x="579602" y="119719"/>
                  <a:pt x="582803" y="118942"/>
                  <a:pt x="585608" y="117389"/>
                </a:cubicBezTo>
                <a:cubicBezTo>
                  <a:pt x="588413" y="115836"/>
                  <a:pt x="591187" y="113295"/>
                  <a:pt x="593931" y="109764"/>
                </a:cubicBezTo>
                <a:close/>
                <a:moveTo>
                  <a:pt x="701944" y="46278"/>
                </a:moveTo>
                <a:lnTo>
                  <a:pt x="701944" y="97037"/>
                </a:lnTo>
                <a:cubicBezTo>
                  <a:pt x="701944" y="106732"/>
                  <a:pt x="702172" y="112661"/>
                  <a:pt x="702630" y="114826"/>
                </a:cubicBezTo>
                <a:cubicBezTo>
                  <a:pt x="703087" y="116990"/>
                  <a:pt x="703819" y="118499"/>
                  <a:pt x="704825" y="119353"/>
                </a:cubicBezTo>
                <a:cubicBezTo>
                  <a:pt x="705831" y="120206"/>
                  <a:pt x="707004" y="120633"/>
                  <a:pt x="708346" y="120633"/>
                </a:cubicBezTo>
                <a:cubicBezTo>
                  <a:pt x="710236" y="120633"/>
                  <a:pt x="712370" y="120115"/>
                  <a:pt x="714748" y="119078"/>
                </a:cubicBezTo>
                <a:lnTo>
                  <a:pt x="716028" y="122280"/>
                </a:lnTo>
                <a:lnTo>
                  <a:pt x="690969" y="132614"/>
                </a:lnTo>
                <a:lnTo>
                  <a:pt x="686853" y="132614"/>
                </a:lnTo>
                <a:lnTo>
                  <a:pt x="686853" y="114871"/>
                </a:lnTo>
                <a:cubicBezTo>
                  <a:pt x="679658" y="122676"/>
                  <a:pt x="674171" y="127584"/>
                  <a:pt x="670391" y="129596"/>
                </a:cubicBezTo>
                <a:cubicBezTo>
                  <a:pt x="666610" y="131608"/>
                  <a:pt x="662617" y="132614"/>
                  <a:pt x="658410" y="132614"/>
                </a:cubicBezTo>
                <a:cubicBezTo>
                  <a:pt x="653715" y="132614"/>
                  <a:pt x="649645" y="131258"/>
                  <a:pt x="646200" y="128544"/>
                </a:cubicBezTo>
                <a:cubicBezTo>
                  <a:pt x="642755" y="125831"/>
                  <a:pt x="640362" y="122341"/>
                  <a:pt x="639021" y="118072"/>
                </a:cubicBezTo>
                <a:cubicBezTo>
                  <a:pt x="637679" y="113804"/>
                  <a:pt x="637008" y="107768"/>
                  <a:pt x="637008" y="99964"/>
                </a:cubicBezTo>
                <a:lnTo>
                  <a:pt x="637008" y="62557"/>
                </a:lnTo>
                <a:cubicBezTo>
                  <a:pt x="637008" y="58594"/>
                  <a:pt x="636582" y="55850"/>
                  <a:pt x="635728" y="54326"/>
                </a:cubicBezTo>
                <a:cubicBezTo>
                  <a:pt x="634874" y="52802"/>
                  <a:pt x="633609" y="51628"/>
                  <a:pt x="631933" y="50805"/>
                </a:cubicBezTo>
                <a:cubicBezTo>
                  <a:pt x="630256" y="49982"/>
                  <a:pt x="627222" y="49601"/>
                  <a:pt x="622832" y="49662"/>
                </a:cubicBezTo>
                <a:lnTo>
                  <a:pt x="622832" y="46278"/>
                </a:lnTo>
                <a:lnTo>
                  <a:pt x="652190" y="46278"/>
                </a:lnTo>
                <a:lnTo>
                  <a:pt x="652190" y="102204"/>
                </a:lnTo>
                <a:cubicBezTo>
                  <a:pt x="652190" y="109990"/>
                  <a:pt x="653547" y="115099"/>
                  <a:pt x="656260" y="117532"/>
                </a:cubicBezTo>
                <a:cubicBezTo>
                  <a:pt x="658974" y="119965"/>
                  <a:pt x="662251" y="121182"/>
                  <a:pt x="666092" y="121182"/>
                </a:cubicBezTo>
                <a:cubicBezTo>
                  <a:pt x="668714" y="121182"/>
                  <a:pt x="671686" y="120361"/>
                  <a:pt x="675009" y="118718"/>
                </a:cubicBezTo>
                <a:cubicBezTo>
                  <a:pt x="678332" y="117076"/>
                  <a:pt x="682280" y="113944"/>
                  <a:pt x="686853" y="109324"/>
                </a:cubicBezTo>
                <a:lnTo>
                  <a:pt x="686853" y="61977"/>
                </a:lnTo>
                <a:cubicBezTo>
                  <a:pt x="686853" y="57233"/>
                  <a:pt x="685984" y="54025"/>
                  <a:pt x="684247" y="52354"/>
                </a:cubicBezTo>
                <a:cubicBezTo>
                  <a:pt x="682509" y="50681"/>
                  <a:pt x="678896" y="49784"/>
                  <a:pt x="673409" y="49662"/>
                </a:cubicBezTo>
                <a:lnTo>
                  <a:pt x="673409" y="46278"/>
                </a:lnTo>
                <a:lnTo>
                  <a:pt x="701944" y="46278"/>
                </a:lnTo>
                <a:close/>
                <a:moveTo>
                  <a:pt x="736240" y="77922"/>
                </a:moveTo>
                <a:cubicBezTo>
                  <a:pt x="736179" y="90332"/>
                  <a:pt x="739197" y="100066"/>
                  <a:pt x="745294" y="107123"/>
                </a:cubicBezTo>
                <a:cubicBezTo>
                  <a:pt x="751391" y="114179"/>
                  <a:pt x="758555" y="117707"/>
                  <a:pt x="766787" y="117707"/>
                </a:cubicBezTo>
                <a:cubicBezTo>
                  <a:pt x="772274" y="117707"/>
                  <a:pt x="777045" y="116198"/>
                  <a:pt x="781100" y="113179"/>
                </a:cubicBezTo>
                <a:cubicBezTo>
                  <a:pt x="785155" y="110161"/>
                  <a:pt x="788554" y="104994"/>
                  <a:pt x="791297" y="97677"/>
                </a:cubicBezTo>
                <a:lnTo>
                  <a:pt x="794133" y="99506"/>
                </a:lnTo>
                <a:cubicBezTo>
                  <a:pt x="792852" y="107860"/>
                  <a:pt x="789133" y="115466"/>
                  <a:pt x="782975" y="122325"/>
                </a:cubicBezTo>
                <a:cubicBezTo>
                  <a:pt x="776817" y="129185"/>
                  <a:pt x="769104" y="132614"/>
                  <a:pt x="759836" y="132614"/>
                </a:cubicBezTo>
                <a:cubicBezTo>
                  <a:pt x="749775" y="132614"/>
                  <a:pt x="741163" y="128705"/>
                  <a:pt x="733999" y="120888"/>
                </a:cubicBezTo>
                <a:cubicBezTo>
                  <a:pt x="726835" y="113068"/>
                  <a:pt x="723253" y="102556"/>
                  <a:pt x="723253" y="89352"/>
                </a:cubicBezTo>
                <a:cubicBezTo>
                  <a:pt x="723253" y="75054"/>
                  <a:pt x="726926" y="63904"/>
                  <a:pt x="734273" y="55904"/>
                </a:cubicBezTo>
                <a:cubicBezTo>
                  <a:pt x="741620" y="47901"/>
                  <a:pt x="750842" y="43900"/>
                  <a:pt x="761939" y="43900"/>
                </a:cubicBezTo>
                <a:cubicBezTo>
                  <a:pt x="771329" y="43900"/>
                  <a:pt x="779042" y="46987"/>
                  <a:pt x="785078" y="53160"/>
                </a:cubicBezTo>
                <a:cubicBezTo>
                  <a:pt x="791115" y="59332"/>
                  <a:pt x="794133" y="67586"/>
                  <a:pt x="794133" y="77922"/>
                </a:cubicBezTo>
                <a:lnTo>
                  <a:pt x="736240" y="77922"/>
                </a:lnTo>
                <a:moveTo>
                  <a:pt x="736240" y="72618"/>
                </a:moveTo>
                <a:lnTo>
                  <a:pt x="775018" y="72618"/>
                </a:lnTo>
                <a:cubicBezTo>
                  <a:pt x="774713" y="67252"/>
                  <a:pt x="774073" y="63472"/>
                  <a:pt x="773097" y="61277"/>
                </a:cubicBezTo>
                <a:cubicBezTo>
                  <a:pt x="771573" y="57863"/>
                  <a:pt x="769302" y="55180"/>
                  <a:pt x="766284" y="53229"/>
                </a:cubicBezTo>
                <a:cubicBezTo>
                  <a:pt x="763266" y="51278"/>
                  <a:pt x="760110" y="50302"/>
                  <a:pt x="756818" y="50302"/>
                </a:cubicBezTo>
                <a:cubicBezTo>
                  <a:pt x="751757" y="50302"/>
                  <a:pt x="747230" y="52268"/>
                  <a:pt x="743236" y="56201"/>
                </a:cubicBezTo>
                <a:cubicBezTo>
                  <a:pt x="739243" y="60134"/>
                  <a:pt x="736910" y="65606"/>
                  <a:pt x="736240" y="72618"/>
                </a:cubicBezTo>
                <a:close/>
                <a:moveTo>
                  <a:pt x="829739" y="61643"/>
                </a:moveTo>
                <a:cubicBezTo>
                  <a:pt x="839556" y="49814"/>
                  <a:pt x="848915" y="43900"/>
                  <a:pt x="857817" y="43900"/>
                </a:cubicBezTo>
                <a:cubicBezTo>
                  <a:pt x="862390" y="43900"/>
                  <a:pt x="866322" y="45041"/>
                  <a:pt x="869615" y="47324"/>
                </a:cubicBezTo>
                <a:cubicBezTo>
                  <a:pt x="872907" y="49605"/>
                  <a:pt x="875529" y="53361"/>
                  <a:pt x="877480" y="58593"/>
                </a:cubicBezTo>
                <a:cubicBezTo>
                  <a:pt x="878822" y="62242"/>
                  <a:pt x="879492" y="67839"/>
                  <a:pt x="879492" y="75384"/>
                </a:cubicBezTo>
                <a:lnTo>
                  <a:pt x="879492" y="111064"/>
                </a:lnTo>
                <a:cubicBezTo>
                  <a:pt x="879492" y="116358"/>
                  <a:pt x="879919" y="119947"/>
                  <a:pt x="880773" y="121834"/>
                </a:cubicBezTo>
                <a:cubicBezTo>
                  <a:pt x="881443" y="123354"/>
                  <a:pt x="882526" y="124540"/>
                  <a:pt x="884020" y="125392"/>
                </a:cubicBezTo>
                <a:cubicBezTo>
                  <a:pt x="885513" y="126244"/>
                  <a:pt x="888272" y="126670"/>
                  <a:pt x="892296" y="126670"/>
                </a:cubicBezTo>
                <a:lnTo>
                  <a:pt x="892296" y="130053"/>
                </a:lnTo>
                <a:lnTo>
                  <a:pt x="850866" y="130053"/>
                </a:lnTo>
                <a:lnTo>
                  <a:pt x="850866" y="126670"/>
                </a:lnTo>
                <a:lnTo>
                  <a:pt x="852604" y="126670"/>
                </a:lnTo>
                <a:cubicBezTo>
                  <a:pt x="856506" y="126670"/>
                  <a:pt x="859234" y="126078"/>
                  <a:pt x="860789" y="124895"/>
                </a:cubicBezTo>
                <a:cubicBezTo>
                  <a:pt x="862344" y="123711"/>
                  <a:pt x="863426" y="121968"/>
                  <a:pt x="864036" y="119664"/>
                </a:cubicBezTo>
                <a:cubicBezTo>
                  <a:pt x="864280" y="118754"/>
                  <a:pt x="864402" y="115902"/>
                  <a:pt x="864402" y="111110"/>
                </a:cubicBezTo>
                <a:lnTo>
                  <a:pt x="864402" y="76988"/>
                </a:lnTo>
                <a:cubicBezTo>
                  <a:pt x="864402" y="69406"/>
                  <a:pt x="863411" y="63902"/>
                  <a:pt x="861429" y="60474"/>
                </a:cubicBezTo>
                <a:cubicBezTo>
                  <a:pt x="859448" y="57046"/>
                  <a:pt x="856110" y="55332"/>
                  <a:pt x="851415" y="55332"/>
                </a:cubicBezTo>
                <a:cubicBezTo>
                  <a:pt x="844159" y="55332"/>
                  <a:pt x="836934" y="59275"/>
                  <a:pt x="829739" y="67162"/>
                </a:cubicBezTo>
                <a:lnTo>
                  <a:pt x="829739" y="111110"/>
                </a:lnTo>
                <a:cubicBezTo>
                  <a:pt x="829739" y="116752"/>
                  <a:pt x="830074" y="120240"/>
                  <a:pt x="830745" y="121574"/>
                </a:cubicBezTo>
                <a:cubicBezTo>
                  <a:pt x="831599" y="123332"/>
                  <a:pt x="832772" y="124621"/>
                  <a:pt x="834266" y="125441"/>
                </a:cubicBezTo>
                <a:cubicBezTo>
                  <a:pt x="835760" y="126260"/>
                  <a:pt x="838793" y="126670"/>
                  <a:pt x="843366" y="126670"/>
                </a:cubicBezTo>
                <a:lnTo>
                  <a:pt x="843366" y="130053"/>
                </a:lnTo>
                <a:lnTo>
                  <a:pt x="801936" y="130053"/>
                </a:lnTo>
                <a:lnTo>
                  <a:pt x="801936" y="126670"/>
                </a:lnTo>
                <a:lnTo>
                  <a:pt x="803765" y="126670"/>
                </a:lnTo>
                <a:cubicBezTo>
                  <a:pt x="808033" y="126670"/>
                  <a:pt x="810914" y="125590"/>
                  <a:pt x="812408" y="123431"/>
                </a:cubicBezTo>
                <a:cubicBezTo>
                  <a:pt x="813902" y="121271"/>
                  <a:pt x="814649" y="117148"/>
                  <a:pt x="814649" y="111064"/>
                </a:cubicBezTo>
                <a:lnTo>
                  <a:pt x="814649" y="80037"/>
                </a:lnTo>
                <a:cubicBezTo>
                  <a:pt x="814649" y="70000"/>
                  <a:pt x="814420" y="63886"/>
                  <a:pt x="813963" y="61697"/>
                </a:cubicBezTo>
                <a:cubicBezTo>
                  <a:pt x="813505" y="59506"/>
                  <a:pt x="812804" y="58015"/>
                  <a:pt x="811859" y="57224"/>
                </a:cubicBezTo>
                <a:cubicBezTo>
                  <a:pt x="810914" y="56433"/>
                  <a:pt x="809649" y="56038"/>
                  <a:pt x="808064" y="56038"/>
                </a:cubicBezTo>
                <a:cubicBezTo>
                  <a:pt x="806356" y="56038"/>
                  <a:pt x="804314" y="56494"/>
                  <a:pt x="801936" y="57407"/>
                </a:cubicBezTo>
                <a:lnTo>
                  <a:pt x="800564" y="54120"/>
                </a:lnTo>
                <a:lnTo>
                  <a:pt x="825806" y="43900"/>
                </a:lnTo>
                <a:lnTo>
                  <a:pt x="829739" y="43900"/>
                </a:lnTo>
                <a:lnTo>
                  <a:pt x="829739" y="61643"/>
                </a:lnTo>
                <a:close/>
                <a:moveTo>
                  <a:pt x="970127" y="98226"/>
                </a:moveTo>
                <a:cubicBezTo>
                  <a:pt x="967871" y="109262"/>
                  <a:pt x="963451" y="117752"/>
                  <a:pt x="956866" y="123697"/>
                </a:cubicBezTo>
                <a:cubicBezTo>
                  <a:pt x="950281" y="129642"/>
                  <a:pt x="942995" y="132614"/>
                  <a:pt x="935007" y="132614"/>
                </a:cubicBezTo>
                <a:cubicBezTo>
                  <a:pt x="925496" y="132614"/>
                  <a:pt x="917204" y="128625"/>
                  <a:pt x="910131" y="120648"/>
                </a:cubicBezTo>
                <a:cubicBezTo>
                  <a:pt x="903058" y="112668"/>
                  <a:pt x="899522" y="101886"/>
                  <a:pt x="899522" y="88303"/>
                </a:cubicBezTo>
                <a:cubicBezTo>
                  <a:pt x="899522" y="75146"/>
                  <a:pt x="903439" y="64457"/>
                  <a:pt x="911274" y="56235"/>
                </a:cubicBezTo>
                <a:cubicBezTo>
                  <a:pt x="919109" y="48012"/>
                  <a:pt x="928514" y="43900"/>
                  <a:pt x="939489" y="43900"/>
                </a:cubicBezTo>
                <a:cubicBezTo>
                  <a:pt x="947720" y="43900"/>
                  <a:pt x="954488" y="46073"/>
                  <a:pt x="959793" y="50419"/>
                </a:cubicBezTo>
                <a:cubicBezTo>
                  <a:pt x="965097" y="54763"/>
                  <a:pt x="967749" y="59275"/>
                  <a:pt x="967749" y="63955"/>
                </a:cubicBezTo>
                <a:cubicBezTo>
                  <a:pt x="967749" y="66264"/>
                  <a:pt x="967003" y="68133"/>
                  <a:pt x="965509" y="69562"/>
                </a:cubicBezTo>
                <a:cubicBezTo>
                  <a:pt x="964015" y="70990"/>
                  <a:pt x="961927" y="71703"/>
                  <a:pt x="959244" y="71703"/>
                </a:cubicBezTo>
                <a:cubicBezTo>
                  <a:pt x="955646" y="71703"/>
                  <a:pt x="952933" y="70545"/>
                  <a:pt x="951104" y="68228"/>
                </a:cubicBezTo>
                <a:cubicBezTo>
                  <a:pt x="950068" y="66947"/>
                  <a:pt x="949382" y="64508"/>
                  <a:pt x="949046" y="60911"/>
                </a:cubicBezTo>
                <a:cubicBezTo>
                  <a:pt x="948711" y="57314"/>
                  <a:pt x="947476" y="54570"/>
                  <a:pt x="945342" y="52680"/>
                </a:cubicBezTo>
                <a:cubicBezTo>
                  <a:pt x="943208" y="50851"/>
                  <a:pt x="940251" y="49936"/>
                  <a:pt x="936471" y="49936"/>
                </a:cubicBezTo>
                <a:cubicBezTo>
                  <a:pt x="930374" y="49936"/>
                  <a:pt x="925465" y="52192"/>
                  <a:pt x="921746" y="56704"/>
                </a:cubicBezTo>
                <a:cubicBezTo>
                  <a:pt x="916807" y="62679"/>
                  <a:pt x="914338" y="70575"/>
                  <a:pt x="914338" y="80392"/>
                </a:cubicBezTo>
                <a:cubicBezTo>
                  <a:pt x="914338" y="90391"/>
                  <a:pt x="916792" y="99217"/>
                  <a:pt x="921700" y="106869"/>
                </a:cubicBezTo>
                <a:cubicBezTo>
                  <a:pt x="926609" y="114521"/>
                  <a:pt x="933239" y="118347"/>
                  <a:pt x="941592" y="118347"/>
                </a:cubicBezTo>
                <a:cubicBezTo>
                  <a:pt x="947568" y="118347"/>
                  <a:pt x="952933" y="116304"/>
                  <a:pt x="957689" y="112219"/>
                </a:cubicBezTo>
                <a:cubicBezTo>
                  <a:pt x="961043" y="109414"/>
                  <a:pt x="964305" y="104323"/>
                  <a:pt x="967475" y="96946"/>
                </a:cubicBezTo>
                <a:lnTo>
                  <a:pt x="970127" y="98226"/>
                </a:lnTo>
                <a:close/>
                <a:moveTo>
                  <a:pt x="996221" y="77922"/>
                </a:moveTo>
                <a:cubicBezTo>
                  <a:pt x="996160" y="90332"/>
                  <a:pt x="999178" y="100066"/>
                  <a:pt x="1005275" y="107123"/>
                </a:cubicBezTo>
                <a:cubicBezTo>
                  <a:pt x="1011372" y="114179"/>
                  <a:pt x="1018537" y="117707"/>
                  <a:pt x="1026768" y="117707"/>
                </a:cubicBezTo>
                <a:cubicBezTo>
                  <a:pt x="1032255" y="117707"/>
                  <a:pt x="1037026" y="116198"/>
                  <a:pt x="1041081" y="113179"/>
                </a:cubicBezTo>
                <a:cubicBezTo>
                  <a:pt x="1045136" y="110161"/>
                  <a:pt x="1048535" y="104994"/>
                  <a:pt x="1051279" y="97677"/>
                </a:cubicBezTo>
                <a:lnTo>
                  <a:pt x="1054114" y="99506"/>
                </a:lnTo>
                <a:cubicBezTo>
                  <a:pt x="1052833" y="107860"/>
                  <a:pt x="1049114" y="115466"/>
                  <a:pt x="1042956" y="122325"/>
                </a:cubicBezTo>
                <a:cubicBezTo>
                  <a:pt x="1036798" y="129185"/>
                  <a:pt x="1029085" y="132614"/>
                  <a:pt x="1019817" y="132614"/>
                </a:cubicBezTo>
                <a:cubicBezTo>
                  <a:pt x="1009757" y="132614"/>
                  <a:pt x="1001144" y="128705"/>
                  <a:pt x="993980" y="120888"/>
                </a:cubicBezTo>
                <a:cubicBezTo>
                  <a:pt x="986816" y="113068"/>
                  <a:pt x="983234" y="102556"/>
                  <a:pt x="983234" y="89352"/>
                </a:cubicBezTo>
                <a:cubicBezTo>
                  <a:pt x="983234" y="75054"/>
                  <a:pt x="986907" y="63904"/>
                  <a:pt x="994254" y="55904"/>
                </a:cubicBezTo>
                <a:cubicBezTo>
                  <a:pt x="1001602" y="47901"/>
                  <a:pt x="1010824" y="43900"/>
                  <a:pt x="1021920" y="43900"/>
                </a:cubicBezTo>
                <a:cubicBezTo>
                  <a:pt x="1031310" y="43900"/>
                  <a:pt x="1039023" y="46987"/>
                  <a:pt x="1045059" y="53160"/>
                </a:cubicBezTo>
                <a:cubicBezTo>
                  <a:pt x="1051096" y="59332"/>
                  <a:pt x="1054114" y="67586"/>
                  <a:pt x="1054114" y="77922"/>
                </a:cubicBezTo>
                <a:lnTo>
                  <a:pt x="996221" y="77922"/>
                </a:lnTo>
                <a:moveTo>
                  <a:pt x="996221" y="72618"/>
                </a:moveTo>
                <a:lnTo>
                  <a:pt x="1034999" y="72618"/>
                </a:lnTo>
                <a:cubicBezTo>
                  <a:pt x="1034694" y="67252"/>
                  <a:pt x="1034054" y="63472"/>
                  <a:pt x="1033078" y="61277"/>
                </a:cubicBezTo>
                <a:cubicBezTo>
                  <a:pt x="1031554" y="57863"/>
                  <a:pt x="1029283" y="55180"/>
                  <a:pt x="1026265" y="53229"/>
                </a:cubicBezTo>
                <a:cubicBezTo>
                  <a:pt x="1023247" y="51278"/>
                  <a:pt x="1020091" y="50302"/>
                  <a:pt x="1016799" y="50302"/>
                </a:cubicBezTo>
                <a:cubicBezTo>
                  <a:pt x="1011738" y="50302"/>
                  <a:pt x="1007211" y="52268"/>
                  <a:pt x="1003217" y="56201"/>
                </a:cubicBezTo>
                <a:cubicBezTo>
                  <a:pt x="999224" y="60134"/>
                  <a:pt x="996891" y="65606"/>
                  <a:pt x="996221" y="72618"/>
                </a:cubicBezTo>
                <a:close/>
                <a:moveTo>
                  <a:pt x="1119444" y="43900"/>
                </a:moveTo>
                <a:lnTo>
                  <a:pt x="1119444" y="72252"/>
                </a:lnTo>
                <a:lnTo>
                  <a:pt x="1116426" y="72252"/>
                </a:lnTo>
                <a:cubicBezTo>
                  <a:pt x="1114109" y="63360"/>
                  <a:pt x="1111137" y="57311"/>
                  <a:pt x="1107509" y="54106"/>
                </a:cubicBezTo>
                <a:cubicBezTo>
                  <a:pt x="1103881" y="50899"/>
                  <a:pt x="1099262" y="49296"/>
                  <a:pt x="1093653" y="49296"/>
                </a:cubicBezTo>
                <a:cubicBezTo>
                  <a:pt x="1089385" y="49296"/>
                  <a:pt x="1085940" y="50423"/>
                  <a:pt x="1083318" y="52677"/>
                </a:cubicBezTo>
                <a:cubicBezTo>
                  <a:pt x="1080696" y="54929"/>
                  <a:pt x="1079385" y="57426"/>
                  <a:pt x="1079385" y="60168"/>
                </a:cubicBezTo>
                <a:cubicBezTo>
                  <a:pt x="1079385" y="63579"/>
                  <a:pt x="1080361" y="66502"/>
                  <a:pt x="1082312" y="68937"/>
                </a:cubicBezTo>
                <a:cubicBezTo>
                  <a:pt x="1084202" y="71435"/>
                  <a:pt x="1088043" y="74084"/>
                  <a:pt x="1093836" y="76885"/>
                </a:cubicBezTo>
                <a:lnTo>
                  <a:pt x="1107189" y="83373"/>
                </a:lnTo>
                <a:cubicBezTo>
                  <a:pt x="1119566" y="89401"/>
                  <a:pt x="1125755" y="97350"/>
                  <a:pt x="1125755" y="107218"/>
                </a:cubicBezTo>
                <a:cubicBezTo>
                  <a:pt x="1125755" y="114830"/>
                  <a:pt x="1122874" y="120966"/>
                  <a:pt x="1117112" y="125626"/>
                </a:cubicBezTo>
                <a:cubicBezTo>
                  <a:pt x="1111350" y="130285"/>
                  <a:pt x="1104902" y="132614"/>
                  <a:pt x="1097768" y="132614"/>
                </a:cubicBezTo>
                <a:cubicBezTo>
                  <a:pt x="1092647" y="132614"/>
                  <a:pt x="1086794" y="131700"/>
                  <a:pt x="1080209" y="129871"/>
                </a:cubicBezTo>
                <a:cubicBezTo>
                  <a:pt x="1078196" y="129261"/>
                  <a:pt x="1076550" y="128956"/>
                  <a:pt x="1075270" y="128956"/>
                </a:cubicBezTo>
                <a:cubicBezTo>
                  <a:pt x="1073867" y="128956"/>
                  <a:pt x="1072770" y="129749"/>
                  <a:pt x="1071977" y="131334"/>
                </a:cubicBezTo>
                <a:lnTo>
                  <a:pt x="1068959" y="131334"/>
                </a:lnTo>
                <a:lnTo>
                  <a:pt x="1068959" y="101336"/>
                </a:lnTo>
                <a:lnTo>
                  <a:pt x="1071977" y="101336"/>
                </a:lnTo>
                <a:cubicBezTo>
                  <a:pt x="1073685" y="109902"/>
                  <a:pt x="1076947" y="116358"/>
                  <a:pt x="1081763" y="120702"/>
                </a:cubicBezTo>
                <a:cubicBezTo>
                  <a:pt x="1086580" y="125046"/>
                  <a:pt x="1091976" y="127218"/>
                  <a:pt x="1097951" y="127218"/>
                </a:cubicBezTo>
                <a:cubicBezTo>
                  <a:pt x="1102158" y="127218"/>
                  <a:pt x="1105588" y="125985"/>
                  <a:pt x="1108240" y="123520"/>
                </a:cubicBezTo>
                <a:cubicBezTo>
                  <a:pt x="1110893" y="121052"/>
                  <a:pt x="1112219" y="118083"/>
                  <a:pt x="1112219" y="114611"/>
                </a:cubicBezTo>
                <a:cubicBezTo>
                  <a:pt x="1112219" y="110408"/>
                  <a:pt x="1110740" y="106876"/>
                  <a:pt x="1107783" y="104014"/>
                </a:cubicBezTo>
                <a:cubicBezTo>
                  <a:pt x="1104826" y="101152"/>
                  <a:pt x="1098927" y="97529"/>
                  <a:pt x="1090086" y="93144"/>
                </a:cubicBezTo>
                <a:cubicBezTo>
                  <a:pt x="1081245" y="88758"/>
                  <a:pt x="1075453" y="84799"/>
                  <a:pt x="1072709" y="81266"/>
                </a:cubicBezTo>
                <a:cubicBezTo>
                  <a:pt x="1069965" y="77795"/>
                  <a:pt x="1068593" y="73409"/>
                  <a:pt x="1068593" y="68111"/>
                </a:cubicBezTo>
                <a:cubicBezTo>
                  <a:pt x="1068593" y="61228"/>
                  <a:pt x="1070956" y="55473"/>
                  <a:pt x="1075681" y="50845"/>
                </a:cubicBezTo>
                <a:cubicBezTo>
                  <a:pt x="1080407" y="46215"/>
                  <a:pt x="1086519" y="43900"/>
                  <a:pt x="1094019" y="43900"/>
                </a:cubicBezTo>
                <a:cubicBezTo>
                  <a:pt x="1097311" y="43900"/>
                  <a:pt x="1101305" y="44601"/>
                  <a:pt x="1106000" y="46003"/>
                </a:cubicBezTo>
                <a:cubicBezTo>
                  <a:pt x="1109109" y="46918"/>
                  <a:pt x="1111182" y="47375"/>
                  <a:pt x="1112219" y="47375"/>
                </a:cubicBezTo>
                <a:cubicBezTo>
                  <a:pt x="1113194" y="47375"/>
                  <a:pt x="1113957" y="47162"/>
                  <a:pt x="1114505" y="46735"/>
                </a:cubicBezTo>
                <a:cubicBezTo>
                  <a:pt x="1115054" y="46308"/>
                  <a:pt x="1115694" y="45363"/>
                  <a:pt x="1116426" y="43900"/>
                </a:cubicBezTo>
                <a:lnTo>
                  <a:pt x="1119444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Text i">
            <a:extLst xmlns:a="http://schemas.openxmlformats.org/drawingml/2006/main">
              <a:ext uri="{FF2B5EF4-FFF2-40B4-BE49-F238E27FC236}">
                <a16:creationId xmlns:a16="http://schemas.microsoft.com/office/drawing/2014/main" id="{F4D7A01B-CFE7-467F-946B-B565B9C6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422" y="761024"/>
            <a:ext cx="102703" cy="115091"/>
          </a:xfrm>
          <a:custGeom xmlns:a="http://schemas.openxmlformats.org/drawingml/2006/main">
            <a:pathLst>
              <a:path w="102703" h="115091">
                <a:moveTo>
                  <a:pt x="3553" y="2355"/>
                </a:moveTo>
                <a:cubicBezTo>
                  <a:pt x="5514" y="709"/>
                  <a:pt x="7765" y="0"/>
                  <a:pt x="10306" y="229"/>
                </a:cubicBezTo>
                <a:cubicBezTo>
                  <a:pt x="12845" y="457"/>
                  <a:pt x="14941" y="1556"/>
                  <a:pt x="16596" y="3528"/>
                </a:cubicBezTo>
                <a:cubicBezTo>
                  <a:pt x="18251" y="5500"/>
                  <a:pt x="18980" y="7768"/>
                  <a:pt x="18784" y="10333"/>
                </a:cubicBezTo>
                <a:cubicBezTo>
                  <a:pt x="18587" y="12896"/>
                  <a:pt x="17507" y="15001"/>
                  <a:pt x="15546" y="16647"/>
                </a:cubicBezTo>
                <a:cubicBezTo>
                  <a:pt x="13584" y="18293"/>
                  <a:pt x="11312" y="19001"/>
                  <a:pt x="8730" y="18769"/>
                </a:cubicBezTo>
                <a:cubicBezTo>
                  <a:pt x="6147" y="18536"/>
                  <a:pt x="4028" y="17434"/>
                  <a:pt x="2374" y="15462"/>
                </a:cubicBezTo>
                <a:cubicBezTo>
                  <a:pt x="719" y="13490"/>
                  <a:pt x="0" y="11234"/>
                  <a:pt x="217" y="8694"/>
                </a:cubicBezTo>
                <a:cubicBezTo>
                  <a:pt x="432" y="6153"/>
                  <a:pt x="1544" y="4040"/>
                  <a:pt x="3553" y="2355"/>
                </a:cubicBezTo>
                <a:moveTo>
                  <a:pt x="37586" y="31104"/>
                </a:moveTo>
                <a:lnTo>
                  <a:pt x="80759" y="82556"/>
                </a:lnTo>
                <a:cubicBezTo>
                  <a:pt x="84122" y="86564"/>
                  <a:pt x="86653" y="88987"/>
                  <a:pt x="88351" y="89825"/>
                </a:cubicBezTo>
                <a:cubicBezTo>
                  <a:pt x="90049" y="90663"/>
                  <a:pt x="91744" y="90929"/>
                  <a:pt x="93436" y="90621"/>
                </a:cubicBezTo>
                <a:cubicBezTo>
                  <a:pt x="95128" y="90313"/>
                  <a:pt x="97492" y="88886"/>
                  <a:pt x="100528" y="86338"/>
                </a:cubicBezTo>
                <a:lnTo>
                  <a:pt x="102703" y="88930"/>
                </a:lnTo>
                <a:lnTo>
                  <a:pt x="71526" y="115091"/>
                </a:lnTo>
                <a:lnTo>
                  <a:pt x="69351" y="112499"/>
                </a:lnTo>
                <a:cubicBezTo>
                  <a:pt x="72480" y="109873"/>
                  <a:pt x="74328" y="107806"/>
                  <a:pt x="74894" y="106299"/>
                </a:cubicBezTo>
                <a:cubicBezTo>
                  <a:pt x="75460" y="104792"/>
                  <a:pt x="75471" y="103075"/>
                  <a:pt x="74929" y="101147"/>
                </a:cubicBezTo>
                <a:cubicBezTo>
                  <a:pt x="74386" y="99220"/>
                  <a:pt x="72453" y="96276"/>
                  <a:pt x="69129" y="92314"/>
                </a:cubicBezTo>
                <a:lnTo>
                  <a:pt x="48422" y="67638"/>
                </a:lnTo>
                <a:cubicBezTo>
                  <a:pt x="42595" y="60693"/>
                  <a:pt x="38611" y="56372"/>
                  <a:pt x="36471" y="54676"/>
                </a:cubicBezTo>
                <a:cubicBezTo>
                  <a:pt x="34893" y="53458"/>
                  <a:pt x="33509" y="52852"/>
                  <a:pt x="32319" y="52858"/>
                </a:cubicBezTo>
                <a:cubicBezTo>
                  <a:pt x="31130" y="52863"/>
                  <a:pt x="29928" y="53375"/>
                  <a:pt x="28714" y="54394"/>
                </a:cubicBezTo>
                <a:cubicBezTo>
                  <a:pt x="27406" y="55492"/>
                  <a:pt x="26111" y="57174"/>
                  <a:pt x="24830" y="59441"/>
                </a:cubicBezTo>
                <a:lnTo>
                  <a:pt x="21736" y="57746"/>
                </a:lnTo>
                <a:lnTo>
                  <a:pt x="34503" y="33691"/>
                </a:lnTo>
                <a:lnTo>
                  <a:pt x="37586" y="31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Text n">
            <a:extLst xmlns:a="http://schemas.openxmlformats.org/drawingml/2006/main">
              <a:ext uri="{FF2B5EF4-FFF2-40B4-BE49-F238E27FC236}">
                <a16:creationId xmlns:a16="http://schemas.microsoft.com/office/drawing/2014/main" id="{2E2D26C3-6B7E-4FC9-82C0-0AADAED8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684" y="738160"/>
            <a:ext cx="119080" cy="107247"/>
          </a:xfrm>
          <a:custGeom xmlns:a="http://schemas.openxmlformats.org/drawingml/2006/main">
            <a:pathLst>
              <a:path w="119080" h="107247">
                <a:moveTo>
                  <a:pt x="27185" y="36970"/>
                </a:moveTo>
                <a:cubicBezTo>
                  <a:pt x="27101" y="21599"/>
                  <a:pt x="30469" y="11052"/>
                  <a:pt x="37289" y="5330"/>
                </a:cubicBezTo>
                <a:cubicBezTo>
                  <a:pt x="40792" y="2391"/>
                  <a:pt x="44538" y="737"/>
                  <a:pt x="48527" y="369"/>
                </a:cubicBezTo>
                <a:cubicBezTo>
                  <a:pt x="52516" y="0"/>
                  <a:pt x="56939" y="1192"/>
                  <a:pt x="61796" y="3946"/>
                </a:cubicBezTo>
                <a:cubicBezTo>
                  <a:pt x="65169" y="5879"/>
                  <a:pt x="69281" y="9736"/>
                  <a:pt x="74131" y="15516"/>
                </a:cubicBezTo>
                <a:lnTo>
                  <a:pt x="97066" y="42848"/>
                </a:lnTo>
                <a:cubicBezTo>
                  <a:pt x="100468" y="46903"/>
                  <a:pt x="103102" y="49379"/>
                  <a:pt x="104969" y="50275"/>
                </a:cubicBezTo>
                <a:cubicBezTo>
                  <a:pt x="106460" y="51009"/>
                  <a:pt x="108051" y="51221"/>
                  <a:pt x="109743" y="50914"/>
                </a:cubicBezTo>
                <a:cubicBezTo>
                  <a:pt x="111435" y="50606"/>
                  <a:pt x="113822" y="49159"/>
                  <a:pt x="116905" y="46572"/>
                </a:cubicBezTo>
                <a:lnTo>
                  <a:pt x="119080" y="49164"/>
                </a:lnTo>
                <a:lnTo>
                  <a:pt x="87342" y="75795"/>
                </a:lnTo>
                <a:lnTo>
                  <a:pt x="85167" y="73203"/>
                </a:lnTo>
                <a:lnTo>
                  <a:pt x="86498" y="72086"/>
                </a:lnTo>
                <a:cubicBezTo>
                  <a:pt x="89488" y="69578"/>
                  <a:pt x="91198" y="67371"/>
                  <a:pt x="91628" y="65465"/>
                </a:cubicBezTo>
                <a:cubicBezTo>
                  <a:pt x="92058" y="63559"/>
                  <a:pt x="91767" y="61528"/>
                  <a:pt x="90753" y="59371"/>
                </a:cubicBezTo>
                <a:cubicBezTo>
                  <a:pt x="90355" y="58517"/>
                  <a:pt x="88615" y="56254"/>
                  <a:pt x="85535" y="52583"/>
                </a:cubicBezTo>
                <a:lnTo>
                  <a:pt x="63601" y="26444"/>
                </a:lnTo>
                <a:cubicBezTo>
                  <a:pt x="58728" y="20636"/>
                  <a:pt x="54431" y="17056"/>
                  <a:pt x="50710" y="15704"/>
                </a:cubicBezTo>
                <a:cubicBezTo>
                  <a:pt x="46988" y="14352"/>
                  <a:pt x="43329" y="15185"/>
                  <a:pt x="39733" y="18203"/>
                </a:cubicBezTo>
                <a:cubicBezTo>
                  <a:pt x="34175" y="22867"/>
                  <a:pt x="31174" y="30532"/>
                  <a:pt x="30732" y="41198"/>
                </a:cubicBezTo>
                <a:lnTo>
                  <a:pt x="58982" y="74864"/>
                </a:lnTo>
                <a:cubicBezTo>
                  <a:pt x="62608" y="79186"/>
                  <a:pt x="65107" y="81642"/>
                  <a:pt x="66478" y="82233"/>
                </a:cubicBezTo>
                <a:cubicBezTo>
                  <a:pt x="68263" y="83031"/>
                  <a:pt x="69990" y="83264"/>
                  <a:pt x="71661" y="82932"/>
                </a:cubicBezTo>
                <a:cubicBezTo>
                  <a:pt x="73332" y="82599"/>
                  <a:pt x="75919" y="80963"/>
                  <a:pt x="79422" y="78024"/>
                </a:cubicBezTo>
                <a:lnTo>
                  <a:pt x="81597" y="80616"/>
                </a:lnTo>
                <a:lnTo>
                  <a:pt x="49860" y="107247"/>
                </a:lnTo>
                <a:lnTo>
                  <a:pt x="47685" y="104655"/>
                </a:lnTo>
                <a:lnTo>
                  <a:pt x="49086" y="103479"/>
                </a:lnTo>
                <a:cubicBezTo>
                  <a:pt x="52355" y="100736"/>
                  <a:pt x="53868" y="98057"/>
                  <a:pt x="53625" y="95443"/>
                </a:cubicBezTo>
                <a:cubicBezTo>
                  <a:pt x="53381" y="92828"/>
                  <a:pt x="51303" y="89190"/>
                  <a:pt x="47392" y="84529"/>
                </a:cubicBezTo>
                <a:lnTo>
                  <a:pt x="27448" y="60761"/>
                </a:lnTo>
                <a:cubicBezTo>
                  <a:pt x="20996" y="53072"/>
                  <a:pt x="16892" y="48535"/>
                  <a:pt x="15134" y="47152"/>
                </a:cubicBezTo>
                <a:cubicBezTo>
                  <a:pt x="13375" y="45768"/>
                  <a:pt x="11880" y="45076"/>
                  <a:pt x="10648" y="45078"/>
                </a:cubicBezTo>
                <a:cubicBezTo>
                  <a:pt x="9415" y="45080"/>
                  <a:pt x="8192" y="45590"/>
                  <a:pt x="6978" y="46609"/>
                </a:cubicBezTo>
                <a:cubicBezTo>
                  <a:pt x="5670" y="47707"/>
                  <a:pt x="4399" y="49369"/>
                  <a:pt x="3164" y="51597"/>
                </a:cubicBezTo>
                <a:lnTo>
                  <a:pt x="0" y="49961"/>
                </a:lnTo>
                <a:lnTo>
                  <a:pt x="12767" y="25906"/>
                </a:lnTo>
                <a:lnTo>
                  <a:pt x="15780" y="23378"/>
                </a:lnTo>
                <a:lnTo>
                  <a:pt x="27185" y="369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Text g">
            <a:extLst xmlns:a="http://schemas.openxmlformats.org/drawingml/2006/main">
              <a:ext uri="{FF2B5EF4-FFF2-40B4-BE49-F238E27FC236}">
                <a16:creationId xmlns:a16="http://schemas.microsoft.com/office/drawing/2014/main" id="{71B72AC1-ED66-43E2-B12A-01981CC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56" y="668212"/>
            <a:ext cx="113302" cy="136075"/>
          </a:xfrm>
          <a:custGeom xmlns:a="http://schemas.openxmlformats.org/drawingml/2006/main">
            <a:pathLst>
              <a:path w="113302" h="136075">
                <a:moveTo>
                  <a:pt x="35963" y="77032"/>
                </a:moveTo>
                <a:cubicBezTo>
                  <a:pt x="30435" y="78412"/>
                  <a:pt x="25182" y="78270"/>
                  <a:pt x="20203" y="76605"/>
                </a:cubicBezTo>
                <a:cubicBezTo>
                  <a:pt x="15224" y="74940"/>
                  <a:pt x="10993" y="72031"/>
                  <a:pt x="7508" y="67879"/>
                </a:cubicBezTo>
                <a:cubicBezTo>
                  <a:pt x="2186" y="61535"/>
                  <a:pt x="0" y="54069"/>
                  <a:pt x="952" y="45481"/>
                </a:cubicBezTo>
                <a:cubicBezTo>
                  <a:pt x="1903" y="36892"/>
                  <a:pt x="6116" y="29462"/>
                  <a:pt x="13589" y="23191"/>
                </a:cubicBezTo>
                <a:cubicBezTo>
                  <a:pt x="19707" y="18057"/>
                  <a:pt x="26263" y="15104"/>
                  <a:pt x="33255" y="14330"/>
                </a:cubicBezTo>
                <a:lnTo>
                  <a:pt x="46847" y="2925"/>
                </a:lnTo>
                <a:cubicBezTo>
                  <a:pt x="48855" y="1240"/>
                  <a:pt x="50071" y="318"/>
                  <a:pt x="50495" y="159"/>
                </a:cubicBezTo>
                <a:cubicBezTo>
                  <a:pt x="50919" y="0"/>
                  <a:pt x="51317" y="0"/>
                  <a:pt x="51690" y="160"/>
                </a:cubicBezTo>
                <a:cubicBezTo>
                  <a:pt x="52319" y="341"/>
                  <a:pt x="53080" y="963"/>
                  <a:pt x="53971" y="2025"/>
                </a:cubicBezTo>
                <a:cubicBezTo>
                  <a:pt x="54978" y="3225"/>
                  <a:pt x="55559" y="4154"/>
                  <a:pt x="55713" y="4813"/>
                </a:cubicBezTo>
                <a:cubicBezTo>
                  <a:pt x="55767" y="5161"/>
                  <a:pt x="55676" y="5552"/>
                  <a:pt x="55443" y="5984"/>
                </a:cubicBezTo>
                <a:cubicBezTo>
                  <a:pt x="55209" y="6417"/>
                  <a:pt x="54087" y="7476"/>
                  <a:pt x="52079" y="9161"/>
                </a:cubicBezTo>
                <a:lnTo>
                  <a:pt x="43742" y="16157"/>
                </a:lnTo>
                <a:cubicBezTo>
                  <a:pt x="49185" y="17332"/>
                  <a:pt x="54106" y="20541"/>
                  <a:pt x="58504" y="25782"/>
                </a:cubicBezTo>
                <a:cubicBezTo>
                  <a:pt x="63531" y="31772"/>
                  <a:pt x="65542" y="38817"/>
                  <a:pt x="64539" y="46917"/>
                </a:cubicBezTo>
                <a:cubicBezTo>
                  <a:pt x="63535" y="55017"/>
                  <a:pt x="59180" y="62301"/>
                  <a:pt x="51473" y="68767"/>
                </a:cubicBezTo>
                <a:cubicBezTo>
                  <a:pt x="48297" y="71432"/>
                  <a:pt x="44651" y="73680"/>
                  <a:pt x="40535" y="75509"/>
                </a:cubicBezTo>
                <a:cubicBezTo>
                  <a:pt x="39968" y="79007"/>
                  <a:pt x="39881" y="81725"/>
                  <a:pt x="40274" y="83664"/>
                </a:cubicBezTo>
                <a:cubicBezTo>
                  <a:pt x="40666" y="85601"/>
                  <a:pt x="41253" y="87036"/>
                  <a:pt x="42036" y="87969"/>
                </a:cubicBezTo>
                <a:cubicBezTo>
                  <a:pt x="42702" y="88763"/>
                  <a:pt x="43734" y="89210"/>
                  <a:pt x="45132" y="89311"/>
                </a:cubicBezTo>
                <a:cubicBezTo>
                  <a:pt x="46528" y="89410"/>
                  <a:pt x="48485" y="88682"/>
                  <a:pt x="51001" y="87128"/>
                </a:cubicBezTo>
                <a:cubicBezTo>
                  <a:pt x="52465" y="86218"/>
                  <a:pt x="55872" y="83638"/>
                  <a:pt x="61221" y="79388"/>
                </a:cubicBezTo>
                <a:cubicBezTo>
                  <a:pt x="71037" y="71547"/>
                  <a:pt x="77547" y="66641"/>
                  <a:pt x="80748" y="64670"/>
                </a:cubicBezTo>
                <a:cubicBezTo>
                  <a:pt x="85602" y="61633"/>
                  <a:pt x="90421" y="60333"/>
                  <a:pt x="95207" y="60772"/>
                </a:cubicBezTo>
                <a:cubicBezTo>
                  <a:pt x="99992" y="61210"/>
                  <a:pt x="103990" y="63342"/>
                  <a:pt x="107201" y="67169"/>
                </a:cubicBezTo>
                <a:cubicBezTo>
                  <a:pt x="111626" y="72443"/>
                  <a:pt x="113302" y="79467"/>
                  <a:pt x="112228" y="88243"/>
                </a:cubicBezTo>
                <a:cubicBezTo>
                  <a:pt x="110659" y="101170"/>
                  <a:pt x="104013" y="112553"/>
                  <a:pt x="92289" y="122390"/>
                </a:cubicBezTo>
                <a:cubicBezTo>
                  <a:pt x="83275" y="129954"/>
                  <a:pt x="73959" y="134313"/>
                  <a:pt x="64342" y="135468"/>
                </a:cubicBezTo>
                <a:cubicBezTo>
                  <a:pt x="58882" y="136075"/>
                  <a:pt x="55095" y="135119"/>
                  <a:pt x="52981" y="132600"/>
                </a:cubicBezTo>
                <a:cubicBezTo>
                  <a:pt x="52043" y="131482"/>
                  <a:pt x="51361" y="130147"/>
                  <a:pt x="50935" y="128597"/>
                </a:cubicBezTo>
                <a:cubicBezTo>
                  <a:pt x="50280" y="126204"/>
                  <a:pt x="49899" y="122429"/>
                  <a:pt x="49792" y="117274"/>
                </a:cubicBezTo>
                <a:cubicBezTo>
                  <a:pt x="49767" y="116581"/>
                  <a:pt x="50036" y="112063"/>
                  <a:pt x="50598" y="103722"/>
                </a:cubicBezTo>
                <a:cubicBezTo>
                  <a:pt x="46953" y="104311"/>
                  <a:pt x="44148" y="104453"/>
                  <a:pt x="42182" y="104150"/>
                </a:cubicBezTo>
                <a:cubicBezTo>
                  <a:pt x="40216" y="103847"/>
                  <a:pt x="38626" y="102971"/>
                  <a:pt x="37409" y="101521"/>
                </a:cubicBezTo>
                <a:cubicBezTo>
                  <a:pt x="36035" y="99884"/>
                  <a:pt x="35091" y="97407"/>
                  <a:pt x="34578" y="94092"/>
                </a:cubicBezTo>
                <a:cubicBezTo>
                  <a:pt x="34065" y="90777"/>
                  <a:pt x="34526" y="85090"/>
                  <a:pt x="35963" y="77032"/>
                </a:cubicBezTo>
                <a:moveTo>
                  <a:pt x="15337" y="27694"/>
                </a:moveTo>
                <a:cubicBezTo>
                  <a:pt x="11881" y="30594"/>
                  <a:pt x="10135" y="34395"/>
                  <a:pt x="10100" y="39095"/>
                </a:cubicBezTo>
                <a:cubicBezTo>
                  <a:pt x="10063" y="43795"/>
                  <a:pt x="12423" y="48978"/>
                  <a:pt x="17178" y="54646"/>
                </a:cubicBezTo>
                <a:cubicBezTo>
                  <a:pt x="23338" y="61986"/>
                  <a:pt x="29700" y="66344"/>
                  <a:pt x="36267" y="67719"/>
                </a:cubicBezTo>
                <a:cubicBezTo>
                  <a:pt x="41269" y="68748"/>
                  <a:pt x="45638" y="67694"/>
                  <a:pt x="49375" y="64559"/>
                </a:cubicBezTo>
                <a:cubicBezTo>
                  <a:pt x="52924" y="61580"/>
                  <a:pt x="54733" y="57807"/>
                  <a:pt x="54800" y="53239"/>
                </a:cubicBezTo>
                <a:cubicBezTo>
                  <a:pt x="54867" y="48671"/>
                  <a:pt x="52522" y="43553"/>
                  <a:pt x="47766" y="37885"/>
                </a:cubicBezTo>
                <a:cubicBezTo>
                  <a:pt x="41569" y="30499"/>
                  <a:pt x="35105" y="26068"/>
                  <a:pt x="28373" y="24590"/>
                </a:cubicBezTo>
                <a:cubicBezTo>
                  <a:pt x="23419" y="23524"/>
                  <a:pt x="19074" y="24558"/>
                  <a:pt x="15337" y="27694"/>
                </a:cubicBezTo>
                <a:moveTo>
                  <a:pt x="54920" y="101047"/>
                </a:moveTo>
                <a:cubicBezTo>
                  <a:pt x="54720" y="105267"/>
                  <a:pt x="54920" y="108872"/>
                  <a:pt x="55519" y="111863"/>
                </a:cubicBezTo>
                <a:cubicBezTo>
                  <a:pt x="56120" y="114856"/>
                  <a:pt x="57145" y="117215"/>
                  <a:pt x="58592" y="118941"/>
                </a:cubicBezTo>
                <a:cubicBezTo>
                  <a:pt x="60470" y="121178"/>
                  <a:pt x="63467" y="122000"/>
                  <a:pt x="67585" y="121405"/>
                </a:cubicBezTo>
                <a:cubicBezTo>
                  <a:pt x="74681" y="120376"/>
                  <a:pt x="82642" y="116158"/>
                  <a:pt x="91470" y="108750"/>
                </a:cubicBezTo>
                <a:cubicBezTo>
                  <a:pt x="99877" y="101696"/>
                  <a:pt x="104835" y="95012"/>
                  <a:pt x="106344" y="88700"/>
                </a:cubicBezTo>
                <a:cubicBezTo>
                  <a:pt x="107853" y="82389"/>
                  <a:pt x="107200" y="77555"/>
                  <a:pt x="104385" y="74200"/>
                </a:cubicBezTo>
                <a:cubicBezTo>
                  <a:pt x="102350" y="71775"/>
                  <a:pt x="99712" y="71050"/>
                  <a:pt x="96469" y="72022"/>
                </a:cubicBezTo>
                <a:cubicBezTo>
                  <a:pt x="93179" y="73034"/>
                  <a:pt x="87860" y="76465"/>
                  <a:pt x="80511" y="82315"/>
                </a:cubicBezTo>
                <a:cubicBezTo>
                  <a:pt x="69767" y="90853"/>
                  <a:pt x="61236" y="97097"/>
                  <a:pt x="54920" y="1010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Text s">
            <a:extLst xmlns:a="http://schemas.openxmlformats.org/drawingml/2006/main">
              <a:ext uri="{FF2B5EF4-FFF2-40B4-BE49-F238E27FC236}">
                <a16:creationId xmlns:a16="http://schemas.microsoft.com/office/drawing/2014/main" id="{15CAEB7C-0ECD-4C79-BAA7-529B0893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012" y="622034"/>
            <a:ext cx="81869" cy="99429"/>
          </a:xfrm>
          <a:custGeom xmlns:a="http://schemas.openxmlformats.org/drawingml/2006/main">
            <a:pathLst>
              <a:path w="81869" h="99429">
                <a:moveTo>
                  <a:pt x="29705" y="0"/>
                </a:moveTo>
                <a:lnTo>
                  <a:pt x="47929" y="21719"/>
                </a:lnTo>
                <a:lnTo>
                  <a:pt x="45617" y="23659"/>
                </a:lnTo>
                <a:cubicBezTo>
                  <a:pt x="38126" y="18336"/>
                  <a:pt x="31961" y="15613"/>
                  <a:pt x="27122" y="15490"/>
                </a:cubicBezTo>
                <a:cubicBezTo>
                  <a:pt x="22282" y="15366"/>
                  <a:pt x="17713" y="17106"/>
                  <a:pt x="13416" y="20712"/>
                </a:cubicBezTo>
                <a:cubicBezTo>
                  <a:pt x="10147" y="23455"/>
                  <a:pt x="8232" y="26533"/>
                  <a:pt x="7673" y="29945"/>
                </a:cubicBezTo>
                <a:cubicBezTo>
                  <a:pt x="7112" y="33356"/>
                  <a:pt x="7713" y="36111"/>
                  <a:pt x="9475" y="38211"/>
                </a:cubicBezTo>
                <a:cubicBezTo>
                  <a:pt x="11667" y="40824"/>
                  <a:pt x="14293" y="42436"/>
                  <a:pt x="17353" y="43047"/>
                </a:cubicBezTo>
                <a:cubicBezTo>
                  <a:pt x="20407" y="43746"/>
                  <a:pt x="25053" y="43306"/>
                  <a:pt x="31290" y="41729"/>
                </a:cubicBezTo>
                <a:lnTo>
                  <a:pt x="45689" y="38116"/>
                </a:lnTo>
                <a:cubicBezTo>
                  <a:pt x="59046" y="34778"/>
                  <a:pt x="68896" y="36888"/>
                  <a:pt x="75239" y="44448"/>
                </a:cubicBezTo>
                <a:cubicBezTo>
                  <a:pt x="80132" y="50279"/>
                  <a:pt x="81869" y="56831"/>
                  <a:pt x="80451" y="64105"/>
                </a:cubicBezTo>
                <a:cubicBezTo>
                  <a:pt x="79032" y="71378"/>
                  <a:pt x="75590" y="77306"/>
                  <a:pt x="70125" y="81892"/>
                </a:cubicBezTo>
                <a:cubicBezTo>
                  <a:pt x="66201" y="85184"/>
                  <a:pt x="61130" y="88246"/>
                  <a:pt x="54910" y="91077"/>
                </a:cubicBezTo>
                <a:cubicBezTo>
                  <a:pt x="52976" y="91904"/>
                  <a:pt x="51519" y="92728"/>
                  <a:pt x="50538" y="93551"/>
                </a:cubicBezTo>
                <a:cubicBezTo>
                  <a:pt x="49464" y="94453"/>
                  <a:pt x="49133" y="95765"/>
                  <a:pt x="49545" y="97489"/>
                </a:cubicBezTo>
                <a:lnTo>
                  <a:pt x="47233" y="99429"/>
                </a:lnTo>
                <a:lnTo>
                  <a:pt x="27950" y="76449"/>
                </a:lnTo>
                <a:lnTo>
                  <a:pt x="30262" y="74509"/>
                </a:lnTo>
                <a:cubicBezTo>
                  <a:pt x="37076" y="79974"/>
                  <a:pt x="43725" y="82823"/>
                  <a:pt x="50207" y="83054"/>
                </a:cubicBezTo>
                <a:cubicBezTo>
                  <a:pt x="56689" y="83286"/>
                  <a:pt x="62219" y="81482"/>
                  <a:pt x="66797" y="77641"/>
                </a:cubicBezTo>
                <a:cubicBezTo>
                  <a:pt x="70019" y="74937"/>
                  <a:pt x="71854" y="71788"/>
                  <a:pt x="72301" y="68194"/>
                </a:cubicBezTo>
                <a:cubicBezTo>
                  <a:pt x="72747" y="64599"/>
                  <a:pt x="71854" y="61472"/>
                  <a:pt x="69622" y="58812"/>
                </a:cubicBezTo>
                <a:cubicBezTo>
                  <a:pt x="66921" y="55592"/>
                  <a:pt x="63517" y="53837"/>
                  <a:pt x="59412" y="53545"/>
                </a:cubicBezTo>
                <a:cubicBezTo>
                  <a:pt x="55308" y="53254"/>
                  <a:pt x="48460" y="54270"/>
                  <a:pt x="38869" y="56594"/>
                </a:cubicBezTo>
                <a:cubicBezTo>
                  <a:pt x="29277" y="58917"/>
                  <a:pt x="22295" y="59608"/>
                  <a:pt x="17922" y="58665"/>
                </a:cubicBezTo>
                <a:cubicBezTo>
                  <a:pt x="13589" y="57769"/>
                  <a:pt x="9719" y="55292"/>
                  <a:pt x="6313" y="51233"/>
                </a:cubicBezTo>
                <a:cubicBezTo>
                  <a:pt x="1889" y="45961"/>
                  <a:pt x="0" y="40033"/>
                  <a:pt x="645" y="33450"/>
                </a:cubicBezTo>
                <a:cubicBezTo>
                  <a:pt x="1289" y="26866"/>
                  <a:pt x="4483" y="21164"/>
                  <a:pt x="10228" y="16343"/>
                </a:cubicBezTo>
                <a:cubicBezTo>
                  <a:pt x="12750" y="14227"/>
                  <a:pt x="16260" y="12197"/>
                  <a:pt x="20758" y="10253"/>
                </a:cubicBezTo>
                <a:cubicBezTo>
                  <a:pt x="23728" y="8955"/>
                  <a:pt x="25610" y="7973"/>
                  <a:pt x="26404" y="7307"/>
                </a:cubicBezTo>
                <a:cubicBezTo>
                  <a:pt x="27151" y="6680"/>
                  <a:pt x="27598" y="6026"/>
                  <a:pt x="27744" y="5346"/>
                </a:cubicBezTo>
                <a:cubicBezTo>
                  <a:pt x="27890" y="4667"/>
                  <a:pt x="27773" y="3531"/>
                  <a:pt x="27393" y="1940"/>
                </a:cubicBezTo>
                <a:lnTo>
                  <a:pt x="297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Text ings">
            <a:extLst xmlns:a="http://schemas.openxmlformats.org/drawingml/2006/main">
              <a:ext uri="{FF2B5EF4-FFF2-40B4-BE49-F238E27FC236}">
                <a16:creationId xmlns:a16="http://schemas.microsoft.com/office/drawing/2014/main" id="{107A3C12-7B0B-4E32-992B-D607FD7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179" y="3272834"/>
            <a:ext cx="300197" cy="170478"/>
          </a:xfrm>
          <a:custGeom xmlns:a="http://schemas.openxmlformats.org/drawingml/2006/main">
            <a:pathLst>
              <a:path w="300197" h="170478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76857" y="61643"/>
                </a:moveTo>
                <a:cubicBezTo>
                  <a:pt x="86673" y="49814"/>
                  <a:pt x="96032" y="43900"/>
                  <a:pt x="104934" y="43900"/>
                </a:cubicBezTo>
                <a:cubicBezTo>
                  <a:pt x="109507" y="43900"/>
                  <a:pt x="113440" y="45041"/>
                  <a:pt x="116732" y="47324"/>
                </a:cubicBezTo>
                <a:cubicBezTo>
                  <a:pt x="120025" y="49605"/>
                  <a:pt x="122647" y="53361"/>
                  <a:pt x="124598" y="58593"/>
                </a:cubicBezTo>
                <a:cubicBezTo>
                  <a:pt x="125939" y="62242"/>
                  <a:pt x="126610" y="67839"/>
                  <a:pt x="126610" y="75384"/>
                </a:cubicBezTo>
                <a:lnTo>
                  <a:pt x="126610" y="111064"/>
                </a:lnTo>
                <a:cubicBezTo>
                  <a:pt x="126610" y="116358"/>
                  <a:pt x="127037" y="119947"/>
                  <a:pt x="127890" y="121834"/>
                </a:cubicBezTo>
                <a:cubicBezTo>
                  <a:pt x="128561" y="123354"/>
                  <a:pt x="129643" y="124540"/>
                  <a:pt x="131137" y="125392"/>
                </a:cubicBezTo>
                <a:cubicBezTo>
                  <a:pt x="132631" y="126244"/>
                  <a:pt x="135390" y="126670"/>
                  <a:pt x="139414" y="126670"/>
                </a:cubicBezTo>
                <a:lnTo>
                  <a:pt x="139414" y="130053"/>
                </a:lnTo>
                <a:lnTo>
                  <a:pt x="97983" y="130053"/>
                </a:lnTo>
                <a:lnTo>
                  <a:pt x="97983" y="126670"/>
                </a:lnTo>
                <a:lnTo>
                  <a:pt x="99721" y="126670"/>
                </a:lnTo>
                <a:cubicBezTo>
                  <a:pt x="103623" y="126670"/>
                  <a:pt x="106352" y="126078"/>
                  <a:pt x="107907" y="124895"/>
                </a:cubicBezTo>
                <a:cubicBezTo>
                  <a:pt x="109461" y="123711"/>
                  <a:pt x="110544" y="121968"/>
                  <a:pt x="111153" y="119664"/>
                </a:cubicBezTo>
                <a:cubicBezTo>
                  <a:pt x="111397" y="118754"/>
                  <a:pt x="111519" y="115902"/>
                  <a:pt x="111519" y="111110"/>
                </a:cubicBezTo>
                <a:lnTo>
                  <a:pt x="111519" y="76988"/>
                </a:lnTo>
                <a:cubicBezTo>
                  <a:pt x="111519" y="69406"/>
                  <a:pt x="110528" y="63902"/>
                  <a:pt x="108547" y="60474"/>
                </a:cubicBezTo>
                <a:cubicBezTo>
                  <a:pt x="106565" y="57046"/>
                  <a:pt x="103227" y="55332"/>
                  <a:pt x="98532" y="55332"/>
                </a:cubicBezTo>
                <a:cubicBezTo>
                  <a:pt x="91276" y="55332"/>
                  <a:pt x="84051" y="59275"/>
                  <a:pt x="76857" y="67162"/>
                </a:cubicBezTo>
                <a:lnTo>
                  <a:pt x="76857" y="111110"/>
                </a:lnTo>
                <a:cubicBezTo>
                  <a:pt x="76857" y="116752"/>
                  <a:pt x="77192" y="120240"/>
                  <a:pt x="77863" y="121574"/>
                </a:cubicBezTo>
                <a:cubicBezTo>
                  <a:pt x="78716" y="123332"/>
                  <a:pt x="79890" y="124621"/>
                  <a:pt x="81384" y="125441"/>
                </a:cubicBezTo>
                <a:cubicBezTo>
                  <a:pt x="82878" y="126260"/>
                  <a:pt x="85911" y="126670"/>
                  <a:pt x="90484" y="126670"/>
                </a:cubicBezTo>
                <a:lnTo>
                  <a:pt x="90484" y="130053"/>
                </a:lnTo>
                <a:lnTo>
                  <a:pt x="49053" y="130053"/>
                </a:lnTo>
                <a:lnTo>
                  <a:pt x="49053" y="126670"/>
                </a:lnTo>
                <a:lnTo>
                  <a:pt x="50882" y="126670"/>
                </a:lnTo>
                <a:cubicBezTo>
                  <a:pt x="55150" y="126670"/>
                  <a:pt x="58031" y="125590"/>
                  <a:pt x="59525" y="123431"/>
                </a:cubicBezTo>
                <a:cubicBezTo>
                  <a:pt x="61019" y="121271"/>
                  <a:pt x="61766" y="117148"/>
                  <a:pt x="61766" y="111064"/>
                </a:cubicBezTo>
                <a:lnTo>
                  <a:pt x="61766" y="80037"/>
                </a:lnTo>
                <a:cubicBezTo>
                  <a:pt x="61766" y="70000"/>
                  <a:pt x="61537" y="63886"/>
                  <a:pt x="61080" y="61697"/>
                </a:cubicBezTo>
                <a:cubicBezTo>
                  <a:pt x="60623" y="59506"/>
                  <a:pt x="59922" y="58015"/>
                  <a:pt x="58976" y="57224"/>
                </a:cubicBezTo>
                <a:cubicBezTo>
                  <a:pt x="58031" y="56433"/>
                  <a:pt x="56766" y="56038"/>
                  <a:pt x="55181" y="56038"/>
                </a:cubicBezTo>
                <a:cubicBezTo>
                  <a:pt x="53474" y="56038"/>
                  <a:pt x="51431" y="56494"/>
                  <a:pt x="49053" y="57407"/>
                </a:cubicBezTo>
                <a:lnTo>
                  <a:pt x="47681" y="54120"/>
                </a:lnTo>
                <a:lnTo>
                  <a:pt x="72924" y="43900"/>
                </a:lnTo>
                <a:lnTo>
                  <a:pt x="76857" y="43900"/>
                </a:lnTo>
                <a:lnTo>
                  <a:pt x="76857" y="61643"/>
                </a:lnTo>
                <a:close/>
                <a:moveTo>
                  <a:pt x="168497" y="99526"/>
                </a:moveTo>
                <a:cubicBezTo>
                  <a:pt x="163375" y="97030"/>
                  <a:pt x="159443" y="93545"/>
                  <a:pt x="156699" y="89069"/>
                </a:cubicBezTo>
                <a:cubicBezTo>
                  <a:pt x="153955" y="84593"/>
                  <a:pt x="152583" y="79645"/>
                  <a:pt x="152583" y="74224"/>
                </a:cubicBezTo>
                <a:cubicBezTo>
                  <a:pt x="152583" y="65943"/>
                  <a:pt x="155708" y="58819"/>
                  <a:pt x="161958" y="52851"/>
                </a:cubicBezTo>
                <a:cubicBezTo>
                  <a:pt x="168207" y="46884"/>
                  <a:pt x="176210" y="43900"/>
                  <a:pt x="185966" y="43900"/>
                </a:cubicBezTo>
                <a:cubicBezTo>
                  <a:pt x="193953" y="43900"/>
                  <a:pt x="200873" y="45851"/>
                  <a:pt x="206727" y="49753"/>
                </a:cubicBezTo>
                <a:lnTo>
                  <a:pt x="224469" y="49753"/>
                </a:lnTo>
                <a:cubicBezTo>
                  <a:pt x="227091" y="49753"/>
                  <a:pt x="228615" y="49828"/>
                  <a:pt x="229042" y="49979"/>
                </a:cubicBezTo>
                <a:cubicBezTo>
                  <a:pt x="229469" y="50130"/>
                  <a:pt x="229774" y="50386"/>
                  <a:pt x="229957" y="50748"/>
                </a:cubicBezTo>
                <a:cubicBezTo>
                  <a:pt x="230323" y="51291"/>
                  <a:pt x="230506" y="52256"/>
                  <a:pt x="230506" y="53643"/>
                </a:cubicBezTo>
                <a:cubicBezTo>
                  <a:pt x="230506" y="55209"/>
                  <a:pt x="230353" y="56294"/>
                  <a:pt x="230048" y="56898"/>
                </a:cubicBezTo>
                <a:cubicBezTo>
                  <a:pt x="229865" y="57199"/>
                  <a:pt x="229545" y="57440"/>
                  <a:pt x="229088" y="57621"/>
                </a:cubicBezTo>
                <a:cubicBezTo>
                  <a:pt x="228631" y="57802"/>
                  <a:pt x="227091" y="57893"/>
                  <a:pt x="224469" y="57893"/>
                </a:cubicBezTo>
                <a:lnTo>
                  <a:pt x="213586" y="57893"/>
                </a:lnTo>
                <a:cubicBezTo>
                  <a:pt x="217000" y="62293"/>
                  <a:pt x="218708" y="67913"/>
                  <a:pt x="218708" y="74756"/>
                </a:cubicBezTo>
                <a:cubicBezTo>
                  <a:pt x="218708" y="82575"/>
                  <a:pt x="215720" y="89265"/>
                  <a:pt x="209745" y="94825"/>
                </a:cubicBezTo>
                <a:cubicBezTo>
                  <a:pt x="203769" y="100385"/>
                  <a:pt x="195752" y="103165"/>
                  <a:pt x="185691" y="103165"/>
                </a:cubicBezTo>
                <a:cubicBezTo>
                  <a:pt x="181545" y="103165"/>
                  <a:pt x="177307" y="102543"/>
                  <a:pt x="172978" y="101298"/>
                </a:cubicBezTo>
                <a:cubicBezTo>
                  <a:pt x="170296" y="103613"/>
                  <a:pt x="168482" y="105640"/>
                  <a:pt x="167537" y="107378"/>
                </a:cubicBezTo>
                <a:cubicBezTo>
                  <a:pt x="166592" y="109113"/>
                  <a:pt x="166119" y="110590"/>
                  <a:pt x="166119" y="111808"/>
                </a:cubicBezTo>
                <a:cubicBezTo>
                  <a:pt x="166119" y="112844"/>
                  <a:pt x="166622" y="113850"/>
                  <a:pt x="167628" y="114826"/>
                </a:cubicBezTo>
                <a:cubicBezTo>
                  <a:pt x="168634" y="115799"/>
                  <a:pt x="170601" y="116500"/>
                  <a:pt x="173527" y="116926"/>
                </a:cubicBezTo>
                <a:cubicBezTo>
                  <a:pt x="175234" y="117170"/>
                  <a:pt x="179502" y="117384"/>
                  <a:pt x="186331" y="117567"/>
                </a:cubicBezTo>
                <a:cubicBezTo>
                  <a:pt x="198892" y="117870"/>
                  <a:pt x="207031" y="118295"/>
                  <a:pt x="210751" y="118844"/>
                </a:cubicBezTo>
                <a:cubicBezTo>
                  <a:pt x="216421" y="119637"/>
                  <a:pt x="220948" y="121739"/>
                  <a:pt x="224332" y="125152"/>
                </a:cubicBezTo>
                <a:cubicBezTo>
                  <a:pt x="227716" y="128563"/>
                  <a:pt x="229408" y="132766"/>
                  <a:pt x="229408" y="137762"/>
                </a:cubicBezTo>
                <a:cubicBezTo>
                  <a:pt x="229408" y="144646"/>
                  <a:pt x="226177" y="151104"/>
                  <a:pt x="219714" y="157137"/>
                </a:cubicBezTo>
                <a:cubicBezTo>
                  <a:pt x="210202" y="166031"/>
                  <a:pt x="197794" y="170478"/>
                  <a:pt x="182490" y="170478"/>
                </a:cubicBezTo>
                <a:cubicBezTo>
                  <a:pt x="170722" y="170478"/>
                  <a:pt x="160784" y="167829"/>
                  <a:pt x="152675" y="162533"/>
                </a:cubicBezTo>
                <a:cubicBezTo>
                  <a:pt x="148102" y="159488"/>
                  <a:pt x="145815" y="156321"/>
                  <a:pt x="145815" y="153032"/>
                </a:cubicBezTo>
                <a:cubicBezTo>
                  <a:pt x="145815" y="151573"/>
                  <a:pt x="146151" y="150112"/>
                  <a:pt x="146821" y="148651"/>
                </a:cubicBezTo>
                <a:cubicBezTo>
                  <a:pt x="147858" y="146397"/>
                  <a:pt x="149992" y="143261"/>
                  <a:pt x="153223" y="139242"/>
                </a:cubicBezTo>
                <a:cubicBezTo>
                  <a:pt x="153650" y="138695"/>
                  <a:pt x="156760" y="135408"/>
                  <a:pt x="162552" y="129379"/>
                </a:cubicBezTo>
                <a:cubicBezTo>
                  <a:pt x="159382" y="127487"/>
                  <a:pt x="157141" y="125793"/>
                  <a:pt x="155830" y="124297"/>
                </a:cubicBezTo>
                <a:cubicBezTo>
                  <a:pt x="154519" y="122802"/>
                  <a:pt x="153864" y="121108"/>
                  <a:pt x="153864" y="119216"/>
                </a:cubicBezTo>
                <a:cubicBezTo>
                  <a:pt x="153864" y="117078"/>
                  <a:pt x="154733" y="114574"/>
                  <a:pt x="156470" y="111705"/>
                </a:cubicBezTo>
                <a:cubicBezTo>
                  <a:pt x="158208" y="108835"/>
                  <a:pt x="162217" y="104776"/>
                  <a:pt x="168497" y="99526"/>
                </a:cubicBezTo>
                <a:moveTo>
                  <a:pt x="184411" y="48473"/>
                </a:moveTo>
                <a:cubicBezTo>
                  <a:pt x="179899" y="48473"/>
                  <a:pt x="176119" y="50262"/>
                  <a:pt x="173070" y="53840"/>
                </a:cubicBezTo>
                <a:cubicBezTo>
                  <a:pt x="170021" y="57417"/>
                  <a:pt x="168497" y="62904"/>
                  <a:pt x="168497" y="70303"/>
                </a:cubicBezTo>
                <a:cubicBezTo>
                  <a:pt x="168497" y="79885"/>
                  <a:pt x="170570" y="87313"/>
                  <a:pt x="174716" y="92587"/>
                </a:cubicBezTo>
                <a:cubicBezTo>
                  <a:pt x="177887" y="96590"/>
                  <a:pt x="181911" y="98592"/>
                  <a:pt x="186789" y="98592"/>
                </a:cubicBezTo>
                <a:cubicBezTo>
                  <a:pt x="191423" y="98592"/>
                  <a:pt x="195233" y="96864"/>
                  <a:pt x="198221" y="93407"/>
                </a:cubicBezTo>
                <a:cubicBezTo>
                  <a:pt x="201209" y="89951"/>
                  <a:pt x="202702" y="84524"/>
                  <a:pt x="202702" y="77125"/>
                </a:cubicBezTo>
                <a:cubicBezTo>
                  <a:pt x="202702" y="67484"/>
                  <a:pt x="200599" y="59934"/>
                  <a:pt x="196392" y="54475"/>
                </a:cubicBezTo>
                <a:cubicBezTo>
                  <a:pt x="193282" y="50473"/>
                  <a:pt x="189288" y="48473"/>
                  <a:pt x="184411" y="48473"/>
                </a:cubicBezTo>
                <a:moveTo>
                  <a:pt x="167582" y="130108"/>
                </a:moveTo>
                <a:cubicBezTo>
                  <a:pt x="164717" y="133212"/>
                  <a:pt x="162552" y="136102"/>
                  <a:pt x="161089" y="138779"/>
                </a:cubicBezTo>
                <a:cubicBezTo>
                  <a:pt x="159626" y="141458"/>
                  <a:pt x="158894" y="143924"/>
                  <a:pt x="158894" y="146176"/>
                </a:cubicBezTo>
                <a:cubicBezTo>
                  <a:pt x="158894" y="149097"/>
                  <a:pt x="160662" y="151653"/>
                  <a:pt x="164198" y="153844"/>
                </a:cubicBezTo>
                <a:cubicBezTo>
                  <a:pt x="170296" y="157617"/>
                  <a:pt x="179106" y="159503"/>
                  <a:pt x="190630" y="159503"/>
                </a:cubicBezTo>
                <a:cubicBezTo>
                  <a:pt x="201605" y="159503"/>
                  <a:pt x="209699" y="157570"/>
                  <a:pt x="214912" y="153704"/>
                </a:cubicBezTo>
                <a:cubicBezTo>
                  <a:pt x="220125" y="149840"/>
                  <a:pt x="222732" y="145718"/>
                  <a:pt x="222732" y="141337"/>
                </a:cubicBezTo>
                <a:cubicBezTo>
                  <a:pt x="222732" y="138172"/>
                  <a:pt x="221177" y="135920"/>
                  <a:pt x="218067" y="134581"/>
                </a:cubicBezTo>
                <a:cubicBezTo>
                  <a:pt x="214897" y="133241"/>
                  <a:pt x="208617" y="132450"/>
                  <a:pt x="199227" y="132208"/>
                </a:cubicBezTo>
                <a:cubicBezTo>
                  <a:pt x="185508" y="131843"/>
                  <a:pt x="174960" y="131142"/>
                  <a:pt x="167582" y="130108"/>
                </a:cubicBezTo>
                <a:close/>
                <a:moveTo>
                  <a:pt x="293887" y="43900"/>
                </a:moveTo>
                <a:lnTo>
                  <a:pt x="293887" y="72252"/>
                </a:lnTo>
                <a:lnTo>
                  <a:pt x="290869" y="72252"/>
                </a:lnTo>
                <a:cubicBezTo>
                  <a:pt x="288552" y="63360"/>
                  <a:pt x="285579" y="57311"/>
                  <a:pt x="281951" y="54106"/>
                </a:cubicBezTo>
                <a:cubicBezTo>
                  <a:pt x="278324" y="50899"/>
                  <a:pt x="273705" y="49296"/>
                  <a:pt x="268095" y="49296"/>
                </a:cubicBezTo>
                <a:cubicBezTo>
                  <a:pt x="263827" y="49296"/>
                  <a:pt x="260383" y="50423"/>
                  <a:pt x="257761" y="52677"/>
                </a:cubicBezTo>
                <a:cubicBezTo>
                  <a:pt x="255139" y="54929"/>
                  <a:pt x="253828" y="57426"/>
                  <a:pt x="253828" y="60168"/>
                </a:cubicBezTo>
                <a:cubicBezTo>
                  <a:pt x="253828" y="63579"/>
                  <a:pt x="254804" y="66502"/>
                  <a:pt x="256755" y="68937"/>
                </a:cubicBezTo>
                <a:cubicBezTo>
                  <a:pt x="258645" y="71435"/>
                  <a:pt x="262486" y="74084"/>
                  <a:pt x="268278" y="76885"/>
                </a:cubicBezTo>
                <a:lnTo>
                  <a:pt x="281631" y="83373"/>
                </a:lnTo>
                <a:cubicBezTo>
                  <a:pt x="294009" y="89401"/>
                  <a:pt x="300197" y="97350"/>
                  <a:pt x="300197" y="107218"/>
                </a:cubicBezTo>
                <a:cubicBezTo>
                  <a:pt x="300197" y="114830"/>
                  <a:pt x="297316" y="120966"/>
                  <a:pt x="291555" y="125626"/>
                </a:cubicBezTo>
                <a:cubicBezTo>
                  <a:pt x="285793" y="130285"/>
                  <a:pt x="279345" y="132614"/>
                  <a:pt x="272211" y="132614"/>
                </a:cubicBezTo>
                <a:cubicBezTo>
                  <a:pt x="267089" y="132614"/>
                  <a:pt x="261236" y="131700"/>
                  <a:pt x="254651" y="129871"/>
                </a:cubicBezTo>
                <a:cubicBezTo>
                  <a:pt x="252639" y="129261"/>
                  <a:pt x="250993" y="128956"/>
                  <a:pt x="249712" y="128956"/>
                </a:cubicBezTo>
                <a:cubicBezTo>
                  <a:pt x="248310" y="128956"/>
                  <a:pt x="247213" y="129749"/>
                  <a:pt x="246420" y="131334"/>
                </a:cubicBezTo>
                <a:lnTo>
                  <a:pt x="243402" y="131334"/>
                </a:lnTo>
                <a:lnTo>
                  <a:pt x="243402" y="101336"/>
                </a:lnTo>
                <a:lnTo>
                  <a:pt x="246420" y="101336"/>
                </a:lnTo>
                <a:cubicBezTo>
                  <a:pt x="248127" y="109902"/>
                  <a:pt x="251389" y="116358"/>
                  <a:pt x="256206" y="120702"/>
                </a:cubicBezTo>
                <a:cubicBezTo>
                  <a:pt x="261023" y="125046"/>
                  <a:pt x="266419" y="127218"/>
                  <a:pt x="272394" y="127218"/>
                </a:cubicBezTo>
                <a:cubicBezTo>
                  <a:pt x="276601" y="127218"/>
                  <a:pt x="280031" y="125985"/>
                  <a:pt x="282683" y="123520"/>
                </a:cubicBezTo>
                <a:cubicBezTo>
                  <a:pt x="285335" y="121052"/>
                  <a:pt x="286661" y="118083"/>
                  <a:pt x="286661" y="114611"/>
                </a:cubicBezTo>
                <a:cubicBezTo>
                  <a:pt x="286661" y="110408"/>
                  <a:pt x="285183" y="106876"/>
                  <a:pt x="282226" y="104014"/>
                </a:cubicBezTo>
                <a:cubicBezTo>
                  <a:pt x="279269" y="101152"/>
                  <a:pt x="273370" y="97529"/>
                  <a:pt x="264529" y="93144"/>
                </a:cubicBezTo>
                <a:cubicBezTo>
                  <a:pt x="255688" y="88758"/>
                  <a:pt x="249895" y="84799"/>
                  <a:pt x="247152" y="81266"/>
                </a:cubicBezTo>
                <a:cubicBezTo>
                  <a:pt x="244408" y="77795"/>
                  <a:pt x="243036" y="73409"/>
                  <a:pt x="243036" y="68111"/>
                </a:cubicBezTo>
                <a:cubicBezTo>
                  <a:pt x="243036" y="61228"/>
                  <a:pt x="245399" y="55473"/>
                  <a:pt x="250124" y="50845"/>
                </a:cubicBezTo>
                <a:cubicBezTo>
                  <a:pt x="254849" y="46215"/>
                  <a:pt x="260962" y="43900"/>
                  <a:pt x="268461" y="43900"/>
                </a:cubicBezTo>
                <a:cubicBezTo>
                  <a:pt x="271754" y="43900"/>
                  <a:pt x="275747" y="44601"/>
                  <a:pt x="280442" y="46003"/>
                </a:cubicBezTo>
                <a:cubicBezTo>
                  <a:pt x="283552" y="46918"/>
                  <a:pt x="285625" y="47375"/>
                  <a:pt x="286661" y="47375"/>
                </a:cubicBezTo>
                <a:cubicBezTo>
                  <a:pt x="287637" y="47375"/>
                  <a:pt x="288399" y="47162"/>
                  <a:pt x="288948" y="46735"/>
                </a:cubicBezTo>
                <a:cubicBezTo>
                  <a:pt x="289497" y="46308"/>
                  <a:pt x="290137" y="45363"/>
                  <a:pt x="290869" y="43900"/>
                </a:cubicBezTo>
                <a:lnTo>
                  <a:pt x="293887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411E6-F136-4700-BA21-7EACF0D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3133635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D2B06-DED2-4D8B-880F-B5B4645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101" y="3133635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076D9-DC42-4A50-84CA-BA3AB641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3133635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5ADBB-8153-43A6-96B7-4757BA54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57" y="3133635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A8DE5-EFAC-4FF8-9748-762DFB6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3133635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BE6F0-FA33-41D9-B624-BB4C3AEC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418" y="3133635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85377-DED7-4BC1-B730-2143AE7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3133635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EA5CD-D575-450E-BCB4-D2F1ADC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79" y="3133635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8DD64-110D-4FC0-B1D7-D0034EF9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1026439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A9D70-D611-42AC-BDCE-F96B1FE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1026439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22499-0E6C-44C1-BA15-54AC8349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1447878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BE791-C2BC-407E-8CD3-4D85583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1447878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6C53F-3916-4D17-993A-6DEC2048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186931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E5A40-280A-4AEE-B3F6-A806C605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186931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F0030-5CC7-45EC-8DED-FC22F70C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2290757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3A513-7AD9-4E49-83F4-B6DB0A9C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2290757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57478-1166-46DC-93B3-EFA6C3C2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3133635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ADE3C-FC50-4851-9A20-577C1837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3133635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B2515-569C-497F-B15E-96AFBA4D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2712196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03A86-E358-4983-ADC1-CCB4C85A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297" y="2712196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A06AB-36DD-4CB7-A52E-B70BF6EA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3133635"/>
            <a:ext cx="421439" cy="421439"/>
          </a:xfrm>
          <a:custGeom xmlns:a="http://schemas.openxmlformats.org/drawingml/2006/main"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1B0CC-618D-447A-9CA4-28BE2A7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40" y="3133635"/>
            <a:ext cx="421439" cy="421439"/>
          </a:xfrm>
          <a:custGeom xmlns:a="http://schemas.openxmlformats.org/drawingml/2006/main">
            <a:pathLst>
              <a:path w="421439" h="421439" fill="none">
                <a:moveTo>
                  <a:pt x="0" y="0"/>
                </a:moveTo>
                <a:lnTo>
                  <a:pt x="421439" y="0"/>
                </a:lnTo>
                <a:lnTo>
                  <a:pt x="421439" y="421439"/>
                </a:lnTo>
                <a:lnTo>
                  <a:pt x="0" y="4214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7AB9F"/>
            </a:solidFill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F0B22-BB21-404D-A21C-8FDF598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6844640"/>
            <a:ext cx="257780" cy="10"/>
          </a:xfrm>
          <a:custGeom xmlns:a="http://schemas.openxmlformats.org/drawingml/2006/main">
            <a:pathLst>
              <a:path w="257780" h="1" fill="none">
                <a:moveTo>
                  <a:pt x="0" y="0"/>
                </a:moveTo>
                <a:lnTo>
                  <a:pt x="257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E1951-E2EA-45AC-9E9E-4E0BE8A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44" y="6791492"/>
            <a:ext cx="159210" cy="106296"/>
          </a:xfrm>
          <a:custGeom xmlns:a="http://schemas.openxmlformats.org/drawingml/2006/main">
            <a:pathLst>
              <a:path w="159210" h="106296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6F9DB-95A3-425B-8507-66B960B8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44" y="6791492"/>
            <a:ext cx="159210" cy="106296"/>
          </a:xfrm>
          <a:custGeom xmlns:a="http://schemas.openxmlformats.org/drawingml/2006/main">
            <a:pathLst>
              <a:path w="159210" h="106296" fill="none">
                <a:moveTo>
                  <a:pt x="159210" y="53148"/>
                </a:moveTo>
                <a:lnTo>
                  <a:pt x="0" y="106296"/>
                </a:lnTo>
                <a:lnTo>
                  <a:pt x="39803" y="53148"/>
                </a:lnTo>
                <a:lnTo>
                  <a:pt x="0" y="0"/>
                </a:lnTo>
                <a:lnTo>
                  <a:pt x="159210" y="53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pic>
        <p:nvPicPr>
          <p:cNvPr id="1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e11828d1740e0"/>
          <a:stretch xmlns:a="http://schemas.openxmlformats.org/drawingml/2006/main"/>
        </p:blipFill>
        <p:spPr>
          <a:xfrm xmlns:a="http://schemas.openxmlformats.org/drawingml/2006/main">
            <a:off x="7403520" y="1143506"/>
            <a:ext cx="468266" cy="468266"/>
          </a:xfrm>
          <a:prstGeom xmlns:a="http://schemas.openxmlformats.org/drawingml/2006/main" prst="rect">
            <a:avLst/>
          </a:prstGeom>
        </p:spPr>
      </p:pic>
      <p:pic>
        <p:nvPicPr>
          <p:cNvPr id="1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7e8b12fb44842"/>
          <a:stretch xmlns:a="http://schemas.openxmlformats.org/drawingml/2006/main"/>
        </p:blipFill>
        <p:spPr>
          <a:xfrm xmlns:a="http://schemas.openxmlformats.org/drawingml/2006/main">
            <a:off x="285882" y="1962970"/>
            <a:ext cx="468266" cy="468266"/>
          </a:xfrm>
          <a:prstGeom xmlns:a="http://schemas.openxmlformats.org/drawingml/2006/main" prst="rect">
            <a:avLst/>
          </a:prstGeom>
        </p:spPr>
      </p:pic>
      <p:sp>
        <p:nvSpPr>
          <p:cNvPr id="542" name="Text 0.Inheritf">
            <a:extLst xmlns:a="http://schemas.openxmlformats.org/drawingml/2006/main">
              <a:ext uri="{FF2B5EF4-FFF2-40B4-BE49-F238E27FC236}">
                <a16:creationId xmlns:a16="http://schemas.microsoft.com/office/drawing/2014/main" id="{BFFAF0AD-4959-4731-9F4D-987F7B7B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17" y="697373"/>
            <a:ext cx="870681" cy="132614"/>
          </a:xfrm>
          <a:custGeom xmlns:a="http://schemas.openxmlformats.org/drawingml/2006/main">
            <a:pathLst>
              <a:path w="870681" h="132614">
                <a:moveTo>
                  <a:pt x="0" y="68777"/>
                </a:moveTo>
                <a:cubicBezTo>
                  <a:pt x="0" y="54631"/>
                  <a:pt x="2134" y="42452"/>
                  <a:pt x="6402" y="32239"/>
                </a:cubicBezTo>
                <a:cubicBezTo>
                  <a:pt x="10670" y="22026"/>
                  <a:pt x="16341" y="14420"/>
                  <a:pt x="23413" y="9420"/>
                </a:cubicBezTo>
                <a:cubicBezTo>
                  <a:pt x="28901" y="5457"/>
                  <a:pt x="34571" y="3475"/>
                  <a:pt x="40424" y="3475"/>
                </a:cubicBezTo>
                <a:cubicBezTo>
                  <a:pt x="49936" y="3475"/>
                  <a:pt x="58472" y="8323"/>
                  <a:pt x="66033" y="18017"/>
                </a:cubicBezTo>
                <a:cubicBezTo>
                  <a:pt x="75483" y="30029"/>
                  <a:pt x="80209" y="46308"/>
                  <a:pt x="80209" y="66856"/>
                </a:cubicBezTo>
                <a:cubicBezTo>
                  <a:pt x="80209" y="81245"/>
                  <a:pt x="78136" y="93470"/>
                  <a:pt x="73990" y="103531"/>
                </a:cubicBezTo>
                <a:cubicBezTo>
                  <a:pt x="69844" y="113591"/>
                  <a:pt x="64554" y="120892"/>
                  <a:pt x="58122" y="125435"/>
                </a:cubicBezTo>
                <a:cubicBezTo>
                  <a:pt x="51689" y="129977"/>
                  <a:pt x="45485" y="132248"/>
                  <a:pt x="39510" y="132248"/>
                </a:cubicBezTo>
                <a:cubicBezTo>
                  <a:pt x="27681" y="132248"/>
                  <a:pt x="17834" y="125267"/>
                  <a:pt x="9969" y="111305"/>
                </a:cubicBezTo>
                <a:cubicBezTo>
                  <a:pt x="3323" y="99537"/>
                  <a:pt x="0" y="85361"/>
                  <a:pt x="0" y="68777"/>
                </a:cubicBezTo>
                <a:moveTo>
                  <a:pt x="17926" y="71112"/>
                </a:moveTo>
                <a:cubicBezTo>
                  <a:pt x="17926" y="88197"/>
                  <a:pt x="20029" y="102140"/>
                  <a:pt x="24236" y="112939"/>
                </a:cubicBezTo>
                <a:cubicBezTo>
                  <a:pt x="27712" y="122032"/>
                  <a:pt x="32894" y="126578"/>
                  <a:pt x="39784" y="126578"/>
                </a:cubicBezTo>
                <a:cubicBezTo>
                  <a:pt x="43077" y="126578"/>
                  <a:pt x="46491" y="125099"/>
                  <a:pt x="50028" y="122139"/>
                </a:cubicBezTo>
                <a:cubicBezTo>
                  <a:pt x="53564" y="119180"/>
                  <a:pt x="56247" y="114223"/>
                  <a:pt x="58076" y="107266"/>
                </a:cubicBezTo>
                <a:cubicBezTo>
                  <a:pt x="60881" y="96769"/>
                  <a:pt x="62283" y="81972"/>
                  <a:pt x="62283" y="62875"/>
                </a:cubicBezTo>
                <a:cubicBezTo>
                  <a:pt x="62283" y="48718"/>
                  <a:pt x="60820" y="36910"/>
                  <a:pt x="57893" y="27452"/>
                </a:cubicBezTo>
                <a:cubicBezTo>
                  <a:pt x="55698" y="20434"/>
                  <a:pt x="52863" y="15461"/>
                  <a:pt x="49387" y="12533"/>
                </a:cubicBezTo>
                <a:cubicBezTo>
                  <a:pt x="46888" y="10519"/>
                  <a:pt x="43869" y="9512"/>
                  <a:pt x="40333" y="9512"/>
                </a:cubicBezTo>
                <a:cubicBezTo>
                  <a:pt x="36187" y="9512"/>
                  <a:pt x="32498" y="11373"/>
                  <a:pt x="29267" y="15096"/>
                </a:cubicBezTo>
                <a:cubicBezTo>
                  <a:pt x="24877" y="20161"/>
                  <a:pt x="21889" y="28124"/>
                  <a:pt x="20304" y="38987"/>
                </a:cubicBezTo>
                <a:cubicBezTo>
                  <a:pt x="18718" y="49848"/>
                  <a:pt x="17926" y="60556"/>
                  <a:pt x="17926" y="71112"/>
                </a:cubicBezTo>
                <a:close/>
                <a:moveTo>
                  <a:pt x="110298" y="112311"/>
                </a:moveTo>
                <a:cubicBezTo>
                  <a:pt x="113164" y="112311"/>
                  <a:pt x="115573" y="113301"/>
                  <a:pt x="117524" y="115283"/>
                </a:cubicBezTo>
                <a:cubicBezTo>
                  <a:pt x="119475" y="117265"/>
                  <a:pt x="120450" y="119658"/>
                  <a:pt x="120450" y="122462"/>
                </a:cubicBezTo>
                <a:cubicBezTo>
                  <a:pt x="120450" y="125267"/>
                  <a:pt x="119460" y="127660"/>
                  <a:pt x="117478" y="129642"/>
                </a:cubicBezTo>
                <a:cubicBezTo>
                  <a:pt x="115496" y="131624"/>
                  <a:pt x="113103" y="132614"/>
                  <a:pt x="110298" y="132614"/>
                </a:cubicBezTo>
                <a:cubicBezTo>
                  <a:pt x="107494" y="132614"/>
                  <a:pt x="105101" y="131624"/>
                  <a:pt x="103119" y="129642"/>
                </a:cubicBezTo>
                <a:cubicBezTo>
                  <a:pt x="101137" y="127660"/>
                  <a:pt x="100147" y="125267"/>
                  <a:pt x="100147" y="122462"/>
                </a:cubicBezTo>
                <a:cubicBezTo>
                  <a:pt x="100147" y="119597"/>
                  <a:pt x="101137" y="117188"/>
                  <a:pt x="103119" y="115237"/>
                </a:cubicBezTo>
                <a:cubicBezTo>
                  <a:pt x="105101" y="113286"/>
                  <a:pt x="107494" y="112311"/>
                  <a:pt x="110298" y="112311"/>
                </a:cubicBezTo>
                <a:close/>
                <a:moveTo>
                  <a:pt x="249132" y="126761"/>
                </a:moveTo>
                <a:lnTo>
                  <a:pt x="249132" y="130053"/>
                </a:lnTo>
                <a:lnTo>
                  <a:pt x="184288" y="130053"/>
                </a:lnTo>
                <a:lnTo>
                  <a:pt x="184288" y="126761"/>
                </a:lnTo>
                <a:lnTo>
                  <a:pt x="188404" y="126761"/>
                </a:lnTo>
                <a:cubicBezTo>
                  <a:pt x="192001" y="126761"/>
                  <a:pt x="194897" y="126118"/>
                  <a:pt x="197092" y="124832"/>
                </a:cubicBezTo>
                <a:cubicBezTo>
                  <a:pt x="198678" y="123972"/>
                  <a:pt x="199897" y="122502"/>
                  <a:pt x="200751" y="120419"/>
                </a:cubicBezTo>
                <a:cubicBezTo>
                  <a:pt x="201421" y="118948"/>
                  <a:pt x="201757" y="115087"/>
                  <a:pt x="201757" y="108835"/>
                </a:cubicBezTo>
                <a:lnTo>
                  <a:pt x="201757" y="27255"/>
                </a:lnTo>
                <a:cubicBezTo>
                  <a:pt x="201757" y="20881"/>
                  <a:pt x="201421" y="16898"/>
                  <a:pt x="200751" y="15305"/>
                </a:cubicBezTo>
                <a:cubicBezTo>
                  <a:pt x="200080" y="13710"/>
                  <a:pt x="198723" y="12315"/>
                  <a:pt x="196681" y="11121"/>
                </a:cubicBezTo>
                <a:cubicBezTo>
                  <a:pt x="194638" y="9926"/>
                  <a:pt x="191879" y="9329"/>
                  <a:pt x="188404" y="9329"/>
                </a:cubicBezTo>
                <a:lnTo>
                  <a:pt x="184288" y="9329"/>
                </a:lnTo>
                <a:lnTo>
                  <a:pt x="184288" y="6036"/>
                </a:lnTo>
                <a:lnTo>
                  <a:pt x="249132" y="6036"/>
                </a:lnTo>
                <a:lnTo>
                  <a:pt x="249132" y="9329"/>
                </a:lnTo>
                <a:lnTo>
                  <a:pt x="245016" y="9329"/>
                </a:lnTo>
                <a:cubicBezTo>
                  <a:pt x="241419" y="9329"/>
                  <a:pt x="238523" y="9972"/>
                  <a:pt x="236328" y="11258"/>
                </a:cubicBezTo>
                <a:cubicBezTo>
                  <a:pt x="234743" y="12117"/>
                  <a:pt x="233493" y="13588"/>
                  <a:pt x="232578" y="15671"/>
                </a:cubicBezTo>
                <a:cubicBezTo>
                  <a:pt x="231907" y="17142"/>
                  <a:pt x="231572" y="21003"/>
                  <a:pt x="231572" y="27255"/>
                </a:cubicBezTo>
                <a:lnTo>
                  <a:pt x="231572" y="108835"/>
                </a:lnTo>
                <a:cubicBezTo>
                  <a:pt x="231572" y="115209"/>
                  <a:pt x="231923" y="119193"/>
                  <a:pt x="232624" y="120788"/>
                </a:cubicBezTo>
                <a:cubicBezTo>
                  <a:pt x="233325" y="122381"/>
                  <a:pt x="234697" y="123774"/>
                  <a:pt x="236739" y="124969"/>
                </a:cubicBezTo>
                <a:cubicBezTo>
                  <a:pt x="238782" y="126164"/>
                  <a:pt x="241541" y="126761"/>
                  <a:pt x="245016" y="126761"/>
                </a:cubicBezTo>
                <a:lnTo>
                  <a:pt x="249132" y="126761"/>
                </a:lnTo>
                <a:close/>
                <a:moveTo>
                  <a:pt x="294648" y="44449"/>
                </a:moveTo>
                <a:lnTo>
                  <a:pt x="294648" y="55607"/>
                </a:lnTo>
                <a:cubicBezTo>
                  <a:pt x="299038" y="50818"/>
                  <a:pt x="303245" y="47335"/>
                  <a:pt x="307269" y="45157"/>
                </a:cubicBezTo>
                <a:cubicBezTo>
                  <a:pt x="311293" y="42978"/>
                  <a:pt x="315622" y="41888"/>
                  <a:pt x="320256" y="41888"/>
                </a:cubicBezTo>
                <a:cubicBezTo>
                  <a:pt x="325805" y="41888"/>
                  <a:pt x="330408" y="43429"/>
                  <a:pt x="334067" y="46512"/>
                </a:cubicBezTo>
                <a:cubicBezTo>
                  <a:pt x="337725" y="49595"/>
                  <a:pt x="340164" y="53426"/>
                  <a:pt x="341383" y="58004"/>
                </a:cubicBezTo>
                <a:cubicBezTo>
                  <a:pt x="342359" y="61486"/>
                  <a:pt x="342847" y="68172"/>
                  <a:pt x="342847" y="78062"/>
                </a:cubicBezTo>
                <a:lnTo>
                  <a:pt x="342847" y="111396"/>
                </a:lnTo>
                <a:cubicBezTo>
                  <a:pt x="342847" y="117981"/>
                  <a:pt x="343441" y="122081"/>
                  <a:pt x="344630" y="123697"/>
                </a:cubicBezTo>
                <a:cubicBezTo>
                  <a:pt x="345819" y="125313"/>
                  <a:pt x="348304" y="126334"/>
                  <a:pt x="352084" y="126761"/>
                </a:cubicBezTo>
                <a:lnTo>
                  <a:pt x="352084" y="130053"/>
                </a:lnTo>
                <a:lnTo>
                  <a:pt x="308824" y="130053"/>
                </a:lnTo>
                <a:lnTo>
                  <a:pt x="308824" y="126761"/>
                </a:lnTo>
                <a:cubicBezTo>
                  <a:pt x="312056" y="126334"/>
                  <a:pt x="314373" y="124993"/>
                  <a:pt x="315775" y="122737"/>
                </a:cubicBezTo>
                <a:cubicBezTo>
                  <a:pt x="316750" y="121213"/>
                  <a:pt x="317238" y="117432"/>
                  <a:pt x="317238" y="111396"/>
                </a:cubicBezTo>
                <a:lnTo>
                  <a:pt x="317238" y="73349"/>
                </a:lnTo>
                <a:cubicBezTo>
                  <a:pt x="317238" y="66338"/>
                  <a:pt x="316964" y="61917"/>
                  <a:pt x="316415" y="60088"/>
                </a:cubicBezTo>
                <a:cubicBezTo>
                  <a:pt x="315866" y="58259"/>
                  <a:pt x="314937" y="56841"/>
                  <a:pt x="313626" y="55835"/>
                </a:cubicBezTo>
                <a:cubicBezTo>
                  <a:pt x="312315" y="54829"/>
                  <a:pt x="310867" y="54326"/>
                  <a:pt x="309281" y="54326"/>
                </a:cubicBezTo>
                <a:cubicBezTo>
                  <a:pt x="304038" y="54326"/>
                  <a:pt x="299160" y="58106"/>
                  <a:pt x="294648" y="65667"/>
                </a:cubicBezTo>
                <a:lnTo>
                  <a:pt x="294648" y="111396"/>
                </a:lnTo>
                <a:cubicBezTo>
                  <a:pt x="294648" y="117798"/>
                  <a:pt x="295243" y="121853"/>
                  <a:pt x="296431" y="123560"/>
                </a:cubicBezTo>
                <a:cubicBezTo>
                  <a:pt x="297620" y="125267"/>
                  <a:pt x="299831" y="126334"/>
                  <a:pt x="303062" y="126761"/>
                </a:cubicBezTo>
                <a:lnTo>
                  <a:pt x="303062" y="130053"/>
                </a:lnTo>
                <a:lnTo>
                  <a:pt x="259803" y="130053"/>
                </a:lnTo>
                <a:lnTo>
                  <a:pt x="259803" y="126761"/>
                </a:lnTo>
                <a:cubicBezTo>
                  <a:pt x="263400" y="126395"/>
                  <a:pt x="265961" y="125237"/>
                  <a:pt x="267485" y="123286"/>
                </a:cubicBezTo>
                <a:cubicBezTo>
                  <a:pt x="268522" y="121944"/>
                  <a:pt x="269040" y="117981"/>
                  <a:pt x="269040" y="111396"/>
                </a:cubicBezTo>
                <a:lnTo>
                  <a:pt x="269040" y="63106"/>
                </a:lnTo>
                <a:cubicBezTo>
                  <a:pt x="269040" y="56565"/>
                  <a:pt x="268445" y="52492"/>
                  <a:pt x="267256" y="50888"/>
                </a:cubicBezTo>
                <a:cubicBezTo>
                  <a:pt x="266067" y="49284"/>
                  <a:pt x="263583" y="48235"/>
                  <a:pt x="259803" y="47741"/>
                </a:cubicBezTo>
                <a:lnTo>
                  <a:pt x="259803" y="44449"/>
                </a:lnTo>
                <a:lnTo>
                  <a:pt x="294648" y="44449"/>
                </a:lnTo>
                <a:close/>
                <a:moveTo>
                  <a:pt x="398790" y="6036"/>
                </a:moveTo>
                <a:lnTo>
                  <a:pt x="398790" y="55515"/>
                </a:lnTo>
                <a:cubicBezTo>
                  <a:pt x="403485" y="50542"/>
                  <a:pt x="407784" y="47028"/>
                  <a:pt x="411686" y="44972"/>
                </a:cubicBezTo>
                <a:cubicBezTo>
                  <a:pt x="415588" y="42916"/>
                  <a:pt x="419643" y="41888"/>
                  <a:pt x="423850" y="41888"/>
                </a:cubicBezTo>
                <a:cubicBezTo>
                  <a:pt x="429215" y="41888"/>
                  <a:pt x="433804" y="43412"/>
                  <a:pt x="437614" y="46461"/>
                </a:cubicBezTo>
                <a:cubicBezTo>
                  <a:pt x="441425" y="49509"/>
                  <a:pt x="443955" y="53091"/>
                  <a:pt x="445205" y="57207"/>
                </a:cubicBezTo>
                <a:cubicBezTo>
                  <a:pt x="446455" y="61323"/>
                  <a:pt x="447080" y="68258"/>
                  <a:pt x="447080" y="78014"/>
                </a:cubicBezTo>
                <a:lnTo>
                  <a:pt x="447080" y="111396"/>
                </a:lnTo>
                <a:cubicBezTo>
                  <a:pt x="447080" y="117960"/>
                  <a:pt x="447690" y="122055"/>
                  <a:pt x="448909" y="123680"/>
                </a:cubicBezTo>
                <a:cubicBezTo>
                  <a:pt x="450129" y="125305"/>
                  <a:pt x="452598" y="126332"/>
                  <a:pt x="456318" y="126761"/>
                </a:cubicBezTo>
                <a:lnTo>
                  <a:pt x="456318" y="130053"/>
                </a:lnTo>
                <a:lnTo>
                  <a:pt x="412966" y="130053"/>
                </a:lnTo>
                <a:lnTo>
                  <a:pt x="412966" y="126761"/>
                </a:lnTo>
                <a:cubicBezTo>
                  <a:pt x="416015" y="126332"/>
                  <a:pt x="418301" y="125105"/>
                  <a:pt x="419826" y="123080"/>
                </a:cubicBezTo>
                <a:cubicBezTo>
                  <a:pt x="420923" y="121485"/>
                  <a:pt x="421472" y="117590"/>
                  <a:pt x="421472" y="111396"/>
                </a:cubicBezTo>
                <a:lnTo>
                  <a:pt x="421472" y="73318"/>
                </a:lnTo>
                <a:cubicBezTo>
                  <a:pt x="421472" y="66257"/>
                  <a:pt x="421198" y="61829"/>
                  <a:pt x="420649" y="60034"/>
                </a:cubicBezTo>
                <a:cubicBezTo>
                  <a:pt x="420100" y="58237"/>
                  <a:pt x="419170" y="56836"/>
                  <a:pt x="417859" y="55832"/>
                </a:cubicBezTo>
                <a:cubicBezTo>
                  <a:pt x="416548" y="54828"/>
                  <a:pt x="415070" y="54326"/>
                  <a:pt x="413424" y="54326"/>
                </a:cubicBezTo>
                <a:cubicBezTo>
                  <a:pt x="410985" y="54326"/>
                  <a:pt x="408607" y="55165"/>
                  <a:pt x="406290" y="56841"/>
                </a:cubicBezTo>
                <a:cubicBezTo>
                  <a:pt x="403973" y="58518"/>
                  <a:pt x="401473" y="61460"/>
                  <a:pt x="398790" y="65667"/>
                </a:cubicBezTo>
                <a:lnTo>
                  <a:pt x="398790" y="111396"/>
                </a:lnTo>
                <a:cubicBezTo>
                  <a:pt x="398790" y="117529"/>
                  <a:pt x="399248" y="121363"/>
                  <a:pt x="400162" y="122897"/>
                </a:cubicBezTo>
                <a:cubicBezTo>
                  <a:pt x="401321" y="124981"/>
                  <a:pt x="403699" y="126269"/>
                  <a:pt x="407296" y="126761"/>
                </a:cubicBezTo>
                <a:lnTo>
                  <a:pt x="407296" y="130053"/>
                </a:lnTo>
                <a:lnTo>
                  <a:pt x="363945" y="130053"/>
                </a:lnTo>
                <a:lnTo>
                  <a:pt x="363945" y="126761"/>
                </a:lnTo>
                <a:cubicBezTo>
                  <a:pt x="367542" y="126393"/>
                  <a:pt x="370103" y="125228"/>
                  <a:pt x="371627" y="123266"/>
                </a:cubicBezTo>
                <a:cubicBezTo>
                  <a:pt x="372664" y="121917"/>
                  <a:pt x="373182" y="117960"/>
                  <a:pt x="373182" y="111396"/>
                </a:cubicBezTo>
                <a:lnTo>
                  <a:pt x="373182" y="24694"/>
                </a:lnTo>
                <a:cubicBezTo>
                  <a:pt x="373182" y="18153"/>
                  <a:pt x="372588" y="14080"/>
                  <a:pt x="371399" y="12475"/>
                </a:cubicBezTo>
                <a:cubicBezTo>
                  <a:pt x="370210" y="10871"/>
                  <a:pt x="367725" y="9822"/>
                  <a:pt x="363945" y="9329"/>
                </a:cubicBezTo>
                <a:lnTo>
                  <a:pt x="363945" y="6036"/>
                </a:lnTo>
                <a:lnTo>
                  <a:pt x="398790" y="6036"/>
                </a:lnTo>
                <a:close/>
                <a:moveTo>
                  <a:pt x="540431" y="84141"/>
                </a:moveTo>
                <a:lnTo>
                  <a:pt x="493513" y="84141"/>
                </a:lnTo>
                <a:cubicBezTo>
                  <a:pt x="494061" y="95513"/>
                  <a:pt x="497079" y="104499"/>
                  <a:pt x="502567" y="111102"/>
                </a:cubicBezTo>
                <a:cubicBezTo>
                  <a:pt x="506774" y="116176"/>
                  <a:pt x="511835" y="118713"/>
                  <a:pt x="517749" y="118713"/>
                </a:cubicBezTo>
                <a:cubicBezTo>
                  <a:pt x="521407" y="118713"/>
                  <a:pt x="524730" y="117691"/>
                  <a:pt x="527718" y="115649"/>
                </a:cubicBezTo>
                <a:cubicBezTo>
                  <a:pt x="530706" y="113606"/>
                  <a:pt x="533907" y="109933"/>
                  <a:pt x="537321" y="104628"/>
                </a:cubicBezTo>
                <a:lnTo>
                  <a:pt x="540431" y="106640"/>
                </a:lnTo>
                <a:cubicBezTo>
                  <a:pt x="535797" y="116091"/>
                  <a:pt x="530675" y="122783"/>
                  <a:pt x="525066" y="126715"/>
                </a:cubicBezTo>
                <a:cubicBezTo>
                  <a:pt x="519456" y="130648"/>
                  <a:pt x="512963" y="132614"/>
                  <a:pt x="505585" y="132614"/>
                </a:cubicBezTo>
                <a:cubicBezTo>
                  <a:pt x="492903" y="132614"/>
                  <a:pt x="483300" y="127732"/>
                  <a:pt x="476776" y="117967"/>
                </a:cubicBezTo>
                <a:cubicBezTo>
                  <a:pt x="471532" y="110094"/>
                  <a:pt x="468910" y="100329"/>
                  <a:pt x="468910" y="88672"/>
                </a:cubicBezTo>
                <a:cubicBezTo>
                  <a:pt x="468910" y="74389"/>
                  <a:pt x="472767" y="63021"/>
                  <a:pt x="480480" y="54569"/>
                </a:cubicBezTo>
                <a:cubicBezTo>
                  <a:pt x="488193" y="46115"/>
                  <a:pt x="497232" y="41888"/>
                  <a:pt x="507597" y="41888"/>
                </a:cubicBezTo>
                <a:cubicBezTo>
                  <a:pt x="516255" y="41888"/>
                  <a:pt x="523770" y="45439"/>
                  <a:pt x="530142" y="52543"/>
                </a:cubicBezTo>
                <a:cubicBezTo>
                  <a:pt x="536513" y="59646"/>
                  <a:pt x="539943" y="70179"/>
                  <a:pt x="540431" y="84141"/>
                </a:cubicBezTo>
                <a:moveTo>
                  <a:pt x="517932" y="78105"/>
                </a:moveTo>
                <a:cubicBezTo>
                  <a:pt x="517932" y="68289"/>
                  <a:pt x="517398" y="61551"/>
                  <a:pt x="516331" y="57893"/>
                </a:cubicBezTo>
                <a:cubicBezTo>
                  <a:pt x="515264" y="54235"/>
                  <a:pt x="513603" y="51460"/>
                  <a:pt x="511347" y="49570"/>
                </a:cubicBezTo>
                <a:cubicBezTo>
                  <a:pt x="510067" y="48473"/>
                  <a:pt x="508359" y="47924"/>
                  <a:pt x="506225" y="47924"/>
                </a:cubicBezTo>
                <a:cubicBezTo>
                  <a:pt x="503055" y="47924"/>
                  <a:pt x="500463" y="49479"/>
                  <a:pt x="498451" y="52588"/>
                </a:cubicBezTo>
                <a:cubicBezTo>
                  <a:pt x="494854" y="58015"/>
                  <a:pt x="493055" y="65454"/>
                  <a:pt x="493055" y="74904"/>
                </a:cubicBezTo>
                <a:lnTo>
                  <a:pt x="493055" y="78105"/>
                </a:lnTo>
                <a:lnTo>
                  <a:pt x="517932" y="78105"/>
                </a:lnTo>
                <a:close/>
                <a:moveTo>
                  <a:pt x="586646" y="44449"/>
                </a:moveTo>
                <a:lnTo>
                  <a:pt x="586646" y="63838"/>
                </a:lnTo>
                <a:cubicBezTo>
                  <a:pt x="592316" y="54997"/>
                  <a:pt x="597285" y="49128"/>
                  <a:pt x="601553" y="46232"/>
                </a:cubicBezTo>
                <a:cubicBezTo>
                  <a:pt x="605821" y="43336"/>
                  <a:pt x="609937" y="41888"/>
                  <a:pt x="613900" y="41888"/>
                </a:cubicBezTo>
                <a:cubicBezTo>
                  <a:pt x="617314" y="41888"/>
                  <a:pt x="620043" y="42943"/>
                  <a:pt x="622086" y="45055"/>
                </a:cubicBezTo>
                <a:cubicBezTo>
                  <a:pt x="624128" y="47166"/>
                  <a:pt x="625149" y="50149"/>
                  <a:pt x="625149" y="54003"/>
                </a:cubicBezTo>
                <a:cubicBezTo>
                  <a:pt x="625149" y="58104"/>
                  <a:pt x="624159" y="61286"/>
                  <a:pt x="622177" y="63552"/>
                </a:cubicBezTo>
                <a:cubicBezTo>
                  <a:pt x="620195" y="65816"/>
                  <a:pt x="617802" y="66947"/>
                  <a:pt x="614998" y="66947"/>
                </a:cubicBezTo>
                <a:cubicBezTo>
                  <a:pt x="611766" y="66947"/>
                  <a:pt x="608961" y="65911"/>
                  <a:pt x="606583" y="63838"/>
                </a:cubicBezTo>
                <a:cubicBezTo>
                  <a:pt x="604205" y="61765"/>
                  <a:pt x="602803" y="60606"/>
                  <a:pt x="602376" y="60362"/>
                </a:cubicBezTo>
                <a:cubicBezTo>
                  <a:pt x="601767" y="59997"/>
                  <a:pt x="601065" y="59814"/>
                  <a:pt x="600273" y="59814"/>
                </a:cubicBezTo>
                <a:cubicBezTo>
                  <a:pt x="598505" y="59814"/>
                  <a:pt x="596828" y="60484"/>
                  <a:pt x="595243" y="61826"/>
                </a:cubicBezTo>
                <a:cubicBezTo>
                  <a:pt x="592743" y="63899"/>
                  <a:pt x="590853" y="66856"/>
                  <a:pt x="589572" y="70697"/>
                </a:cubicBezTo>
                <a:cubicBezTo>
                  <a:pt x="587621" y="76611"/>
                  <a:pt x="586646" y="83135"/>
                  <a:pt x="586646" y="90269"/>
                </a:cubicBezTo>
                <a:lnTo>
                  <a:pt x="586646" y="109933"/>
                </a:lnTo>
                <a:lnTo>
                  <a:pt x="586737" y="115054"/>
                </a:lnTo>
                <a:cubicBezTo>
                  <a:pt x="586737" y="118530"/>
                  <a:pt x="586950" y="120755"/>
                  <a:pt x="587377" y="121731"/>
                </a:cubicBezTo>
                <a:cubicBezTo>
                  <a:pt x="588109" y="123377"/>
                  <a:pt x="589191" y="124581"/>
                  <a:pt x="590624" y="125343"/>
                </a:cubicBezTo>
                <a:cubicBezTo>
                  <a:pt x="592057" y="126106"/>
                  <a:pt x="594480" y="126578"/>
                  <a:pt x="597895" y="126761"/>
                </a:cubicBezTo>
                <a:lnTo>
                  <a:pt x="597895" y="130053"/>
                </a:lnTo>
                <a:lnTo>
                  <a:pt x="551709" y="130053"/>
                </a:lnTo>
                <a:lnTo>
                  <a:pt x="551709" y="126761"/>
                </a:lnTo>
                <a:cubicBezTo>
                  <a:pt x="555428" y="126456"/>
                  <a:pt x="557943" y="125435"/>
                  <a:pt x="559254" y="123697"/>
                </a:cubicBezTo>
                <a:cubicBezTo>
                  <a:pt x="560565" y="121959"/>
                  <a:pt x="561220" y="117371"/>
                  <a:pt x="561220" y="109933"/>
                </a:cubicBezTo>
                <a:lnTo>
                  <a:pt x="561220" y="62557"/>
                </a:lnTo>
                <a:cubicBezTo>
                  <a:pt x="561220" y="57649"/>
                  <a:pt x="560976" y="54520"/>
                  <a:pt x="560488" y="53171"/>
                </a:cubicBezTo>
                <a:cubicBezTo>
                  <a:pt x="559879" y="51453"/>
                  <a:pt x="558995" y="50195"/>
                  <a:pt x="557836" y="49399"/>
                </a:cubicBezTo>
                <a:cubicBezTo>
                  <a:pt x="556678" y="48600"/>
                  <a:pt x="554635" y="48048"/>
                  <a:pt x="551709" y="47741"/>
                </a:cubicBezTo>
                <a:lnTo>
                  <a:pt x="551709" y="44449"/>
                </a:lnTo>
                <a:lnTo>
                  <a:pt x="586646" y="44449"/>
                </a:lnTo>
                <a:close/>
                <a:moveTo>
                  <a:pt x="654902" y="3292"/>
                </a:moveTo>
                <a:cubicBezTo>
                  <a:pt x="658865" y="3292"/>
                  <a:pt x="662219" y="4684"/>
                  <a:pt x="664962" y="7468"/>
                </a:cubicBezTo>
                <a:cubicBezTo>
                  <a:pt x="667706" y="10250"/>
                  <a:pt x="669078" y="13599"/>
                  <a:pt x="669078" y="17514"/>
                </a:cubicBezTo>
                <a:cubicBezTo>
                  <a:pt x="669078" y="21430"/>
                  <a:pt x="667691" y="24764"/>
                  <a:pt x="664917" y="27517"/>
                </a:cubicBezTo>
                <a:cubicBezTo>
                  <a:pt x="662142" y="30269"/>
                  <a:pt x="658804" y="31645"/>
                  <a:pt x="654902" y="31645"/>
                </a:cubicBezTo>
                <a:cubicBezTo>
                  <a:pt x="651000" y="31645"/>
                  <a:pt x="647677" y="30269"/>
                  <a:pt x="644933" y="27517"/>
                </a:cubicBezTo>
                <a:cubicBezTo>
                  <a:pt x="642189" y="24764"/>
                  <a:pt x="640817" y="21430"/>
                  <a:pt x="640817" y="17514"/>
                </a:cubicBezTo>
                <a:cubicBezTo>
                  <a:pt x="640817" y="13599"/>
                  <a:pt x="642189" y="10250"/>
                  <a:pt x="644933" y="7468"/>
                </a:cubicBezTo>
                <a:cubicBezTo>
                  <a:pt x="647677" y="4684"/>
                  <a:pt x="651000" y="3292"/>
                  <a:pt x="654902" y="3292"/>
                </a:cubicBezTo>
                <a:moveTo>
                  <a:pt x="667706" y="44449"/>
                </a:moveTo>
                <a:lnTo>
                  <a:pt x="667706" y="112311"/>
                </a:lnTo>
                <a:cubicBezTo>
                  <a:pt x="667706" y="118347"/>
                  <a:pt x="668407" y="122203"/>
                  <a:pt x="669810" y="123880"/>
                </a:cubicBezTo>
                <a:cubicBezTo>
                  <a:pt x="671212" y="125557"/>
                  <a:pt x="673956" y="126517"/>
                  <a:pt x="678041" y="126761"/>
                </a:cubicBezTo>
                <a:lnTo>
                  <a:pt x="678041" y="130053"/>
                </a:lnTo>
                <a:lnTo>
                  <a:pt x="631855" y="130053"/>
                </a:lnTo>
                <a:lnTo>
                  <a:pt x="631855" y="126761"/>
                </a:lnTo>
                <a:cubicBezTo>
                  <a:pt x="635635" y="126639"/>
                  <a:pt x="638439" y="125542"/>
                  <a:pt x="640269" y="123468"/>
                </a:cubicBezTo>
                <a:cubicBezTo>
                  <a:pt x="641488" y="122066"/>
                  <a:pt x="642098" y="118347"/>
                  <a:pt x="642098" y="112311"/>
                </a:cubicBezTo>
                <a:lnTo>
                  <a:pt x="642098" y="62374"/>
                </a:lnTo>
                <a:cubicBezTo>
                  <a:pt x="642098" y="56262"/>
                  <a:pt x="641397" y="52357"/>
                  <a:pt x="639994" y="50659"/>
                </a:cubicBezTo>
                <a:cubicBezTo>
                  <a:pt x="638592" y="48962"/>
                  <a:pt x="635879" y="47989"/>
                  <a:pt x="631855" y="47741"/>
                </a:cubicBezTo>
                <a:lnTo>
                  <a:pt x="631855" y="44449"/>
                </a:lnTo>
                <a:lnTo>
                  <a:pt x="667706" y="44449"/>
                </a:lnTo>
                <a:close/>
                <a:moveTo>
                  <a:pt x="720326" y="12987"/>
                </a:moveTo>
                <a:lnTo>
                  <a:pt x="720326" y="44449"/>
                </a:lnTo>
                <a:lnTo>
                  <a:pt x="740630" y="44449"/>
                </a:lnTo>
                <a:lnTo>
                  <a:pt x="740630" y="53412"/>
                </a:lnTo>
                <a:lnTo>
                  <a:pt x="720326" y="53412"/>
                </a:lnTo>
                <a:lnTo>
                  <a:pt x="720326" y="106326"/>
                </a:lnTo>
                <a:cubicBezTo>
                  <a:pt x="720326" y="111278"/>
                  <a:pt x="720555" y="114472"/>
                  <a:pt x="721012" y="115909"/>
                </a:cubicBezTo>
                <a:cubicBezTo>
                  <a:pt x="721469" y="117346"/>
                  <a:pt x="722277" y="118508"/>
                  <a:pt x="723435" y="119396"/>
                </a:cubicBezTo>
                <a:cubicBezTo>
                  <a:pt x="724594" y="120282"/>
                  <a:pt x="725661" y="120725"/>
                  <a:pt x="726636" y="120725"/>
                </a:cubicBezTo>
                <a:cubicBezTo>
                  <a:pt x="730600" y="120725"/>
                  <a:pt x="734349" y="117676"/>
                  <a:pt x="737886" y="111579"/>
                </a:cubicBezTo>
                <a:lnTo>
                  <a:pt x="740630" y="113611"/>
                </a:lnTo>
                <a:cubicBezTo>
                  <a:pt x="735691" y="125426"/>
                  <a:pt x="727673" y="131334"/>
                  <a:pt x="716576" y="131334"/>
                </a:cubicBezTo>
                <a:cubicBezTo>
                  <a:pt x="711150" y="131334"/>
                  <a:pt x="706561" y="129820"/>
                  <a:pt x="702812" y="126792"/>
                </a:cubicBezTo>
                <a:cubicBezTo>
                  <a:pt x="699062" y="123763"/>
                  <a:pt x="696669" y="120382"/>
                  <a:pt x="695632" y="116649"/>
                </a:cubicBezTo>
                <a:cubicBezTo>
                  <a:pt x="695022" y="114568"/>
                  <a:pt x="694718" y="108939"/>
                  <a:pt x="694718" y="99761"/>
                </a:cubicBezTo>
                <a:lnTo>
                  <a:pt x="694718" y="53412"/>
                </a:lnTo>
                <a:lnTo>
                  <a:pt x="683560" y="53412"/>
                </a:lnTo>
                <a:lnTo>
                  <a:pt x="683560" y="50202"/>
                </a:lnTo>
                <a:cubicBezTo>
                  <a:pt x="691242" y="44764"/>
                  <a:pt x="697781" y="39051"/>
                  <a:pt x="703177" y="33062"/>
                </a:cubicBezTo>
                <a:cubicBezTo>
                  <a:pt x="708573" y="27074"/>
                  <a:pt x="713284" y="20382"/>
                  <a:pt x="717308" y="12987"/>
                </a:cubicBezTo>
                <a:lnTo>
                  <a:pt x="720326" y="12987"/>
                </a:lnTo>
                <a:close/>
                <a:moveTo>
                  <a:pt x="827879" y="52680"/>
                </a:moveTo>
                <a:lnTo>
                  <a:pt x="827879" y="107806"/>
                </a:lnTo>
                <a:cubicBezTo>
                  <a:pt x="827879" y="115620"/>
                  <a:pt x="828733" y="120565"/>
                  <a:pt x="830440" y="122640"/>
                </a:cubicBezTo>
                <a:cubicBezTo>
                  <a:pt x="832696" y="125326"/>
                  <a:pt x="835714" y="126670"/>
                  <a:pt x="839494" y="126670"/>
                </a:cubicBezTo>
                <a:lnTo>
                  <a:pt x="847085" y="126670"/>
                </a:lnTo>
                <a:lnTo>
                  <a:pt x="847085" y="130053"/>
                </a:lnTo>
                <a:lnTo>
                  <a:pt x="797058" y="130053"/>
                </a:lnTo>
                <a:lnTo>
                  <a:pt x="797058" y="126670"/>
                </a:lnTo>
                <a:lnTo>
                  <a:pt x="800807" y="126670"/>
                </a:lnTo>
                <a:cubicBezTo>
                  <a:pt x="803246" y="126670"/>
                  <a:pt x="805472" y="126059"/>
                  <a:pt x="807484" y="124838"/>
                </a:cubicBezTo>
                <a:cubicBezTo>
                  <a:pt x="809496" y="123616"/>
                  <a:pt x="810883" y="121968"/>
                  <a:pt x="811645" y="119893"/>
                </a:cubicBezTo>
                <a:cubicBezTo>
                  <a:pt x="812407" y="117818"/>
                  <a:pt x="812788" y="113789"/>
                  <a:pt x="812788" y="107806"/>
                </a:cubicBezTo>
                <a:lnTo>
                  <a:pt x="812788" y="52680"/>
                </a:lnTo>
                <a:lnTo>
                  <a:pt x="796509" y="52680"/>
                </a:lnTo>
                <a:lnTo>
                  <a:pt x="796509" y="46278"/>
                </a:lnTo>
                <a:lnTo>
                  <a:pt x="812788" y="46278"/>
                </a:lnTo>
                <a:lnTo>
                  <a:pt x="812788" y="40767"/>
                </a:lnTo>
                <a:cubicBezTo>
                  <a:pt x="812788" y="32382"/>
                  <a:pt x="814130" y="25282"/>
                  <a:pt x="816813" y="19466"/>
                </a:cubicBezTo>
                <a:cubicBezTo>
                  <a:pt x="819495" y="13651"/>
                  <a:pt x="823596" y="8953"/>
                  <a:pt x="829114" y="5373"/>
                </a:cubicBezTo>
                <a:cubicBezTo>
                  <a:pt x="834632" y="1791"/>
                  <a:pt x="840836" y="0"/>
                  <a:pt x="847725" y="0"/>
                </a:cubicBezTo>
                <a:cubicBezTo>
                  <a:pt x="854128" y="0"/>
                  <a:pt x="860011" y="2073"/>
                  <a:pt x="865377" y="6219"/>
                </a:cubicBezTo>
                <a:cubicBezTo>
                  <a:pt x="868913" y="8963"/>
                  <a:pt x="870681" y="12042"/>
                  <a:pt x="870681" y="15456"/>
                </a:cubicBezTo>
                <a:cubicBezTo>
                  <a:pt x="870681" y="17286"/>
                  <a:pt x="869889" y="19008"/>
                  <a:pt x="868304" y="20624"/>
                </a:cubicBezTo>
                <a:cubicBezTo>
                  <a:pt x="866718" y="22240"/>
                  <a:pt x="865011" y="23047"/>
                  <a:pt x="863182" y="23047"/>
                </a:cubicBezTo>
                <a:cubicBezTo>
                  <a:pt x="861780" y="23047"/>
                  <a:pt x="860301" y="22539"/>
                  <a:pt x="858746" y="21521"/>
                </a:cubicBezTo>
                <a:cubicBezTo>
                  <a:pt x="857191" y="20504"/>
                  <a:pt x="855286" y="18315"/>
                  <a:pt x="853030" y="14956"/>
                </a:cubicBezTo>
                <a:cubicBezTo>
                  <a:pt x="850774" y="11597"/>
                  <a:pt x="848701" y="9332"/>
                  <a:pt x="846811" y="8160"/>
                </a:cubicBezTo>
                <a:cubicBezTo>
                  <a:pt x="844921" y="6988"/>
                  <a:pt x="842817" y="6402"/>
                  <a:pt x="840500" y="6402"/>
                </a:cubicBezTo>
                <a:cubicBezTo>
                  <a:pt x="837696" y="6402"/>
                  <a:pt x="835318" y="7157"/>
                  <a:pt x="833367" y="8666"/>
                </a:cubicBezTo>
                <a:cubicBezTo>
                  <a:pt x="831415" y="10173"/>
                  <a:pt x="830013" y="12511"/>
                  <a:pt x="829159" y="15679"/>
                </a:cubicBezTo>
                <a:cubicBezTo>
                  <a:pt x="828306" y="18848"/>
                  <a:pt x="827879" y="27016"/>
                  <a:pt x="827879" y="40184"/>
                </a:cubicBezTo>
                <a:lnTo>
                  <a:pt x="827879" y="46278"/>
                </a:lnTo>
                <a:lnTo>
                  <a:pt x="849463" y="46278"/>
                </a:lnTo>
                <a:lnTo>
                  <a:pt x="849463" y="52680"/>
                </a:lnTo>
                <a:lnTo>
                  <a:pt x="827879" y="5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Text romexistingmatrix">
            <a:extLst xmlns:a="http://schemas.openxmlformats.org/drawingml/2006/main">
              <a:ext uri="{FF2B5EF4-FFF2-40B4-BE49-F238E27FC236}">
                <a16:creationId xmlns:a16="http://schemas.microsoft.com/office/drawing/2014/main" id="{1A4B7B1F-A581-4E69-B77C-B89620B6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62" y="697373"/>
            <a:ext cx="1474429" cy="170478"/>
          </a:xfrm>
          <a:custGeom xmlns:a="http://schemas.openxmlformats.org/drawingml/2006/main">
            <a:pathLst>
              <a:path w="1474429" h="170478">
                <a:moveTo>
                  <a:pt x="29175" y="43900"/>
                </a:moveTo>
                <a:lnTo>
                  <a:pt x="29175" y="62740"/>
                </a:lnTo>
                <a:cubicBezTo>
                  <a:pt x="36187" y="50180"/>
                  <a:pt x="43382" y="43900"/>
                  <a:pt x="50759" y="43900"/>
                </a:cubicBezTo>
                <a:cubicBezTo>
                  <a:pt x="54113" y="43900"/>
                  <a:pt x="56887" y="44921"/>
                  <a:pt x="59082" y="46964"/>
                </a:cubicBezTo>
                <a:cubicBezTo>
                  <a:pt x="61277" y="49006"/>
                  <a:pt x="62374" y="51369"/>
                  <a:pt x="62374" y="54052"/>
                </a:cubicBezTo>
                <a:cubicBezTo>
                  <a:pt x="62374" y="56430"/>
                  <a:pt x="61582" y="58442"/>
                  <a:pt x="59997" y="60088"/>
                </a:cubicBezTo>
                <a:cubicBezTo>
                  <a:pt x="58411" y="61734"/>
                  <a:pt x="56521" y="62557"/>
                  <a:pt x="54326" y="62557"/>
                </a:cubicBezTo>
                <a:cubicBezTo>
                  <a:pt x="52192" y="62557"/>
                  <a:pt x="49799" y="61506"/>
                  <a:pt x="47147" y="59402"/>
                </a:cubicBezTo>
                <a:cubicBezTo>
                  <a:pt x="44494" y="57299"/>
                  <a:pt x="42528" y="56247"/>
                  <a:pt x="41248" y="56247"/>
                </a:cubicBezTo>
                <a:cubicBezTo>
                  <a:pt x="40150" y="56247"/>
                  <a:pt x="38961" y="56855"/>
                  <a:pt x="37681" y="58070"/>
                </a:cubicBezTo>
                <a:cubicBezTo>
                  <a:pt x="34937" y="60564"/>
                  <a:pt x="32102" y="64669"/>
                  <a:pt x="29175" y="70386"/>
                </a:cubicBezTo>
                <a:lnTo>
                  <a:pt x="29175" y="110433"/>
                </a:lnTo>
                <a:cubicBezTo>
                  <a:pt x="29175" y="115053"/>
                  <a:pt x="29754" y="118550"/>
                  <a:pt x="30913" y="120922"/>
                </a:cubicBezTo>
                <a:cubicBezTo>
                  <a:pt x="31705" y="122564"/>
                  <a:pt x="33108" y="123933"/>
                  <a:pt x="35120" y="125029"/>
                </a:cubicBezTo>
                <a:cubicBezTo>
                  <a:pt x="37132" y="126123"/>
                  <a:pt x="40028" y="126670"/>
                  <a:pt x="43808" y="126670"/>
                </a:cubicBezTo>
                <a:lnTo>
                  <a:pt x="43808" y="130053"/>
                </a:lnTo>
                <a:lnTo>
                  <a:pt x="915" y="130053"/>
                </a:lnTo>
                <a:lnTo>
                  <a:pt x="915" y="126670"/>
                </a:lnTo>
                <a:cubicBezTo>
                  <a:pt x="5183" y="126670"/>
                  <a:pt x="8353" y="126001"/>
                  <a:pt x="10426" y="124663"/>
                </a:cubicBezTo>
                <a:cubicBezTo>
                  <a:pt x="11951" y="123690"/>
                  <a:pt x="13018" y="122138"/>
                  <a:pt x="13627" y="120007"/>
                </a:cubicBezTo>
                <a:cubicBezTo>
                  <a:pt x="13932" y="118973"/>
                  <a:pt x="14085" y="116022"/>
                  <a:pt x="14085" y="111156"/>
                </a:cubicBezTo>
                <a:lnTo>
                  <a:pt x="14085" y="78760"/>
                </a:lnTo>
                <a:cubicBezTo>
                  <a:pt x="14085" y="69025"/>
                  <a:pt x="13886" y="63231"/>
                  <a:pt x="13490" y="61377"/>
                </a:cubicBezTo>
                <a:cubicBezTo>
                  <a:pt x="13094" y="59521"/>
                  <a:pt x="12362" y="58167"/>
                  <a:pt x="11295" y="57316"/>
                </a:cubicBezTo>
                <a:cubicBezTo>
                  <a:pt x="10228" y="56464"/>
                  <a:pt x="8902" y="56038"/>
                  <a:pt x="7317" y="56038"/>
                </a:cubicBezTo>
                <a:cubicBezTo>
                  <a:pt x="5427" y="56038"/>
                  <a:pt x="3292" y="56494"/>
                  <a:pt x="915" y="57407"/>
                </a:cubicBezTo>
                <a:lnTo>
                  <a:pt x="0" y="54120"/>
                </a:lnTo>
                <a:lnTo>
                  <a:pt x="25334" y="43900"/>
                </a:lnTo>
                <a:lnTo>
                  <a:pt x="29175" y="43900"/>
                </a:lnTo>
                <a:close/>
                <a:moveTo>
                  <a:pt x="108010" y="43900"/>
                </a:moveTo>
                <a:cubicBezTo>
                  <a:pt x="120693" y="43900"/>
                  <a:pt x="130875" y="48712"/>
                  <a:pt x="138557" y="58336"/>
                </a:cubicBezTo>
                <a:cubicBezTo>
                  <a:pt x="145081" y="66558"/>
                  <a:pt x="148343" y="75999"/>
                  <a:pt x="148343" y="86659"/>
                </a:cubicBezTo>
                <a:cubicBezTo>
                  <a:pt x="148343" y="94151"/>
                  <a:pt x="146545" y="101735"/>
                  <a:pt x="142947" y="109410"/>
                </a:cubicBezTo>
                <a:cubicBezTo>
                  <a:pt x="139350" y="117083"/>
                  <a:pt x="134396" y="122868"/>
                  <a:pt x="128085" y="126767"/>
                </a:cubicBezTo>
                <a:cubicBezTo>
                  <a:pt x="121775" y="130665"/>
                  <a:pt x="114748" y="132614"/>
                  <a:pt x="107004" y="132614"/>
                </a:cubicBezTo>
                <a:cubicBezTo>
                  <a:pt x="94383" y="132614"/>
                  <a:pt x="84353" y="127589"/>
                  <a:pt x="76915" y="117538"/>
                </a:cubicBezTo>
                <a:cubicBezTo>
                  <a:pt x="70634" y="109072"/>
                  <a:pt x="67494" y="99571"/>
                  <a:pt x="67494" y="89035"/>
                </a:cubicBezTo>
                <a:cubicBezTo>
                  <a:pt x="67494" y="81360"/>
                  <a:pt x="69400" y="73731"/>
                  <a:pt x="73211" y="66147"/>
                </a:cubicBezTo>
                <a:cubicBezTo>
                  <a:pt x="77021" y="58564"/>
                  <a:pt x="82036" y="52960"/>
                  <a:pt x="88255" y="49336"/>
                </a:cubicBezTo>
                <a:cubicBezTo>
                  <a:pt x="94475" y="45712"/>
                  <a:pt x="101060" y="43900"/>
                  <a:pt x="108010" y="43900"/>
                </a:cubicBezTo>
                <a:moveTo>
                  <a:pt x="105175" y="49936"/>
                </a:moveTo>
                <a:cubicBezTo>
                  <a:pt x="101944" y="49936"/>
                  <a:pt x="98697" y="50896"/>
                  <a:pt x="95435" y="52814"/>
                </a:cubicBezTo>
                <a:cubicBezTo>
                  <a:pt x="92173" y="54733"/>
                  <a:pt x="89536" y="58098"/>
                  <a:pt x="87524" y="62909"/>
                </a:cubicBezTo>
                <a:cubicBezTo>
                  <a:pt x="85512" y="67720"/>
                  <a:pt x="84506" y="73901"/>
                  <a:pt x="84506" y="81452"/>
                </a:cubicBezTo>
                <a:cubicBezTo>
                  <a:pt x="84506" y="93631"/>
                  <a:pt x="86929" y="104137"/>
                  <a:pt x="91777" y="112968"/>
                </a:cubicBezTo>
                <a:cubicBezTo>
                  <a:pt x="96624" y="121797"/>
                  <a:pt x="103011" y="126212"/>
                  <a:pt x="110937" y="126212"/>
                </a:cubicBezTo>
                <a:cubicBezTo>
                  <a:pt x="116851" y="126212"/>
                  <a:pt x="121729" y="123776"/>
                  <a:pt x="125570" y="118904"/>
                </a:cubicBezTo>
                <a:cubicBezTo>
                  <a:pt x="129412" y="114032"/>
                  <a:pt x="131332" y="105659"/>
                  <a:pt x="131332" y="93785"/>
                </a:cubicBezTo>
                <a:cubicBezTo>
                  <a:pt x="131332" y="78925"/>
                  <a:pt x="128131" y="67231"/>
                  <a:pt x="121729" y="58705"/>
                </a:cubicBezTo>
                <a:cubicBezTo>
                  <a:pt x="117400" y="52859"/>
                  <a:pt x="111882" y="49936"/>
                  <a:pt x="105175" y="49936"/>
                </a:cubicBezTo>
                <a:close/>
                <a:moveTo>
                  <a:pt x="185567" y="61734"/>
                </a:moveTo>
                <a:cubicBezTo>
                  <a:pt x="191664" y="55637"/>
                  <a:pt x="195262" y="52131"/>
                  <a:pt x="196359" y="51217"/>
                </a:cubicBezTo>
                <a:cubicBezTo>
                  <a:pt x="199103" y="48900"/>
                  <a:pt x="202060" y="47101"/>
                  <a:pt x="205230" y="45821"/>
                </a:cubicBezTo>
                <a:cubicBezTo>
                  <a:pt x="208401" y="44540"/>
                  <a:pt x="211541" y="43900"/>
                  <a:pt x="214651" y="43900"/>
                </a:cubicBezTo>
                <a:cubicBezTo>
                  <a:pt x="219894" y="43900"/>
                  <a:pt x="224406" y="45424"/>
                  <a:pt x="228186" y="48473"/>
                </a:cubicBezTo>
                <a:cubicBezTo>
                  <a:pt x="231967" y="51521"/>
                  <a:pt x="234497" y="55942"/>
                  <a:pt x="235778" y="61734"/>
                </a:cubicBezTo>
                <a:cubicBezTo>
                  <a:pt x="242058" y="54418"/>
                  <a:pt x="247362" y="49616"/>
                  <a:pt x="251691" y="47330"/>
                </a:cubicBezTo>
                <a:cubicBezTo>
                  <a:pt x="256020" y="45043"/>
                  <a:pt x="260471" y="43900"/>
                  <a:pt x="265044" y="43900"/>
                </a:cubicBezTo>
                <a:cubicBezTo>
                  <a:pt x="269495" y="43900"/>
                  <a:pt x="273443" y="45041"/>
                  <a:pt x="276888" y="47324"/>
                </a:cubicBezTo>
                <a:cubicBezTo>
                  <a:pt x="280333" y="49605"/>
                  <a:pt x="283061" y="53331"/>
                  <a:pt x="285073" y="58502"/>
                </a:cubicBezTo>
                <a:cubicBezTo>
                  <a:pt x="286415" y="62031"/>
                  <a:pt x="287086" y="67567"/>
                  <a:pt x="287086" y="75110"/>
                </a:cubicBezTo>
                <a:lnTo>
                  <a:pt x="287086" y="111064"/>
                </a:lnTo>
                <a:cubicBezTo>
                  <a:pt x="287086" y="116297"/>
                  <a:pt x="287482" y="119886"/>
                  <a:pt x="288274" y="121834"/>
                </a:cubicBezTo>
                <a:cubicBezTo>
                  <a:pt x="288884" y="123171"/>
                  <a:pt x="290012" y="124312"/>
                  <a:pt x="291658" y="125255"/>
                </a:cubicBezTo>
                <a:cubicBezTo>
                  <a:pt x="293305" y="126198"/>
                  <a:pt x="295987" y="126670"/>
                  <a:pt x="299707" y="126670"/>
                </a:cubicBezTo>
                <a:lnTo>
                  <a:pt x="299707" y="130053"/>
                </a:lnTo>
                <a:lnTo>
                  <a:pt x="258368" y="130053"/>
                </a:lnTo>
                <a:lnTo>
                  <a:pt x="258368" y="126670"/>
                </a:lnTo>
                <a:lnTo>
                  <a:pt x="260105" y="126670"/>
                </a:lnTo>
                <a:cubicBezTo>
                  <a:pt x="263703" y="126670"/>
                  <a:pt x="266507" y="125972"/>
                  <a:pt x="268520" y="124577"/>
                </a:cubicBezTo>
                <a:cubicBezTo>
                  <a:pt x="269922" y="123606"/>
                  <a:pt x="270928" y="122059"/>
                  <a:pt x="271538" y="119936"/>
                </a:cubicBezTo>
                <a:cubicBezTo>
                  <a:pt x="271782" y="118905"/>
                  <a:pt x="271903" y="115963"/>
                  <a:pt x="271903" y="111110"/>
                </a:cubicBezTo>
                <a:lnTo>
                  <a:pt x="271903" y="75259"/>
                </a:lnTo>
                <a:cubicBezTo>
                  <a:pt x="271903" y="68464"/>
                  <a:pt x="271080" y="63672"/>
                  <a:pt x="269434" y="60883"/>
                </a:cubicBezTo>
                <a:cubicBezTo>
                  <a:pt x="267056" y="56999"/>
                  <a:pt x="263245" y="55058"/>
                  <a:pt x="258002" y="55058"/>
                </a:cubicBezTo>
                <a:cubicBezTo>
                  <a:pt x="254770" y="55058"/>
                  <a:pt x="251524" y="55862"/>
                  <a:pt x="248262" y="57470"/>
                </a:cubicBezTo>
                <a:cubicBezTo>
                  <a:pt x="245000" y="59076"/>
                  <a:pt x="241052" y="62064"/>
                  <a:pt x="236418" y="66433"/>
                </a:cubicBezTo>
                <a:lnTo>
                  <a:pt x="236235" y="67433"/>
                </a:lnTo>
                <a:lnTo>
                  <a:pt x="236418" y="71346"/>
                </a:lnTo>
                <a:lnTo>
                  <a:pt x="236418" y="111110"/>
                </a:lnTo>
                <a:cubicBezTo>
                  <a:pt x="236418" y="116813"/>
                  <a:pt x="236738" y="120362"/>
                  <a:pt x="237378" y="121757"/>
                </a:cubicBezTo>
                <a:cubicBezTo>
                  <a:pt x="238018" y="123151"/>
                  <a:pt x="239222" y="124319"/>
                  <a:pt x="240991" y="125260"/>
                </a:cubicBezTo>
                <a:cubicBezTo>
                  <a:pt x="242759" y="126200"/>
                  <a:pt x="245777" y="126670"/>
                  <a:pt x="250045" y="126670"/>
                </a:cubicBezTo>
                <a:lnTo>
                  <a:pt x="250045" y="130053"/>
                </a:lnTo>
                <a:lnTo>
                  <a:pt x="207700" y="130053"/>
                </a:lnTo>
                <a:lnTo>
                  <a:pt x="207700" y="126670"/>
                </a:lnTo>
                <a:cubicBezTo>
                  <a:pt x="212334" y="126670"/>
                  <a:pt x="215520" y="126124"/>
                  <a:pt x="217257" y="125032"/>
                </a:cubicBezTo>
                <a:cubicBezTo>
                  <a:pt x="218995" y="123940"/>
                  <a:pt x="220199" y="122302"/>
                  <a:pt x="220870" y="120119"/>
                </a:cubicBezTo>
                <a:cubicBezTo>
                  <a:pt x="221175" y="119086"/>
                  <a:pt x="221327" y="116083"/>
                  <a:pt x="221327" y="111110"/>
                </a:cubicBezTo>
                <a:lnTo>
                  <a:pt x="221327" y="75259"/>
                </a:lnTo>
                <a:cubicBezTo>
                  <a:pt x="221327" y="68464"/>
                  <a:pt x="220321" y="63581"/>
                  <a:pt x="218309" y="60608"/>
                </a:cubicBezTo>
                <a:cubicBezTo>
                  <a:pt x="215626" y="56725"/>
                  <a:pt x="211876" y="54783"/>
                  <a:pt x="207060" y="54783"/>
                </a:cubicBezTo>
                <a:cubicBezTo>
                  <a:pt x="203767" y="54783"/>
                  <a:pt x="200505" y="55663"/>
                  <a:pt x="197274" y="57421"/>
                </a:cubicBezTo>
                <a:cubicBezTo>
                  <a:pt x="192213" y="60091"/>
                  <a:pt x="188311" y="63094"/>
                  <a:pt x="185567" y="66430"/>
                </a:cubicBezTo>
                <a:lnTo>
                  <a:pt x="185567" y="111110"/>
                </a:lnTo>
                <a:cubicBezTo>
                  <a:pt x="185567" y="116569"/>
                  <a:pt x="185948" y="120118"/>
                  <a:pt x="186710" y="121757"/>
                </a:cubicBezTo>
                <a:cubicBezTo>
                  <a:pt x="187472" y="123393"/>
                  <a:pt x="188600" y="124621"/>
                  <a:pt x="190094" y="125441"/>
                </a:cubicBezTo>
                <a:cubicBezTo>
                  <a:pt x="191588" y="126260"/>
                  <a:pt x="194621" y="126670"/>
                  <a:pt x="199194" y="126670"/>
                </a:cubicBezTo>
                <a:lnTo>
                  <a:pt x="199194" y="130053"/>
                </a:lnTo>
                <a:lnTo>
                  <a:pt x="157764" y="130053"/>
                </a:lnTo>
                <a:lnTo>
                  <a:pt x="157764" y="126670"/>
                </a:lnTo>
                <a:cubicBezTo>
                  <a:pt x="161605" y="126670"/>
                  <a:pt x="164288" y="126259"/>
                  <a:pt x="165812" y="125438"/>
                </a:cubicBezTo>
                <a:cubicBezTo>
                  <a:pt x="167336" y="124616"/>
                  <a:pt x="168495" y="123308"/>
                  <a:pt x="169287" y="121514"/>
                </a:cubicBezTo>
                <a:cubicBezTo>
                  <a:pt x="170080" y="119719"/>
                  <a:pt x="170476" y="116236"/>
                  <a:pt x="170476" y="111064"/>
                </a:cubicBezTo>
                <a:lnTo>
                  <a:pt x="170476" y="79126"/>
                </a:lnTo>
                <a:cubicBezTo>
                  <a:pt x="170476" y="69938"/>
                  <a:pt x="170202" y="64006"/>
                  <a:pt x="169653" y="61331"/>
                </a:cubicBezTo>
                <a:cubicBezTo>
                  <a:pt x="169226" y="59323"/>
                  <a:pt x="168556" y="57939"/>
                  <a:pt x="167641" y="57178"/>
                </a:cubicBezTo>
                <a:cubicBezTo>
                  <a:pt x="166727" y="56418"/>
                  <a:pt x="165477" y="56038"/>
                  <a:pt x="163891" y="56038"/>
                </a:cubicBezTo>
                <a:cubicBezTo>
                  <a:pt x="162184" y="56038"/>
                  <a:pt x="160142" y="56494"/>
                  <a:pt x="157764" y="57407"/>
                </a:cubicBezTo>
                <a:lnTo>
                  <a:pt x="156392" y="54120"/>
                </a:lnTo>
                <a:lnTo>
                  <a:pt x="181634" y="43900"/>
                </a:lnTo>
                <a:lnTo>
                  <a:pt x="185567" y="43900"/>
                </a:lnTo>
                <a:lnTo>
                  <a:pt x="185567" y="61734"/>
                </a:lnTo>
                <a:close/>
                <a:moveTo>
                  <a:pt x="367571" y="77922"/>
                </a:moveTo>
                <a:cubicBezTo>
                  <a:pt x="367511" y="90332"/>
                  <a:pt x="370529" y="100066"/>
                  <a:pt x="376626" y="107123"/>
                </a:cubicBezTo>
                <a:cubicBezTo>
                  <a:pt x="382723" y="114179"/>
                  <a:pt x="389887" y="117707"/>
                  <a:pt x="398119" y="117707"/>
                </a:cubicBezTo>
                <a:cubicBezTo>
                  <a:pt x="403606" y="117707"/>
                  <a:pt x="408377" y="116198"/>
                  <a:pt x="412432" y="113179"/>
                </a:cubicBezTo>
                <a:cubicBezTo>
                  <a:pt x="416486" y="110161"/>
                  <a:pt x="419886" y="104994"/>
                  <a:pt x="422629" y="97677"/>
                </a:cubicBezTo>
                <a:lnTo>
                  <a:pt x="425464" y="99506"/>
                </a:lnTo>
                <a:cubicBezTo>
                  <a:pt x="424184" y="107860"/>
                  <a:pt x="420465" y="115466"/>
                  <a:pt x="414307" y="122325"/>
                </a:cubicBezTo>
                <a:cubicBezTo>
                  <a:pt x="408148" y="129185"/>
                  <a:pt x="400435" y="132614"/>
                  <a:pt x="391168" y="132614"/>
                </a:cubicBezTo>
                <a:cubicBezTo>
                  <a:pt x="381107" y="132614"/>
                  <a:pt x="372495" y="128705"/>
                  <a:pt x="365331" y="120888"/>
                </a:cubicBezTo>
                <a:cubicBezTo>
                  <a:pt x="358167" y="113068"/>
                  <a:pt x="354584" y="102556"/>
                  <a:pt x="354584" y="89352"/>
                </a:cubicBezTo>
                <a:cubicBezTo>
                  <a:pt x="354584" y="75054"/>
                  <a:pt x="358258" y="63904"/>
                  <a:pt x="365605" y="55904"/>
                </a:cubicBezTo>
                <a:cubicBezTo>
                  <a:pt x="372952" y="47901"/>
                  <a:pt x="382174" y="43900"/>
                  <a:pt x="393271" y="43900"/>
                </a:cubicBezTo>
                <a:cubicBezTo>
                  <a:pt x="402661" y="43900"/>
                  <a:pt x="410374" y="46987"/>
                  <a:pt x="416410" y="53160"/>
                </a:cubicBezTo>
                <a:cubicBezTo>
                  <a:pt x="422446" y="59332"/>
                  <a:pt x="425464" y="67586"/>
                  <a:pt x="425464" y="77922"/>
                </a:cubicBezTo>
                <a:lnTo>
                  <a:pt x="367571" y="77922"/>
                </a:lnTo>
                <a:moveTo>
                  <a:pt x="367571" y="72618"/>
                </a:moveTo>
                <a:lnTo>
                  <a:pt x="406350" y="72618"/>
                </a:lnTo>
                <a:cubicBezTo>
                  <a:pt x="406045" y="67252"/>
                  <a:pt x="405405" y="63472"/>
                  <a:pt x="404429" y="61277"/>
                </a:cubicBezTo>
                <a:cubicBezTo>
                  <a:pt x="402905" y="57863"/>
                  <a:pt x="400634" y="55180"/>
                  <a:pt x="397615" y="53229"/>
                </a:cubicBezTo>
                <a:cubicBezTo>
                  <a:pt x="394597" y="51278"/>
                  <a:pt x="391442" y="50302"/>
                  <a:pt x="388150" y="50302"/>
                </a:cubicBezTo>
                <a:cubicBezTo>
                  <a:pt x="383089" y="50302"/>
                  <a:pt x="378562" y="52268"/>
                  <a:pt x="374568" y="56201"/>
                </a:cubicBezTo>
                <a:cubicBezTo>
                  <a:pt x="370574" y="60134"/>
                  <a:pt x="368242" y="65606"/>
                  <a:pt x="367571" y="72618"/>
                </a:cubicBezTo>
                <a:close/>
                <a:moveTo>
                  <a:pt x="433267" y="46278"/>
                </a:moveTo>
                <a:lnTo>
                  <a:pt x="472686" y="46278"/>
                </a:lnTo>
                <a:lnTo>
                  <a:pt x="472686" y="49662"/>
                </a:lnTo>
                <a:cubicBezTo>
                  <a:pt x="470186" y="49662"/>
                  <a:pt x="468433" y="50089"/>
                  <a:pt x="467427" y="50942"/>
                </a:cubicBezTo>
                <a:cubicBezTo>
                  <a:pt x="466421" y="51796"/>
                  <a:pt x="465918" y="52924"/>
                  <a:pt x="465918" y="54326"/>
                </a:cubicBezTo>
                <a:cubicBezTo>
                  <a:pt x="465918" y="55789"/>
                  <a:pt x="466985" y="58045"/>
                  <a:pt x="469119" y="61094"/>
                </a:cubicBezTo>
                <a:cubicBezTo>
                  <a:pt x="469789" y="62070"/>
                  <a:pt x="470795" y="63594"/>
                  <a:pt x="472137" y="65667"/>
                </a:cubicBezTo>
                <a:lnTo>
                  <a:pt x="478082" y="75179"/>
                </a:lnTo>
                <a:lnTo>
                  <a:pt x="484941" y="65667"/>
                </a:lnTo>
                <a:cubicBezTo>
                  <a:pt x="489331" y="59631"/>
                  <a:pt x="491526" y="55820"/>
                  <a:pt x="491526" y="54235"/>
                </a:cubicBezTo>
                <a:cubicBezTo>
                  <a:pt x="491526" y="52954"/>
                  <a:pt x="491008" y="51872"/>
                  <a:pt x="489971" y="50988"/>
                </a:cubicBezTo>
                <a:cubicBezTo>
                  <a:pt x="488935" y="50104"/>
                  <a:pt x="487258" y="49662"/>
                  <a:pt x="484941" y="49662"/>
                </a:cubicBezTo>
                <a:lnTo>
                  <a:pt x="484941" y="46278"/>
                </a:lnTo>
                <a:lnTo>
                  <a:pt x="513293" y="46278"/>
                </a:lnTo>
                <a:lnTo>
                  <a:pt x="513293" y="49662"/>
                </a:lnTo>
                <a:cubicBezTo>
                  <a:pt x="510305" y="49845"/>
                  <a:pt x="507714" y="50668"/>
                  <a:pt x="505519" y="52131"/>
                </a:cubicBezTo>
                <a:cubicBezTo>
                  <a:pt x="502531" y="54204"/>
                  <a:pt x="498446" y="58716"/>
                  <a:pt x="493264" y="65667"/>
                </a:cubicBezTo>
                <a:lnTo>
                  <a:pt x="481831" y="80940"/>
                </a:lnTo>
                <a:lnTo>
                  <a:pt x="502684" y="110879"/>
                </a:lnTo>
                <a:cubicBezTo>
                  <a:pt x="507805" y="118241"/>
                  <a:pt x="511464" y="122668"/>
                  <a:pt x="513659" y="124160"/>
                </a:cubicBezTo>
                <a:cubicBezTo>
                  <a:pt x="515854" y="125650"/>
                  <a:pt x="518689" y="126487"/>
                  <a:pt x="522164" y="126670"/>
                </a:cubicBezTo>
                <a:lnTo>
                  <a:pt x="522164" y="130053"/>
                </a:lnTo>
                <a:lnTo>
                  <a:pt x="482654" y="130053"/>
                </a:lnTo>
                <a:lnTo>
                  <a:pt x="482654" y="126670"/>
                </a:lnTo>
                <a:cubicBezTo>
                  <a:pt x="485398" y="126670"/>
                  <a:pt x="487532" y="126062"/>
                  <a:pt x="489057" y="124846"/>
                </a:cubicBezTo>
                <a:cubicBezTo>
                  <a:pt x="490215" y="123994"/>
                  <a:pt x="490794" y="122869"/>
                  <a:pt x="490794" y="121471"/>
                </a:cubicBezTo>
                <a:cubicBezTo>
                  <a:pt x="490794" y="120072"/>
                  <a:pt x="488843" y="116545"/>
                  <a:pt x="484941" y="110890"/>
                </a:cubicBezTo>
                <a:lnTo>
                  <a:pt x="472686" y="93013"/>
                </a:lnTo>
                <a:lnTo>
                  <a:pt x="459241" y="110890"/>
                </a:lnTo>
                <a:cubicBezTo>
                  <a:pt x="455095" y="116423"/>
                  <a:pt x="453022" y="119707"/>
                  <a:pt x="453022" y="120742"/>
                </a:cubicBezTo>
                <a:cubicBezTo>
                  <a:pt x="453022" y="122201"/>
                  <a:pt x="453708" y="123524"/>
                  <a:pt x="455080" y="124709"/>
                </a:cubicBezTo>
                <a:cubicBezTo>
                  <a:pt x="456452" y="125894"/>
                  <a:pt x="458510" y="126548"/>
                  <a:pt x="461253" y="126670"/>
                </a:cubicBezTo>
                <a:lnTo>
                  <a:pt x="461253" y="130053"/>
                </a:lnTo>
                <a:lnTo>
                  <a:pt x="433907" y="130053"/>
                </a:lnTo>
                <a:lnTo>
                  <a:pt x="433907" y="126670"/>
                </a:lnTo>
                <a:cubicBezTo>
                  <a:pt x="436102" y="126365"/>
                  <a:pt x="438023" y="125604"/>
                  <a:pt x="439669" y="124389"/>
                </a:cubicBezTo>
                <a:cubicBezTo>
                  <a:pt x="441986" y="122624"/>
                  <a:pt x="445888" y="118123"/>
                  <a:pt x="451376" y="110884"/>
                </a:cubicBezTo>
                <a:lnTo>
                  <a:pt x="468936" y="87617"/>
                </a:lnTo>
                <a:lnTo>
                  <a:pt x="453022" y="64569"/>
                </a:lnTo>
                <a:cubicBezTo>
                  <a:pt x="448510" y="57984"/>
                  <a:pt x="445019" y="53854"/>
                  <a:pt x="442550" y="52177"/>
                </a:cubicBezTo>
                <a:cubicBezTo>
                  <a:pt x="440081" y="50500"/>
                  <a:pt x="436986" y="49662"/>
                  <a:pt x="433267" y="49662"/>
                </a:cubicBezTo>
                <a:lnTo>
                  <a:pt x="433267" y="46278"/>
                </a:lnTo>
                <a:close/>
                <a:moveTo>
                  <a:pt x="551614" y="0"/>
                </a:moveTo>
                <a:cubicBezTo>
                  <a:pt x="554175" y="0"/>
                  <a:pt x="556355" y="904"/>
                  <a:pt x="558153" y="2712"/>
                </a:cubicBezTo>
                <a:cubicBezTo>
                  <a:pt x="559952" y="4519"/>
                  <a:pt x="560851" y="6709"/>
                  <a:pt x="560851" y="9283"/>
                </a:cubicBezTo>
                <a:cubicBezTo>
                  <a:pt x="560851" y="11857"/>
                  <a:pt x="559952" y="14064"/>
                  <a:pt x="558153" y="15902"/>
                </a:cubicBezTo>
                <a:cubicBezTo>
                  <a:pt x="556355" y="17739"/>
                  <a:pt x="554175" y="18657"/>
                  <a:pt x="551614" y="18657"/>
                </a:cubicBezTo>
                <a:cubicBezTo>
                  <a:pt x="549053" y="18657"/>
                  <a:pt x="546858" y="17739"/>
                  <a:pt x="545029" y="15902"/>
                </a:cubicBezTo>
                <a:cubicBezTo>
                  <a:pt x="543200" y="14064"/>
                  <a:pt x="542285" y="11857"/>
                  <a:pt x="542285" y="9283"/>
                </a:cubicBezTo>
                <a:cubicBezTo>
                  <a:pt x="542285" y="6709"/>
                  <a:pt x="543185" y="4519"/>
                  <a:pt x="544983" y="2712"/>
                </a:cubicBezTo>
                <a:cubicBezTo>
                  <a:pt x="546782" y="904"/>
                  <a:pt x="548992" y="0"/>
                  <a:pt x="551614" y="0"/>
                </a:cubicBezTo>
                <a:moveTo>
                  <a:pt x="559205" y="43900"/>
                </a:moveTo>
                <a:lnTo>
                  <a:pt x="559205" y="111064"/>
                </a:lnTo>
                <a:cubicBezTo>
                  <a:pt x="559205" y="116297"/>
                  <a:pt x="559586" y="119780"/>
                  <a:pt x="560348" y="121514"/>
                </a:cubicBezTo>
                <a:cubicBezTo>
                  <a:pt x="561110" y="123247"/>
                  <a:pt x="562238" y="124540"/>
                  <a:pt x="563732" y="125392"/>
                </a:cubicBezTo>
                <a:cubicBezTo>
                  <a:pt x="565226" y="126244"/>
                  <a:pt x="567954" y="126670"/>
                  <a:pt x="571918" y="126670"/>
                </a:cubicBezTo>
                <a:lnTo>
                  <a:pt x="571918" y="130053"/>
                </a:lnTo>
                <a:lnTo>
                  <a:pt x="531219" y="130053"/>
                </a:lnTo>
                <a:lnTo>
                  <a:pt x="531219" y="126670"/>
                </a:lnTo>
                <a:cubicBezTo>
                  <a:pt x="535304" y="126670"/>
                  <a:pt x="538048" y="126274"/>
                  <a:pt x="539450" y="125483"/>
                </a:cubicBezTo>
                <a:cubicBezTo>
                  <a:pt x="540852" y="124693"/>
                  <a:pt x="541965" y="123385"/>
                  <a:pt x="542788" y="121559"/>
                </a:cubicBezTo>
                <a:cubicBezTo>
                  <a:pt x="543611" y="119734"/>
                  <a:pt x="544023" y="116236"/>
                  <a:pt x="544023" y="111064"/>
                </a:cubicBezTo>
                <a:lnTo>
                  <a:pt x="544023" y="78851"/>
                </a:lnTo>
                <a:cubicBezTo>
                  <a:pt x="544023" y="69785"/>
                  <a:pt x="543749" y="63915"/>
                  <a:pt x="543200" y="61240"/>
                </a:cubicBezTo>
                <a:cubicBezTo>
                  <a:pt x="542773" y="59293"/>
                  <a:pt x="542102" y="57939"/>
                  <a:pt x="541188" y="57178"/>
                </a:cubicBezTo>
                <a:cubicBezTo>
                  <a:pt x="540273" y="56418"/>
                  <a:pt x="539023" y="56038"/>
                  <a:pt x="537438" y="56038"/>
                </a:cubicBezTo>
                <a:cubicBezTo>
                  <a:pt x="535731" y="56038"/>
                  <a:pt x="533658" y="56494"/>
                  <a:pt x="531219" y="57407"/>
                </a:cubicBezTo>
                <a:lnTo>
                  <a:pt x="529938" y="54120"/>
                </a:lnTo>
                <a:lnTo>
                  <a:pt x="555181" y="43900"/>
                </a:lnTo>
                <a:lnTo>
                  <a:pt x="559205" y="43900"/>
                </a:lnTo>
                <a:close/>
                <a:moveTo>
                  <a:pt x="636518" y="43900"/>
                </a:moveTo>
                <a:lnTo>
                  <a:pt x="636518" y="72252"/>
                </a:lnTo>
                <a:lnTo>
                  <a:pt x="633500" y="72252"/>
                </a:lnTo>
                <a:cubicBezTo>
                  <a:pt x="631183" y="63360"/>
                  <a:pt x="628211" y="57311"/>
                  <a:pt x="624583" y="54106"/>
                </a:cubicBezTo>
                <a:cubicBezTo>
                  <a:pt x="620955" y="50899"/>
                  <a:pt x="616337" y="49296"/>
                  <a:pt x="610727" y="49296"/>
                </a:cubicBezTo>
                <a:cubicBezTo>
                  <a:pt x="606459" y="49296"/>
                  <a:pt x="603014" y="50423"/>
                  <a:pt x="600393" y="52677"/>
                </a:cubicBezTo>
                <a:cubicBezTo>
                  <a:pt x="597771" y="54929"/>
                  <a:pt x="596460" y="57426"/>
                  <a:pt x="596460" y="60168"/>
                </a:cubicBezTo>
                <a:cubicBezTo>
                  <a:pt x="596460" y="63579"/>
                  <a:pt x="597435" y="66502"/>
                  <a:pt x="599386" y="68937"/>
                </a:cubicBezTo>
                <a:cubicBezTo>
                  <a:pt x="601277" y="71435"/>
                  <a:pt x="605118" y="74084"/>
                  <a:pt x="610910" y="76885"/>
                </a:cubicBezTo>
                <a:lnTo>
                  <a:pt x="624263" y="83373"/>
                </a:lnTo>
                <a:cubicBezTo>
                  <a:pt x="636640" y="89401"/>
                  <a:pt x="642829" y="97350"/>
                  <a:pt x="642829" y="107218"/>
                </a:cubicBezTo>
                <a:cubicBezTo>
                  <a:pt x="642829" y="114830"/>
                  <a:pt x="639948" y="120966"/>
                  <a:pt x="634186" y="125626"/>
                </a:cubicBezTo>
                <a:cubicBezTo>
                  <a:pt x="628424" y="130285"/>
                  <a:pt x="621977" y="132614"/>
                  <a:pt x="614843" y="132614"/>
                </a:cubicBezTo>
                <a:cubicBezTo>
                  <a:pt x="609721" y="132614"/>
                  <a:pt x="603868" y="131700"/>
                  <a:pt x="597283" y="129871"/>
                </a:cubicBezTo>
                <a:cubicBezTo>
                  <a:pt x="595271" y="129261"/>
                  <a:pt x="593625" y="128956"/>
                  <a:pt x="592344" y="128956"/>
                </a:cubicBezTo>
                <a:cubicBezTo>
                  <a:pt x="590942" y="128956"/>
                  <a:pt x="589844" y="129749"/>
                  <a:pt x="589052" y="131334"/>
                </a:cubicBezTo>
                <a:lnTo>
                  <a:pt x="586034" y="131334"/>
                </a:lnTo>
                <a:lnTo>
                  <a:pt x="586034" y="101336"/>
                </a:lnTo>
                <a:lnTo>
                  <a:pt x="589052" y="101336"/>
                </a:lnTo>
                <a:cubicBezTo>
                  <a:pt x="590759" y="109902"/>
                  <a:pt x="594021" y="116358"/>
                  <a:pt x="598838" y="120702"/>
                </a:cubicBezTo>
                <a:cubicBezTo>
                  <a:pt x="603655" y="125046"/>
                  <a:pt x="609051" y="127218"/>
                  <a:pt x="615026" y="127218"/>
                </a:cubicBezTo>
                <a:cubicBezTo>
                  <a:pt x="619233" y="127218"/>
                  <a:pt x="622663" y="125985"/>
                  <a:pt x="625315" y="123520"/>
                </a:cubicBezTo>
                <a:cubicBezTo>
                  <a:pt x="627967" y="121052"/>
                  <a:pt x="629293" y="118083"/>
                  <a:pt x="629293" y="114611"/>
                </a:cubicBezTo>
                <a:cubicBezTo>
                  <a:pt x="629293" y="110408"/>
                  <a:pt x="627815" y="106876"/>
                  <a:pt x="624858" y="104014"/>
                </a:cubicBezTo>
                <a:cubicBezTo>
                  <a:pt x="621900" y="101152"/>
                  <a:pt x="616001" y="97529"/>
                  <a:pt x="607160" y="93144"/>
                </a:cubicBezTo>
                <a:cubicBezTo>
                  <a:pt x="598319" y="88758"/>
                  <a:pt x="592527" y="84799"/>
                  <a:pt x="589783" y="81266"/>
                </a:cubicBezTo>
                <a:cubicBezTo>
                  <a:pt x="587040" y="77795"/>
                  <a:pt x="585668" y="73409"/>
                  <a:pt x="585668" y="68111"/>
                </a:cubicBezTo>
                <a:cubicBezTo>
                  <a:pt x="585668" y="61228"/>
                  <a:pt x="588030" y="55473"/>
                  <a:pt x="592756" y="50845"/>
                </a:cubicBezTo>
                <a:cubicBezTo>
                  <a:pt x="597481" y="46215"/>
                  <a:pt x="603594" y="43900"/>
                  <a:pt x="611093" y="43900"/>
                </a:cubicBezTo>
                <a:cubicBezTo>
                  <a:pt x="614386" y="43900"/>
                  <a:pt x="618379" y="44601"/>
                  <a:pt x="623074" y="46003"/>
                </a:cubicBezTo>
                <a:cubicBezTo>
                  <a:pt x="626184" y="46918"/>
                  <a:pt x="628257" y="47375"/>
                  <a:pt x="629293" y="47375"/>
                </a:cubicBezTo>
                <a:cubicBezTo>
                  <a:pt x="630269" y="47375"/>
                  <a:pt x="631031" y="47162"/>
                  <a:pt x="631580" y="46735"/>
                </a:cubicBezTo>
                <a:cubicBezTo>
                  <a:pt x="632128" y="46308"/>
                  <a:pt x="632769" y="45363"/>
                  <a:pt x="633500" y="43900"/>
                </a:cubicBezTo>
                <a:lnTo>
                  <a:pt x="636518" y="43900"/>
                </a:lnTo>
                <a:close/>
                <a:moveTo>
                  <a:pt x="679565" y="18657"/>
                </a:moveTo>
                <a:lnTo>
                  <a:pt x="679565" y="46278"/>
                </a:lnTo>
                <a:lnTo>
                  <a:pt x="699137" y="46278"/>
                </a:lnTo>
                <a:lnTo>
                  <a:pt x="699137" y="52680"/>
                </a:lnTo>
                <a:lnTo>
                  <a:pt x="679565" y="52680"/>
                </a:lnTo>
                <a:lnTo>
                  <a:pt x="679565" y="106932"/>
                </a:lnTo>
                <a:cubicBezTo>
                  <a:pt x="679565" y="112353"/>
                  <a:pt x="680343" y="116007"/>
                  <a:pt x="681898" y="117895"/>
                </a:cubicBezTo>
                <a:cubicBezTo>
                  <a:pt x="683452" y="119782"/>
                  <a:pt x="685449" y="120725"/>
                  <a:pt x="687888" y="120725"/>
                </a:cubicBezTo>
                <a:cubicBezTo>
                  <a:pt x="689900" y="120725"/>
                  <a:pt x="691851" y="120100"/>
                  <a:pt x="693741" y="118850"/>
                </a:cubicBezTo>
                <a:cubicBezTo>
                  <a:pt x="695632" y="117600"/>
                  <a:pt x="697095" y="115756"/>
                  <a:pt x="698131" y="113317"/>
                </a:cubicBezTo>
                <a:lnTo>
                  <a:pt x="701698" y="113317"/>
                </a:lnTo>
                <a:cubicBezTo>
                  <a:pt x="699564" y="119309"/>
                  <a:pt x="696546" y="123841"/>
                  <a:pt x="692644" y="126912"/>
                </a:cubicBezTo>
                <a:cubicBezTo>
                  <a:pt x="688742" y="129982"/>
                  <a:pt x="684718" y="131517"/>
                  <a:pt x="680571" y="131517"/>
                </a:cubicBezTo>
                <a:cubicBezTo>
                  <a:pt x="677767" y="131517"/>
                  <a:pt x="675023" y="130738"/>
                  <a:pt x="672340" y="129182"/>
                </a:cubicBezTo>
                <a:cubicBezTo>
                  <a:pt x="669657" y="127625"/>
                  <a:pt x="667676" y="125398"/>
                  <a:pt x="666395" y="122500"/>
                </a:cubicBezTo>
                <a:cubicBezTo>
                  <a:pt x="665115" y="119600"/>
                  <a:pt x="664475" y="115128"/>
                  <a:pt x="664475" y="109084"/>
                </a:cubicBezTo>
                <a:lnTo>
                  <a:pt x="664475" y="52680"/>
                </a:lnTo>
                <a:lnTo>
                  <a:pt x="651213" y="52680"/>
                </a:lnTo>
                <a:lnTo>
                  <a:pt x="651213" y="49662"/>
                </a:lnTo>
                <a:cubicBezTo>
                  <a:pt x="654567" y="48317"/>
                  <a:pt x="657996" y="46039"/>
                  <a:pt x="661502" y="42828"/>
                </a:cubicBezTo>
                <a:cubicBezTo>
                  <a:pt x="665008" y="39618"/>
                  <a:pt x="668133" y="35811"/>
                  <a:pt x="670877" y="31407"/>
                </a:cubicBezTo>
                <a:cubicBezTo>
                  <a:pt x="672279" y="29085"/>
                  <a:pt x="674230" y="24835"/>
                  <a:pt x="676730" y="18657"/>
                </a:cubicBezTo>
                <a:lnTo>
                  <a:pt x="679565" y="18657"/>
                </a:lnTo>
                <a:close/>
                <a:moveTo>
                  <a:pt x="728618" y="0"/>
                </a:moveTo>
                <a:cubicBezTo>
                  <a:pt x="731179" y="0"/>
                  <a:pt x="733359" y="904"/>
                  <a:pt x="735158" y="2712"/>
                </a:cubicBezTo>
                <a:cubicBezTo>
                  <a:pt x="736956" y="4519"/>
                  <a:pt x="737856" y="6709"/>
                  <a:pt x="737856" y="9283"/>
                </a:cubicBezTo>
                <a:cubicBezTo>
                  <a:pt x="737856" y="11857"/>
                  <a:pt x="736956" y="14064"/>
                  <a:pt x="735158" y="15902"/>
                </a:cubicBezTo>
                <a:cubicBezTo>
                  <a:pt x="733359" y="17739"/>
                  <a:pt x="731179" y="18657"/>
                  <a:pt x="728618" y="18657"/>
                </a:cubicBezTo>
                <a:cubicBezTo>
                  <a:pt x="726057" y="18657"/>
                  <a:pt x="723862" y="17739"/>
                  <a:pt x="722033" y="15902"/>
                </a:cubicBezTo>
                <a:cubicBezTo>
                  <a:pt x="720204" y="14064"/>
                  <a:pt x="719290" y="11857"/>
                  <a:pt x="719290" y="9283"/>
                </a:cubicBezTo>
                <a:cubicBezTo>
                  <a:pt x="719290" y="6709"/>
                  <a:pt x="720189" y="4519"/>
                  <a:pt x="721988" y="2712"/>
                </a:cubicBezTo>
                <a:cubicBezTo>
                  <a:pt x="723786" y="904"/>
                  <a:pt x="725996" y="0"/>
                  <a:pt x="728618" y="0"/>
                </a:cubicBezTo>
                <a:moveTo>
                  <a:pt x="736209" y="43900"/>
                </a:moveTo>
                <a:lnTo>
                  <a:pt x="736209" y="111064"/>
                </a:lnTo>
                <a:cubicBezTo>
                  <a:pt x="736209" y="116297"/>
                  <a:pt x="736590" y="119780"/>
                  <a:pt x="737353" y="121514"/>
                </a:cubicBezTo>
                <a:cubicBezTo>
                  <a:pt x="738115" y="123247"/>
                  <a:pt x="739243" y="124540"/>
                  <a:pt x="740736" y="125392"/>
                </a:cubicBezTo>
                <a:cubicBezTo>
                  <a:pt x="742230" y="126244"/>
                  <a:pt x="744959" y="126670"/>
                  <a:pt x="748922" y="126670"/>
                </a:cubicBezTo>
                <a:lnTo>
                  <a:pt x="748922" y="130053"/>
                </a:lnTo>
                <a:lnTo>
                  <a:pt x="708223" y="130053"/>
                </a:lnTo>
                <a:lnTo>
                  <a:pt x="708223" y="126670"/>
                </a:lnTo>
                <a:cubicBezTo>
                  <a:pt x="712308" y="126670"/>
                  <a:pt x="715052" y="126274"/>
                  <a:pt x="716454" y="125483"/>
                </a:cubicBezTo>
                <a:cubicBezTo>
                  <a:pt x="717857" y="124693"/>
                  <a:pt x="718969" y="123385"/>
                  <a:pt x="719793" y="121559"/>
                </a:cubicBezTo>
                <a:cubicBezTo>
                  <a:pt x="720616" y="119734"/>
                  <a:pt x="721027" y="116236"/>
                  <a:pt x="721027" y="111064"/>
                </a:cubicBezTo>
                <a:lnTo>
                  <a:pt x="721027" y="78851"/>
                </a:lnTo>
                <a:cubicBezTo>
                  <a:pt x="721027" y="69785"/>
                  <a:pt x="720753" y="63915"/>
                  <a:pt x="720204" y="61240"/>
                </a:cubicBezTo>
                <a:cubicBezTo>
                  <a:pt x="719777" y="59293"/>
                  <a:pt x="719107" y="57939"/>
                  <a:pt x="718192" y="57178"/>
                </a:cubicBezTo>
                <a:cubicBezTo>
                  <a:pt x="717277" y="56418"/>
                  <a:pt x="716028" y="56038"/>
                  <a:pt x="714442" y="56038"/>
                </a:cubicBezTo>
                <a:cubicBezTo>
                  <a:pt x="712735" y="56038"/>
                  <a:pt x="710662" y="56494"/>
                  <a:pt x="708223" y="57407"/>
                </a:cubicBezTo>
                <a:lnTo>
                  <a:pt x="706943" y="54120"/>
                </a:lnTo>
                <a:lnTo>
                  <a:pt x="732185" y="43900"/>
                </a:lnTo>
                <a:lnTo>
                  <a:pt x="736209" y="43900"/>
                </a:lnTo>
                <a:close/>
                <a:moveTo>
                  <a:pt x="783799" y="61643"/>
                </a:moveTo>
                <a:cubicBezTo>
                  <a:pt x="793615" y="49814"/>
                  <a:pt x="802975" y="43900"/>
                  <a:pt x="811877" y="43900"/>
                </a:cubicBezTo>
                <a:cubicBezTo>
                  <a:pt x="816450" y="43900"/>
                  <a:pt x="820382" y="45041"/>
                  <a:pt x="823675" y="47324"/>
                </a:cubicBezTo>
                <a:cubicBezTo>
                  <a:pt x="826967" y="49605"/>
                  <a:pt x="829589" y="53361"/>
                  <a:pt x="831540" y="58593"/>
                </a:cubicBezTo>
                <a:cubicBezTo>
                  <a:pt x="832882" y="62242"/>
                  <a:pt x="833552" y="67839"/>
                  <a:pt x="833552" y="75384"/>
                </a:cubicBezTo>
                <a:lnTo>
                  <a:pt x="833552" y="111064"/>
                </a:lnTo>
                <a:cubicBezTo>
                  <a:pt x="833552" y="116358"/>
                  <a:pt x="833979" y="119947"/>
                  <a:pt x="834833" y="121834"/>
                </a:cubicBezTo>
                <a:cubicBezTo>
                  <a:pt x="835503" y="123354"/>
                  <a:pt x="836586" y="124540"/>
                  <a:pt x="838079" y="125392"/>
                </a:cubicBezTo>
                <a:cubicBezTo>
                  <a:pt x="839573" y="126244"/>
                  <a:pt x="842332" y="126670"/>
                  <a:pt x="846356" y="126670"/>
                </a:cubicBezTo>
                <a:lnTo>
                  <a:pt x="846356" y="130053"/>
                </a:lnTo>
                <a:lnTo>
                  <a:pt x="804926" y="130053"/>
                </a:lnTo>
                <a:lnTo>
                  <a:pt x="804926" y="126670"/>
                </a:lnTo>
                <a:lnTo>
                  <a:pt x="806664" y="126670"/>
                </a:lnTo>
                <a:cubicBezTo>
                  <a:pt x="810566" y="126670"/>
                  <a:pt x="813294" y="126078"/>
                  <a:pt x="814849" y="124895"/>
                </a:cubicBezTo>
                <a:cubicBezTo>
                  <a:pt x="816404" y="123711"/>
                  <a:pt x="817486" y="121968"/>
                  <a:pt x="818096" y="119664"/>
                </a:cubicBezTo>
                <a:cubicBezTo>
                  <a:pt x="818340" y="118754"/>
                  <a:pt x="818462" y="115902"/>
                  <a:pt x="818462" y="111110"/>
                </a:cubicBezTo>
                <a:lnTo>
                  <a:pt x="818462" y="76988"/>
                </a:lnTo>
                <a:cubicBezTo>
                  <a:pt x="818462" y="69406"/>
                  <a:pt x="817471" y="63902"/>
                  <a:pt x="815489" y="60474"/>
                </a:cubicBezTo>
                <a:cubicBezTo>
                  <a:pt x="813508" y="57046"/>
                  <a:pt x="810169" y="55332"/>
                  <a:pt x="805475" y="55332"/>
                </a:cubicBezTo>
                <a:cubicBezTo>
                  <a:pt x="798219" y="55332"/>
                  <a:pt x="790994" y="59275"/>
                  <a:pt x="783799" y="67162"/>
                </a:cubicBezTo>
                <a:lnTo>
                  <a:pt x="783799" y="111110"/>
                </a:lnTo>
                <a:cubicBezTo>
                  <a:pt x="783799" y="116752"/>
                  <a:pt x="784134" y="120240"/>
                  <a:pt x="784805" y="121574"/>
                </a:cubicBezTo>
                <a:cubicBezTo>
                  <a:pt x="785659" y="123332"/>
                  <a:pt x="786832" y="124621"/>
                  <a:pt x="788326" y="125441"/>
                </a:cubicBezTo>
                <a:cubicBezTo>
                  <a:pt x="789820" y="126260"/>
                  <a:pt x="792853" y="126670"/>
                  <a:pt x="797426" y="126670"/>
                </a:cubicBezTo>
                <a:lnTo>
                  <a:pt x="797426" y="130053"/>
                </a:lnTo>
                <a:lnTo>
                  <a:pt x="755996" y="130053"/>
                </a:lnTo>
                <a:lnTo>
                  <a:pt x="755996" y="126670"/>
                </a:lnTo>
                <a:lnTo>
                  <a:pt x="757825" y="126670"/>
                </a:lnTo>
                <a:cubicBezTo>
                  <a:pt x="762093" y="126670"/>
                  <a:pt x="764974" y="125590"/>
                  <a:pt x="766468" y="123431"/>
                </a:cubicBezTo>
                <a:cubicBezTo>
                  <a:pt x="767961" y="121271"/>
                  <a:pt x="768708" y="117148"/>
                  <a:pt x="768708" y="111064"/>
                </a:cubicBezTo>
                <a:lnTo>
                  <a:pt x="768708" y="80037"/>
                </a:lnTo>
                <a:cubicBezTo>
                  <a:pt x="768708" y="70000"/>
                  <a:pt x="768480" y="63886"/>
                  <a:pt x="768022" y="61697"/>
                </a:cubicBezTo>
                <a:cubicBezTo>
                  <a:pt x="767565" y="59506"/>
                  <a:pt x="766864" y="58015"/>
                  <a:pt x="765919" y="57224"/>
                </a:cubicBezTo>
                <a:cubicBezTo>
                  <a:pt x="764974" y="56433"/>
                  <a:pt x="763709" y="56038"/>
                  <a:pt x="762123" y="56038"/>
                </a:cubicBezTo>
                <a:cubicBezTo>
                  <a:pt x="760416" y="56038"/>
                  <a:pt x="758374" y="56494"/>
                  <a:pt x="755996" y="57407"/>
                </a:cubicBezTo>
                <a:lnTo>
                  <a:pt x="754624" y="54120"/>
                </a:lnTo>
                <a:lnTo>
                  <a:pt x="779866" y="43900"/>
                </a:lnTo>
                <a:lnTo>
                  <a:pt x="783799" y="43900"/>
                </a:lnTo>
                <a:lnTo>
                  <a:pt x="783799" y="61643"/>
                </a:lnTo>
                <a:close/>
                <a:moveTo>
                  <a:pt x="875440" y="99526"/>
                </a:moveTo>
                <a:cubicBezTo>
                  <a:pt x="870318" y="97030"/>
                  <a:pt x="866385" y="93545"/>
                  <a:pt x="863642" y="89069"/>
                </a:cubicBezTo>
                <a:cubicBezTo>
                  <a:pt x="860898" y="84593"/>
                  <a:pt x="859526" y="79645"/>
                  <a:pt x="859526" y="74224"/>
                </a:cubicBezTo>
                <a:cubicBezTo>
                  <a:pt x="859526" y="65943"/>
                  <a:pt x="862651" y="58819"/>
                  <a:pt x="868900" y="52851"/>
                </a:cubicBezTo>
                <a:cubicBezTo>
                  <a:pt x="875150" y="46884"/>
                  <a:pt x="883153" y="43900"/>
                  <a:pt x="892908" y="43900"/>
                </a:cubicBezTo>
                <a:cubicBezTo>
                  <a:pt x="900896" y="43900"/>
                  <a:pt x="907816" y="45851"/>
                  <a:pt x="913669" y="49753"/>
                </a:cubicBezTo>
                <a:lnTo>
                  <a:pt x="931412" y="49753"/>
                </a:lnTo>
                <a:cubicBezTo>
                  <a:pt x="934034" y="49753"/>
                  <a:pt x="935558" y="49828"/>
                  <a:pt x="935985" y="49979"/>
                </a:cubicBezTo>
                <a:cubicBezTo>
                  <a:pt x="936412" y="50130"/>
                  <a:pt x="936717" y="50386"/>
                  <a:pt x="936900" y="50748"/>
                </a:cubicBezTo>
                <a:cubicBezTo>
                  <a:pt x="937265" y="51291"/>
                  <a:pt x="937448" y="52256"/>
                  <a:pt x="937448" y="53643"/>
                </a:cubicBezTo>
                <a:cubicBezTo>
                  <a:pt x="937448" y="55209"/>
                  <a:pt x="937296" y="56294"/>
                  <a:pt x="936991" y="56898"/>
                </a:cubicBezTo>
                <a:cubicBezTo>
                  <a:pt x="936808" y="57199"/>
                  <a:pt x="936488" y="57440"/>
                  <a:pt x="936031" y="57621"/>
                </a:cubicBezTo>
                <a:cubicBezTo>
                  <a:pt x="935573" y="57802"/>
                  <a:pt x="934034" y="57893"/>
                  <a:pt x="931412" y="57893"/>
                </a:cubicBezTo>
                <a:lnTo>
                  <a:pt x="920529" y="57893"/>
                </a:lnTo>
                <a:cubicBezTo>
                  <a:pt x="923943" y="62293"/>
                  <a:pt x="925650" y="67913"/>
                  <a:pt x="925650" y="74756"/>
                </a:cubicBezTo>
                <a:cubicBezTo>
                  <a:pt x="925650" y="82575"/>
                  <a:pt x="922663" y="89265"/>
                  <a:pt x="916687" y="94825"/>
                </a:cubicBezTo>
                <a:cubicBezTo>
                  <a:pt x="910712" y="100385"/>
                  <a:pt x="902694" y="103165"/>
                  <a:pt x="892634" y="103165"/>
                </a:cubicBezTo>
                <a:cubicBezTo>
                  <a:pt x="888488" y="103165"/>
                  <a:pt x="884250" y="102543"/>
                  <a:pt x="879921" y="101298"/>
                </a:cubicBezTo>
                <a:cubicBezTo>
                  <a:pt x="877238" y="103613"/>
                  <a:pt x="875425" y="105640"/>
                  <a:pt x="874479" y="107378"/>
                </a:cubicBezTo>
                <a:cubicBezTo>
                  <a:pt x="873534" y="109113"/>
                  <a:pt x="873062" y="110590"/>
                  <a:pt x="873062" y="111808"/>
                </a:cubicBezTo>
                <a:cubicBezTo>
                  <a:pt x="873062" y="112844"/>
                  <a:pt x="873565" y="113850"/>
                  <a:pt x="874571" y="114826"/>
                </a:cubicBezTo>
                <a:cubicBezTo>
                  <a:pt x="875577" y="115799"/>
                  <a:pt x="877543" y="116500"/>
                  <a:pt x="880470" y="116926"/>
                </a:cubicBezTo>
                <a:cubicBezTo>
                  <a:pt x="882177" y="117170"/>
                  <a:pt x="886445" y="117384"/>
                  <a:pt x="893274" y="117567"/>
                </a:cubicBezTo>
                <a:cubicBezTo>
                  <a:pt x="905834" y="117870"/>
                  <a:pt x="913974" y="118295"/>
                  <a:pt x="917693" y="118844"/>
                </a:cubicBezTo>
                <a:cubicBezTo>
                  <a:pt x="923364" y="119637"/>
                  <a:pt x="927891" y="121739"/>
                  <a:pt x="931275" y="125152"/>
                </a:cubicBezTo>
                <a:cubicBezTo>
                  <a:pt x="934659" y="128563"/>
                  <a:pt x="936351" y="132766"/>
                  <a:pt x="936351" y="137762"/>
                </a:cubicBezTo>
                <a:cubicBezTo>
                  <a:pt x="936351" y="144646"/>
                  <a:pt x="933119" y="151104"/>
                  <a:pt x="926656" y="157137"/>
                </a:cubicBezTo>
                <a:cubicBezTo>
                  <a:pt x="917145" y="166031"/>
                  <a:pt x="904737" y="170478"/>
                  <a:pt x="889433" y="170478"/>
                </a:cubicBezTo>
                <a:cubicBezTo>
                  <a:pt x="877665" y="170478"/>
                  <a:pt x="867727" y="167829"/>
                  <a:pt x="859617" y="162533"/>
                </a:cubicBezTo>
                <a:cubicBezTo>
                  <a:pt x="855045" y="159488"/>
                  <a:pt x="852758" y="156321"/>
                  <a:pt x="852758" y="153032"/>
                </a:cubicBezTo>
                <a:cubicBezTo>
                  <a:pt x="852758" y="151573"/>
                  <a:pt x="853093" y="150112"/>
                  <a:pt x="853764" y="148651"/>
                </a:cubicBezTo>
                <a:cubicBezTo>
                  <a:pt x="854801" y="146397"/>
                  <a:pt x="856935" y="143261"/>
                  <a:pt x="860166" y="139242"/>
                </a:cubicBezTo>
                <a:cubicBezTo>
                  <a:pt x="860593" y="138695"/>
                  <a:pt x="863703" y="135408"/>
                  <a:pt x="869495" y="129379"/>
                </a:cubicBezTo>
                <a:cubicBezTo>
                  <a:pt x="866324" y="127487"/>
                  <a:pt x="864084" y="125793"/>
                  <a:pt x="862773" y="124297"/>
                </a:cubicBezTo>
                <a:cubicBezTo>
                  <a:pt x="861462" y="122802"/>
                  <a:pt x="860806" y="121108"/>
                  <a:pt x="860806" y="119216"/>
                </a:cubicBezTo>
                <a:cubicBezTo>
                  <a:pt x="860806" y="117078"/>
                  <a:pt x="861675" y="114574"/>
                  <a:pt x="863413" y="111705"/>
                </a:cubicBezTo>
                <a:cubicBezTo>
                  <a:pt x="865151" y="108835"/>
                  <a:pt x="869160" y="104776"/>
                  <a:pt x="875440" y="99526"/>
                </a:cubicBezTo>
                <a:moveTo>
                  <a:pt x="891353" y="48473"/>
                </a:moveTo>
                <a:cubicBezTo>
                  <a:pt x="886842" y="48473"/>
                  <a:pt x="883061" y="50262"/>
                  <a:pt x="880013" y="53840"/>
                </a:cubicBezTo>
                <a:cubicBezTo>
                  <a:pt x="876964" y="57417"/>
                  <a:pt x="875440" y="62904"/>
                  <a:pt x="875440" y="70303"/>
                </a:cubicBezTo>
                <a:cubicBezTo>
                  <a:pt x="875440" y="79885"/>
                  <a:pt x="877513" y="87313"/>
                  <a:pt x="881659" y="92587"/>
                </a:cubicBezTo>
                <a:cubicBezTo>
                  <a:pt x="884829" y="96590"/>
                  <a:pt x="888854" y="98592"/>
                  <a:pt x="893731" y="98592"/>
                </a:cubicBezTo>
                <a:cubicBezTo>
                  <a:pt x="898365" y="98592"/>
                  <a:pt x="902176" y="96864"/>
                  <a:pt x="905164" y="93407"/>
                </a:cubicBezTo>
                <a:cubicBezTo>
                  <a:pt x="908151" y="89951"/>
                  <a:pt x="909645" y="84524"/>
                  <a:pt x="909645" y="77125"/>
                </a:cubicBezTo>
                <a:cubicBezTo>
                  <a:pt x="909645" y="67484"/>
                  <a:pt x="907542" y="59934"/>
                  <a:pt x="903334" y="54475"/>
                </a:cubicBezTo>
                <a:cubicBezTo>
                  <a:pt x="900225" y="50473"/>
                  <a:pt x="896231" y="48473"/>
                  <a:pt x="891353" y="48473"/>
                </a:cubicBezTo>
                <a:moveTo>
                  <a:pt x="874525" y="130108"/>
                </a:moveTo>
                <a:cubicBezTo>
                  <a:pt x="871659" y="133212"/>
                  <a:pt x="869495" y="136102"/>
                  <a:pt x="868032" y="138779"/>
                </a:cubicBezTo>
                <a:cubicBezTo>
                  <a:pt x="866568" y="141458"/>
                  <a:pt x="865837" y="143924"/>
                  <a:pt x="865837" y="146176"/>
                </a:cubicBezTo>
                <a:cubicBezTo>
                  <a:pt x="865837" y="149097"/>
                  <a:pt x="867605" y="151653"/>
                  <a:pt x="871141" y="153844"/>
                </a:cubicBezTo>
                <a:cubicBezTo>
                  <a:pt x="877238" y="157617"/>
                  <a:pt x="886049" y="159503"/>
                  <a:pt x="897573" y="159503"/>
                </a:cubicBezTo>
                <a:cubicBezTo>
                  <a:pt x="908548" y="159503"/>
                  <a:pt x="916642" y="157570"/>
                  <a:pt x="921855" y="153704"/>
                </a:cubicBezTo>
                <a:cubicBezTo>
                  <a:pt x="927068" y="149840"/>
                  <a:pt x="929674" y="145718"/>
                  <a:pt x="929674" y="141337"/>
                </a:cubicBezTo>
                <a:cubicBezTo>
                  <a:pt x="929674" y="138172"/>
                  <a:pt x="928120" y="135920"/>
                  <a:pt x="925010" y="134581"/>
                </a:cubicBezTo>
                <a:cubicBezTo>
                  <a:pt x="921840" y="133241"/>
                  <a:pt x="915559" y="132450"/>
                  <a:pt x="906170" y="132208"/>
                </a:cubicBezTo>
                <a:cubicBezTo>
                  <a:pt x="892451" y="131843"/>
                  <a:pt x="881903" y="131142"/>
                  <a:pt x="874525" y="130108"/>
                </a:cubicBezTo>
                <a:close/>
                <a:moveTo>
                  <a:pt x="1018389" y="61734"/>
                </a:moveTo>
                <a:cubicBezTo>
                  <a:pt x="1024486" y="55637"/>
                  <a:pt x="1028084" y="52131"/>
                  <a:pt x="1029181" y="51217"/>
                </a:cubicBezTo>
                <a:cubicBezTo>
                  <a:pt x="1031925" y="48900"/>
                  <a:pt x="1034882" y="47101"/>
                  <a:pt x="1038052" y="45821"/>
                </a:cubicBezTo>
                <a:cubicBezTo>
                  <a:pt x="1041223" y="44540"/>
                  <a:pt x="1044363" y="43900"/>
                  <a:pt x="1047473" y="43900"/>
                </a:cubicBezTo>
                <a:cubicBezTo>
                  <a:pt x="1052716" y="43900"/>
                  <a:pt x="1057228" y="45424"/>
                  <a:pt x="1061008" y="48473"/>
                </a:cubicBezTo>
                <a:cubicBezTo>
                  <a:pt x="1064789" y="51521"/>
                  <a:pt x="1067319" y="55942"/>
                  <a:pt x="1068599" y="61734"/>
                </a:cubicBezTo>
                <a:cubicBezTo>
                  <a:pt x="1074880" y="54418"/>
                  <a:pt x="1080184" y="49616"/>
                  <a:pt x="1084513" y="47330"/>
                </a:cubicBezTo>
                <a:cubicBezTo>
                  <a:pt x="1088842" y="45043"/>
                  <a:pt x="1093293" y="43900"/>
                  <a:pt x="1097866" y="43900"/>
                </a:cubicBezTo>
                <a:cubicBezTo>
                  <a:pt x="1102317" y="43900"/>
                  <a:pt x="1106265" y="45041"/>
                  <a:pt x="1109710" y="47324"/>
                </a:cubicBezTo>
                <a:cubicBezTo>
                  <a:pt x="1113155" y="49605"/>
                  <a:pt x="1115883" y="53331"/>
                  <a:pt x="1117895" y="58502"/>
                </a:cubicBezTo>
                <a:cubicBezTo>
                  <a:pt x="1119237" y="62031"/>
                  <a:pt x="1119908" y="67567"/>
                  <a:pt x="1119908" y="75110"/>
                </a:cubicBezTo>
                <a:lnTo>
                  <a:pt x="1119908" y="111064"/>
                </a:lnTo>
                <a:cubicBezTo>
                  <a:pt x="1119908" y="116297"/>
                  <a:pt x="1120304" y="119886"/>
                  <a:pt x="1121096" y="121834"/>
                </a:cubicBezTo>
                <a:cubicBezTo>
                  <a:pt x="1121706" y="123171"/>
                  <a:pt x="1122834" y="124312"/>
                  <a:pt x="1124480" y="125255"/>
                </a:cubicBezTo>
                <a:cubicBezTo>
                  <a:pt x="1126127" y="126198"/>
                  <a:pt x="1128809" y="126670"/>
                  <a:pt x="1132529" y="126670"/>
                </a:cubicBezTo>
                <a:lnTo>
                  <a:pt x="1132529" y="130053"/>
                </a:lnTo>
                <a:lnTo>
                  <a:pt x="1091190" y="130053"/>
                </a:lnTo>
                <a:lnTo>
                  <a:pt x="1091190" y="126670"/>
                </a:lnTo>
                <a:lnTo>
                  <a:pt x="1092927" y="126670"/>
                </a:lnTo>
                <a:cubicBezTo>
                  <a:pt x="1096525" y="126670"/>
                  <a:pt x="1099329" y="125972"/>
                  <a:pt x="1101342" y="124577"/>
                </a:cubicBezTo>
                <a:cubicBezTo>
                  <a:pt x="1102744" y="123606"/>
                  <a:pt x="1103750" y="122059"/>
                  <a:pt x="1104360" y="119936"/>
                </a:cubicBezTo>
                <a:cubicBezTo>
                  <a:pt x="1104604" y="118905"/>
                  <a:pt x="1104725" y="115963"/>
                  <a:pt x="1104725" y="111110"/>
                </a:cubicBezTo>
                <a:lnTo>
                  <a:pt x="1104725" y="75259"/>
                </a:lnTo>
                <a:cubicBezTo>
                  <a:pt x="1104725" y="68464"/>
                  <a:pt x="1103902" y="63672"/>
                  <a:pt x="1102256" y="60883"/>
                </a:cubicBezTo>
                <a:cubicBezTo>
                  <a:pt x="1099878" y="56999"/>
                  <a:pt x="1096067" y="55058"/>
                  <a:pt x="1090824" y="55058"/>
                </a:cubicBezTo>
                <a:cubicBezTo>
                  <a:pt x="1087592" y="55058"/>
                  <a:pt x="1084346" y="55862"/>
                  <a:pt x="1081084" y="57470"/>
                </a:cubicBezTo>
                <a:cubicBezTo>
                  <a:pt x="1077822" y="59076"/>
                  <a:pt x="1073874" y="62064"/>
                  <a:pt x="1069240" y="66433"/>
                </a:cubicBezTo>
                <a:lnTo>
                  <a:pt x="1069057" y="67433"/>
                </a:lnTo>
                <a:lnTo>
                  <a:pt x="1069240" y="71346"/>
                </a:lnTo>
                <a:lnTo>
                  <a:pt x="1069240" y="111110"/>
                </a:lnTo>
                <a:cubicBezTo>
                  <a:pt x="1069240" y="116813"/>
                  <a:pt x="1069560" y="120362"/>
                  <a:pt x="1070200" y="121757"/>
                </a:cubicBezTo>
                <a:cubicBezTo>
                  <a:pt x="1070840" y="123151"/>
                  <a:pt x="1072044" y="124319"/>
                  <a:pt x="1073813" y="125260"/>
                </a:cubicBezTo>
                <a:cubicBezTo>
                  <a:pt x="1075581" y="126200"/>
                  <a:pt x="1078599" y="126670"/>
                  <a:pt x="1082867" y="126670"/>
                </a:cubicBezTo>
                <a:lnTo>
                  <a:pt x="1082867" y="130053"/>
                </a:lnTo>
                <a:lnTo>
                  <a:pt x="1040522" y="130053"/>
                </a:lnTo>
                <a:lnTo>
                  <a:pt x="1040522" y="126670"/>
                </a:lnTo>
                <a:cubicBezTo>
                  <a:pt x="1045156" y="126670"/>
                  <a:pt x="1048342" y="126124"/>
                  <a:pt x="1050079" y="125032"/>
                </a:cubicBezTo>
                <a:cubicBezTo>
                  <a:pt x="1051817" y="123940"/>
                  <a:pt x="1053021" y="122302"/>
                  <a:pt x="1053692" y="120119"/>
                </a:cubicBezTo>
                <a:cubicBezTo>
                  <a:pt x="1053997" y="119086"/>
                  <a:pt x="1054149" y="116083"/>
                  <a:pt x="1054149" y="111110"/>
                </a:cubicBezTo>
                <a:lnTo>
                  <a:pt x="1054149" y="75259"/>
                </a:lnTo>
                <a:cubicBezTo>
                  <a:pt x="1054149" y="68464"/>
                  <a:pt x="1053143" y="63581"/>
                  <a:pt x="1051131" y="60608"/>
                </a:cubicBezTo>
                <a:cubicBezTo>
                  <a:pt x="1048448" y="56725"/>
                  <a:pt x="1044698" y="54783"/>
                  <a:pt x="1039882" y="54783"/>
                </a:cubicBezTo>
                <a:cubicBezTo>
                  <a:pt x="1036589" y="54783"/>
                  <a:pt x="1033327" y="55663"/>
                  <a:pt x="1030096" y="57421"/>
                </a:cubicBezTo>
                <a:cubicBezTo>
                  <a:pt x="1025035" y="60091"/>
                  <a:pt x="1021133" y="63094"/>
                  <a:pt x="1018389" y="66430"/>
                </a:cubicBezTo>
                <a:lnTo>
                  <a:pt x="1018389" y="111110"/>
                </a:lnTo>
                <a:cubicBezTo>
                  <a:pt x="1018389" y="116569"/>
                  <a:pt x="1018770" y="120118"/>
                  <a:pt x="1019532" y="121757"/>
                </a:cubicBezTo>
                <a:cubicBezTo>
                  <a:pt x="1020294" y="123393"/>
                  <a:pt x="1021422" y="124621"/>
                  <a:pt x="1022916" y="125441"/>
                </a:cubicBezTo>
                <a:cubicBezTo>
                  <a:pt x="1024410" y="126260"/>
                  <a:pt x="1027443" y="126670"/>
                  <a:pt x="1032016" y="126670"/>
                </a:cubicBezTo>
                <a:lnTo>
                  <a:pt x="1032016" y="130053"/>
                </a:lnTo>
                <a:lnTo>
                  <a:pt x="990586" y="130053"/>
                </a:lnTo>
                <a:lnTo>
                  <a:pt x="990586" y="126670"/>
                </a:lnTo>
                <a:cubicBezTo>
                  <a:pt x="994427" y="126670"/>
                  <a:pt x="997110" y="126259"/>
                  <a:pt x="998634" y="125438"/>
                </a:cubicBezTo>
                <a:cubicBezTo>
                  <a:pt x="1000158" y="124616"/>
                  <a:pt x="1001317" y="123308"/>
                  <a:pt x="1002109" y="121514"/>
                </a:cubicBezTo>
                <a:cubicBezTo>
                  <a:pt x="1002902" y="119719"/>
                  <a:pt x="1003298" y="116236"/>
                  <a:pt x="1003298" y="111064"/>
                </a:cubicBezTo>
                <a:lnTo>
                  <a:pt x="1003298" y="79126"/>
                </a:lnTo>
                <a:cubicBezTo>
                  <a:pt x="1003298" y="69938"/>
                  <a:pt x="1003024" y="64006"/>
                  <a:pt x="1002475" y="61331"/>
                </a:cubicBezTo>
                <a:cubicBezTo>
                  <a:pt x="1002048" y="59323"/>
                  <a:pt x="1001378" y="57939"/>
                  <a:pt x="1000463" y="57178"/>
                </a:cubicBezTo>
                <a:cubicBezTo>
                  <a:pt x="999549" y="56418"/>
                  <a:pt x="998299" y="56038"/>
                  <a:pt x="996713" y="56038"/>
                </a:cubicBezTo>
                <a:cubicBezTo>
                  <a:pt x="995006" y="56038"/>
                  <a:pt x="992964" y="56494"/>
                  <a:pt x="990586" y="57407"/>
                </a:cubicBezTo>
                <a:lnTo>
                  <a:pt x="989214" y="54120"/>
                </a:lnTo>
                <a:lnTo>
                  <a:pt x="1014456" y="43900"/>
                </a:lnTo>
                <a:lnTo>
                  <a:pt x="1018389" y="43900"/>
                </a:lnTo>
                <a:lnTo>
                  <a:pt x="1018389" y="61734"/>
                </a:lnTo>
                <a:close/>
                <a:moveTo>
                  <a:pt x="1186704" y="117981"/>
                </a:moveTo>
                <a:cubicBezTo>
                  <a:pt x="1178107" y="124627"/>
                  <a:pt x="1172710" y="128468"/>
                  <a:pt x="1170515" y="129505"/>
                </a:cubicBezTo>
                <a:cubicBezTo>
                  <a:pt x="1167223" y="131090"/>
                  <a:pt x="1163717" y="131883"/>
                  <a:pt x="1159998" y="131883"/>
                </a:cubicBezTo>
                <a:cubicBezTo>
                  <a:pt x="1154205" y="131883"/>
                  <a:pt x="1149434" y="129901"/>
                  <a:pt x="1145685" y="125938"/>
                </a:cubicBezTo>
                <a:cubicBezTo>
                  <a:pt x="1141935" y="121975"/>
                  <a:pt x="1140060" y="116762"/>
                  <a:pt x="1140060" y="110299"/>
                </a:cubicBezTo>
                <a:cubicBezTo>
                  <a:pt x="1140060" y="106213"/>
                  <a:pt x="1140975" y="102677"/>
                  <a:pt x="1142804" y="99689"/>
                </a:cubicBezTo>
                <a:cubicBezTo>
                  <a:pt x="1145304" y="95543"/>
                  <a:pt x="1149648" y="91641"/>
                  <a:pt x="1155836" y="87983"/>
                </a:cubicBezTo>
                <a:cubicBezTo>
                  <a:pt x="1162025" y="84324"/>
                  <a:pt x="1172314" y="79873"/>
                  <a:pt x="1186704" y="74630"/>
                </a:cubicBezTo>
                <a:lnTo>
                  <a:pt x="1186704" y="71337"/>
                </a:lnTo>
                <a:cubicBezTo>
                  <a:pt x="1186704" y="62984"/>
                  <a:pt x="1185377" y="57253"/>
                  <a:pt x="1182725" y="54143"/>
                </a:cubicBezTo>
                <a:cubicBezTo>
                  <a:pt x="1180073" y="51034"/>
                  <a:pt x="1176216" y="49479"/>
                  <a:pt x="1171156" y="49479"/>
                </a:cubicBezTo>
                <a:cubicBezTo>
                  <a:pt x="1167314" y="49479"/>
                  <a:pt x="1164266" y="50512"/>
                  <a:pt x="1162010" y="52577"/>
                </a:cubicBezTo>
                <a:cubicBezTo>
                  <a:pt x="1159693" y="54642"/>
                  <a:pt x="1158534" y="57012"/>
                  <a:pt x="1158534" y="59685"/>
                </a:cubicBezTo>
                <a:lnTo>
                  <a:pt x="1158717" y="64970"/>
                </a:lnTo>
                <a:cubicBezTo>
                  <a:pt x="1158717" y="67763"/>
                  <a:pt x="1158001" y="69919"/>
                  <a:pt x="1156568" y="71437"/>
                </a:cubicBezTo>
                <a:cubicBezTo>
                  <a:pt x="1155135" y="72956"/>
                  <a:pt x="1153260" y="73715"/>
                  <a:pt x="1150943" y="73715"/>
                </a:cubicBezTo>
                <a:cubicBezTo>
                  <a:pt x="1148687" y="73715"/>
                  <a:pt x="1146843" y="72925"/>
                  <a:pt x="1145410" y="71346"/>
                </a:cubicBezTo>
                <a:cubicBezTo>
                  <a:pt x="1143977" y="69764"/>
                  <a:pt x="1143261" y="67606"/>
                  <a:pt x="1143261" y="64870"/>
                </a:cubicBezTo>
                <a:cubicBezTo>
                  <a:pt x="1143261" y="59643"/>
                  <a:pt x="1145944" y="54842"/>
                  <a:pt x="1151309" y="50465"/>
                </a:cubicBezTo>
                <a:cubicBezTo>
                  <a:pt x="1156675" y="46088"/>
                  <a:pt x="1164205" y="43900"/>
                  <a:pt x="1173899" y="43900"/>
                </a:cubicBezTo>
                <a:cubicBezTo>
                  <a:pt x="1181338" y="43900"/>
                  <a:pt x="1187435" y="45148"/>
                  <a:pt x="1192191" y="47644"/>
                </a:cubicBezTo>
                <a:cubicBezTo>
                  <a:pt x="1195788" y="49532"/>
                  <a:pt x="1198441" y="52486"/>
                  <a:pt x="1200148" y="56507"/>
                </a:cubicBezTo>
                <a:cubicBezTo>
                  <a:pt x="1201245" y="59125"/>
                  <a:pt x="1201794" y="64484"/>
                  <a:pt x="1201794" y="72583"/>
                </a:cubicBezTo>
                <a:lnTo>
                  <a:pt x="1201794" y="100993"/>
                </a:lnTo>
                <a:cubicBezTo>
                  <a:pt x="1201794" y="108970"/>
                  <a:pt x="1201947" y="113858"/>
                  <a:pt x="1202251" y="115655"/>
                </a:cubicBezTo>
                <a:cubicBezTo>
                  <a:pt x="1202556" y="117451"/>
                  <a:pt x="1203059" y="118655"/>
                  <a:pt x="1203761" y="119264"/>
                </a:cubicBezTo>
                <a:cubicBezTo>
                  <a:pt x="1204462" y="119872"/>
                  <a:pt x="1205270" y="120176"/>
                  <a:pt x="1206184" y="120176"/>
                </a:cubicBezTo>
                <a:cubicBezTo>
                  <a:pt x="1207160" y="120176"/>
                  <a:pt x="1208013" y="119963"/>
                  <a:pt x="1208745" y="119536"/>
                </a:cubicBezTo>
                <a:cubicBezTo>
                  <a:pt x="1210025" y="118743"/>
                  <a:pt x="1212495" y="116518"/>
                  <a:pt x="1216153" y="112859"/>
                </a:cubicBezTo>
                <a:lnTo>
                  <a:pt x="1216153" y="117981"/>
                </a:lnTo>
                <a:cubicBezTo>
                  <a:pt x="1209324" y="127127"/>
                  <a:pt x="1202800" y="131700"/>
                  <a:pt x="1196581" y="131700"/>
                </a:cubicBezTo>
                <a:cubicBezTo>
                  <a:pt x="1193593" y="131700"/>
                  <a:pt x="1191216" y="130663"/>
                  <a:pt x="1189447" y="128590"/>
                </a:cubicBezTo>
                <a:cubicBezTo>
                  <a:pt x="1187679" y="126517"/>
                  <a:pt x="1186765" y="122981"/>
                  <a:pt x="1186704" y="117981"/>
                </a:cubicBezTo>
                <a:moveTo>
                  <a:pt x="1186704" y="111985"/>
                </a:moveTo>
                <a:lnTo>
                  <a:pt x="1186704" y="80209"/>
                </a:lnTo>
                <a:cubicBezTo>
                  <a:pt x="1177497" y="83850"/>
                  <a:pt x="1171552" y="86430"/>
                  <a:pt x="1168869" y="87948"/>
                </a:cubicBezTo>
                <a:cubicBezTo>
                  <a:pt x="1164052" y="90620"/>
                  <a:pt x="1160608" y="93412"/>
                  <a:pt x="1158534" y="96325"/>
                </a:cubicBezTo>
                <a:cubicBezTo>
                  <a:pt x="1156461" y="99239"/>
                  <a:pt x="1155425" y="102425"/>
                  <a:pt x="1155425" y="105886"/>
                </a:cubicBezTo>
                <a:cubicBezTo>
                  <a:pt x="1155425" y="110257"/>
                  <a:pt x="1156736" y="113883"/>
                  <a:pt x="1159358" y="116766"/>
                </a:cubicBezTo>
                <a:cubicBezTo>
                  <a:pt x="1161979" y="119649"/>
                  <a:pt x="1164998" y="121091"/>
                  <a:pt x="1168412" y="121091"/>
                </a:cubicBezTo>
                <a:cubicBezTo>
                  <a:pt x="1173046" y="121091"/>
                  <a:pt x="1179143" y="118055"/>
                  <a:pt x="1186704" y="111985"/>
                </a:cubicBezTo>
                <a:close/>
                <a:moveTo>
                  <a:pt x="1246729" y="18657"/>
                </a:moveTo>
                <a:lnTo>
                  <a:pt x="1246729" y="46278"/>
                </a:lnTo>
                <a:lnTo>
                  <a:pt x="1266301" y="46278"/>
                </a:lnTo>
                <a:lnTo>
                  <a:pt x="1266301" y="52680"/>
                </a:lnTo>
                <a:lnTo>
                  <a:pt x="1246729" y="52680"/>
                </a:lnTo>
                <a:lnTo>
                  <a:pt x="1246729" y="106932"/>
                </a:lnTo>
                <a:cubicBezTo>
                  <a:pt x="1246729" y="112353"/>
                  <a:pt x="1247506" y="116007"/>
                  <a:pt x="1249061" y="117895"/>
                </a:cubicBezTo>
                <a:cubicBezTo>
                  <a:pt x="1250616" y="119782"/>
                  <a:pt x="1252612" y="120725"/>
                  <a:pt x="1255051" y="120725"/>
                </a:cubicBezTo>
                <a:cubicBezTo>
                  <a:pt x="1257063" y="120725"/>
                  <a:pt x="1259014" y="120100"/>
                  <a:pt x="1260905" y="118850"/>
                </a:cubicBezTo>
                <a:cubicBezTo>
                  <a:pt x="1262795" y="117600"/>
                  <a:pt x="1264258" y="115756"/>
                  <a:pt x="1265295" y="113317"/>
                </a:cubicBezTo>
                <a:lnTo>
                  <a:pt x="1268861" y="113317"/>
                </a:lnTo>
                <a:cubicBezTo>
                  <a:pt x="1266727" y="119309"/>
                  <a:pt x="1263709" y="123841"/>
                  <a:pt x="1259807" y="126912"/>
                </a:cubicBezTo>
                <a:cubicBezTo>
                  <a:pt x="1255905" y="129982"/>
                  <a:pt x="1251881" y="131517"/>
                  <a:pt x="1247735" y="131517"/>
                </a:cubicBezTo>
                <a:cubicBezTo>
                  <a:pt x="1244930" y="131517"/>
                  <a:pt x="1242186" y="130738"/>
                  <a:pt x="1239503" y="129182"/>
                </a:cubicBezTo>
                <a:cubicBezTo>
                  <a:pt x="1236821" y="127625"/>
                  <a:pt x="1234839" y="125398"/>
                  <a:pt x="1233559" y="122500"/>
                </a:cubicBezTo>
                <a:cubicBezTo>
                  <a:pt x="1232278" y="119600"/>
                  <a:pt x="1231638" y="115128"/>
                  <a:pt x="1231638" y="109084"/>
                </a:cubicBezTo>
                <a:lnTo>
                  <a:pt x="1231638" y="52680"/>
                </a:lnTo>
                <a:lnTo>
                  <a:pt x="1218377" y="52680"/>
                </a:lnTo>
                <a:lnTo>
                  <a:pt x="1218377" y="49662"/>
                </a:lnTo>
                <a:cubicBezTo>
                  <a:pt x="1221730" y="48317"/>
                  <a:pt x="1225160" y="46039"/>
                  <a:pt x="1228666" y="42828"/>
                </a:cubicBezTo>
                <a:cubicBezTo>
                  <a:pt x="1232171" y="39618"/>
                  <a:pt x="1235296" y="35811"/>
                  <a:pt x="1238040" y="31407"/>
                </a:cubicBezTo>
                <a:cubicBezTo>
                  <a:pt x="1239442" y="29085"/>
                  <a:pt x="1241393" y="24835"/>
                  <a:pt x="1243893" y="18657"/>
                </a:cubicBezTo>
                <a:lnTo>
                  <a:pt x="1246729" y="18657"/>
                </a:lnTo>
                <a:close/>
                <a:moveTo>
                  <a:pt x="1298983" y="43900"/>
                </a:moveTo>
                <a:lnTo>
                  <a:pt x="1298983" y="62740"/>
                </a:lnTo>
                <a:cubicBezTo>
                  <a:pt x="1305994" y="50180"/>
                  <a:pt x="1313189" y="43900"/>
                  <a:pt x="1320567" y="43900"/>
                </a:cubicBezTo>
                <a:cubicBezTo>
                  <a:pt x="1323920" y="43900"/>
                  <a:pt x="1326694" y="44921"/>
                  <a:pt x="1328889" y="46964"/>
                </a:cubicBezTo>
                <a:cubicBezTo>
                  <a:pt x="1331084" y="49006"/>
                  <a:pt x="1332182" y="51369"/>
                  <a:pt x="1332182" y="54052"/>
                </a:cubicBezTo>
                <a:cubicBezTo>
                  <a:pt x="1332182" y="56430"/>
                  <a:pt x="1331389" y="58442"/>
                  <a:pt x="1329804" y="60088"/>
                </a:cubicBezTo>
                <a:cubicBezTo>
                  <a:pt x="1328219" y="61734"/>
                  <a:pt x="1326329" y="62557"/>
                  <a:pt x="1324134" y="62557"/>
                </a:cubicBezTo>
                <a:cubicBezTo>
                  <a:pt x="1322000" y="62557"/>
                  <a:pt x="1319606" y="61506"/>
                  <a:pt x="1316954" y="59402"/>
                </a:cubicBezTo>
                <a:cubicBezTo>
                  <a:pt x="1314302" y="57299"/>
                  <a:pt x="1312335" y="56247"/>
                  <a:pt x="1311055" y="56247"/>
                </a:cubicBezTo>
                <a:cubicBezTo>
                  <a:pt x="1309958" y="56247"/>
                  <a:pt x="1308769" y="56855"/>
                  <a:pt x="1307488" y="58070"/>
                </a:cubicBezTo>
                <a:cubicBezTo>
                  <a:pt x="1304744" y="60564"/>
                  <a:pt x="1301909" y="64669"/>
                  <a:pt x="1298983" y="70386"/>
                </a:cubicBezTo>
                <a:lnTo>
                  <a:pt x="1298983" y="110433"/>
                </a:lnTo>
                <a:cubicBezTo>
                  <a:pt x="1298983" y="115053"/>
                  <a:pt x="1299562" y="118550"/>
                  <a:pt x="1300720" y="120922"/>
                </a:cubicBezTo>
                <a:cubicBezTo>
                  <a:pt x="1301513" y="122564"/>
                  <a:pt x="1302915" y="123933"/>
                  <a:pt x="1304927" y="125029"/>
                </a:cubicBezTo>
                <a:cubicBezTo>
                  <a:pt x="1306939" y="126123"/>
                  <a:pt x="1309836" y="126670"/>
                  <a:pt x="1313616" y="126670"/>
                </a:cubicBezTo>
                <a:lnTo>
                  <a:pt x="1313616" y="130053"/>
                </a:lnTo>
                <a:lnTo>
                  <a:pt x="1270722" y="130053"/>
                </a:lnTo>
                <a:lnTo>
                  <a:pt x="1270722" y="126670"/>
                </a:lnTo>
                <a:cubicBezTo>
                  <a:pt x="1274990" y="126670"/>
                  <a:pt x="1278161" y="126001"/>
                  <a:pt x="1280234" y="124663"/>
                </a:cubicBezTo>
                <a:cubicBezTo>
                  <a:pt x="1281758" y="123690"/>
                  <a:pt x="1282825" y="122138"/>
                  <a:pt x="1283435" y="120007"/>
                </a:cubicBezTo>
                <a:cubicBezTo>
                  <a:pt x="1283740" y="118973"/>
                  <a:pt x="1283892" y="116022"/>
                  <a:pt x="1283892" y="111156"/>
                </a:cubicBezTo>
                <a:lnTo>
                  <a:pt x="1283892" y="78760"/>
                </a:lnTo>
                <a:cubicBezTo>
                  <a:pt x="1283892" y="69025"/>
                  <a:pt x="1283694" y="63231"/>
                  <a:pt x="1283297" y="61377"/>
                </a:cubicBezTo>
                <a:cubicBezTo>
                  <a:pt x="1282901" y="59521"/>
                  <a:pt x="1282169" y="58167"/>
                  <a:pt x="1281102" y="57316"/>
                </a:cubicBezTo>
                <a:cubicBezTo>
                  <a:pt x="1280035" y="56464"/>
                  <a:pt x="1278709" y="56038"/>
                  <a:pt x="1277124" y="56038"/>
                </a:cubicBezTo>
                <a:cubicBezTo>
                  <a:pt x="1275234" y="56038"/>
                  <a:pt x="1273100" y="56494"/>
                  <a:pt x="1270722" y="57407"/>
                </a:cubicBezTo>
                <a:lnTo>
                  <a:pt x="1269807" y="54120"/>
                </a:lnTo>
                <a:lnTo>
                  <a:pt x="1295141" y="43900"/>
                </a:lnTo>
                <a:lnTo>
                  <a:pt x="1298983" y="43900"/>
                </a:lnTo>
                <a:close/>
                <a:moveTo>
                  <a:pt x="1358155" y="0"/>
                </a:moveTo>
                <a:cubicBezTo>
                  <a:pt x="1360716" y="0"/>
                  <a:pt x="1362895" y="904"/>
                  <a:pt x="1364694" y="2712"/>
                </a:cubicBezTo>
                <a:cubicBezTo>
                  <a:pt x="1366493" y="4519"/>
                  <a:pt x="1367392" y="6709"/>
                  <a:pt x="1367392" y="9283"/>
                </a:cubicBezTo>
                <a:cubicBezTo>
                  <a:pt x="1367392" y="11857"/>
                  <a:pt x="1366493" y="14064"/>
                  <a:pt x="1364694" y="15902"/>
                </a:cubicBezTo>
                <a:cubicBezTo>
                  <a:pt x="1362895" y="17739"/>
                  <a:pt x="1360716" y="18657"/>
                  <a:pt x="1358155" y="18657"/>
                </a:cubicBezTo>
                <a:cubicBezTo>
                  <a:pt x="1355594" y="18657"/>
                  <a:pt x="1353399" y="17739"/>
                  <a:pt x="1351570" y="15902"/>
                </a:cubicBezTo>
                <a:cubicBezTo>
                  <a:pt x="1349741" y="14064"/>
                  <a:pt x="1348826" y="11857"/>
                  <a:pt x="1348826" y="9283"/>
                </a:cubicBezTo>
                <a:cubicBezTo>
                  <a:pt x="1348826" y="6709"/>
                  <a:pt x="1349725" y="4519"/>
                  <a:pt x="1351524" y="2712"/>
                </a:cubicBezTo>
                <a:cubicBezTo>
                  <a:pt x="1353323" y="904"/>
                  <a:pt x="1355533" y="0"/>
                  <a:pt x="1358155" y="0"/>
                </a:cubicBezTo>
                <a:moveTo>
                  <a:pt x="1365746" y="43900"/>
                </a:moveTo>
                <a:lnTo>
                  <a:pt x="1365746" y="111064"/>
                </a:lnTo>
                <a:cubicBezTo>
                  <a:pt x="1365746" y="116297"/>
                  <a:pt x="1366127" y="119780"/>
                  <a:pt x="1366889" y="121514"/>
                </a:cubicBezTo>
                <a:cubicBezTo>
                  <a:pt x="1367651" y="123247"/>
                  <a:pt x="1368779" y="124540"/>
                  <a:pt x="1370273" y="125392"/>
                </a:cubicBezTo>
                <a:cubicBezTo>
                  <a:pt x="1371767" y="126244"/>
                  <a:pt x="1374495" y="126670"/>
                  <a:pt x="1378458" y="126670"/>
                </a:cubicBezTo>
                <a:lnTo>
                  <a:pt x="1378458" y="130053"/>
                </a:lnTo>
                <a:lnTo>
                  <a:pt x="1337760" y="130053"/>
                </a:lnTo>
                <a:lnTo>
                  <a:pt x="1337760" y="126670"/>
                </a:lnTo>
                <a:cubicBezTo>
                  <a:pt x="1341845" y="126670"/>
                  <a:pt x="1344588" y="126274"/>
                  <a:pt x="1345991" y="125483"/>
                </a:cubicBezTo>
                <a:cubicBezTo>
                  <a:pt x="1347393" y="124693"/>
                  <a:pt x="1348506" y="123385"/>
                  <a:pt x="1349329" y="121559"/>
                </a:cubicBezTo>
                <a:cubicBezTo>
                  <a:pt x="1350152" y="119734"/>
                  <a:pt x="1350564" y="116236"/>
                  <a:pt x="1350564" y="111064"/>
                </a:cubicBezTo>
                <a:lnTo>
                  <a:pt x="1350564" y="78851"/>
                </a:lnTo>
                <a:cubicBezTo>
                  <a:pt x="1350564" y="69785"/>
                  <a:pt x="1350289" y="63915"/>
                  <a:pt x="1349741" y="61240"/>
                </a:cubicBezTo>
                <a:cubicBezTo>
                  <a:pt x="1349314" y="59293"/>
                  <a:pt x="1348643" y="57939"/>
                  <a:pt x="1347728" y="57178"/>
                </a:cubicBezTo>
                <a:cubicBezTo>
                  <a:pt x="1346814" y="56418"/>
                  <a:pt x="1345564" y="56038"/>
                  <a:pt x="1343979" y="56038"/>
                </a:cubicBezTo>
                <a:cubicBezTo>
                  <a:pt x="1342271" y="56038"/>
                  <a:pt x="1340198" y="56494"/>
                  <a:pt x="1337760" y="57407"/>
                </a:cubicBezTo>
                <a:lnTo>
                  <a:pt x="1336479" y="54120"/>
                </a:lnTo>
                <a:lnTo>
                  <a:pt x="1361722" y="43900"/>
                </a:lnTo>
                <a:lnTo>
                  <a:pt x="1365746" y="43900"/>
                </a:lnTo>
                <a:close/>
                <a:moveTo>
                  <a:pt x="1385532" y="46278"/>
                </a:moveTo>
                <a:lnTo>
                  <a:pt x="1424950" y="46278"/>
                </a:lnTo>
                <a:lnTo>
                  <a:pt x="1424950" y="49662"/>
                </a:lnTo>
                <a:cubicBezTo>
                  <a:pt x="1422450" y="49662"/>
                  <a:pt x="1420697" y="50089"/>
                  <a:pt x="1419691" y="50942"/>
                </a:cubicBezTo>
                <a:cubicBezTo>
                  <a:pt x="1418685" y="51796"/>
                  <a:pt x="1418182" y="52924"/>
                  <a:pt x="1418182" y="54326"/>
                </a:cubicBezTo>
                <a:cubicBezTo>
                  <a:pt x="1418182" y="55789"/>
                  <a:pt x="1419249" y="58045"/>
                  <a:pt x="1421383" y="61094"/>
                </a:cubicBezTo>
                <a:cubicBezTo>
                  <a:pt x="1422054" y="62070"/>
                  <a:pt x="1423060" y="63594"/>
                  <a:pt x="1424402" y="65667"/>
                </a:cubicBezTo>
                <a:lnTo>
                  <a:pt x="1430346" y="75179"/>
                </a:lnTo>
                <a:lnTo>
                  <a:pt x="1437206" y="65667"/>
                </a:lnTo>
                <a:cubicBezTo>
                  <a:pt x="1441596" y="59631"/>
                  <a:pt x="1443791" y="55820"/>
                  <a:pt x="1443791" y="54235"/>
                </a:cubicBezTo>
                <a:cubicBezTo>
                  <a:pt x="1443791" y="52954"/>
                  <a:pt x="1443272" y="51872"/>
                  <a:pt x="1442236" y="50988"/>
                </a:cubicBezTo>
                <a:cubicBezTo>
                  <a:pt x="1441199" y="50104"/>
                  <a:pt x="1439523" y="49662"/>
                  <a:pt x="1437206" y="49662"/>
                </a:cubicBezTo>
                <a:lnTo>
                  <a:pt x="1437206" y="46278"/>
                </a:lnTo>
                <a:lnTo>
                  <a:pt x="1465558" y="46278"/>
                </a:lnTo>
                <a:lnTo>
                  <a:pt x="1465558" y="49662"/>
                </a:lnTo>
                <a:cubicBezTo>
                  <a:pt x="1462570" y="49845"/>
                  <a:pt x="1459979" y="50668"/>
                  <a:pt x="1457784" y="52131"/>
                </a:cubicBezTo>
                <a:cubicBezTo>
                  <a:pt x="1454796" y="54204"/>
                  <a:pt x="1450711" y="58716"/>
                  <a:pt x="1445528" y="65667"/>
                </a:cubicBezTo>
                <a:lnTo>
                  <a:pt x="1434096" y="80940"/>
                </a:lnTo>
                <a:lnTo>
                  <a:pt x="1454949" y="110879"/>
                </a:lnTo>
                <a:cubicBezTo>
                  <a:pt x="1460070" y="118241"/>
                  <a:pt x="1463729" y="122668"/>
                  <a:pt x="1465924" y="124160"/>
                </a:cubicBezTo>
                <a:cubicBezTo>
                  <a:pt x="1468119" y="125650"/>
                  <a:pt x="1470954" y="126487"/>
                  <a:pt x="1474429" y="126670"/>
                </a:cubicBezTo>
                <a:lnTo>
                  <a:pt x="1474429" y="130053"/>
                </a:lnTo>
                <a:lnTo>
                  <a:pt x="1434919" y="130053"/>
                </a:lnTo>
                <a:lnTo>
                  <a:pt x="1434919" y="126670"/>
                </a:lnTo>
                <a:cubicBezTo>
                  <a:pt x="1437663" y="126670"/>
                  <a:pt x="1439797" y="126062"/>
                  <a:pt x="1441321" y="124846"/>
                </a:cubicBezTo>
                <a:cubicBezTo>
                  <a:pt x="1442480" y="123994"/>
                  <a:pt x="1443059" y="122869"/>
                  <a:pt x="1443059" y="121471"/>
                </a:cubicBezTo>
                <a:cubicBezTo>
                  <a:pt x="1443059" y="120072"/>
                  <a:pt x="1441108" y="116545"/>
                  <a:pt x="1437206" y="110890"/>
                </a:cubicBezTo>
                <a:lnTo>
                  <a:pt x="1424950" y="93013"/>
                </a:lnTo>
                <a:lnTo>
                  <a:pt x="1411506" y="110890"/>
                </a:lnTo>
                <a:cubicBezTo>
                  <a:pt x="1407360" y="116423"/>
                  <a:pt x="1405287" y="119707"/>
                  <a:pt x="1405287" y="120742"/>
                </a:cubicBezTo>
                <a:cubicBezTo>
                  <a:pt x="1405287" y="122201"/>
                  <a:pt x="1405973" y="123524"/>
                  <a:pt x="1407345" y="124709"/>
                </a:cubicBezTo>
                <a:cubicBezTo>
                  <a:pt x="1408716" y="125894"/>
                  <a:pt x="1410774" y="126548"/>
                  <a:pt x="1413518" y="126670"/>
                </a:cubicBezTo>
                <a:lnTo>
                  <a:pt x="1413518" y="130053"/>
                </a:lnTo>
                <a:lnTo>
                  <a:pt x="1386172" y="130053"/>
                </a:lnTo>
                <a:lnTo>
                  <a:pt x="1386172" y="126670"/>
                </a:lnTo>
                <a:cubicBezTo>
                  <a:pt x="1388367" y="126365"/>
                  <a:pt x="1390288" y="125604"/>
                  <a:pt x="1391934" y="124389"/>
                </a:cubicBezTo>
                <a:cubicBezTo>
                  <a:pt x="1394251" y="122624"/>
                  <a:pt x="1398153" y="118123"/>
                  <a:pt x="1403641" y="110884"/>
                </a:cubicBezTo>
                <a:lnTo>
                  <a:pt x="1421200" y="87617"/>
                </a:lnTo>
                <a:lnTo>
                  <a:pt x="1405287" y="64569"/>
                </a:lnTo>
                <a:cubicBezTo>
                  <a:pt x="1400775" y="57984"/>
                  <a:pt x="1397284" y="53854"/>
                  <a:pt x="1394815" y="52177"/>
                </a:cubicBezTo>
                <a:cubicBezTo>
                  <a:pt x="1392345" y="50500"/>
                  <a:pt x="1389251" y="49662"/>
                  <a:pt x="1385532" y="49662"/>
                </a:cubicBezTo>
                <a:lnTo>
                  <a:pt x="1385532" y="462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DA90F-60FE-405C-BFD8-F4220B3C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530" y="4538432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3BD0B-FE0B-43A4-AFC6-7C3A406D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530" y="4538432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546" name="Text ings">
            <a:extLst xmlns:a="http://schemas.openxmlformats.org/drawingml/2006/main">
              <a:ext uri="{FF2B5EF4-FFF2-40B4-BE49-F238E27FC236}">
                <a16:creationId xmlns:a16="http://schemas.microsoft.com/office/drawing/2014/main" id="{2502C630-5B26-40B5-99A1-AF8EC877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153" y="4630804"/>
            <a:ext cx="300197" cy="170478"/>
          </a:xfrm>
          <a:custGeom xmlns:a="http://schemas.openxmlformats.org/drawingml/2006/main">
            <a:pathLst>
              <a:path w="300197" h="170478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76856" y="61643"/>
                </a:moveTo>
                <a:cubicBezTo>
                  <a:pt x="86673" y="49814"/>
                  <a:pt x="96032" y="43900"/>
                  <a:pt x="104934" y="43900"/>
                </a:cubicBezTo>
                <a:cubicBezTo>
                  <a:pt x="109507" y="43900"/>
                  <a:pt x="113439" y="45041"/>
                  <a:pt x="116732" y="47324"/>
                </a:cubicBezTo>
                <a:cubicBezTo>
                  <a:pt x="120024" y="49605"/>
                  <a:pt x="122646" y="53361"/>
                  <a:pt x="124597" y="58593"/>
                </a:cubicBezTo>
                <a:cubicBezTo>
                  <a:pt x="125939" y="62242"/>
                  <a:pt x="126609" y="67839"/>
                  <a:pt x="126609" y="75384"/>
                </a:cubicBezTo>
                <a:lnTo>
                  <a:pt x="126609" y="111064"/>
                </a:lnTo>
                <a:cubicBezTo>
                  <a:pt x="126609" y="116358"/>
                  <a:pt x="127036" y="119947"/>
                  <a:pt x="127890" y="121834"/>
                </a:cubicBezTo>
                <a:cubicBezTo>
                  <a:pt x="128561" y="123354"/>
                  <a:pt x="129643" y="124540"/>
                  <a:pt x="131137" y="125392"/>
                </a:cubicBezTo>
                <a:cubicBezTo>
                  <a:pt x="132630" y="126244"/>
                  <a:pt x="135389" y="126670"/>
                  <a:pt x="139414" y="126670"/>
                </a:cubicBezTo>
                <a:lnTo>
                  <a:pt x="139414" y="130053"/>
                </a:lnTo>
                <a:lnTo>
                  <a:pt x="97983" y="130053"/>
                </a:lnTo>
                <a:lnTo>
                  <a:pt x="97983" y="126670"/>
                </a:lnTo>
                <a:lnTo>
                  <a:pt x="99721" y="126670"/>
                </a:lnTo>
                <a:cubicBezTo>
                  <a:pt x="103623" y="126670"/>
                  <a:pt x="106351" y="126078"/>
                  <a:pt x="107906" y="124895"/>
                </a:cubicBezTo>
                <a:cubicBezTo>
                  <a:pt x="109461" y="123711"/>
                  <a:pt x="110543" y="121968"/>
                  <a:pt x="111153" y="119664"/>
                </a:cubicBezTo>
                <a:cubicBezTo>
                  <a:pt x="111397" y="118754"/>
                  <a:pt x="111519" y="115902"/>
                  <a:pt x="111519" y="111110"/>
                </a:cubicBezTo>
                <a:lnTo>
                  <a:pt x="111519" y="76988"/>
                </a:lnTo>
                <a:cubicBezTo>
                  <a:pt x="111519" y="69406"/>
                  <a:pt x="110528" y="63902"/>
                  <a:pt x="108546" y="60474"/>
                </a:cubicBezTo>
                <a:cubicBezTo>
                  <a:pt x="106565" y="57046"/>
                  <a:pt x="103227" y="55332"/>
                  <a:pt x="98532" y="55332"/>
                </a:cubicBezTo>
                <a:cubicBezTo>
                  <a:pt x="91276" y="55332"/>
                  <a:pt x="84051" y="59275"/>
                  <a:pt x="76856" y="67162"/>
                </a:cubicBezTo>
                <a:lnTo>
                  <a:pt x="76856" y="111110"/>
                </a:lnTo>
                <a:cubicBezTo>
                  <a:pt x="76856" y="116752"/>
                  <a:pt x="77192" y="120240"/>
                  <a:pt x="77862" y="121574"/>
                </a:cubicBezTo>
                <a:cubicBezTo>
                  <a:pt x="78716" y="123332"/>
                  <a:pt x="79890" y="124621"/>
                  <a:pt x="81383" y="125441"/>
                </a:cubicBezTo>
                <a:cubicBezTo>
                  <a:pt x="82877" y="126260"/>
                  <a:pt x="85911" y="126670"/>
                  <a:pt x="90483" y="126670"/>
                </a:cubicBezTo>
                <a:lnTo>
                  <a:pt x="90483" y="130053"/>
                </a:lnTo>
                <a:lnTo>
                  <a:pt x="49053" y="130053"/>
                </a:lnTo>
                <a:lnTo>
                  <a:pt x="49053" y="126670"/>
                </a:lnTo>
                <a:lnTo>
                  <a:pt x="50882" y="126670"/>
                </a:lnTo>
                <a:cubicBezTo>
                  <a:pt x="55150" y="126670"/>
                  <a:pt x="58031" y="125590"/>
                  <a:pt x="59525" y="123431"/>
                </a:cubicBezTo>
                <a:cubicBezTo>
                  <a:pt x="61019" y="121271"/>
                  <a:pt x="61766" y="117148"/>
                  <a:pt x="61766" y="111064"/>
                </a:cubicBezTo>
                <a:lnTo>
                  <a:pt x="61766" y="80037"/>
                </a:lnTo>
                <a:cubicBezTo>
                  <a:pt x="61766" y="70000"/>
                  <a:pt x="61537" y="63886"/>
                  <a:pt x="61080" y="61697"/>
                </a:cubicBezTo>
                <a:cubicBezTo>
                  <a:pt x="60622" y="59506"/>
                  <a:pt x="59921" y="58015"/>
                  <a:pt x="58976" y="57224"/>
                </a:cubicBezTo>
                <a:cubicBezTo>
                  <a:pt x="58031" y="56433"/>
                  <a:pt x="56766" y="56038"/>
                  <a:pt x="55181" y="56038"/>
                </a:cubicBezTo>
                <a:cubicBezTo>
                  <a:pt x="53473" y="56038"/>
                  <a:pt x="51431" y="56494"/>
                  <a:pt x="49053" y="57407"/>
                </a:cubicBezTo>
                <a:lnTo>
                  <a:pt x="47681" y="54120"/>
                </a:lnTo>
                <a:lnTo>
                  <a:pt x="72924" y="43900"/>
                </a:lnTo>
                <a:lnTo>
                  <a:pt x="76856" y="43900"/>
                </a:lnTo>
                <a:lnTo>
                  <a:pt x="76856" y="61643"/>
                </a:lnTo>
                <a:close/>
                <a:moveTo>
                  <a:pt x="168497" y="99526"/>
                </a:moveTo>
                <a:cubicBezTo>
                  <a:pt x="163375" y="97030"/>
                  <a:pt x="159443" y="93545"/>
                  <a:pt x="156699" y="89069"/>
                </a:cubicBezTo>
                <a:cubicBezTo>
                  <a:pt x="153955" y="84593"/>
                  <a:pt x="152583" y="79645"/>
                  <a:pt x="152583" y="74224"/>
                </a:cubicBezTo>
                <a:cubicBezTo>
                  <a:pt x="152583" y="65943"/>
                  <a:pt x="155708" y="58819"/>
                  <a:pt x="161958" y="52851"/>
                </a:cubicBezTo>
                <a:cubicBezTo>
                  <a:pt x="168207" y="46884"/>
                  <a:pt x="176210" y="43900"/>
                  <a:pt x="185966" y="43900"/>
                </a:cubicBezTo>
                <a:cubicBezTo>
                  <a:pt x="193953" y="43900"/>
                  <a:pt x="200873" y="45851"/>
                  <a:pt x="206727" y="49753"/>
                </a:cubicBezTo>
                <a:lnTo>
                  <a:pt x="224469" y="49753"/>
                </a:lnTo>
                <a:cubicBezTo>
                  <a:pt x="227091" y="49753"/>
                  <a:pt x="228615" y="49828"/>
                  <a:pt x="229042" y="49979"/>
                </a:cubicBezTo>
                <a:cubicBezTo>
                  <a:pt x="229469" y="50130"/>
                  <a:pt x="229774" y="50386"/>
                  <a:pt x="229957" y="50748"/>
                </a:cubicBezTo>
                <a:cubicBezTo>
                  <a:pt x="230323" y="51291"/>
                  <a:pt x="230506" y="52256"/>
                  <a:pt x="230506" y="53643"/>
                </a:cubicBezTo>
                <a:cubicBezTo>
                  <a:pt x="230506" y="55209"/>
                  <a:pt x="230353" y="56294"/>
                  <a:pt x="230048" y="56898"/>
                </a:cubicBezTo>
                <a:cubicBezTo>
                  <a:pt x="229865" y="57199"/>
                  <a:pt x="229545" y="57440"/>
                  <a:pt x="229088" y="57621"/>
                </a:cubicBezTo>
                <a:cubicBezTo>
                  <a:pt x="228631" y="57802"/>
                  <a:pt x="227091" y="57893"/>
                  <a:pt x="224469" y="57893"/>
                </a:cubicBezTo>
                <a:lnTo>
                  <a:pt x="213586" y="57893"/>
                </a:lnTo>
                <a:cubicBezTo>
                  <a:pt x="217000" y="62293"/>
                  <a:pt x="218708" y="67913"/>
                  <a:pt x="218708" y="74756"/>
                </a:cubicBezTo>
                <a:cubicBezTo>
                  <a:pt x="218708" y="82575"/>
                  <a:pt x="215720" y="89265"/>
                  <a:pt x="209745" y="94825"/>
                </a:cubicBezTo>
                <a:cubicBezTo>
                  <a:pt x="203769" y="100385"/>
                  <a:pt x="195752" y="103165"/>
                  <a:pt x="185691" y="103165"/>
                </a:cubicBezTo>
                <a:cubicBezTo>
                  <a:pt x="181545" y="103165"/>
                  <a:pt x="177307" y="102543"/>
                  <a:pt x="172978" y="101298"/>
                </a:cubicBezTo>
                <a:cubicBezTo>
                  <a:pt x="170296" y="103613"/>
                  <a:pt x="168482" y="105640"/>
                  <a:pt x="167537" y="107378"/>
                </a:cubicBezTo>
                <a:cubicBezTo>
                  <a:pt x="166592" y="109113"/>
                  <a:pt x="166119" y="110590"/>
                  <a:pt x="166119" y="111808"/>
                </a:cubicBezTo>
                <a:cubicBezTo>
                  <a:pt x="166119" y="112844"/>
                  <a:pt x="166622" y="113850"/>
                  <a:pt x="167628" y="114826"/>
                </a:cubicBezTo>
                <a:cubicBezTo>
                  <a:pt x="168634" y="115799"/>
                  <a:pt x="170601" y="116500"/>
                  <a:pt x="173527" y="116926"/>
                </a:cubicBezTo>
                <a:cubicBezTo>
                  <a:pt x="175234" y="117170"/>
                  <a:pt x="179502" y="117384"/>
                  <a:pt x="186331" y="117567"/>
                </a:cubicBezTo>
                <a:cubicBezTo>
                  <a:pt x="198892" y="117870"/>
                  <a:pt x="207031" y="118295"/>
                  <a:pt x="210751" y="118844"/>
                </a:cubicBezTo>
                <a:cubicBezTo>
                  <a:pt x="216421" y="119637"/>
                  <a:pt x="220948" y="121739"/>
                  <a:pt x="224332" y="125152"/>
                </a:cubicBezTo>
                <a:cubicBezTo>
                  <a:pt x="227716" y="128563"/>
                  <a:pt x="229408" y="132766"/>
                  <a:pt x="229408" y="137762"/>
                </a:cubicBezTo>
                <a:cubicBezTo>
                  <a:pt x="229408" y="144646"/>
                  <a:pt x="226177" y="151104"/>
                  <a:pt x="219714" y="157137"/>
                </a:cubicBezTo>
                <a:cubicBezTo>
                  <a:pt x="210202" y="166031"/>
                  <a:pt x="197794" y="170478"/>
                  <a:pt x="182490" y="170478"/>
                </a:cubicBezTo>
                <a:cubicBezTo>
                  <a:pt x="170722" y="170478"/>
                  <a:pt x="160784" y="167829"/>
                  <a:pt x="152675" y="162533"/>
                </a:cubicBezTo>
                <a:cubicBezTo>
                  <a:pt x="148102" y="159488"/>
                  <a:pt x="145815" y="156321"/>
                  <a:pt x="145815" y="153032"/>
                </a:cubicBezTo>
                <a:cubicBezTo>
                  <a:pt x="145815" y="151573"/>
                  <a:pt x="146151" y="150112"/>
                  <a:pt x="146821" y="148651"/>
                </a:cubicBezTo>
                <a:cubicBezTo>
                  <a:pt x="147858" y="146397"/>
                  <a:pt x="149992" y="143261"/>
                  <a:pt x="153223" y="139242"/>
                </a:cubicBezTo>
                <a:cubicBezTo>
                  <a:pt x="153650" y="138695"/>
                  <a:pt x="156760" y="135408"/>
                  <a:pt x="162552" y="129379"/>
                </a:cubicBezTo>
                <a:cubicBezTo>
                  <a:pt x="159382" y="127487"/>
                  <a:pt x="157141" y="125793"/>
                  <a:pt x="155830" y="124297"/>
                </a:cubicBezTo>
                <a:cubicBezTo>
                  <a:pt x="154519" y="122802"/>
                  <a:pt x="153864" y="121108"/>
                  <a:pt x="153864" y="119216"/>
                </a:cubicBezTo>
                <a:cubicBezTo>
                  <a:pt x="153864" y="117078"/>
                  <a:pt x="154733" y="114574"/>
                  <a:pt x="156470" y="111705"/>
                </a:cubicBezTo>
                <a:cubicBezTo>
                  <a:pt x="158208" y="108835"/>
                  <a:pt x="162217" y="104776"/>
                  <a:pt x="168497" y="99526"/>
                </a:cubicBezTo>
                <a:moveTo>
                  <a:pt x="184411" y="48473"/>
                </a:moveTo>
                <a:cubicBezTo>
                  <a:pt x="179899" y="48473"/>
                  <a:pt x="176119" y="50262"/>
                  <a:pt x="173070" y="53840"/>
                </a:cubicBezTo>
                <a:cubicBezTo>
                  <a:pt x="170021" y="57417"/>
                  <a:pt x="168497" y="62904"/>
                  <a:pt x="168497" y="70303"/>
                </a:cubicBezTo>
                <a:cubicBezTo>
                  <a:pt x="168497" y="79885"/>
                  <a:pt x="170570" y="87313"/>
                  <a:pt x="174716" y="92587"/>
                </a:cubicBezTo>
                <a:cubicBezTo>
                  <a:pt x="177887" y="96590"/>
                  <a:pt x="181911" y="98592"/>
                  <a:pt x="186789" y="98592"/>
                </a:cubicBezTo>
                <a:cubicBezTo>
                  <a:pt x="191423" y="98592"/>
                  <a:pt x="195233" y="96864"/>
                  <a:pt x="198221" y="93407"/>
                </a:cubicBezTo>
                <a:cubicBezTo>
                  <a:pt x="201209" y="89951"/>
                  <a:pt x="202702" y="84524"/>
                  <a:pt x="202702" y="77125"/>
                </a:cubicBezTo>
                <a:cubicBezTo>
                  <a:pt x="202702" y="67484"/>
                  <a:pt x="200599" y="59934"/>
                  <a:pt x="196392" y="54475"/>
                </a:cubicBezTo>
                <a:cubicBezTo>
                  <a:pt x="193282" y="50473"/>
                  <a:pt x="189288" y="48473"/>
                  <a:pt x="184411" y="48473"/>
                </a:cubicBezTo>
                <a:moveTo>
                  <a:pt x="167582" y="130108"/>
                </a:moveTo>
                <a:cubicBezTo>
                  <a:pt x="164717" y="133212"/>
                  <a:pt x="162552" y="136102"/>
                  <a:pt x="161089" y="138779"/>
                </a:cubicBezTo>
                <a:cubicBezTo>
                  <a:pt x="159626" y="141458"/>
                  <a:pt x="158894" y="143924"/>
                  <a:pt x="158894" y="146176"/>
                </a:cubicBezTo>
                <a:cubicBezTo>
                  <a:pt x="158894" y="149097"/>
                  <a:pt x="160662" y="151653"/>
                  <a:pt x="164198" y="153844"/>
                </a:cubicBezTo>
                <a:cubicBezTo>
                  <a:pt x="170296" y="157617"/>
                  <a:pt x="179106" y="159503"/>
                  <a:pt x="190630" y="159503"/>
                </a:cubicBezTo>
                <a:cubicBezTo>
                  <a:pt x="201605" y="159503"/>
                  <a:pt x="209699" y="157570"/>
                  <a:pt x="214912" y="153704"/>
                </a:cubicBezTo>
                <a:cubicBezTo>
                  <a:pt x="220125" y="149840"/>
                  <a:pt x="222732" y="145718"/>
                  <a:pt x="222732" y="141337"/>
                </a:cubicBezTo>
                <a:cubicBezTo>
                  <a:pt x="222732" y="138172"/>
                  <a:pt x="221177" y="135920"/>
                  <a:pt x="218067" y="134581"/>
                </a:cubicBezTo>
                <a:cubicBezTo>
                  <a:pt x="214897" y="133241"/>
                  <a:pt x="208617" y="132450"/>
                  <a:pt x="199227" y="132208"/>
                </a:cubicBezTo>
                <a:cubicBezTo>
                  <a:pt x="185508" y="131843"/>
                  <a:pt x="174960" y="131142"/>
                  <a:pt x="167582" y="130108"/>
                </a:cubicBezTo>
                <a:close/>
                <a:moveTo>
                  <a:pt x="293886" y="43900"/>
                </a:moveTo>
                <a:lnTo>
                  <a:pt x="293886" y="72252"/>
                </a:lnTo>
                <a:lnTo>
                  <a:pt x="290868" y="72252"/>
                </a:lnTo>
                <a:cubicBezTo>
                  <a:pt x="288551" y="63360"/>
                  <a:pt x="285579" y="57311"/>
                  <a:pt x="281951" y="54106"/>
                </a:cubicBezTo>
                <a:cubicBezTo>
                  <a:pt x="278323" y="50899"/>
                  <a:pt x="273705" y="49296"/>
                  <a:pt x="268095" y="49296"/>
                </a:cubicBezTo>
                <a:cubicBezTo>
                  <a:pt x="263827" y="49296"/>
                  <a:pt x="260382" y="50423"/>
                  <a:pt x="257760" y="52677"/>
                </a:cubicBezTo>
                <a:cubicBezTo>
                  <a:pt x="255139" y="54929"/>
                  <a:pt x="253828" y="57426"/>
                  <a:pt x="253828" y="60168"/>
                </a:cubicBezTo>
                <a:cubicBezTo>
                  <a:pt x="253828" y="63579"/>
                  <a:pt x="254803" y="66502"/>
                  <a:pt x="256754" y="68937"/>
                </a:cubicBezTo>
                <a:cubicBezTo>
                  <a:pt x="258645" y="71435"/>
                  <a:pt x="262486" y="74084"/>
                  <a:pt x="268278" y="76885"/>
                </a:cubicBezTo>
                <a:lnTo>
                  <a:pt x="281631" y="83373"/>
                </a:lnTo>
                <a:cubicBezTo>
                  <a:pt x="294008" y="89401"/>
                  <a:pt x="300197" y="97350"/>
                  <a:pt x="300197" y="107218"/>
                </a:cubicBezTo>
                <a:cubicBezTo>
                  <a:pt x="300197" y="114830"/>
                  <a:pt x="297316" y="120966"/>
                  <a:pt x="291554" y="125626"/>
                </a:cubicBezTo>
                <a:cubicBezTo>
                  <a:pt x="285792" y="130285"/>
                  <a:pt x="279345" y="132614"/>
                  <a:pt x="272211" y="132614"/>
                </a:cubicBezTo>
                <a:cubicBezTo>
                  <a:pt x="267089" y="132614"/>
                  <a:pt x="261236" y="131700"/>
                  <a:pt x="254651" y="129871"/>
                </a:cubicBezTo>
                <a:cubicBezTo>
                  <a:pt x="252639" y="129261"/>
                  <a:pt x="250993" y="128956"/>
                  <a:pt x="249712" y="128956"/>
                </a:cubicBezTo>
                <a:cubicBezTo>
                  <a:pt x="248310" y="128956"/>
                  <a:pt x="247212" y="129749"/>
                  <a:pt x="246420" y="131334"/>
                </a:cubicBezTo>
                <a:lnTo>
                  <a:pt x="243402" y="131334"/>
                </a:lnTo>
                <a:lnTo>
                  <a:pt x="243402" y="101336"/>
                </a:lnTo>
                <a:lnTo>
                  <a:pt x="246420" y="101336"/>
                </a:lnTo>
                <a:cubicBezTo>
                  <a:pt x="248127" y="109902"/>
                  <a:pt x="251389" y="116358"/>
                  <a:pt x="256206" y="120702"/>
                </a:cubicBezTo>
                <a:cubicBezTo>
                  <a:pt x="261022" y="125046"/>
                  <a:pt x="266418" y="127218"/>
                  <a:pt x="272394" y="127218"/>
                </a:cubicBezTo>
                <a:cubicBezTo>
                  <a:pt x="276601" y="127218"/>
                  <a:pt x="280030" y="125985"/>
                  <a:pt x="282683" y="123520"/>
                </a:cubicBezTo>
                <a:cubicBezTo>
                  <a:pt x="285335" y="121052"/>
                  <a:pt x="286661" y="118083"/>
                  <a:pt x="286661" y="114611"/>
                </a:cubicBezTo>
                <a:cubicBezTo>
                  <a:pt x="286661" y="110408"/>
                  <a:pt x="285183" y="106876"/>
                  <a:pt x="282225" y="104014"/>
                </a:cubicBezTo>
                <a:cubicBezTo>
                  <a:pt x="279268" y="101152"/>
                  <a:pt x="273369" y="97529"/>
                  <a:pt x="264528" y="93144"/>
                </a:cubicBezTo>
                <a:cubicBezTo>
                  <a:pt x="255687" y="88758"/>
                  <a:pt x="249895" y="84799"/>
                  <a:pt x="247151" y="81266"/>
                </a:cubicBezTo>
                <a:cubicBezTo>
                  <a:pt x="244408" y="77795"/>
                  <a:pt x="243036" y="73409"/>
                  <a:pt x="243036" y="68111"/>
                </a:cubicBezTo>
                <a:cubicBezTo>
                  <a:pt x="243036" y="61228"/>
                  <a:pt x="245398" y="55473"/>
                  <a:pt x="250124" y="50845"/>
                </a:cubicBezTo>
                <a:cubicBezTo>
                  <a:pt x="254849" y="46215"/>
                  <a:pt x="260961" y="43900"/>
                  <a:pt x="268461" y="43900"/>
                </a:cubicBezTo>
                <a:cubicBezTo>
                  <a:pt x="271754" y="43900"/>
                  <a:pt x="275747" y="44601"/>
                  <a:pt x="280442" y="46003"/>
                </a:cubicBezTo>
                <a:cubicBezTo>
                  <a:pt x="283552" y="46918"/>
                  <a:pt x="285625" y="47375"/>
                  <a:pt x="286661" y="47375"/>
                </a:cubicBezTo>
                <a:cubicBezTo>
                  <a:pt x="287637" y="47375"/>
                  <a:pt x="288399" y="47162"/>
                  <a:pt x="288948" y="46735"/>
                </a:cubicBezTo>
                <a:cubicBezTo>
                  <a:pt x="289496" y="46308"/>
                  <a:pt x="290137" y="45363"/>
                  <a:pt x="290868" y="43900"/>
                </a:cubicBezTo>
                <a:lnTo>
                  <a:pt x="293886" y="43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BF836-10E3-4430-A0DF-98D7DC5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041" y="5644709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FA1B5-04D1-4935-A51F-0BCCEFD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893" y="5698794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F641C-A183-4D91-BAE8-8774C290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893" y="5698794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DF13F-FE03-44CE-B40E-CBB4C26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249" y="5644709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8AAE0-1D77-4723-9020-D771AAE0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01" y="5698794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8022F-1ACF-4C54-9EFB-4AFC8790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01" y="5698794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6263E-9CDC-483A-ADCA-085B3AB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952" y="5644709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94E6C-7E0E-4473-8641-0C2DB1B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804" y="5698794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83635-D209-43D8-8EDF-2C286944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804" y="5698794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94AA4-87BF-4745-B47C-CB29F01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560" y="5644709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2121E-3192-43D2-97BD-9826BBF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12" y="5698794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E298E-7072-4805-AFA1-28E314E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12" y="5698794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27F87-2922-4A45-84BF-D000676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768" y="5644709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96256-2045-4967-A6A6-353BAC8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620" y="5698794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A7168-2A68-4728-ACFC-0E3FDCD1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620" y="5698794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C8D26-18A6-4ED1-8736-440EA962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811" y="4854511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2DA61-9E95-48C0-A4D4-0264EA0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663" y="4908596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7F906-FA7A-40B4-9F56-276AD5C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663" y="4908596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74DE1-899F-4E25-A5BE-B7B8C1D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019" y="4854511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3A337-E2AD-4397-B6D4-BDC49E40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871" y="4908596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A546F-B0E2-442B-A8F1-D78DDDC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871" y="4908596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6D033-4025-4BCF-BAC2-FA3330BF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722" y="4854511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CC84E-148B-44D9-AA59-2D7F55D9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574" y="4908596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63AAA-70A3-4F16-A295-6FF67393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574" y="4908596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8FE05-6AB9-42D7-B4A9-5489A87E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330" y="4854511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5D468-8B2C-49D1-A48B-182FB11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182" y="4908596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A9AD9-2E7C-4356-A65D-D77B4278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182" y="4908596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D0071-F5F8-4F7F-9DD7-5F1FE61F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538" y="4854511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3F70E-CAE5-462D-90B4-3D9C4E7E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390" y="4908596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F7FE0-FC5D-4C43-B7CE-26B6C477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390" y="4908596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98C01-544A-4DBF-A6E0-B1BFE22E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10" y="5650563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B7067-94E1-4C0A-9D65-F1E3D5F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562" y="5704647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CF226-4465-43ED-9F5A-09970678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562" y="5704647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54AE6-E065-41BD-BFD0-4D845E7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3" y="6528561"/>
            <a:ext cx="2196010" cy="538506"/>
          </a:xfrm>
          <a:custGeom xmlns:a="http://schemas.openxmlformats.org/drawingml/2006/main">
            <a:pathLst>
              <a:path w="2196010" h="538506" fill="none">
                <a:moveTo>
                  <a:pt x="0" y="0"/>
                </a:moveTo>
                <a:lnTo>
                  <a:pt x="0" y="304373"/>
                </a:lnTo>
                <a:cubicBezTo>
                  <a:pt x="0" y="460461"/>
                  <a:pt x="78045" y="538506"/>
                  <a:pt x="234133" y="538506"/>
                </a:cubicBezTo>
                <a:lnTo>
                  <a:pt x="1962033" y="538506"/>
                </a:lnTo>
                <a:cubicBezTo>
                  <a:pt x="2118121" y="538506"/>
                  <a:pt x="2196010" y="487230"/>
                  <a:pt x="2195698" y="384680"/>
                </a:cubicBezTo>
                <a:lnTo>
                  <a:pt x="2195464" y="231089"/>
                </a:lnTo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351AE-7DDB-4FE3-BE4E-B6A7F936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100" y="6636730"/>
            <a:ext cx="163893" cy="164127"/>
          </a:xfrm>
          <a:custGeom xmlns:a="http://schemas.openxmlformats.org/drawingml/2006/main">
            <a:pathLst>
              <a:path w="163893" h="164127">
                <a:moveTo>
                  <a:pt x="81478" y="0"/>
                </a:moveTo>
                <a:lnTo>
                  <a:pt x="163893" y="163659"/>
                </a:lnTo>
                <a:lnTo>
                  <a:pt x="81946" y="122920"/>
                </a:lnTo>
                <a:lnTo>
                  <a:pt x="0" y="164127"/>
                </a:lnTo>
                <a:lnTo>
                  <a:pt x="814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60D07-B095-49F9-8FE7-E4FEB46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100" y="6636730"/>
            <a:ext cx="163893" cy="164127"/>
          </a:xfrm>
          <a:custGeom xmlns:a="http://schemas.openxmlformats.org/drawingml/2006/main">
            <a:pathLst>
              <a:path w="163893" h="164127" fill="none">
                <a:moveTo>
                  <a:pt x="81478" y="0"/>
                </a:moveTo>
                <a:lnTo>
                  <a:pt x="163893" y="163659"/>
                </a:lnTo>
                <a:lnTo>
                  <a:pt x="81946" y="122920"/>
                </a:lnTo>
                <a:lnTo>
                  <a:pt x="0" y="164127"/>
                </a:lnTo>
                <a:lnTo>
                  <a:pt x="814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5417A-57F1-4435-A6E8-6013D89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383" y="622418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59162-FF41-4D05-B01B-F27F315C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383" y="622418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585" name="Text rare">
            <a:extLst xmlns:a="http://schemas.openxmlformats.org/drawingml/2006/main">
              <a:ext uri="{FF2B5EF4-FFF2-40B4-BE49-F238E27FC236}">
                <a16:creationId xmlns:a16="http://schemas.microsoft.com/office/drawing/2014/main" id="{F1E67028-FCF6-4F8C-AC59-B4DFD68E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877" y="6360460"/>
            <a:ext cx="284551" cy="88714"/>
          </a:xfrm>
          <a:custGeom xmlns:a="http://schemas.openxmlformats.org/drawingml/2006/main">
            <a:pathLst>
              <a:path w="284551" h="88714">
                <a:moveTo>
                  <a:pt x="29175" y="0"/>
                </a:moveTo>
                <a:lnTo>
                  <a:pt x="29175" y="18840"/>
                </a:lnTo>
                <a:cubicBezTo>
                  <a:pt x="36187" y="6280"/>
                  <a:pt x="43382" y="0"/>
                  <a:pt x="50759" y="0"/>
                </a:cubicBezTo>
                <a:cubicBezTo>
                  <a:pt x="54113" y="0"/>
                  <a:pt x="56887" y="1021"/>
                  <a:pt x="59082" y="3064"/>
                </a:cubicBezTo>
                <a:cubicBezTo>
                  <a:pt x="61277" y="5106"/>
                  <a:pt x="62374" y="7469"/>
                  <a:pt x="62374" y="10152"/>
                </a:cubicBezTo>
                <a:cubicBezTo>
                  <a:pt x="62374" y="12530"/>
                  <a:pt x="61582" y="14542"/>
                  <a:pt x="59997" y="16188"/>
                </a:cubicBezTo>
                <a:cubicBezTo>
                  <a:pt x="58411" y="17834"/>
                  <a:pt x="56521" y="18657"/>
                  <a:pt x="54326" y="18657"/>
                </a:cubicBezTo>
                <a:cubicBezTo>
                  <a:pt x="52192" y="18657"/>
                  <a:pt x="49799" y="17606"/>
                  <a:pt x="47147" y="15502"/>
                </a:cubicBezTo>
                <a:cubicBezTo>
                  <a:pt x="44494" y="13399"/>
                  <a:pt x="42528" y="12347"/>
                  <a:pt x="41248" y="12347"/>
                </a:cubicBezTo>
                <a:cubicBezTo>
                  <a:pt x="40150" y="12347"/>
                  <a:pt x="38961" y="12955"/>
                  <a:pt x="37681" y="14170"/>
                </a:cubicBezTo>
                <a:cubicBezTo>
                  <a:pt x="34937" y="16664"/>
                  <a:pt x="32102" y="20770"/>
                  <a:pt x="29175" y="26486"/>
                </a:cubicBezTo>
                <a:lnTo>
                  <a:pt x="29175" y="66533"/>
                </a:lnTo>
                <a:cubicBezTo>
                  <a:pt x="29175" y="71153"/>
                  <a:pt x="29754" y="74650"/>
                  <a:pt x="30913" y="77022"/>
                </a:cubicBezTo>
                <a:cubicBezTo>
                  <a:pt x="31705" y="78664"/>
                  <a:pt x="33108" y="80033"/>
                  <a:pt x="35120" y="81129"/>
                </a:cubicBezTo>
                <a:cubicBezTo>
                  <a:pt x="37132" y="82223"/>
                  <a:pt x="40028" y="82770"/>
                  <a:pt x="43808" y="82770"/>
                </a:cubicBezTo>
                <a:lnTo>
                  <a:pt x="43808" y="86154"/>
                </a:lnTo>
                <a:lnTo>
                  <a:pt x="915" y="86154"/>
                </a:lnTo>
                <a:lnTo>
                  <a:pt x="915" y="82770"/>
                </a:lnTo>
                <a:cubicBezTo>
                  <a:pt x="5183" y="82770"/>
                  <a:pt x="8353" y="82101"/>
                  <a:pt x="10426" y="80763"/>
                </a:cubicBezTo>
                <a:cubicBezTo>
                  <a:pt x="11951" y="79790"/>
                  <a:pt x="13018" y="78238"/>
                  <a:pt x="13627" y="76107"/>
                </a:cubicBezTo>
                <a:cubicBezTo>
                  <a:pt x="13932" y="75073"/>
                  <a:pt x="14085" y="72122"/>
                  <a:pt x="14085" y="67256"/>
                </a:cubicBezTo>
                <a:lnTo>
                  <a:pt x="14085" y="34860"/>
                </a:lnTo>
                <a:cubicBezTo>
                  <a:pt x="14085" y="25125"/>
                  <a:pt x="13886" y="19331"/>
                  <a:pt x="13490" y="17477"/>
                </a:cubicBezTo>
                <a:cubicBezTo>
                  <a:pt x="13094" y="15621"/>
                  <a:pt x="12362" y="14267"/>
                  <a:pt x="11295" y="13416"/>
                </a:cubicBezTo>
                <a:cubicBezTo>
                  <a:pt x="10228" y="12564"/>
                  <a:pt x="8902" y="12138"/>
                  <a:pt x="7317" y="12138"/>
                </a:cubicBezTo>
                <a:cubicBezTo>
                  <a:pt x="5427" y="12138"/>
                  <a:pt x="3292" y="12595"/>
                  <a:pt x="915" y="13507"/>
                </a:cubicBezTo>
                <a:lnTo>
                  <a:pt x="0" y="10220"/>
                </a:lnTo>
                <a:lnTo>
                  <a:pt x="25334" y="0"/>
                </a:lnTo>
                <a:lnTo>
                  <a:pt x="29175" y="0"/>
                </a:lnTo>
                <a:close/>
                <a:moveTo>
                  <a:pt x="114504" y="74081"/>
                </a:moveTo>
                <a:cubicBezTo>
                  <a:pt x="105907" y="80727"/>
                  <a:pt x="100511" y="84568"/>
                  <a:pt x="98316" y="85605"/>
                </a:cubicBezTo>
                <a:cubicBezTo>
                  <a:pt x="95023" y="87190"/>
                  <a:pt x="91517" y="87983"/>
                  <a:pt x="87798" y="87983"/>
                </a:cubicBezTo>
                <a:cubicBezTo>
                  <a:pt x="82006" y="87983"/>
                  <a:pt x="77235" y="86001"/>
                  <a:pt x="73485" y="82038"/>
                </a:cubicBezTo>
                <a:cubicBezTo>
                  <a:pt x="69735" y="78075"/>
                  <a:pt x="67860" y="72862"/>
                  <a:pt x="67860" y="66399"/>
                </a:cubicBezTo>
                <a:cubicBezTo>
                  <a:pt x="67860" y="62313"/>
                  <a:pt x="68775" y="58777"/>
                  <a:pt x="70604" y="55789"/>
                </a:cubicBezTo>
                <a:cubicBezTo>
                  <a:pt x="73104" y="51643"/>
                  <a:pt x="77448" y="47741"/>
                  <a:pt x="83637" y="44083"/>
                </a:cubicBezTo>
                <a:cubicBezTo>
                  <a:pt x="89825" y="40424"/>
                  <a:pt x="100114" y="35974"/>
                  <a:pt x="114504" y="30730"/>
                </a:cubicBezTo>
                <a:lnTo>
                  <a:pt x="114504" y="27437"/>
                </a:lnTo>
                <a:cubicBezTo>
                  <a:pt x="114504" y="19084"/>
                  <a:pt x="113178" y="13353"/>
                  <a:pt x="110525" y="10243"/>
                </a:cubicBezTo>
                <a:cubicBezTo>
                  <a:pt x="107873" y="7134"/>
                  <a:pt x="104017" y="5579"/>
                  <a:pt x="98956" y="5579"/>
                </a:cubicBezTo>
                <a:cubicBezTo>
                  <a:pt x="95115" y="5579"/>
                  <a:pt x="92066" y="6612"/>
                  <a:pt x="89810" y="8677"/>
                </a:cubicBezTo>
                <a:cubicBezTo>
                  <a:pt x="87493" y="10743"/>
                  <a:pt x="86335" y="13112"/>
                  <a:pt x="86335" y="15785"/>
                </a:cubicBezTo>
                <a:lnTo>
                  <a:pt x="86518" y="21070"/>
                </a:lnTo>
                <a:cubicBezTo>
                  <a:pt x="86518" y="23863"/>
                  <a:pt x="85801" y="26019"/>
                  <a:pt x="84368" y="27537"/>
                </a:cubicBezTo>
                <a:cubicBezTo>
                  <a:pt x="82935" y="29056"/>
                  <a:pt x="81061" y="29815"/>
                  <a:pt x="78744" y="29815"/>
                </a:cubicBezTo>
                <a:cubicBezTo>
                  <a:pt x="76488" y="29815"/>
                  <a:pt x="74643" y="29026"/>
                  <a:pt x="73210" y="27446"/>
                </a:cubicBezTo>
                <a:cubicBezTo>
                  <a:pt x="71778" y="25865"/>
                  <a:pt x="71061" y="23706"/>
                  <a:pt x="71061" y="20970"/>
                </a:cubicBezTo>
                <a:cubicBezTo>
                  <a:pt x="71061" y="15743"/>
                  <a:pt x="73744" y="10942"/>
                  <a:pt x="79109" y="6565"/>
                </a:cubicBezTo>
                <a:cubicBezTo>
                  <a:pt x="84475" y="2188"/>
                  <a:pt x="92005" y="0"/>
                  <a:pt x="101700" y="0"/>
                </a:cubicBezTo>
                <a:cubicBezTo>
                  <a:pt x="109138" y="0"/>
                  <a:pt x="115235" y="1248"/>
                  <a:pt x="119991" y="3744"/>
                </a:cubicBezTo>
                <a:cubicBezTo>
                  <a:pt x="123589" y="5632"/>
                  <a:pt x="126241" y="8587"/>
                  <a:pt x="127948" y="12607"/>
                </a:cubicBezTo>
                <a:cubicBezTo>
                  <a:pt x="129046" y="15225"/>
                  <a:pt x="129594" y="20584"/>
                  <a:pt x="129594" y="28684"/>
                </a:cubicBezTo>
                <a:lnTo>
                  <a:pt x="129594" y="57093"/>
                </a:lnTo>
                <a:cubicBezTo>
                  <a:pt x="129594" y="65071"/>
                  <a:pt x="129747" y="69958"/>
                  <a:pt x="130052" y="71755"/>
                </a:cubicBezTo>
                <a:cubicBezTo>
                  <a:pt x="130357" y="73551"/>
                  <a:pt x="130860" y="74755"/>
                  <a:pt x="131561" y="75364"/>
                </a:cubicBezTo>
                <a:cubicBezTo>
                  <a:pt x="132262" y="75972"/>
                  <a:pt x="133070" y="76276"/>
                  <a:pt x="133984" y="76276"/>
                </a:cubicBezTo>
                <a:cubicBezTo>
                  <a:pt x="134960" y="76276"/>
                  <a:pt x="135814" y="76063"/>
                  <a:pt x="136545" y="75636"/>
                </a:cubicBezTo>
                <a:cubicBezTo>
                  <a:pt x="137826" y="74843"/>
                  <a:pt x="140295" y="72618"/>
                  <a:pt x="143953" y="68959"/>
                </a:cubicBezTo>
                <a:lnTo>
                  <a:pt x="143953" y="74081"/>
                </a:lnTo>
                <a:cubicBezTo>
                  <a:pt x="137124" y="83227"/>
                  <a:pt x="130600" y="87800"/>
                  <a:pt x="124381" y="87800"/>
                </a:cubicBezTo>
                <a:cubicBezTo>
                  <a:pt x="121394" y="87800"/>
                  <a:pt x="119016" y="86763"/>
                  <a:pt x="117248" y="84690"/>
                </a:cubicBezTo>
                <a:cubicBezTo>
                  <a:pt x="115479" y="82617"/>
                  <a:pt x="114565" y="79081"/>
                  <a:pt x="114504" y="74081"/>
                </a:cubicBezTo>
                <a:moveTo>
                  <a:pt x="114504" y="68085"/>
                </a:moveTo>
                <a:lnTo>
                  <a:pt x="114504" y="36309"/>
                </a:lnTo>
                <a:cubicBezTo>
                  <a:pt x="105297" y="39950"/>
                  <a:pt x="99352" y="42530"/>
                  <a:pt x="96669" y="44049"/>
                </a:cubicBezTo>
                <a:cubicBezTo>
                  <a:pt x="91853" y="46720"/>
                  <a:pt x="88408" y="49512"/>
                  <a:pt x="86335" y="52426"/>
                </a:cubicBezTo>
                <a:cubicBezTo>
                  <a:pt x="84262" y="55339"/>
                  <a:pt x="83225" y="58526"/>
                  <a:pt x="83225" y="61986"/>
                </a:cubicBezTo>
                <a:cubicBezTo>
                  <a:pt x="83225" y="66357"/>
                  <a:pt x="84536" y="69984"/>
                  <a:pt x="87158" y="72866"/>
                </a:cubicBezTo>
                <a:cubicBezTo>
                  <a:pt x="89780" y="75749"/>
                  <a:pt x="92798" y="77191"/>
                  <a:pt x="96212" y="77191"/>
                </a:cubicBezTo>
                <a:cubicBezTo>
                  <a:pt x="100846" y="77191"/>
                  <a:pt x="106943" y="74155"/>
                  <a:pt x="114504" y="68085"/>
                </a:cubicBezTo>
                <a:close/>
                <a:moveTo>
                  <a:pt x="174711" y="0"/>
                </a:moveTo>
                <a:lnTo>
                  <a:pt x="174711" y="18840"/>
                </a:lnTo>
                <a:cubicBezTo>
                  <a:pt x="181723" y="6280"/>
                  <a:pt x="188918" y="0"/>
                  <a:pt x="196295" y="0"/>
                </a:cubicBezTo>
                <a:cubicBezTo>
                  <a:pt x="199649" y="0"/>
                  <a:pt x="202423" y="1021"/>
                  <a:pt x="204618" y="3064"/>
                </a:cubicBezTo>
                <a:cubicBezTo>
                  <a:pt x="206813" y="5106"/>
                  <a:pt x="207910" y="7469"/>
                  <a:pt x="207910" y="10152"/>
                </a:cubicBezTo>
                <a:cubicBezTo>
                  <a:pt x="207910" y="12530"/>
                  <a:pt x="207118" y="14542"/>
                  <a:pt x="205532" y="16188"/>
                </a:cubicBezTo>
                <a:cubicBezTo>
                  <a:pt x="203947" y="17834"/>
                  <a:pt x="202057" y="18657"/>
                  <a:pt x="199862" y="18657"/>
                </a:cubicBezTo>
                <a:cubicBezTo>
                  <a:pt x="197728" y="18657"/>
                  <a:pt x="195335" y="17606"/>
                  <a:pt x="192683" y="15502"/>
                </a:cubicBezTo>
                <a:cubicBezTo>
                  <a:pt x="190030" y="13399"/>
                  <a:pt x="188064" y="12347"/>
                  <a:pt x="186784" y="12347"/>
                </a:cubicBezTo>
                <a:cubicBezTo>
                  <a:pt x="185686" y="12347"/>
                  <a:pt x="184497" y="12955"/>
                  <a:pt x="183217" y="14170"/>
                </a:cubicBezTo>
                <a:cubicBezTo>
                  <a:pt x="180473" y="16664"/>
                  <a:pt x="177638" y="20770"/>
                  <a:pt x="174711" y="26486"/>
                </a:cubicBezTo>
                <a:lnTo>
                  <a:pt x="174711" y="66533"/>
                </a:lnTo>
                <a:cubicBezTo>
                  <a:pt x="174711" y="71153"/>
                  <a:pt x="175290" y="74650"/>
                  <a:pt x="176449" y="77022"/>
                </a:cubicBezTo>
                <a:cubicBezTo>
                  <a:pt x="177241" y="78664"/>
                  <a:pt x="178644" y="80033"/>
                  <a:pt x="180656" y="81129"/>
                </a:cubicBezTo>
                <a:cubicBezTo>
                  <a:pt x="182668" y="82223"/>
                  <a:pt x="185564" y="82770"/>
                  <a:pt x="189344" y="82770"/>
                </a:cubicBezTo>
                <a:lnTo>
                  <a:pt x="189344" y="86154"/>
                </a:lnTo>
                <a:lnTo>
                  <a:pt x="146450" y="86154"/>
                </a:lnTo>
                <a:lnTo>
                  <a:pt x="146450" y="82770"/>
                </a:lnTo>
                <a:cubicBezTo>
                  <a:pt x="150719" y="82770"/>
                  <a:pt x="153889" y="82101"/>
                  <a:pt x="155962" y="80763"/>
                </a:cubicBezTo>
                <a:cubicBezTo>
                  <a:pt x="157486" y="79790"/>
                  <a:pt x="158553" y="78238"/>
                  <a:pt x="159163" y="76107"/>
                </a:cubicBezTo>
                <a:cubicBezTo>
                  <a:pt x="159468" y="75073"/>
                  <a:pt x="159620" y="72122"/>
                  <a:pt x="159620" y="67256"/>
                </a:cubicBezTo>
                <a:lnTo>
                  <a:pt x="159620" y="34860"/>
                </a:lnTo>
                <a:cubicBezTo>
                  <a:pt x="159620" y="25125"/>
                  <a:pt x="159422" y="19331"/>
                  <a:pt x="159026" y="17477"/>
                </a:cubicBezTo>
                <a:cubicBezTo>
                  <a:pt x="158630" y="15621"/>
                  <a:pt x="157898" y="14267"/>
                  <a:pt x="156831" y="13416"/>
                </a:cubicBezTo>
                <a:cubicBezTo>
                  <a:pt x="155764" y="12564"/>
                  <a:pt x="154438" y="12138"/>
                  <a:pt x="152853" y="12138"/>
                </a:cubicBezTo>
                <a:cubicBezTo>
                  <a:pt x="150962" y="12138"/>
                  <a:pt x="148828" y="12595"/>
                  <a:pt x="146450" y="13507"/>
                </a:cubicBezTo>
                <a:lnTo>
                  <a:pt x="145536" y="10220"/>
                </a:lnTo>
                <a:lnTo>
                  <a:pt x="170870" y="0"/>
                </a:lnTo>
                <a:lnTo>
                  <a:pt x="174711" y="0"/>
                </a:lnTo>
                <a:close/>
                <a:moveTo>
                  <a:pt x="226658" y="34022"/>
                </a:moveTo>
                <a:cubicBezTo>
                  <a:pt x="226597" y="46432"/>
                  <a:pt x="229615" y="56166"/>
                  <a:pt x="235713" y="63223"/>
                </a:cubicBezTo>
                <a:cubicBezTo>
                  <a:pt x="241810" y="70279"/>
                  <a:pt x="248974" y="73807"/>
                  <a:pt x="257205" y="73807"/>
                </a:cubicBezTo>
                <a:cubicBezTo>
                  <a:pt x="262693" y="73807"/>
                  <a:pt x="267464" y="72298"/>
                  <a:pt x="271519" y="69280"/>
                </a:cubicBezTo>
                <a:cubicBezTo>
                  <a:pt x="275573" y="66261"/>
                  <a:pt x="278972" y="61094"/>
                  <a:pt x="281716" y="53777"/>
                </a:cubicBezTo>
                <a:lnTo>
                  <a:pt x="284551" y="55607"/>
                </a:lnTo>
                <a:cubicBezTo>
                  <a:pt x="283271" y="63960"/>
                  <a:pt x="279552" y="71566"/>
                  <a:pt x="273393" y="78425"/>
                </a:cubicBezTo>
                <a:cubicBezTo>
                  <a:pt x="267235" y="85285"/>
                  <a:pt x="259522" y="88714"/>
                  <a:pt x="250255" y="88714"/>
                </a:cubicBezTo>
                <a:cubicBezTo>
                  <a:pt x="240194" y="88714"/>
                  <a:pt x="231582" y="84806"/>
                  <a:pt x="224418" y="76988"/>
                </a:cubicBezTo>
                <a:cubicBezTo>
                  <a:pt x="217253" y="69168"/>
                  <a:pt x="213671" y="58656"/>
                  <a:pt x="213671" y="45452"/>
                </a:cubicBezTo>
                <a:cubicBezTo>
                  <a:pt x="213671" y="31154"/>
                  <a:pt x="217345" y="20005"/>
                  <a:pt x="224692" y="12004"/>
                </a:cubicBezTo>
                <a:cubicBezTo>
                  <a:pt x="232039" y="4001"/>
                  <a:pt x="241261" y="0"/>
                  <a:pt x="252358" y="0"/>
                </a:cubicBezTo>
                <a:cubicBezTo>
                  <a:pt x="261748" y="0"/>
                  <a:pt x="269461" y="3087"/>
                  <a:pt x="275497" y="9260"/>
                </a:cubicBezTo>
                <a:cubicBezTo>
                  <a:pt x="281533" y="15432"/>
                  <a:pt x="284551" y="23686"/>
                  <a:pt x="284551" y="34022"/>
                </a:cubicBezTo>
                <a:lnTo>
                  <a:pt x="226658" y="34022"/>
                </a:lnTo>
                <a:moveTo>
                  <a:pt x="226658" y="28718"/>
                </a:moveTo>
                <a:lnTo>
                  <a:pt x="265437" y="28718"/>
                </a:lnTo>
                <a:cubicBezTo>
                  <a:pt x="265132" y="23352"/>
                  <a:pt x="264492" y="19572"/>
                  <a:pt x="263516" y="17377"/>
                </a:cubicBezTo>
                <a:cubicBezTo>
                  <a:pt x="261992" y="13963"/>
                  <a:pt x="259720" y="11280"/>
                  <a:pt x="256702" y="9329"/>
                </a:cubicBezTo>
                <a:cubicBezTo>
                  <a:pt x="253684" y="7378"/>
                  <a:pt x="250529" y="6402"/>
                  <a:pt x="247236" y="6402"/>
                </a:cubicBezTo>
                <a:cubicBezTo>
                  <a:pt x="242176" y="6402"/>
                  <a:pt x="237649" y="8368"/>
                  <a:pt x="233655" y="12301"/>
                </a:cubicBezTo>
                <a:cubicBezTo>
                  <a:pt x="229661" y="16234"/>
                  <a:pt x="227329" y="21706"/>
                  <a:pt x="226658" y="28718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B839B-0DCF-4502-A672-135024CB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383" y="5919815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58BC9-10C6-4A8C-A756-F7B021B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383" y="5919815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588" name="Text ,">
            <a:extLst xmlns:a="http://schemas.openxmlformats.org/drawingml/2006/main">
              <a:ext uri="{FF2B5EF4-FFF2-40B4-BE49-F238E27FC236}">
                <a16:creationId xmlns:a16="http://schemas.microsoft.com/office/drawing/2014/main" id="{92151236-2CBC-4305-8E84-FD122467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936" y="6123950"/>
            <a:ext cx="27255" cy="49570"/>
          </a:xfrm>
          <a:custGeom xmlns:a="http://schemas.openxmlformats.org/drawingml/2006/main">
            <a:pathLst>
              <a:path w="27255" h="49570">
                <a:moveTo>
                  <a:pt x="0" y="49570"/>
                </a:moveTo>
                <a:lnTo>
                  <a:pt x="0" y="45546"/>
                </a:lnTo>
                <a:cubicBezTo>
                  <a:pt x="6280" y="43465"/>
                  <a:pt x="11143" y="40237"/>
                  <a:pt x="14588" y="35860"/>
                </a:cubicBezTo>
                <a:cubicBezTo>
                  <a:pt x="18032" y="31485"/>
                  <a:pt x="19755" y="26850"/>
                  <a:pt x="19755" y="21953"/>
                </a:cubicBezTo>
                <a:cubicBezTo>
                  <a:pt x="19755" y="20792"/>
                  <a:pt x="19481" y="19816"/>
                  <a:pt x="18932" y="19023"/>
                </a:cubicBezTo>
                <a:cubicBezTo>
                  <a:pt x="18505" y="18475"/>
                  <a:pt x="18078" y="18200"/>
                  <a:pt x="17651" y="18200"/>
                </a:cubicBezTo>
                <a:cubicBezTo>
                  <a:pt x="16981" y="18200"/>
                  <a:pt x="15517" y="18810"/>
                  <a:pt x="13261" y="20029"/>
                </a:cubicBezTo>
                <a:cubicBezTo>
                  <a:pt x="12164" y="20578"/>
                  <a:pt x="11005" y="20852"/>
                  <a:pt x="9786" y="20852"/>
                </a:cubicBezTo>
                <a:cubicBezTo>
                  <a:pt x="6798" y="20852"/>
                  <a:pt x="4420" y="19968"/>
                  <a:pt x="2652" y="18200"/>
                </a:cubicBezTo>
                <a:cubicBezTo>
                  <a:pt x="884" y="16432"/>
                  <a:pt x="0" y="13993"/>
                  <a:pt x="0" y="10884"/>
                </a:cubicBezTo>
                <a:cubicBezTo>
                  <a:pt x="0" y="7896"/>
                  <a:pt x="1143" y="5335"/>
                  <a:pt x="3430" y="3201"/>
                </a:cubicBezTo>
                <a:cubicBezTo>
                  <a:pt x="5716" y="1067"/>
                  <a:pt x="8506" y="0"/>
                  <a:pt x="11798" y="0"/>
                </a:cubicBezTo>
                <a:cubicBezTo>
                  <a:pt x="15822" y="0"/>
                  <a:pt x="19404" y="1757"/>
                  <a:pt x="22544" y="5270"/>
                </a:cubicBezTo>
                <a:cubicBezTo>
                  <a:pt x="25684" y="8782"/>
                  <a:pt x="27255" y="13439"/>
                  <a:pt x="27255" y="19241"/>
                </a:cubicBezTo>
                <a:cubicBezTo>
                  <a:pt x="27255" y="25534"/>
                  <a:pt x="25075" y="31383"/>
                  <a:pt x="20715" y="36789"/>
                </a:cubicBezTo>
                <a:cubicBezTo>
                  <a:pt x="16356" y="42195"/>
                  <a:pt x="9451" y="46455"/>
                  <a:pt x="0" y="495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A6B0C-2415-4C8D-9A5F-ADE7AA9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6521537"/>
            <a:ext cx="257780" cy="4449"/>
          </a:xfrm>
          <a:custGeom xmlns:a="http://schemas.openxmlformats.org/drawingml/2006/main">
            <a:pathLst>
              <a:path w="257780" h="4449" fill="none">
                <a:moveTo>
                  <a:pt x="0" y="0"/>
                </a:moveTo>
                <a:lnTo>
                  <a:pt x="257780" y="4449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26DF4-F957-4239-8B16-FB29A673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6472369"/>
            <a:ext cx="160147" cy="106062"/>
          </a:xfrm>
          <a:custGeom xmlns:a="http://schemas.openxmlformats.org/drawingml/2006/main">
            <a:pathLst>
              <a:path w="160147" h="106062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40DCC-3821-4CB4-97FF-4066C03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08" y="6472369"/>
            <a:ext cx="160147" cy="106062"/>
          </a:xfrm>
          <a:custGeom xmlns:a="http://schemas.openxmlformats.org/drawingml/2006/main">
            <a:pathLst>
              <a:path w="160147" h="106062" fill="none">
                <a:moveTo>
                  <a:pt x="160147" y="55724"/>
                </a:moveTo>
                <a:lnTo>
                  <a:pt x="0" y="106062"/>
                </a:lnTo>
                <a:lnTo>
                  <a:pt x="40739" y="53616"/>
                </a:lnTo>
                <a:lnTo>
                  <a:pt x="1873" y="0"/>
                </a:lnTo>
                <a:lnTo>
                  <a:pt x="160147" y="557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EA797-CFFD-4B73-8956-5D1C82AC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376374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32060-0FCD-4D71-9010-692BFF0D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8" y="6376374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594" name="Text ings">
            <a:extLst xmlns:a="http://schemas.openxmlformats.org/drawingml/2006/main">
              <a:ext uri="{FF2B5EF4-FFF2-40B4-BE49-F238E27FC236}">
                <a16:creationId xmlns:a16="http://schemas.microsoft.com/office/drawing/2014/main" id="{301E6793-9D7E-4A19-9A1B-F329333B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69" y="6440784"/>
            <a:ext cx="337722" cy="191788"/>
          </a:xfrm>
          <a:custGeom xmlns:a="http://schemas.openxmlformats.org/drawingml/2006/main">
            <a:pathLst>
              <a:path w="337722" h="191788">
                <a:moveTo>
                  <a:pt x="24385" y="0"/>
                </a:moveTo>
                <a:cubicBezTo>
                  <a:pt x="27266" y="0"/>
                  <a:pt x="29718" y="1017"/>
                  <a:pt x="31742" y="3051"/>
                </a:cubicBezTo>
                <a:cubicBezTo>
                  <a:pt x="33765" y="5083"/>
                  <a:pt x="34777" y="7547"/>
                  <a:pt x="34777" y="10443"/>
                </a:cubicBezTo>
                <a:cubicBezTo>
                  <a:pt x="34777" y="13339"/>
                  <a:pt x="33765" y="15822"/>
                  <a:pt x="31742" y="17890"/>
                </a:cubicBezTo>
                <a:cubicBezTo>
                  <a:pt x="29718" y="19956"/>
                  <a:pt x="27266" y="20990"/>
                  <a:pt x="24385" y="20990"/>
                </a:cubicBezTo>
                <a:cubicBezTo>
                  <a:pt x="21504" y="20990"/>
                  <a:pt x="19035" y="19956"/>
                  <a:pt x="16977" y="17890"/>
                </a:cubicBezTo>
                <a:cubicBezTo>
                  <a:pt x="14919" y="15822"/>
                  <a:pt x="13890" y="13339"/>
                  <a:pt x="13890" y="10443"/>
                </a:cubicBezTo>
                <a:cubicBezTo>
                  <a:pt x="13890" y="7547"/>
                  <a:pt x="14902" y="5083"/>
                  <a:pt x="16925" y="3051"/>
                </a:cubicBezTo>
                <a:cubicBezTo>
                  <a:pt x="18949" y="1017"/>
                  <a:pt x="21436" y="0"/>
                  <a:pt x="24385" y="0"/>
                </a:cubicBezTo>
                <a:moveTo>
                  <a:pt x="32925" y="49387"/>
                </a:moveTo>
                <a:lnTo>
                  <a:pt x="32925" y="124948"/>
                </a:lnTo>
                <a:cubicBezTo>
                  <a:pt x="32925" y="130834"/>
                  <a:pt x="33354" y="134752"/>
                  <a:pt x="34211" y="136703"/>
                </a:cubicBezTo>
                <a:cubicBezTo>
                  <a:pt x="35068" y="138653"/>
                  <a:pt x="36337" y="140108"/>
                  <a:pt x="38018" y="141066"/>
                </a:cubicBezTo>
                <a:cubicBezTo>
                  <a:pt x="39699" y="142024"/>
                  <a:pt x="42768" y="142503"/>
                  <a:pt x="47227" y="142503"/>
                </a:cubicBezTo>
                <a:lnTo>
                  <a:pt x="47227" y="146310"/>
                </a:lnTo>
                <a:lnTo>
                  <a:pt x="1440" y="146310"/>
                </a:lnTo>
                <a:lnTo>
                  <a:pt x="1440" y="142503"/>
                </a:lnTo>
                <a:cubicBezTo>
                  <a:pt x="6036" y="142503"/>
                  <a:pt x="9123" y="142058"/>
                  <a:pt x="10701" y="141169"/>
                </a:cubicBezTo>
                <a:cubicBezTo>
                  <a:pt x="12278" y="140279"/>
                  <a:pt x="13530" y="138808"/>
                  <a:pt x="14456" y="136754"/>
                </a:cubicBezTo>
                <a:cubicBezTo>
                  <a:pt x="15382" y="134701"/>
                  <a:pt x="15845" y="130765"/>
                  <a:pt x="15845" y="124948"/>
                </a:cubicBezTo>
                <a:lnTo>
                  <a:pt x="15845" y="88708"/>
                </a:lnTo>
                <a:cubicBezTo>
                  <a:pt x="15845" y="78509"/>
                  <a:pt x="15536" y="71904"/>
                  <a:pt x="14919" y="68895"/>
                </a:cubicBezTo>
                <a:cubicBezTo>
                  <a:pt x="14439" y="66704"/>
                  <a:pt x="13684" y="65181"/>
                  <a:pt x="12656" y="64326"/>
                </a:cubicBezTo>
                <a:cubicBezTo>
                  <a:pt x="11627" y="63471"/>
                  <a:pt x="10220" y="63043"/>
                  <a:pt x="8437" y="63043"/>
                </a:cubicBezTo>
                <a:cubicBezTo>
                  <a:pt x="6516" y="63043"/>
                  <a:pt x="4184" y="63556"/>
                  <a:pt x="1440" y="64583"/>
                </a:cubicBezTo>
                <a:lnTo>
                  <a:pt x="0" y="60885"/>
                </a:lnTo>
                <a:lnTo>
                  <a:pt x="28398" y="49387"/>
                </a:lnTo>
                <a:lnTo>
                  <a:pt x="32925" y="49387"/>
                </a:lnTo>
                <a:close/>
                <a:moveTo>
                  <a:pt x="86463" y="69348"/>
                </a:moveTo>
                <a:cubicBezTo>
                  <a:pt x="97507" y="56041"/>
                  <a:pt x="108036" y="49387"/>
                  <a:pt x="118051" y="49387"/>
                </a:cubicBezTo>
                <a:cubicBezTo>
                  <a:pt x="123195" y="49387"/>
                  <a:pt x="127619" y="50671"/>
                  <a:pt x="131324" y="53239"/>
                </a:cubicBezTo>
                <a:cubicBezTo>
                  <a:pt x="135028" y="55805"/>
                  <a:pt x="137977" y="60031"/>
                  <a:pt x="140172" y="65917"/>
                </a:cubicBezTo>
                <a:cubicBezTo>
                  <a:pt x="141681" y="70022"/>
                  <a:pt x="142436" y="76319"/>
                  <a:pt x="142436" y="84807"/>
                </a:cubicBezTo>
                <a:lnTo>
                  <a:pt x="142436" y="124948"/>
                </a:lnTo>
                <a:cubicBezTo>
                  <a:pt x="142436" y="130902"/>
                  <a:pt x="142916" y="134941"/>
                  <a:pt x="143876" y="137063"/>
                </a:cubicBezTo>
                <a:cubicBezTo>
                  <a:pt x="144631" y="138773"/>
                  <a:pt x="145848" y="140108"/>
                  <a:pt x="147529" y="141066"/>
                </a:cubicBezTo>
                <a:cubicBezTo>
                  <a:pt x="149209" y="142024"/>
                  <a:pt x="152313" y="142503"/>
                  <a:pt x="156840" y="142503"/>
                </a:cubicBezTo>
                <a:lnTo>
                  <a:pt x="156840" y="146310"/>
                </a:lnTo>
                <a:lnTo>
                  <a:pt x="110231" y="146310"/>
                </a:lnTo>
                <a:lnTo>
                  <a:pt x="110231" y="142503"/>
                </a:lnTo>
                <a:lnTo>
                  <a:pt x="112186" y="142503"/>
                </a:lnTo>
                <a:cubicBezTo>
                  <a:pt x="116576" y="142503"/>
                  <a:pt x="119645" y="141838"/>
                  <a:pt x="121395" y="140506"/>
                </a:cubicBezTo>
                <a:cubicBezTo>
                  <a:pt x="123144" y="139175"/>
                  <a:pt x="124361" y="137214"/>
                  <a:pt x="125047" y="134622"/>
                </a:cubicBezTo>
                <a:cubicBezTo>
                  <a:pt x="125322" y="133598"/>
                  <a:pt x="125459" y="130390"/>
                  <a:pt x="125459" y="124999"/>
                </a:cubicBezTo>
                <a:lnTo>
                  <a:pt x="125459" y="86611"/>
                </a:lnTo>
                <a:cubicBezTo>
                  <a:pt x="125459" y="78082"/>
                  <a:pt x="124344" y="71889"/>
                  <a:pt x="122115" y="68033"/>
                </a:cubicBezTo>
                <a:cubicBezTo>
                  <a:pt x="119886" y="64177"/>
                  <a:pt x="116130" y="62249"/>
                  <a:pt x="110848" y="62249"/>
                </a:cubicBezTo>
                <a:cubicBezTo>
                  <a:pt x="102686" y="62249"/>
                  <a:pt x="94557" y="66685"/>
                  <a:pt x="86463" y="75557"/>
                </a:cubicBezTo>
                <a:lnTo>
                  <a:pt x="86463" y="124999"/>
                </a:lnTo>
                <a:cubicBezTo>
                  <a:pt x="86463" y="131346"/>
                  <a:pt x="86841" y="135270"/>
                  <a:pt x="87595" y="136770"/>
                </a:cubicBezTo>
                <a:cubicBezTo>
                  <a:pt x="88555" y="138749"/>
                  <a:pt x="89876" y="140199"/>
                  <a:pt x="91556" y="141121"/>
                </a:cubicBezTo>
                <a:cubicBezTo>
                  <a:pt x="93237" y="142042"/>
                  <a:pt x="96649" y="142503"/>
                  <a:pt x="101794" y="142503"/>
                </a:cubicBezTo>
                <a:lnTo>
                  <a:pt x="101794" y="146310"/>
                </a:lnTo>
                <a:lnTo>
                  <a:pt x="55185" y="146310"/>
                </a:lnTo>
                <a:lnTo>
                  <a:pt x="55185" y="142503"/>
                </a:lnTo>
                <a:lnTo>
                  <a:pt x="57242" y="142503"/>
                </a:lnTo>
                <a:cubicBezTo>
                  <a:pt x="62044" y="142503"/>
                  <a:pt x="65285" y="141289"/>
                  <a:pt x="66966" y="138860"/>
                </a:cubicBezTo>
                <a:cubicBezTo>
                  <a:pt x="68646" y="136429"/>
                  <a:pt x="69486" y="131792"/>
                  <a:pt x="69486" y="124948"/>
                </a:cubicBezTo>
                <a:lnTo>
                  <a:pt x="69486" y="90042"/>
                </a:lnTo>
                <a:cubicBezTo>
                  <a:pt x="69486" y="78750"/>
                  <a:pt x="69229" y="71872"/>
                  <a:pt x="68715" y="69409"/>
                </a:cubicBezTo>
                <a:cubicBezTo>
                  <a:pt x="68200" y="66944"/>
                  <a:pt x="67411" y="65267"/>
                  <a:pt x="66348" y="64377"/>
                </a:cubicBezTo>
                <a:cubicBezTo>
                  <a:pt x="65285" y="63488"/>
                  <a:pt x="63862" y="63043"/>
                  <a:pt x="62078" y="63043"/>
                </a:cubicBezTo>
                <a:cubicBezTo>
                  <a:pt x="60158" y="63043"/>
                  <a:pt x="57860" y="63556"/>
                  <a:pt x="55185" y="64583"/>
                </a:cubicBezTo>
                <a:lnTo>
                  <a:pt x="53641" y="60885"/>
                </a:lnTo>
                <a:lnTo>
                  <a:pt x="82039" y="49387"/>
                </a:lnTo>
                <a:lnTo>
                  <a:pt x="86463" y="49387"/>
                </a:lnTo>
                <a:lnTo>
                  <a:pt x="86463" y="69348"/>
                </a:lnTo>
                <a:close/>
                <a:moveTo>
                  <a:pt x="189559" y="111967"/>
                </a:moveTo>
                <a:cubicBezTo>
                  <a:pt x="183798" y="109159"/>
                  <a:pt x="179373" y="105238"/>
                  <a:pt x="176287" y="100202"/>
                </a:cubicBezTo>
                <a:cubicBezTo>
                  <a:pt x="173200" y="95167"/>
                  <a:pt x="171657" y="89600"/>
                  <a:pt x="171657" y="83502"/>
                </a:cubicBezTo>
                <a:cubicBezTo>
                  <a:pt x="171657" y="74186"/>
                  <a:pt x="175172" y="66171"/>
                  <a:pt x="182203" y="59458"/>
                </a:cubicBezTo>
                <a:cubicBezTo>
                  <a:pt x="189234" y="52744"/>
                  <a:pt x="198237" y="49387"/>
                  <a:pt x="209212" y="49387"/>
                </a:cubicBezTo>
                <a:cubicBezTo>
                  <a:pt x="218197" y="49387"/>
                  <a:pt x="225983" y="51582"/>
                  <a:pt x="232568" y="55972"/>
                </a:cubicBezTo>
                <a:lnTo>
                  <a:pt x="252528" y="55972"/>
                </a:lnTo>
                <a:cubicBezTo>
                  <a:pt x="255478" y="55972"/>
                  <a:pt x="257193" y="56057"/>
                  <a:pt x="257673" y="56226"/>
                </a:cubicBezTo>
                <a:cubicBezTo>
                  <a:pt x="258153" y="56396"/>
                  <a:pt x="258496" y="56684"/>
                  <a:pt x="258702" y="57091"/>
                </a:cubicBezTo>
                <a:cubicBezTo>
                  <a:pt x="259113" y="57702"/>
                  <a:pt x="259319" y="58788"/>
                  <a:pt x="259319" y="60348"/>
                </a:cubicBezTo>
                <a:cubicBezTo>
                  <a:pt x="259319" y="62110"/>
                  <a:pt x="259148" y="63331"/>
                  <a:pt x="258805" y="64011"/>
                </a:cubicBezTo>
                <a:cubicBezTo>
                  <a:pt x="258599" y="64349"/>
                  <a:pt x="258239" y="64621"/>
                  <a:pt x="257724" y="64824"/>
                </a:cubicBezTo>
                <a:cubicBezTo>
                  <a:pt x="257210" y="65028"/>
                  <a:pt x="255478" y="65130"/>
                  <a:pt x="252528" y="65130"/>
                </a:cubicBezTo>
                <a:lnTo>
                  <a:pt x="240284" y="65130"/>
                </a:lnTo>
                <a:cubicBezTo>
                  <a:pt x="244126" y="70079"/>
                  <a:pt x="246046" y="76403"/>
                  <a:pt x="246046" y="84100"/>
                </a:cubicBezTo>
                <a:cubicBezTo>
                  <a:pt x="246046" y="92897"/>
                  <a:pt x="242685" y="100423"/>
                  <a:pt x="235963" y="106678"/>
                </a:cubicBezTo>
                <a:cubicBezTo>
                  <a:pt x="229241" y="112933"/>
                  <a:pt x="220221" y="116060"/>
                  <a:pt x="208903" y="116060"/>
                </a:cubicBezTo>
                <a:cubicBezTo>
                  <a:pt x="204239" y="116060"/>
                  <a:pt x="199471" y="115361"/>
                  <a:pt x="194601" y="113961"/>
                </a:cubicBezTo>
                <a:cubicBezTo>
                  <a:pt x="191583" y="116565"/>
                  <a:pt x="189542" y="118845"/>
                  <a:pt x="188479" y="120800"/>
                </a:cubicBezTo>
                <a:cubicBezTo>
                  <a:pt x="187416" y="122753"/>
                  <a:pt x="186884" y="124414"/>
                  <a:pt x="186884" y="125784"/>
                </a:cubicBezTo>
                <a:cubicBezTo>
                  <a:pt x="186884" y="126950"/>
                  <a:pt x="187450" y="128081"/>
                  <a:pt x="188582" y="129179"/>
                </a:cubicBezTo>
                <a:cubicBezTo>
                  <a:pt x="189714" y="130274"/>
                  <a:pt x="191926" y="131062"/>
                  <a:pt x="195218" y="131542"/>
                </a:cubicBezTo>
                <a:cubicBezTo>
                  <a:pt x="197139" y="131817"/>
                  <a:pt x="201941" y="132057"/>
                  <a:pt x="209623" y="132262"/>
                </a:cubicBezTo>
                <a:cubicBezTo>
                  <a:pt x="223753" y="132603"/>
                  <a:pt x="232911" y="133082"/>
                  <a:pt x="237095" y="133700"/>
                </a:cubicBezTo>
                <a:cubicBezTo>
                  <a:pt x="243474" y="134591"/>
                  <a:pt x="248567" y="136957"/>
                  <a:pt x="252374" y="140796"/>
                </a:cubicBezTo>
                <a:cubicBezTo>
                  <a:pt x="256181" y="144633"/>
                  <a:pt x="258084" y="149362"/>
                  <a:pt x="258084" y="154982"/>
                </a:cubicBezTo>
                <a:cubicBezTo>
                  <a:pt x="258084" y="162727"/>
                  <a:pt x="254449" y="169992"/>
                  <a:pt x="247178" y="176779"/>
                </a:cubicBezTo>
                <a:cubicBezTo>
                  <a:pt x="236478" y="186785"/>
                  <a:pt x="222519" y="191788"/>
                  <a:pt x="205302" y="191788"/>
                </a:cubicBezTo>
                <a:cubicBezTo>
                  <a:pt x="192063" y="191788"/>
                  <a:pt x="180882" y="188808"/>
                  <a:pt x="171759" y="182849"/>
                </a:cubicBezTo>
                <a:cubicBezTo>
                  <a:pt x="166615" y="179424"/>
                  <a:pt x="164043" y="175861"/>
                  <a:pt x="164043" y="172161"/>
                </a:cubicBezTo>
                <a:cubicBezTo>
                  <a:pt x="164043" y="170519"/>
                  <a:pt x="164420" y="168876"/>
                  <a:pt x="165174" y="167232"/>
                </a:cubicBezTo>
                <a:cubicBezTo>
                  <a:pt x="166341" y="164696"/>
                  <a:pt x="168741" y="161168"/>
                  <a:pt x="172377" y="156647"/>
                </a:cubicBezTo>
                <a:cubicBezTo>
                  <a:pt x="172857" y="156032"/>
                  <a:pt x="176355" y="152334"/>
                  <a:pt x="182872" y="145551"/>
                </a:cubicBezTo>
                <a:cubicBezTo>
                  <a:pt x="179305" y="143423"/>
                  <a:pt x="176784" y="141517"/>
                  <a:pt x="175309" y="139834"/>
                </a:cubicBezTo>
                <a:cubicBezTo>
                  <a:pt x="173834" y="138152"/>
                  <a:pt x="173097" y="136246"/>
                  <a:pt x="173097" y="134118"/>
                </a:cubicBezTo>
                <a:cubicBezTo>
                  <a:pt x="173097" y="131713"/>
                  <a:pt x="174074" y="128896"/>
                  <a:pt x="176029" y="125668"/>
                </a:cubicBezTo>
                <a:cubicBezTo>
                  <a:pt x="177984" y="122440"/>
                  <a:pt x="182494" y="117873"/>
                  <a:pt x="189559" y="111967"/>
                </a:cubicBezTo>
                <a:moveTo>
                  <a:pt x="207462" y="54532"/>
                </a:moveTo>
                <a:cubicBezTo>
                  <a:pt x="202386" y="54532"/>
                  <a:pt x="198134" y="56545"/>
                  <a:pt x="194704" y="60570"/>
                </a:cubicBezTo>
                <a:cubicBezTo>
                  <a:pt x="191274" y="64594"/>
                  <a:pt x="189559" y="70767"/>
                  <a:pt x="189559" y="79091"/>
                </a:cubicBezTo>
                <a:cubicBezTo>
                  <a:pt x="189559" y="89870"/>
                  <a:pt x="191892" y="98227"/>
                  <a:pt x="196556" y="104160"/>
                </a:cubicBezTo>
                <a:cubicBezTo>
                  <a:pt x="200123" y="108664"/>
                  <a:pt x="204650" y="110916"/>
                  <a:pt x="210138" y="110916"/>
                </a:cubicBezTo>
                <a:cubicBezTo>
                  <a:pt x="215351" y="110916"/>
                  <a:pt x="219638" y="108972"/>
                  <a:pt x="222999" y="105083"/>
                </a:cubicBezTo>
                <a:cubicBezTo>
                  <a:pt x="226360" y="101195"/>
                  <a:pt x="228040" y="95089"/>
                  <a:pt x="228040" y="86766"/>
                </a:cubicBezTo>
                <a:cubicBezTo>
                  <a:pt x="228040" y="75919"/>
                  <a:pt x="225674" y="67425"/>
                  <a:pt x="220941" y="61284"/>
                </a:cubicBezTo>
                <a:cubicBezTo>
                  <a:pt x="217443" y="56783"/>
                  <a:pt x="212950" y="54532"/>
                  <a:pt x="207462" y="54532"/>
                </a:cubicBezTo>
                <a:moveTo>
                  <a:pt x="188531" y="146371"/>
                </a:moveTo>
                <a:cubicBezTo>
                  <a:pt x="185307" y="149863"/>
                  <a:pt x="182872" y="153115"/>
                  <a:pt x="181225" y="156127"/>
                </a:cubicBezTo>
                <a:cubicBezTo>
                  <a:pt x="179579" y="159140"/>
                  <a:pt x="178756" y="161914"/>
                  <a:pt x="178756" y="164448"/>
                </a:cubicBezTo>
                <a:cubicBezTo>
                  <a:pt x="178756" y="167734"/>
                  <a:pt x="180745" y="170609"/>
                  <a:pt x="184724" y="173075"/>
                </a:cubicBezTo>
                <a:cubicBezTo>
                  <a:pt x="191583" y="177319"/>
                  <a:pt x="201495" y="179441"/>
                  <a:pt x="214459" y="179441"/>
                </a:cubicBezTo>
                <a:cubicBezTo>
                  <a:pt x="226806" y="179441"/>
                  <a:pt x="235912" y="177266"/>
                  <a:pt x="241776" y="172917"/>
                </a:cubicBezTo>
                <a:cubicBezTo>
                  <a:pt x="247641" y="168570"/>
                  <a:pt x="250573" y="163932"/>
                  <a:pt x="250573" y="159004"/>
                </a:cubicBezTo>
                <a:cubicBezTo>
                  <a:pt x="250573" y="155444"/>
                  <a:pt x="248824" y="152910"/>
                  <a:pt x="245326" y="151403"/>
                </a:cubicBezTo>
                <a:cubicBezTo>
                  <a:pt x="241759" y="149896"/>
                  <a:pt x="234694" y="149007"/>
                  <a:pt x="224131" y="148735"/>
                </a:cubicBezTo>
                <a:cubicBezTo>
                  <a:pt x="208697" y="148323"/>
                  <a:pt x="196830" y="147535"/>
                  <a:pt x="188531" y="146371"/>
                </a:cubicBezTo>
                <a:close/>
                <a:moveTo>
                  <a:pt x="330622" y="49387"/>
                </a:moveTo>
                <a:lnTo>
                  <a:pt x="330622" y="81283"/>
                </a:lnTo>
                <a:lnTo>
                  <a:pt x="327227" y="81283"/>
                </a:lnTo>
                <a:cubicBezTo>
                  <a:pt x="324620" y="71279"/>
                  <a:pt x="321276" y="64475"/>
                  <a:pt x="317195" y="60869"/>
                </a:cubicBezTo>
                <a:cubicBezTo>
                  <a:pt x="313114" y="57262"/>
                  <a:pt x="307918" y="55458"/>
                  <a:pt x="301607" y="55458"/>
                </a:cubicBezTo>
                <a:cubicBezTo>
                  <a:pt x="296806" y="55458"/>
                  <a:pt x="292930" y="56726"/>
                  <a:pt x="289980" y="59262"/>
                </a:cubicBezTo>
                <a:cubicBezTo>
                  <a:pt x="287031" y="61795"/>
                  <a:pt x="285556" y="64604"/>
                  <a:pt x="285556" y="67689"/>
                </a:cubicBezTo>
                <a:cubicBezTo>
                  <a:pt x="285556" y="71526"/>
                  <a:pt x="286654" y="74814"/>
                  <a:pt x="288849" y="77554"/>
                </a:cubicBezTo>
                <a:cubicBezTo>
                  <a:pt x="290975" y="80364"/>
                  <a:pt x="295296" y="83344"/>
                  <a:pt x="301813" y="86495"/>
                </a:cubicBezTo>
                <a:lnTo>
                  <a:pt x="316835" y="93794"/>
                </a:lnTo>
                <a:cubicBezTo>
                  <a:pt x="330759" y="100576"/>
                  <a:pt x="337722" y="109518"/>
                  <a:pt x="337722" y="120620"/>
                </a:cubicBezTo>
                <a:cubicBezTo>
                  <a:pt x="337722" y="129183"/>
                  <a:pt x="334481" y="136086"/>
                  <a:pt x="327998" y="141330"/>
                </a:cubicBezTo>
                <a:cubicBezTo>
                  <a:pt x="321516" y="146571"/>
                  <a:pt x="314263" y="149191"/>
                  <a:pt x="306237" y="149191"/>
                </a:cubicBezTo>
                <a:cubicBezTo>
                  <a:pt x="300475" y="149191"/>
                  <a:pt x="293890" y="148162"/>
                  <a:pt x="286482" y="146104"/>
                </a:cubicBezTo>
                <a:cubicBezTo>
                  <a:pt x="284219" y="145418"/>
                  <a:pt x="282367" y="145075"/>
                  <a:pt x="280926" y="145075"/>
                </a:cubicBezTo>
                <a:cubicBezTo>
                  <a:pt x="279348" y="145075"/>
                  <a:pt x="278114" y="145967"/>
                  <a:pt x="277222" y="147751"/>
                </a:cubicBezTo>
                <a:lnTo>
                  <a:pt x="273827" y="147751"/>
                </a:lnTo>
                <a:lnTo>
                  <a:pt x="273827" y="114003"/>
                </a:lnTo>
                <a:lnTo>
                  <a:pt x="277222" y="114003"/>
                </a:lnTo>
                <a:cubicBezTo>
                  <a:pt x="279143" y="123640"/>
                  <a:pt x="282812" y="130902"/>
                  <a:pt x="288231" y="135790"/>
                </a:cubicBezTo>
                <a:cubicBezTo>
                  <a:pt x="293650" y="140677"/>
                  <a:pt x="299721" y="143121"/>
                  <a:pt x="306443" y="143121"/>
                </a:cubicBezTo>
                <a:cubicBezTo>
                  <a:pt x="311176" y="143121"/>
                  <a:pt x="315034" y="141734"/>
                  <a:pt x="318018" y="138960"/>
                </a:cubicBezTo>
                <a:cubicBezTo>
                  <a:pt x="321002" y="136184"/>
                  <a:pt x="322494" y="132843"/>
                  <a:pt x="322494" y="128938"/>
                </a:cubicBezTo>
                <a:cubicBezTo>
                  <a:pt x="322494" y="124209"/>
                  <a:pt x="320830" y="120235"/>
                  <a:pt x="317504" y="117015"/>
                </a:cubicBezTo>
                <a:cubicBezTo>
                  <a:pt x="314177" y="113796"/>
                  <a:pt x="307540" y="109720"/>
                  <a:pt x="297594" y="104787"/>
                </a:cubicBezTo>
                <a:cubicBezTo>
                  <a:pt x="287648" y="99853"/>
                  <a:pt x="281132" y="95399"/>
                  <a:pt x="278045" y="91425"/>
                </a:cubicBezTo>
                <a:cubicBezTo>
                  <a:pt x="274958" y="87519"/>
                  <a:pt x="273415" y="82586"/>
                  <a:pt x="273415" y="76624"/>
                </a:cubicBezTo>
                <a:cubicBezTo>
                  <a:pt x="273415" y="68882"/>
                  <a:pt x="276073" y="62407"/>
                  <a:pt x="281389" y="57201"/>
                </a:cubicBezTo>
                <a:cubicBezTo>
                  <a:pt x="286705" y="51992"/>
                  <a:pt x="293582" y="49387"/>
                  <a:pt x="302019" y="49387"/>
                </a:cubicBezTo>
                <a:cubicBezTo>
                  <a:pt x="305723" y="49387"/>
                  <a:pt x="310216" y="50176"/>
                  <a:pt x="315497" y="51754"/>
                </a:cubicBezTo>
                <a:cubicBezTo>
                  <a:pt x="318996" y="52783"/>
                  <a:pt x="321328" y="53297"/>
                  <a:pt x="322494" y="53297"/>
                </a:cubicBezTo>
                <a:cubicBezTo>
                  <a:pt x="323591" y="53297"/>
                  <a:pt x="324449" y="53057"/>
                  <a:pt x="325066" y="52577"/>
                </a:cubicBezTo>
                <a:cubicBezTo>
                  <a:pt x="325683" y="52097"/>
                  <a:pt x="326404" y="51034"/>
                  <a:pt x="327227" y="49387"/>
                </a:cubicBezTo>
                <a:lnTo>
                  <a:pt x="330622" y="49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CC39D-4F63-4E43-8341-0F0A4241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376374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525D8-BC6B-4851-84FF-B17E327E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3" y="6376374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597" name="Text ,">
            <a:extLst xmlns:a="http://schemas.openxmlformats.org/drawingml/2006/main">
              <a:ext uri="{FF2B5EF4-FFF2-40B4-BE49-F238E27FC236}">
                <a16:creationId xmlns:a16="http://schemas.microsoft.com/office/drawing/2014/main" id="{53DD8BEF-8863-436B-89B5-59B7FB69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496" y="6566516"/>
            <a:ext cx="30661" cy="55767"/>
          </a:xfrm>
          <a:custGeom xmlns:a="http://schemas.openxmlformats.org/drawingml/2006/main">
            <a:pathLst>
              <a:path w="30661" h="55767">
                <a:moveTo>
                  <a:pt x="0" y="55767"/>
                </a:moveTo>
                <a:lnTo>
                  <a:pt x="0" y="51239"/>
                </a:lnTo>
                <a:cubicBezTo>
                  <a:pt x="7065" y="48899"/>
                  <a:pt x="12535" y="45266"/>
                  <a:pt x="16411" y="40343"/>
                </a:cubicBezTo>
                <a:cubicBezTo>
                  <a:pt x="20287" y="35421"/>
                  <a:pt x="22224" y="30206"/>
                  <a:pt x="22224" y="24697"/>
                </a:cubicBezTo>
                <a:cubicBezTo>
                  <a:pt x="22224" y="23391"/>
                  <a:pt x="21916" y="22293"/>
                  <a:pt x="21298" y="21401"/>
                </a:cubicBezTo>
                <a:cubicBezTo>
                  <a:pt x="20818" y="20784"/>
                  <a:pt x="20338" y="20475"/>
                  <a:pt x="19858" y="20475"/>
                </a:cubicBezTo>
                <a:cubicBezTo>
                  <a:pt x="19103" y="20475"/>
                  <a:pt x="17457" y="21161"/>
                  <a:pt x="14919" y="22533"/>
                </a:cubicBezTo>
                <a:cubicBezTo>
                  <a:pt x="13684" y="23150"/>
                  <a:pt x="12381" y="23459"/>
                  <a:pt x="11009" y="23459"/>
                </a:cubicBezTo>
                <a:cubicBezTo>
                  <a:pt x="7648" y="23459"/>
                  <a:pt x="4973" y="22464"/>
                  <a:pt x="2984" y="20475"/>
                </a:cubicBezTo>
                <a:cubicBezTo>
                  <a:pt x="995" y="18486"/>
                  <a:pt x="0" y="15742"/>
                  <a:pt x="0" y="12244"/>
                </a:cubicBezTo>
                <a:cubicBezTo>
                  <a:pt x="0" y="8883"/>
                  <a:pt x="1286" y="6002"/>
                  <a:pt x="3858" y="3601"/>
                </a:cubicBezTo>
                <a:cubicBezTo>
                  <a:pt x="6431" y="1200"/>
                  <a:pt x="9569" y="0"/>
                  <a:pt x="13273" y="0"/>
                </a:cubicBezTo>
                <a:cubicBezTo>
                  <a:pt x="17800" y="0"/>
                  <a:pt x="21830" y="1976"/>
                  <a:pt x="25362" y="5929"/>
                </a:cubicBezTo>
                <a:cubicBezTo>
                  <a:pt x="28895" y="9880"/>
                  <a:pt x="30661" y="15118"/>
                  <a:pt x="30661" y="21646"/>
                </a:cubicBezTo>
                <a:cubicBezTo>
                  <a:pt x="30661" y="28726"/>
                  <a:pt x="28209" y="35306"/>
                  <a:pt x="23305" y="41388"/>
                </a:cubicBezTo>
                <a:cubicBezTo>
                  <a:pt x="18400" y="47469"/>
                  <a:pt x="10632" y="52262"/>
                  <a:pt x="0" y="55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2A182-2D2B-4C2F-85D8-675522DF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376374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F4719-CBA5-4A73-A6A4-5B8EE0DD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958" y="6376374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600" name="Text rare">
            <a:extLst xmlns:a="http://schemas.openxmlformats.org/drawingml/2006/main">
              <a:ext uri="{FF2B5EF4-FFF2-40B4-BE49-F238E27FC236}">
                <a16:creationId xmlns:a16="http://schemas.microsoft.com/office/drawing/2014/main" id="{50DC12A9-034C-4EFA-AF02-F39400C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428" y="6490171"/>
            <a:ext cx="320121" cy="99804"/>
          </a:xfrm>
          <a:custGeom xmlns:a="http://schemas.openxmlformats.org/drawingml/2006/main">
            <a:pathLst>
              <a:path w="320121" h="99804">
                <a:moveTo>
                  <a:pt x="32822" y="0"/>
                </a:moveTo>
                <a:lnTo>
                  <a:pt x="32822" y="21195"/>
                </a:lnTo>
                <a:cubicBezTo>
                  <a:pt x="40710" y="7065"/>
                  <a:pt x="48804" y="0"/>
                  <a:pt x="57104" y="0"/>
                </a:cubicBezTo>
                <a:cubicBezTo>
                  <a:pt x="60877" y="0"/>
                  <a:pt x="63998" y="1149"/>
                  <a:pt x="66467" y="3447"/>
                </a:cubicBezTo>
                <a:cubicBezTo>
                  <a:pt x="68937" y="5745"/>
                  <a:pt x="70171" y="8403"/>
                  <a:pt x="70171" y="11421"/>
                </a:cubicBezTo>
                <a:cubicBezTo>
                  <a:pt x="70171" y="14096"/>
                  <a:pt x="69280" y="16360"/>
                  <a:pt x="67496" y="18212"/>
                </a:cubicBezTo>
                <a:cubicBezTo>
                  <a:pt x="65713" y="20064"/>
                  <a:pt x="63586" y="20990"/>
                  <a:pt x="61117" y="20990"/>
                </a:cubicBezTo>
                <a:cubicBezTo>
                  <a:pt x="58716" y="20990"/>
                  <a:pt x="56024" y="19806"/>
                  <a:pt x="53040" y="17440"/>
                </a:cubicBezTo>
                <a:cubicBezTo>
                  <a:pt x="50056" y="15073"/>
                  <a:pt x="47844" y="13890"/>
                  <a:pt x="46404" y="13890"/>
                </a:cubicBezTo>
                <a:cubicBezTo>
                  <a:pt x="45169" y="13890"/>
                  <a:pt x="43831" y="14574"/>
                  <a:pt x="42391" y="15942"/>
                </a:cubicBezTo>
                <a:cubicBezTo>
                  <a:pt x="39304" y="18747"/>
                  <a:pt x="36115" y="23366"/>
                  <a:pt x="32822" y="29796"/>
                </a:cubicBezTo>
                <a:lnTo>
                  <a:pt x="32822" y="74850"/>
                </a:lnTo>
                <a:cubicBezTo>
                  <a:pt x="32822" y="80048"/>
                  <a:pt x="33474" y="83981"/>
                  <a:pt x="34777" y="86650"/>
                </a:cubicBezTo>
                <a:cubicBezTo>
                  <a:pt x="35669" y="88498"/>
                  <a:pt x="37246" y="90038"/>
                  <a:pt x="39510" y="91270"/>
                </a:cubicBezTo>
                <a:cubicBezTo>
                  <a:pt x="41774" y="92501"/>
                  <a:pt x="45032" y="93116"/>
                  <a:pt x="49285" y="93116"/>
                </a:cubicBezTo>
                <a:lnTo>
                  <a:pt x="49285" y="96923"/>
                </a:lnTo>
                <a:lnTo>
                  <a:pt x="1029" y="96923"/>
                </a:lnTo>
                <a:lnTo>
                  <a:pt x="1029" y="93116"/>
                </a:lnTo>
                <a:cubicBezTo>
                  <a:pt x="5830" y="93116"/>
                  <a:pt x="9397" y="92363"/>
                  <a:pt x="11730" y="90859"/>
                </a:cubicBezTo>
                <a:cubicBezTo>
                  <a:pt x="13444" y="89763"/>
                  <a:pt x="14645" y="88017"/>
                  <a:pt x="15331" y="85621"/>
                </a:cubicBezTo>
                <a:cubicBezTo>
                  <a:pt x="15674" y="84457"/>
                  <a:pt x="15845" y="81138"/>
                  <a:pt x="15845" y="75663"/>
                </a:cubicBezTo>
                <a:lnTo>
                  <a:pt x="15845" y="39217"/>
                </a:lnTo>
                <a:cubicBezTo>
                  <a:pt x="15845" y="28266"/>
                  <a:pt x="15622" y="21747"/>
                  <a:pt x="15176" y="19662"/>
                </a:cubicBezTo>
                <a:cubicBezTo>
                  <a:pt x="14730" y="17574"/>
                  <a:pt x="13907" y="16051"/>
                  <a:pt x="12707" y="15093"/>
                </a:cubicBezTo>
                <a:cubicBezTo>
                  <a:pt x="11507" y="14135"/>
                  <a:pt x="10015" y="13655"/>
                  <a:pt x="8231" y="13655"/>
                </a:cubicBezTo>
                <a:cubicBezTo>
                  <a:pt x="6105" y="13655"/>
                  <a:pt x="3704" y="14169"/>
                  <a:pt x="1029" y="15196"/>
                </a:cubicBezTo>
                <a:lnTo>
                  <a:pt x="0" y="11498"/>
                </a:lnTo>
                <a:lnTo>
                  <a:pt x="28501" y="0"/>
                </a:lnTo>
                <a:lnTo>
                  <a:pt x="32822" y="0"/>
                </a:lnTo>
                <a:close/>
                <a:moveTo>
                  <a:pt x="128817" y="83341"/>
                </a:moveTo>
                <a:cubicBezTo>
                  <a:pt x="119145" y="90818"/>
                  <a:pt x="113075" y="95139"/>
                  <a:pt x="110606" y="96305"/>
                </a:cubicBezTo>
                <a:cubicBezTo>
                  <a:pt x="106902" y="98089"/>
                  <a:pt x="102957" y="98981"/>
                  <a:pt x="98773" y="98981"/>
                </a:cubicBezTo>
                <a:cubicBezTo>
                  <a:pt x="92257" y="98981"/>
                  <a:pt x="86889" y="96751"/>
                  <a:pt x="82671" y="92293"/>
                </a:cubicBezTo>
                <a:cubicBezTo>
                  <a:pt x="78452" y="87834"/>
                  <a:pt x="76343" y="81969"/>
                  <a:pt x="76343" y="74698"/>
                </a:cubicBezTo>
                <a:cubicBezTo>
                  <a:pt x="76343" y="70103"/>
                  <a:pt x="77372" y="66124"/>
                  <a:pt x="79430" y="62763"/>
                </a:cubicBezTo>
                <a:cubicBezTo>
                  <a:pt x="82242" y="58099"/>
                  <a:pt x="87129" y="53709"/>
                  <a:pt x="94092" y="49593"/>
                </a:cubicBezTo>
                <a:cubicBezTo>
                  <a:pt x="101054" y="45478"/>
                  <a:pt x="112629" y="40470"/>
                  <a:pt x="128817" y="34571"/>
                </a:cubicBezTo>
                <a:lnTo>
                  <a:pt x="128817" y="30867"/>
                </a:lnTo>
                <a:cubicBezTo>
                  <a:pt x="128817" y="21470"/>
                  <a:pt x="127325" y="15022"/>
                  <a:pt x="124341" y="11524"/>
                </a:cubicBezTo>
                <a:cubicBezTo>
                  <a:pt x="121358" y="8025"/>
                  <a:pt x="117019" y="6276"/>
                  <a:pt x="111326" y="6276"/>
                </a:cubicBezTo>
                <a:cubicBezTo>
                  <a:pt x="107004" y="6276"/>
                  <a:pt x="103575" y="7438"/>
                  <a:pt x="101037" y="9762"/>
                </a:cubicBezTo>
                <a:cubicBezTo>
                  <a:pt x="98430" y="12085"/>
                  <a:pt x="97127" y="14751"/>
                  <a:pt x="97127" y="17758"/>
                </a:cubicBezTo>
                <a:lnTo>
                  <a:pt x="97333" y="23703"/>
                </a:lnTo>
                <a:cubicBezTo>
                  <a:pt x="97333" y="26846"/>
                  <a:pt x="96527" y="29271"/>
                  <a:pt x="94915" y="30980"/>
                </a:cubicBezTo>
                <a:cubicBezTo>
                  <a:pt x="93303" y="32688"/>
                  <a:pt x="91194" y="33542"/>
                  <a:pt x="88587" y="33542"/>
                </a:cubicBezTo>
                <a:cubicBezTo>
                  <a:pt x="86049" y="33542"/>
                  <a:pt x="83974" y="32654"/>
                  <a:pt x="82362" y="30877"/>
                </a:cubicBezTo>
                <a:cubicBezTo>
                  <a:pt x="80750" y="29098"/>
                  <a:pt x="79944" y="26669"/>
                  <a:pt x="79944" y="23591"/>
                </a:cubicBezTo>
                <a:cubicBezTo>
                  <a:pt x="79944" y="17711"/>
                  <a:pt x="82962" y="12309"/>
                  <a:pt x="88999" y="7386"/>
                </a:cubicBezTo>
                <a:cubicBezTo>
                  <a:pt x="95035" y="2462"/>
                  <a:pt x="103506" y="0"/>
                  <a:pt x="114413" y="0"/>
                </a:cubicBezTo>
                <a:cubicBezTo>
                  <a:pt x="122781" y="0"/>
                  <a:pt x="129640" y="1404"/>
                  <a:pt x="134991" y="4212"/>
                </a:cubicBezTo>
                <a:cubicBezTo>
                  <a:pt x="139038" y="6336"/>
                  <a:pt x="142021" y="9660"/>
                  <a:pt x="143942" y="14183"/>
                </a:cubicBezTo>
                <a:cubicBezTo>
                  <a:pt x="145177" y="17128"/>
                  <a:pt x="145794" y="23157"/>
                  <a:pt x="145794" y="32269"/>
                </a:cubicBezTo>
                <a:lnTo>
                  <a:pt x="145794" y="64229"/>
                </a:lnTo>
                <a:cubicBezTo>
                  <a:pt x="145794" y="73204"/>
                  <a:pt x="145966" y="78703"/>
                  <a:pt x="146309" y="80724"/>
                </a:cubicBezTo>
                <a:cubicBezTo>
                  <a:pt x="146651" y="82745"/>
                  <a:pt x="147217" y="84099"/>
                  <a:pt x="148006" y="84785"/>
                </a:cubicBezTo>
                <a:cubicBezTo>
                  <a:pt x="148795" y="85469"/>
                  <a:pt x="149704" y="85811"/>
                  <a:pt x="150733" y="85811"/>
                </a:cubicBezTo>
                <a:cubicBezTo>
                  <a:pt x="151830" y="85811"/>
                  <a:pt x="152791" y="85571"/>
                  <a:pt x="153614" y="85090"/>
                </a:cubicBezTo>
                <a:cubicBezTo>
                  <a:pt x="155054" y="84199"/>
                  <a:pt x="157832" y="81695"/>
                  <a:pt x="161948" y="77579"/>
                </a:cubicBezTo>
                <a:lnTo>
                  <a:pt x="161948" y="83341"/>
                </a:lnTo>
                <a:cubicBezTo>
                  <a:pt x="154265" y="93630"/>
                  <a:pt x="146926" y="98775"/>
                  <a:pt x="139929" y="98775"/>
                </a:cubicBezTo>
                <a:cubicBezTo>
                  <a:pt x="136568" y="98775"/>
                  <a:pt x="133893" y="97609"/>
                  <a:pt x="131904" y="95277"/>
                </a:cubicBezTo>
                <a:cubicBezTo>
                  <a:pt x="129915" y="92944"/>
                  <a:pt x="128886" y="88966"/>
                  <a:pt x="128817" y="83341"/>
                </a:cubicBezTo>
                <a:moveTo>
                  <a:pt x="128817" y="76595"/>
                </a:moveTo>
                <a:lnTo>
                  <a:pt x="128817" y="40847"/>
                </a:lnTo>
                <a:cubicBezTo>
                  <a:pt x="118460" y="44944"/>
                  <a:pt x="111772" y="47846"/>
                  <a:pt x="108754" y="49555"/>
                </a:cubicBezTo>
                <a:cubicBezTo>
                  <a:pt x="103335" y="52560"/>
                  <a:pt x="99459" y="55701"/>
                  <a:pt x="97127" y="58979"/>
                </a:cubicBezTo>
                <a:cubicBezTo>
                  <a:pt x="94795" y="62256"/>
                  <a:pt x="93629" y="65841"/>
                  <a:pt x="93629" y="69734"/>
                </a:cubicBezTo>
                <a:cubicBezTo>
                  <a:pt x="93629" y="74651"/>
                  <a:pt x="95103" y="78732"/>
                  <a:pt x="98053" y="81975"/>
                </a:cubicBezTo>
                <a:cubicBezTo>
                  <a:pt x="101002" y="85218"/>
                  <a:pt x="104398" y="86840"/>
                  <a:pt x="108239" y="86840"/>
                </a:cubicBezTo>
                <a:cubicBezTo>
                  <a:pt x="113452" y="86840"/>
                  <a:pt x="120312" y="83425"/>
                  <a:pt x="128817" y="76595"/>
                </a:cubicBezTo>
                <a:close/>
                <a:moveTo>
                  <a:pt x="196551" y="0"/>
                </a:moveTo>
                <a:lnTo>
                  <a:pt x="196551" y="21195"/>
                </a:lnTo>
                <a:cubicBezTo>
                  <a:pt x="204440" y="7065"/>
                  <a:pt x="212534" y="0"/>
                  <a:pt x="220833" y="0"/>
                </a:cubicBezTo>
                <a:cubicBezTo>
                  <a:pt x="224606" y="0"/>
                  <a:pt x="227727" y="1149"/>
                  <a:pt x="230197" y="3447"/>
                </a:cubicBezTo>
                <a:cubicBezTo>
                  <a:pt x="232666" y="5745"/>
                  <a:pt x="233901" y="8403"/>
                  <a:pt x="233901" y="11421"/>
                </a:cubicBezTo>
                <a:cubicBezTo>
                  <a:pt x="233901" y="14096"/>
                  <a:pt x="233009" y="16360"/>
                  <a:pt x="231225" y="18212"/>
                </a:cubicBezTo>
                <a:cubicBezTo>
                  <a:pt x="229442" y="20064"/>
                  <a:pt x="227316" y="20990"/>
                  <a:pt x="224846" y="20990"/>
                </a:cubicBezTo>
                <a:cubicBezTo>
                  <a:pt x="222445" y="20990"/>
                  <a:pt x="219753" y="19806"/>
                  <a:pt x="216769" y="17440"/>
                </a:cubicBezTo>
                <a:cubicBezTo>
                  <a:pt x="213786" y="15073"/>
                  <a:pt x="211573" y="13890"/>
                  <a:pt x="210133" y="13890"/>
                </a:cubicBezTo>
                <a:cubicBezTo>
                  <a:pt x="208898" y="13890"/>
                  <a:pt x="207561" y="14574"/>
                  <a:pt x="206120" y="15942"/>
                </a:cubicBezTo>
                <a:cubicBezTo>
                  <a:pt x="203033" y="18747"/>
                  <a:pt x="199844" y="23366"/>
                  <a:pt x="196551" y="29796"/>
                </a:cubicBezTo>
                <a:lnTo>
                  <a:pt x="196551" y="74850"/>
                </a:lnTo>
                <a:cubicBezTo>
                  <a:pt x="196551" y="80048"/>
                  <a:pt x="197203" y="83981"/>
                  <a:pt x="198506" y="86650"/>
                </a:cubicBezTo>
                <a:cubicBezTo>
                  <a:pt x="199398" y="88498"/>
                  <a:pt x="200976" y="90038"/>
                  <a:pt x="203239" y="91270"/>
                </a:cubicBezTo>
                <a:cubicBezTo>
                  <a:pt x="205503" y="92501"/>
                  <a:pt x="208761" y="93116"/>
                  <a:pt x="213014" y="93116"/>
                </a:cubicBezTo>
                <a:lnTo>
                  <a:pt x="213014" y="96923"/>
                </a:lnTo>
                <a:lnTo>
                  <a:pt x="164758" y="96923"/>
                </a:lnTo>
                <a:lnTo>
                  <a:pt x="164758" y="93116"/>
                </a:lnTo>
                <a:cubicBezTo>
                  <a:pt x="169560" y="93116"/>
                  <a:pt x="173127" y="92363"/>
                  <a:pt x="175459" y="90859"/>
                </a:cubicBezTo>
                <a:cubicBezTo>
                  <a:pt x="177174" y="89763"/>
                  <a:pt x="178374" y="88017"/>
                  <a:pt x="179060" y="85621"/>
                </a:cubicBezTo>
                <a:cubicBezTo>
                  <a:pt x="179403" y="84457"/>
                  <a:pt x="179574" y="81138"/>
                  <a:pt x="179574" y="75663"/>
                </a:cubicBezTo>
                <a:lnTo>
                  <a:pt x="179574" y="39217"/>
                </a:lnTo>
                <a:cubicBezTo>
                  <a:pt x="179574" y="28266"/>
                  <a:pt x="179352" y="21747"/>
                  <a:pt x="178906" y="19662"/>
                </a:cubicBezTo>
                <a:cubicBezTo>
                  <a:pt x="178460" y="17574"/>
                  <a:pt x="177637" y="16051"/>
                  <a:pt x="176436" y="15093"/>
                </a:cubicBezTo>
                <a:cubicBezTo>
                  <a:pt x="175236" y="14135"/>
                  <a:pt x="173744" y="13655"/>
                  <a:pt x="171961" y="13655"/>
                </a:cubicBezTo>
                <a:cubicBezTo>
                  <a:pt x="169834" y="13655"/>
                  <a:pt x="167433" y="14169"/>
                  <a:pt x="164758" y="15196"/>
                </a:cubicBezTo>
                <a:lnTo>
                  <a:pt x="163729" y="11498"/>
                </a:lnTo>
                <a:lnTo>
                  <a:pt x="192230" y="0"/>
                </a:lnTo>
                <a:lnTo>
                  <a:pt x="196551" y="0"/>
                </a:lnTo>
                <a:close/>
                <a:moveTo>
                  <a:pt x="254991" y="38275"/>
                </a:moveTo>
                <a:cubicBezTo>
                  <a:pt x="254923" y="52236"/>
                  <a:pt x="258318" y="63187"/>
                  <a:pt x="265178" y="71126"/>
                </a:cubicBezTo>
                <a:cubicBezTo>
                  <a:pt x="272037" y="79064"/>
                  <a:pt x="280097" y="83033"/>
                  <a:pt x="289357" y="83033"/>
                </a:cubicBezTo>
                <a:cubicBezTo>
                  <a:pt x="295530" y="83033"/>
                  <a:pt x="300898" y="81335"/>
                  <a:pt x="305459" y="77939"/>
                </a:cubicBezTo>
                <a:cubicBezTo>
                  <a:pt x="310021" y="74544"/>
                  <a:pt x="313845" y="68731"/>
                  <a:pt x="316931" y="60500"/>
                </a:cubicBezTo>
                <a:lnTo>
                  <a:pt x="320121" y="62557"/>
                </a:lnTo>
                <a:cubicBezTo>
                  <a:pt x="318681" y="71955"/>
                  <a:pt x="314496" y="80512"/>
                  <a:pt x="307568" y="88229"/>
                </a:cubicBezTo>
                <a:cubicBezTo>
                  <a:pt x="300640" y="95945"/>
                  <a:pt x="291963" y="99804"/>
                  <a:pt x="281537" y="99804"/>
                </a:cubicBezTo>
                <a:cubicBezTo>
                  <a:pt x="270219" y="99804"/>
                  <a:pt x="260530" y="95406"/>
                  <a:pt x="252471" y="86611"/>
                </a:cubicBezTo>
                <a:cubicBezTo>
                  <a:pt x="244411" y="77814"/>
                  <a:pt x="240381" y="65988"/>
                  <a:pt x="240381" y="51133"/>
                </a:cubicBezTo>
                <a:cubicBezTo>
                  <a:pt x="240381" y="35048"/>
                  <a:pt x="244514" y="22505"/>
                  <a:pt x="252779" y="13504"/>
                </a:cubicBezTo>
                <a:cubicBezTo>
                  <a:pt x="261045" y="4501"/>
                  <a:pt x="271420" y="0"/>
                  <a:pt x="283904" y="0"/>
                </a:cubicBezTo>
                <a:cubicBezTo>
                  <a:pt x="294467" y="0"/>
                  <a:pt x="303144" y="3473"/>
                  <a:pt x="309935" y="10418"/>
                </a:cubicBezTo>
                <a:cubicBezTo>
                  <a:pt x="316726" y="17361"/>
                  <a:pt x="320121" y="26646"/>
                  <a:pt x="320121" y="38275"/>
                </a:cubicBezTo>
                <a:lnTo>
                  <a:pt x="254991" y="38275"/>
                </a:lnTo>
                <a:moveTo>
                  <a:pt x="254991" y="32308"/>
                </a:moveTo>
                <a:lnTo>
                  <a:pt x="298617" y="32308"/>
                </a:lnTo>
                <a:cubicBezTo>
                  <a:pt x="298274" y="26271"/>
                  <a:pt x="297554" y="22019"/>
                  <a:pt x="296456" y="19549"/>
                </a:cubicBezTo>
                <a:cubicBezTo>
                  <a:pt x="294741" y="15708"/>
                  <a:pt x="292186" y="12690"/>
                  <a:pt x="288791" y="10495"/>
                </a:cubicBezTo>
                <a:cubicBezTo>
                  <a:pt x="285396" y="8300"/>
                  <a:pt x="281846" y="7202"/>
                  <a:pt x="278142" y="7202"/>
                </a:cubicBezTo>
                <a:cubicBezTo>
                  <a:pt x="272448" y="7202"/>
                  <a:pt x="267355" y="9414"/>
                  <a:pt x="262863" y="13839"/>
                </a:cubicBezTo>
                <a:cubicBezTo>
                  <a:pt x="258370" y="18263"/>
                  <a:pt x="255746" y="24419"/>
                  <a:pt x="254991" y="323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E8E39-739B-46E3-A0DA-69EAB575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376374"/>
            <a:ext cx="819465" cy="304373"/>
          </a:xfrm>
          <a:custGeom xmlns:a="http://schemas.openxmlformats.org/drawingml/2006/main">
            <a:pathLst>
              <a:path w="819465" h="304373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DD8A6-A511-4AD6-9023-217DDD02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422" y="6376374"/>
            <a:ext cx="819465" cy="304373"/>
          </a:xfrm>
          <a:custGeom xmlns:a="http://schemas.openxmlformats.org/drawingml/2006/main">
            <a:pathLst>
              <a:path w="819465" h="304373" fill="none">
                <a:moveTo>
                  <a:pt x="0" y="0"/>
                </a:moveTo>
                <a:lnTo>
                  <a:pt x="819465" y="0"/>
                </a:lnTo>
                <a:lnTo>
                  <a:pt x="819465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D6B656"/>
            </a:solidFill>
            <a:miter/>
          </a:ln>
        </p:spPr>
      </p:sp>
      <p:sp>
        <p:nvSpPr>
          <p:cNvPr id="603" name="Text f">
            <a:extLst xmlns:a="http://schemas.openxmlformats.org/drawingml/2006/main">
              <a:ext uri="{FF2B5EF4-FFF2-40B4-BE49-F238E27FC236}">
                <a16:creationId xmlns:a16="http://schemas.microsoft.com/office/drawing/2014/main" id="{38A937D2-1E2C-4C7F-A1BE-7AEEA4F2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243" y="6440784"/>
            <a:ext cx="83444" cy="146310"/>
          </a:xfrm>
          <a:custGeom xmlns:a="http://schemas.openxmlformats.org/drawingml/2006/main">
            <a:pathLst>
              <a:path w="83444" h="146310">
                <a:moveTo>
                  <a:pt x="35291" y="59265"/>
                </a:moveTo>
                <a:lnTo>
                  <a:pt x="35291" y="121282"/>
                </a:lnTo>
                <a:cubicBezTo>
                  <a:pt x="35291" y="130073"/>
                  <a:pt x="36252" y="135635"/>
                  <a:pt x="38172" y="137970"/>
                </a:cubicBezTo>
                <a:cubicBezTo>
                  <a:pt x="40710" y="140992"/>
                  <a:pt x="44106" y="142503"/>
                  <a:pt x="48358" y="142503"/>
                </a:cubicBezTo>
                <a:lnTo>
                  <a:pt x="56898" y="142503"/>
                </a:lnTo>
                <a:lnTo>
                  <a:pt x="56898" y="146310"/>
                </a:lnTo>
                <a:lnTo>
                  <a:pt x="617" y="146310"/>
                </a:lnTo>
                <a:lnTo>
                  <a:pt x="617" y="142503"/>
                </a:lnTo>
                <a:lnTo>
                  <a:pt x="4836" y="142503"/>
                </a:lnTo>
                <a:cubicBezTo>
                  <a:pt x="7580" y="142503"/>
                  <a:pt x="10083" y="141816"/>
                  <a:pt x="12347" y="140442"/>
                </a:cubicBezTo>
                <a:cubicBezTo>
                  <a:pt x="14610" y="139068"/>
                  <a:pt x="16171" y="137214"/>
                  <a:pt x="17028" y="134880"/>
                </a:cubicBezTo>
                <a:cubicBezTo>
                  <a:pt x="17886" y="132545"/>
                  <a:pt x="18314" y="128013"/>
                  <a:pt x="18314" y="121282"/>
                </a:cubicBezTo>
                <a:lnTo>
                  <a:pt x="18314" y="59265"/>
                </a:lnTo>
                <a:lnTo>
                  <a:pt x="0" y="59265"/>
                </a:lnTo>
                <a:lnTo>
                  <a:pt x="0" y="52063"/>
                </a:lnTo>
                <a:lnTo>
                  <a:pt x="18314" y="52063"/>
                </a:lnTo>
                <a:lnTo>
                  <a:pt x="18314" y="45863"/>
                </a:lnTo>
                <a:cubicBezTo>
                  <a:pt x="18314" y="36430"/>
                  <a:pt x="19824" y="28442"/>
                  <a:pt x="22842" y="21900"/>
                </a:cubicBezTo>
                <a:cubicBezTo>
                  <a:pt x="25860" y="15357"/>
                  <a:pt x="30473" y="10073"/>
                  <a:pt x="36680" y="6045"/>
                </a:cubicBezTo>
                <a:cubicBezTo>
                  <a:pt x="42888" y="2015"/>
                  <a:pt x="49868" y="0"/>
                  <a:pt x="57619" y="0"/>
                </a:cubicBezTo>
                <a:cubicBezTo>
                  <a:pt x="64821" y="0"/>
                  <a:pt x="71440" y="2332"/>
                  <a:pt x="77476" y="6997"/>
                </a:cubicBezTo>
                <a:cubicBezTo>
                  <a:pt x="81455" y="10083"/>
                  <a:pt x="83444" y="13547"/>
                  <a:pt x="83444" y="17388"/>
                </a:cubicBezTo>
                <a:cubicBezTo>
                  <a:pt x="83444" y="19446"/>
                  <a:pt x="82552" y="21384"/>
                  <a:pt x="80769" y="23202"/>
                </a:cubicBezTo>
                <a:cubicBezTo>
                  <a:pt x="78986" y="25020"/>
                  <a:pt x="77065" y="25928"/>
                  <a:pt x="75007" y="25928"/>
                </a:cubicBezTo>
                <a:cubicBezTo>
                  <a:pt x="73429" y="25928"/>
                  <a:pt x="71766" y="25356"/>
                  <a:pt x="70017" y="24211"/>
                </a:cubicBezTo>
                <a:cubicBezTo>
                  <a:pt x="68268" y="23067"/>
                  <a:pt x="66124" y="20605"/>
                  <a:pt x="63586" y="16826"/>
                </a:cubicBezTo>
                <a:cubicBezTo>
                  <a:pt x="61048" y="13047"/>
                  <a:pt x="58716" y="10498"/>
                  <a:pt x="56590" y="9180"/>
                </a:cubicBezTo>
                <a:cubicBezTo>
                  <a:pt x="54463" y="7861"/>
                  <a:pt x="52097" y="7202"/>
                  <a:pt x="49490" y="7202"/>
                </a:cubicBezTo>
                <a:cubicBezTo>
                  <a:pt x="46335" y="7202"/>
                  <a:pt x="43660" y="8051"/>
                  <a:pt x="41465" y="9749"/>
                </a:cubicBezTo>
                <a:cubicBezTo>
                  <a:pt x="39270" y="11444"/>
                  <a:pt x="37692" y="14075"/>
                  <a:pt x="36732" y="17639"/>
                </a:cubicBezTo>
                <a:cubicBezTo>
                  <a:pt x="35772" y="21204"/>
                  <a:pt x="35291" y="30393"/>
                  <a:pt x="35291" y="45207"/>
                </a:cubicBezTo>
                <a:lnTo>
                  <a:pt x="35291" y="52063"/>
                </a:lnTo>
                <a:lnTo>
                  <a:pt x="59574" y="52063"/>
                </a:lnTo>
                <a:lnTo>
                  <a:pt x="59574" y="59265"/>
                </a:lnTo>
                <a:lnTo>
                  <a:pt x="35291" y="59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Text air">
            <a:extLst xmlns:a="http://schemas.openxmlformats.org/drawingml/2006/main">
              <a:ext uri="{FF2B5EF4-FFF2-40B4-BE49-F238E27FC236}">
                <a16:creationId xmlns:a16="http://schemas.microsoft.com/office/drawing/2014/main" id="{5C6D6AB4-D88F-4D44-A801-4F6E4425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795" y="6440784"/>
            <a:ext cx="216137" cy="148368"/>
          </a:xfrm>
          <a:custGeom xmlns:a="http://schemas.openxmlformats.org/drawingml/2006/main">
            <a:pathLst>
              <a:path w="216137" h="148368">
                <a:moveTo>
                  <a:pt x="52474" y="132729"/>
                </a:moveTo>
                <a:cubicBezTo>
                  <a:pt x="42802" y="140205"/>
                  <a:pt x="36732" y="144527"/>
                  <a:pt x="34263" y="145693"/>
                </a:cubicBezTo>
                <a:cubicBezTo>
                  <a:pt x="30558" y="147476"/>
                  <a:pt x="26614" y="148368"/>
                  <a:pt x="22430" y="148368"/>
                </a:cubicBezTo>
                <a:cubicBezTo>
                  <a:pt x="15914" y="148368"/>
                  <a:pt x="10546" y="146139"/>
                  <a:pt x="6328" y="141680"/>
                </a:cubicBezTo>
                <a:cubicBezTo>
                  <a:pt x="2109" y="137222"/>
                  <a:pt x="0" y="131357"/>
                  <a:pt x="0" y="124086"/>
                </a:cubicBezTo>
                <a:cubicBezTo>
                  <a:pt x="0" y="119490"/>
                  <a:pt x="1029" y="115512"/>
                  <a:pt x="3087" y="112151"/>
                </a:cubicBezTo>
                <a:cubicBezTo>
                  <a:pt x="5899" y="107486"/>
                  <a:pt x="10786" y="103096"/>
                  <a:pt x="17749" y="98981"/>
                </a:cubicBezTo>
                <a:cubicBezTo>
                  <a:pt x="24711" y="94865"/>
                  <a:pt x="36286" y="89858"/>
                  <a:pt x="52474" y="83959"/>
                </a:cubicBezTo>
                <a:lnTo>
                  <a:pt x="52474" y="80255"/>
                </a:lnTo>
                <a:cubicBezTo>
                  <a:pt x="52474" y="70857"/>
                  <a:pt x="50982" y="64409"/>
                  <a:pt x="47998" y="60911"/>
                </a:cubicBezTo>
                <a:cubicBezTo>
                  <a:pt x="45015" y="57413"/>
                  <a:pt x="40676" y="55664"/>
                  <a:pt x="34983" y="55664"/>
                </a:cubicBezTo>
                <a:cubicBezTo>
                  <a:pt x="30661" y="55664"/>
                  <a:pt x="27232" y="56826"/>
                  <a:pt x="24694" y="59149"/>
                </a:cubicBezTo>
                <a:cubicBezTo>
                  <a:pt x="22087" y="61473"/>
                  <a:pt x="20784" y="64138"/>
                  <a:pt x="20784" y="67146"/>
                </a:cubicBezTo>
                <a:lnTo>
                  <a:pt x="20990" y="73091"/>
                </a:lnTo>
                <a:cubicBezTo>
                  <a:pt x="20990" y="76233"/>
                  <a:pt x="20184" y="78659"/>
                  <a:pt x="18572" y="80367"/>
                </a:cubicBezTo>
                <a:cubicBezTo>
                  <a:pt x="16960" y="82075"/>
                  <a:pt x="14851" y="82930"/>
                  <a:pt x="12244" y="82930"/>
                </a:cubicBezTo>
                <a:cubicBezTo>
                  <a:pt x="9706" y="82930"/>
                  <a:pt x="7631" y="82041"/>
                  <a:pt x="6019" y="80264"/>
                </a:cubicBezTo>
                <a:cubicBezTo>
                  <a:pt x="4407" y="78485"/>
                  <a:pt x="3601" y="76056"/>
                  <a:pt x="3601" y="72978"/>
                </a:cubicBezTo>
                <a:cubicBezTo>
                  <a:pt x="3601" y="67098"/>
                  <a:pt x="6619" y="61697"/>
                  <a:pt x="12656" y="56773"/>
                </a:cubicBezTo>
                <a:cubicBezTo>
                  <a:pt x="18692" y="51849"/>
                  <a:pt x="27163" y="49387"/>
                  <a:pt x="38069" y="49387"/>
                </a:cubicBezTo>
                <a:cubicBezTo>
                  <a:pt x="46438" y="49387"/>
                  <a:pt x="53297" y="50791"/>
                  <a:pt x="58648" y="53599"/>
                </a:cubicBezTo>
                <a:cubicBezTo>
                  <a:pt x="62695" y="55724"/>
                  <a:pt x="65678" y="59047"/>
                  <a:pt x="67599" y="63570"/>
                </a:cubicBezTo>
                <a:cubicBezTo>
                  <a:pt x="68834" y="66515"/>
                  <a:pt x="69451" y="72544"/>
                  <a:pt x="69451" y="81656"/>
                </a:cubicBezTo>
                <a:lnTo>
                  <a:pt x="69451" y="113617"/>
                </a:lnTo>
                <a:cubicBezTo>
                  <a:pt x="69451" y="122592"/>
                  <a:pt x="69623" y="128090"/>
                  <a:pt x="69965" y="130111"/>
                </a:cubicBezTo>
                <a:cubicBezTo>
                  <a:pt x="70308" y="132133"/>
                  <a:pt x="70874" y="133486"/>
                  <a:pt x="71663" y="134172"/>
                </a:cubicBezTo>
                <a:cubicBezTo>
                  <a:pt x="72452" y="134856"/>
                  <a:pt x="73361" y="135198"/>
                  <a:pt x="74390" y="135198"/>
                </a:cubicBezTo>
                <a:cubicBezTo>
                  <a:pt x="75487" y="135198"/>
                  <a:pt x="76448" y="134958"/>
                  <a:pt x="77271" y="134478"/>
                </a:cubicBezTo>
                <a:cubicBezTo>
                  <a:pt x="78711" y="133586"/>
                  <a:pt x="81489" y="131082"/>
                  <a:pt x="85605" y="126967"/>
                </a:cubicBezTo>
                <a:lnTo>
                  <a:pt x="85605" y="132729"/>
                </a:lnTo>
                <a:cubicBezTo>
                  <a:pt x="77922" y="143018"/>
                  <a:pt x="70583" y="148162"/>
                  <a:pt x="63586" y="148162"/>
                </a:cubicBezTo>
                <a:cubicBezTo>
                  <a:pt x="60225" y="148162"/>
                  <a:pt x="57550" y="146996"/>
                  <a:pt x="55561" y="144664"/>
                </a:cubicBezTo>
                <a:cubicBezTo>
                  <a:pt x="53572" y="142332"/>
                  <a:pt x="52543" y="138353"/>
                  <a:pt x="52474" y="132729"/>
                </a:cubicBezTo>
                <a:moveTo>
                  <a:pt x="52474" y="125983"/>
                </a:moveTo>
                <a:lnTo>
                  <a:pt x="52474" y="90235"/>
                </a:lnTo>
                <a:cubicBezTo>
                  <a:pt x="42116" y="94331"/>
                  <a:pt x="35429" y="97234"/>
                  <a:pt x="32410" y="98942"/>
                </a:cubicBezTo>
                <a:cubicBezTo>
                  <a:pt x="26992" y="101947"/>
                  <a:pt x="23116" y="105089"/>
                  <a:pt x="20784" y="108366"/>
                </a:cubicBezTo>
                <a:cubicBezTo>
                  <a:pt x="18452" y="111644"/>
                  <a:pt x="17286" y="115229"/>
                  <a:pt x="17286" y="119121"/>
                </a:cubicBezTo>
                <a:cubicBezTo>
                  <a:pt x="17286" y="124039"/>
                  <a:pt x="18760" y="128119"/>
                  <a:pt x="21710" y="131362"/>
                </a:cubicBezTo>
                <a:cubicBezTo>
                  <a:pt x="24659" y="134605"/>
                  <a:pt x="28055" y="136227"/>
                  <a:pt x="31896" y="136227"/>
                </a:cubicBezTo>
                <a:cubicBezTo>
                  <a:pt x="37109" y="136227"/>
                  <a:pt x="43969" y="132812"/>
                  <a:pt x="52474" y="125983"/>
                </a:cubicBezTo>
                <a:close/>
                <a:moveTo>
                  <a:pt x="116607" y="0"/>
                </a:moveTo>
                <a:cubicBezTo>
                  <a:pt x="119488" y="0"/>
                  <a:pt x="121940" y="1017"/>
                  <a:pt x="123964" y="3051"/>
                </a:cubicBezTo>
                <a:cubicBezTo>
                  <a:pt x="125987" y="5083"/>
                  <a:pt x="126999" y="7547"/>
                  <a:pt x="126999" y="10443"/>
                </a:cubicBezTo>
                <a:cubicBezTo>
                  <a:pt x="126999" y="13339"/>
                  <a:pt x="125987" y="15822"/>
                  <a:pt x="123964" y="17890"/>
                </a:cubicBezTo>
                <a:cubicBezTo>
                  <a:pt x="121940" y="19956"/>
                  <a:pt x="119488" y="20990"/>
                  <a:pt x="116607" y="20990"/>
                </a:cubicBezTo>
                <a:cubicBezTo>
                  <a:pt x="113726" y="20990"/>
                  <a:pt x="111257" y="19956"/>
                  <a:pt x="109199" y="17890"/>
                </a:cubicBezTo>
                <a:cubicBezTo>
                  <a:pt x="107141" y="15822"/>
                  <a:pt x="106112" y="13339"/>
                  <a:pt x="106112" y="10443"/>
                </a:cubicBezTo>
                <a:cubicBezTo>
                  <a:pt x="106112" y="7547"/>
                  <a:pt x="107124" y="5083"/>
                  <a:pt x="109148" y="3051"/>
                </a:cubicBezTo>
                <a:cubicBezTo>
                  <a:pt x="111171" y="1017"/>
                  <a:pt x="113658" y="0"/>
                  <a:pt x="116607" y="0"/>
                </a:cubicBezTo>
                <a:moveTo>
                  <a:pt x="125147" y="49387"/>
                </a:moveTo>
                <a:lnTo>
                  <a:pt x="125147" y="124948"/>
                </a:lnTo>
                <a:cubicBezTo>
                  <a:pt x="125147" y="130834"/>
                  <a:pt x="125576" y="134752"/>
                  <a:pt x="126433" y="136703"/>
                </a:cubicBezTo>
                <a:cubicBezTo>
                  <a:pt x="127291" y="138653"/>
                  <a:pt x="128560" y="140108"/>
                  <a:pt x="130240" y="141066"/>
                </a:cubicBezTo>
                <a:cubicBezTo>
                  <a:pt x="131921" y="142024"/>
                  <a:pt x="134990" y="142503"/>
                  <a:pt x="139449" y="142503"/>
                </a:cubicBezTo>
                <a:lnTo>
                  <a:pt x="139449" y="146310"/>
                </a:lnTo>
                <a:lnTo>
                  <a:pt x="93663" y="146310"/>
                </a:lnTo>
                <a:lnTo>
                  <a:pt x="93663" y="142503"/>
                </a:lnTo>
                <a:cubicBezTo>
                  <a:pt x="98258" y="142503"/>
                  <a:pt x="101345" y="142058"/>
                  <a:pt x="102923" y="141169"/>
                </a:cubicBezTo>
                <a:cubicBezTo>
                  <a:pt x="104500" y="140279"/>
                  <a:pt x="105752" y="138808"/>
                  <a:pt x="106678" y="136754"/>
                </a:cubicBezTo>
                <a:cubicBezTo>
                  <a:pt x="107604" y="134701"/>
                  <a:pt x="108067" y="130765"/>
                  <a:pt x="108067" y="124948"/>
                </a:cubicBezTo>
                <a:lnTo>
                  <a:pt x="108067" y="88708"/>
                </a:lnTo>
                <a:cubicBezTo>
                  <a:pt x="108067" y="78509"/>
                  <a:pt x="107759" y="71904"/>
                  <a:pt x="107141" y="68895"/>
                </a:cubicBezTo>
                <a:cubicBezTo>
                  <a:pt x="106661" y="66704"/>
                  <a:pt x="105907" y="65181"/>
                  <a:pt x="104878" y="64326"/>
                </a:cubicBezTo>
                <a:cubicBezTo>
                  <a:pt x="103849" y="63471"/>
                  <a:pt x="102443" y="63043"/>
                  <a:pt x="100659" y="63043"/>
                </a:cubicBezTo>
                <a:cubicBezTo>
                  <a:pt x="98739" y="63043"/>
                  <a:pt x="96406" y="63556"/>
                  <a:pt x="93663" y="64583"/>
                </a:cubicBezTo>
                <a:lnTo>
                  <a:pt x="92222" y="60885"/>
                </a:lnTo>
                <a:lnTo>
                  <a:pt x="120620" y="49387"/>
                </a:lnTo>
                <a:lnTo>
                  <a:pt x="125147" y="49387"/>
                </a:lnTo>
                <a:close/>
                <a:moveTo>
                  <a:pt x="178788" y="49387"/>
                </a:moveTo>
                <a:lnTo>
                  <a:pt x="178788" y="70583"/>
                </a:lnTo>
                <a:cubicBezTo>
                  <a:pt x="186676" y="56453"/>
                  <a:pt x="194771" y="49387"/>
                  <a:pt x="203070" y="49387"/>
                </a:cubicBezTo>
                <a:cubicBezTo>
                  <a:pt x="206843" y="49387"/>
                  <a:pt x="209964" y="50536"/>
                  <a:pt x="212433" y="52834"/>
                </a:cubicBezTo>
                <a:cubicBezTo>
                  <a:pt x="214903" y="55132"/>
                  <a:pt x="216137" y="57790"/>
                  <a:pt x="216137" y="60808"/>
                </a:cubicBezTo>
                <a:cubicBezTo>
                  <a:pt x="216137" y="63483"/>
                  <a:pt x="215246" y="65747"/>
                  <a:pt x="213462" y="67599"/>
                </a:cubicBezTo>
                <a:cubicBezTo>
                  <a:pt x="211679" y="69451"/>
                  <a:pt x="209552" y="70377"/>
                  <a:pt x="207083" y="70377"/>
                </a:cubicBezTo>
                <a:cubicBezTo>
                  <a:pt x="204682" y="70377"/>
                  <a:pt x="201990" y="69194"/>
                  <a:pt x="199006" y="66827"/>
                </a:cubicBezTo>
                <a:cubicBezTo>
                  <a:pt x="196022" y="64461"/>
                  <a:pt x="193810" y="63278"/>
                  <a:pt x="192370" y="63278"/>
                </a:cubicBezTo>
                <a:cubicBezTo>
                  <a:pt x="191135" y="63278"/>
                  <a:pt x="189797" y="63961"/>
                  <a:pt x="188357" y="65329"/>
                </a:cubicBezTo>
                <a:cubicBezTo>
                  <a:pt x="185270" y="68135"/>
                  <a:pt x="182081" y="72753"/>
                  <a:pt x="178788" y="79184"/>
                </a:cubicBezTo>
                <a:lnTo>
                  <a:pt x="178788" y="124237"/>
                </a:lnTo>
                <a:cubicBezTo>
                  <a:pt x="178788" y="129435"/>
                  <a:pt x="179440" y="133368"/>
                  <a:pt x="180743" y="136037"/>
                </a:cubicBezTo>
                <a:cubicBezTo>
                  <a:pt x="181635" y="137885"/>
                  <a:pt x="183212" y="139425"/>
                  <a:pt x="185476" y="140658"/>
                </a:cubicBezTo>
                <a:cubicBezTo>
                  <a:pt x="187740" y="141888"/>
                  <a:pt x="190998" y="142503"/>
                  <a:pt x="195251" y="142503"/>
                </a:cubicBezTo>
                <a:lnTo>
                  <a:pt x="195251" y="146310"/>
                </a:lnTo>
                <a:lnTo>
                  <a:pt x="146995" y="146310"/>
                </a:lnTo>
                <a:lnTo>
                  <a:pt x="146995" y="142503"/>
                </a:lnTo>
                <a:cubicBezTo>
                  <a:pt x="151797" y="142503"/>
                  <a:pt x="155363" y="141751"/>
                  <a:pt x="157696" y="140246"/>
                </a:cubicBezTo>
                <a:cubicBezTo>
                  <a:pt x="159411" y="139151"/>
                  <a:pt x="160611" y="137405"/>
                  <a:pt x="161297" y="135008"/>
                </a:cubicBezTo>
                <a:cubicBezTo>
                  <a:pt x="161640" y="133844"/>
                  <a:pt x="161811" y="130525"/>
                  <a:pt x="161811" y="125050"/>
                </a:cubicBezTo>
                <a:lnTo>
                  <a:pt x="161811" y="88605"/>
                </a:lnTo>
                <a:cubicBezTo>
                  <a:pt x="161811" y="77653"/>
                  <a:pt x="161588" y="71135"/>
                  <a:pt x="161142" y="69049"/>
                </a:cubicBezTo>
                <a:cubicBezTo>
                  <a:pt x="160697" y="66961"/>
                  <a:pt x="159874" y="65438"/>
                  <a:pt x="158673" y="64480"/>
                </a:cubicBezTo>
                <a:cubicBezTo>
                  <a:pt x="157473" y="63522"/>
                  <a:pt x="155981" y="63043"/>
                  <a:pt x="154197" y="63043"/>
                </a:cubicBezTo>
                <a:cubicBezTo>
                  <a:pt x="152071" y="63043"/>
                  <a:pt x="149670" y="63556"/>
                  <a:pt x="146995" y="64583"/>
                </a:cubicBezTo>
                <a:lnTo>
                  <a:pt x="145966" y="60885"/>
                </a:lnTo>
                <a:lnTo>
                  <a:pt x="174467" y="49387"/>
                </a:lnTo>
                <a:lnTo>
                  <a:pt x="178788" y="49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50D55-E652-4D7A-809D-380287E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10" y="4854511"/>
            <a:ext cx="10" cy="93887"/>
          </a:xfrm>
          <a:custGeom xmlns:a="http://schemas.openxmlformats.org/drawingml/2006/main">
            <a:pathLst>
              <a:path w="1" h="93887" fill="none">
                <a:moveTo>
                  <a:pt x="0" y="0"/>
                </a:moveTo>
                <a:lnTo>
                  <a:pt x="0" y="93887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ABA98-CAD6-49E0-9AFF-2448E20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562" y="4908596"/>
            <a:ext cx="106296" cy="159210"/>
          </a:xfrm>
          <a:custGeom xmlns:a="http://schemas.openxmlformats.org/drawingml/2006/main">
            <a:pathLst>
              <a:path w="106296" h="159210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A91BF-037C-4589-914D-74C54954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562" y="4908596"/>
            <a:ext cx="106296" cy="159210"/>
          </a:xfrm>
          <a:custGeom xmlns:a="http://schemas.openxmlformats.org/drawingml/2006/main">
            <a:pathLst>
              <a:path w="106296" h="159210" fill="none">
                <a:moveTo>
                  <a:pt x="53148" y="159210"/>
                </a:moveTo>
                <a:lnTo>
                  <a:pt x="0" y="0"/>
                </a:lnTo>
                <a:lnTo>
                  <a:pt x="53148" y="39803"/>
                </a:lnTo>
                <a:lnTo>
                  <a:pt x="106296" y="0"/>
                </a:lnTo>
                <a:lnTo>
                  <a:pt x="53148" y="159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7E233-B605-404D-9F91-3D602369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092" y="5334483"/>
            <a:ext cx="2289897" cy="1709170"/>
          </a:xfrm>
          <a:custGeom xmlns:a="http://schemas.openxmlformats.org/drawingml/2006/main">
            <a:pathLst>
              <a:path w="2289897" h="1709170" fill="none">
                <a:moveTo>
                  <a:pt x="2289897" y="1240904"/>
                </a:moveTo>
                <a:lnTo>
                  <a:pt x="2289897" y="1475037"/>
                </a:lnTo>
                <a:cubicBezTo>
                  <a:pt x="2289897" y="1631125"/>
                  <a:pt x="2211853" y="1709170"/>
                  <a:pt x="2055764" y="1709170"/>
                </a:cubicBezTo>
                <a:lnTo>
                  <a:pt x="686087" y="1709170"/>
                </a:lnTo>
                <a:cubicBezTo>
                  <a:pt x="529999" y="1709170"/>
                  <a:pt x="451954" y="1631125"/>
                  <a:pt x="451954" y="1475037"/>
                </a:cubicBezTo>
                <a:lnTo>
                  <a:pt x="451954" y="234133"/>
                </a:lnTo>
                <a:cubicBezTo>
                  <a:pt x="451954" y="78044"/>
                  <a:pt x="373910" y="0"/>
                  <a:pt x="217821" y="0"/>
                </a:cubicBezTo>
                <a:lnTo>
                  <a:pt x="100755" y="0"/>
                </a:lnTo>
                <a:cubicBezTo>
                  <a:pt x="22711" y="0"/>
                  <a:pt x="0" y="3590"/>
                  <a:pt x="32622" y="10770"/>
                </a:cubicBezTo>
                <a:lnTo>
                  <a:pt x="81556" y="21540"/>
                </a:lnTo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72A13-D86D-4D8E-86D6-B318012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38" y="5284847"/>
            <a:ext cx="177707" cy="160147"/>
          </a:xfrm>
          <a:custGeom xmlns:a="http://schemas.openxmlformats.org/drawingml/2006/main">
            <a:pathLst>
              <a:path w="177707" h="160147">
                <a:moveTo>
                  <a:pt x="0" y="44719"/>
                </a:moveTo>
                <a:lnTo>
                  <a:pt x="177707" y="0"/>
                </a:lnTo>
                <a:lnTo>
                  <a:pt x="120110" y="71176"/>
                </a:lnTo>
                <a:lnTo>
                  <a:pt x="142353" y="160147"/>
                </a:lnTo>
                <a:lnTo>
                  <a:pt x="0" y="44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78424-C053-4685-B802-7514CBC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38" y="5284847"/>
            <a:ext cx="177707" cy="160147"/>
          </a:xfrm>
          <a:custGeom xmlns:a="http://schemas.openxmlformats.org/drawingml/2006/main">
            <a:pathLst>
              <a:path w="177707" h="160147" fill="none">
                <a:moveTo>
                  <a:pt x="0" y="44719"/>
                </a:moveTo>
                <a:lnTo>
                  <a:pt x="177707" y="0"/>
                </a:lnTo>
                <a:lnTo>
                  <a:pt x="120110" y="71176"/>
                </a:lnTo>
                <a:lnTo>
                  <a:pt x="142353" y="160147"/>
                </a:lnTo>
                <a:lnTo>
                  <a:pt x="0" y="447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7B947-45ED-4C69-8425-55BA3B59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7" y="5912791"/>
            <a:ext cx="257780" cy="12175"/>
          </a:xfrm>
          <a:custGeom xmlns:a="http://schemas.openxmlformats.org/drawingml/2006/main">
            <a:pathLst>
              <a:path w="257780" h="12175" fill="none">
                <a:moveTo>
                  <a:pt x="0" y="0"/>
                </a:moveTo>
                <a:lnTo>
                  <a:pt x="257780" y="12175"/>
                </a:lnTo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29B25-667B-4A3D-9F59-2FF8317B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03" y="5869945"/>
            <a:ext cx="161552" cy="106062"/>
          </a:xfrm>
          <a:custGeom xmlns:a="http://schemas.openxmlformats.org/drawingml/2006/main">
            <a:pathLst>
              <a:path w="161552" h="106062">
                <a:moveTo>
                  <a:pt x="161552" y="60640"/>
                </a:moveTo>
                <a:lnTo>
                  <a:pt x="0" y="106062"/>
                </a:lnTo>
                <a:lnTo>
                  <a:pt x="42144" y="55021"/>
                </a:lnTo>
                <a:lnTo>
                  <a:pt x="4917" y="0"/>
                </a:lnTo>
                <a:lnTo>
                  <a:pt x="161552" y="60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7D9C9-B606-4636-A42D-5827366C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03" y="5869945"/>
            <a:ext cx="161552" cy="106062"/>
          </a:xfrm>
          <a:custGeom xmlns:a="http://schemas.openxmlformats.org/drawingml/2006/main">
            <a:pathLst>
              <a:path w="161552" h="106062" fill="none">
                <a:moveTo>
                  <a:pt x="161552" y="60640"/>
                </a:moveTo>
                <a:lnTo>
                  <a:pt x="0" y="106062"/>
                </a:lnTo>
                <a:lnTo>
                  <a:pt x="42144" y="55021"/>
                </a:lnTo>
                <a:lnTo>
                  <a:pt x="4917" y="0"/>
                </a:lnTo>
                <a:lnTo>
                  <a:pt x="161552" y="606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31" cap="flat">
            <a:solidFill>
              <a:srgbClr val="000000"/>
            </a:solidFill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E633A-FA23-4A0B-85D2-F7EFA81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618906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5C324-2B49-4271-9549-7B06BF93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779" y="618906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B85450"/>
            </a:solidFill>
            <a:miter/>
          </a:ln>
        </p:spPr>
      </p:sp>
      <p:sp>
        <p:nvSpPr>
          <p:cNvPr id="616" name="Text speak">
            <a:extLst xmlns:a="http://schemas.openxmlformats.org/drawingml/2006/main">
              <a:ext uri="{FF2B5EF4-FFF2-40B4-BE49-F238E27FC236}">
                <a16:creationId xmlns:a16="http://schemas.microsoft.com/office/drawing/2014/main" id="{C74A2CB0-CD66-4ABA-B970-05225B3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990" y="6269734"/>
            <a:ext cx="418448" cy="170112"/>
          </a:xfrm>
          <a:custGeom xmlns:a="http://schemas.openxmlformats.org/drawingml/2006/main">
            <a:pathLst>
              <a:path w="418448" h="170112">
                <a:moveTo>
                  <a:pt x="50851" y="43900"/>
                </a:moveTo>
                <a:lnTo>
                  <a:pt x="50851" y="72252"/>
                </a:lnTo>
                <a:lnTo>
                  <a:pt x="47833" y="72252"/>
                </a:lnTo>
                <a:cubicBezTo>
                  <a:pt x="45516" y="63360"/>
                  <a:pt x="42543" y="57311"/>
                  <a:pt x="38915" y="54106"/>
                </a:cubicBezTo>
                <a:cubicBezTo>
                  <a:pt x="35288" y="50899"/>
                  <a:pt x="30669" y="49296"/>
                  <a:pt x="25060" y="49296"/>
                </a:cubicBezTo>
                <a:cubicBezTo>
                  <a:pt x="20791" y="49296"/>
                  <a:pt x="17347" y="50423"/>
                  <a:pt x="14725" y="52677"/>
                </a:cubicBezTo>
                <a:cubicBezTo>
                  <a:pt x="12103" y="54929"/>
                  <a:pt x="10792" y="57426"/>
                  <a:pt x="10792" y="60168"/>
                </a:cubicBezTo>
                <a:cubicBezTo>
                  <a:pt x="10792" y="63579"/>
                  <a:pt x="11768" y="66502"/>
                  <a:pt x="13719" y="68937"/>
                </a:cubicBezTo>
                <a:cubicBezTo>
                  <a:pt x="15609" y="71435"/>
                  <a:pt x="19450" y="74084"/>
                  <a:pt x="25242" y="76885"/>
                </a:cubicBezTo>
                <a:lnTo>
                  <a:pt x="38595" y="83373"/>
                </a:lnTo>
                <a:cubicBezTo>
                  <a:pt x="50973" y="89401"/>
                  <a:pt x="57161" y="97350"/>
                  <a:pt x="57161" y="107218"/>
                </a:cubicBezTo>
                <a:cubicBezTo>
                  <a:pt x="57161" y="114830"/>
                  <a:pt x="54280" y="120966"/>
                  <a:pt x="48519" y="125626"/>
                </a:cubicBezTo>
                <a:cubicBezTo>
                  <a:pt x="42757" y="130285"/>
                  <a:pt x="36309" y="132614"/>
                  <a:pt x="29175" y="132614"/>
                </a:cubicBezTo>
                <a:cubicBezTo>
                  <a:pt x="24053" y="132614"/>
                  <a:pt x="18200" y="131700"/>
                  <a:pt x="11615" y="129871"/>
                </a:cubicBezTo>
                <a:cubicBezTo>
                  <a:pt x="9603" y="129261"/>
                  <a:pt x="7957" y="128956"/>
                  <a:pt x="6676" y="128956"/>
                </a:cubicBezTo>
                <a:cubicBezTo>
                  <a:pt x="5274" y="128956"/>
                  <a:pt x="4177" y="129749"/>
                  <a:pt x="3384" y="131334"/>
                </a:cubicBezTo>
                <a:lnTo>
                  <a:pt x="366" y="131334"/>
                </a:lnTo>
                <a:lnTo>
                  <a:pt x="366" y="101336"/>
                </a:lnTo>
                <a:lnTo>
                  <a:pt x="3384" y="101336"/>
                </a:lnTo>
                <a:cubicBezTo>
                  <a:pt x="5091" y="109902"/>
                  <a:pt x="8353" y="116358"/>
                  <a:pt x="13170" y="120702"/>
                </a:cubicBezTo>
                <a:cubicBezTo>
                  <a:pt x="17987" y="125046"/>
                  <a:pt x="23383" y="127218"/>
                  <a:pt x="29358" y="127218"/>
                </a:cubicBezTo>
                <a:cubicBezTo>
                  <a:pt x="33565" y="127218"/>
                  <a:pt x="36995" y="125985"/>
                  <a:pt x="39647" y="123520"/>
                </a:cubicBezTo>
                <a:cubicBezTo>
                  <a:pt x="42299" y="121052"/>
                  <a:pt x="43626" y="118083"/>
                  <a:pt x="43626" y="114611"/>
                </a:cubicBezTo>
                <a:cubicBezTo>
                  <a:pt x="43626" y="110408"/>
                  <a:pt x="42147" y="106876"/>
                  <a:pt x="39190" y="104014"/>
                </a:cubicBezTo>
                <a:cubicBezTo>
                  <a:pt x="36233" y="101152"/>
                  <a:pt x="30334" y="97529"/>
                  <a:pt x="21493" y="93144"/>
                </a:cubicBezTo>
                <a:cubicBezTo>
                  <a:pt x="12652" y="88758"/>
                  <a:pt x="6859" y="84799"/>
                  <a:pt x="4116" y="81266"/>
                </a:cubicBezTo>
                <a:cubicBezTo>
                  <a:pt x="1372" y="77795"/>
                  <a:pt x="0" y="73409"/>
                  <a:pt x="0" y="68111"/>
                </a:cubicBezTo>
                <a:cubicBezTo>
                  <a:pt x="0" y="61228"/>
                  <a:pt x="2363" y="55473"/>
                  <a:pt x="7088" y="50845"/>
                </a:cubicBezTo>
                <a:cubicBezTo>
                  <a:pt x="11813" y="46215"/>
                  <a:pt x="17926" y="43900"/>
                  <a:pt x="25425" y="43900"/>
                </a:cubicBezTo>
                <a:cubicBezTo>
                  <a:pt x="28718" y="43900"/>
                  <a:pt x="32712" y="44601"/>
                  <a:pt x="37406" y="46003"/>
                </a:cubicBezTo>
                <a:cubicBezTo>
                  <a:pt x="40516" y="46918"/>
                  <a:pt x="42589" y="47375"/>
                  <a:pt x="43626" y="47375"/>
                </a:cubicBezTo>
                <a:cubicBezTo>
                  <a:pt x="44601" y="47375"/>
                  <a:pt x="45363" y="47162"/>
                  <a:pt x="45912" y="46735"/>
                </a:cubicBezTo>
                <a:cubicBezTo>
                  <a:pt x="46461" y="46308"/>
                  <a:pt x="47101" y="45363"/>
                  <a:pt x="47833" y="43900"/>
                </a:cubicBezTo>
                <a:lnTo>
                  <a:pt x="50851" y="43900"/>
                </a:lnTo>
                <a:close/>
                <a:moveTo>
                  <a:pt x="63534" y="54518"/>
                </a:moveTo>
                <a:lnTo>
                  <a:pt x="89325" y="44083"/>
                </a:lnTo>
                <a:lnTo>
                  <a:pt x="92800" y="44083"/>
                </a:lnTo>
                <a:lnTo>
                  <a:pt x="92800" y="63655"/>
                </a:lnTo>
                <a:cubicBezTo>
                  <a:pt x="97129" y="56277"/>
                  <a:pt x="101474" y="51140"/>
                  <a:pt x="105833" y="48244"/>
                </a:cubicBezTo>
                <a:cubicBezTo>
                  <a:pt x="110193" y="45348"/>
                  <a:pt x="114781" y="43900"/>
                  <a:pt x="119598" y="43900"/>
                </a:cubicBezTo>
                <a:cubicBezTo>
                  <a:pt x="128012" y="43900"/>
                  <a:pt x="135024" y="47189"/>
                  <a:pt x="140633" y="53766"/>
                </a:cubicBezTo>
                <a:cubicBezTo>
                  <a:pt x="147523" y="61807"/>
                  <a:pt x="150968" y="72283"/>
                  <a:pt x="150968" y="85196"/>
                </a:cubicBezTo>
                <a:cubicBezTo>
                  <a:pt x="150968" y="99631"/>
                  <a:pt x="146822" y="111569"/>
                  <a:pt x="138529" y="121011"/>
                </a:cubicBezTo>
                <a:cubicBezTo>
                  <a:pt x="131701" y="128746"/>
                  <a:pt x="123104" y="132614"/>
                  <a:pt x="112738" y="132614"/>
                </a:cubicBezTo>
                <a:cubicBezTo>
                  <a:pt x="108226" y="132614"/>
                  <a:pt x="104324" y="131974"/>
                  <a:pt x="101032" y="130694"/>
                </a:cubicBezTo>
                <a:cubicBezTo>
                  <a:pt x="98593" y="129779"/>
                  <a:pt x="95849" y="127950"/>
                  <a:pt x="92800" y="125206"/>
                </a:cubicBezTo>
                <a:lnTo>
                  <a:pt x="92800" y="150723"/>
                </a:lnTo>
                <a:cubicBezTo>
                  <a:pt x="92800" y="156454"/>
                  <a:pt x="93151" y="160097"/>
                  <a:pt x="93852" y="161652"/>
                </a:cubicBezTo>
                <a:cubicBezTo>
                  <a:pt x="94553" y="163207"/>
                  <a:pt x="95773" y="164442"/>
                  <a:pt x="97511" y="165356"/>
                </a:cubicBezTo>
                <a:cubicBezTo>
                  <a:pt x="99248" y="166271"/>
                  <a:pt x="102404" y="166728"/>
                  <a:pt x="106976" y="166728"/>
                </a:cubicBezTo>
                <a:lnTo>
                  <a:pt x="106976" y="170112"/>
                </a:lnTo>
                <a:lnTo>
                  <a:pt x="63077" y="170112"/>
                </a:lnTo>
                <a:lnTo>
                  <a:pt x="63077" y="166728"/>
                </a:lnTo>
                <a:lnTo>
                  <a:pt x="65363" y="166728"/>
                </a:lnTo>
                <a:cubicBezTo>
                  <a:pt x="68716" y="166789"/>
                  <a:pt x="71582" y="166148"/>
                  <a:pt x="73960" y="164805"/>
                </a:cubicBezTo>
                <a:cubicBezTo>
                  <a:pt x="75119" y="164134"/>
                  <a:pt x="76018" y="163051"/>
                  <a:pt x="76658" y="161555"/>
                </a:cubicBezTo>
                <a:cubicBezTo>
                  <a:pt x="77298" y="160061"/>
                  <a:pt x="77618" y="156264"/>
                  <a:pt x="77618" y="150163"/>
                </a:cubicBezTo>
                <a:lnTo>
                  <a:pt x="77618" y="70900"/>
                </a:lnTo>
                <a:cubicBezTo>
                  <a:pt x="77618" y="65470"/>
                  <a:pt x="77374" y="62023"/>
                  <a:pt x="76887" y="60560"/>
                </a:cubicBezTo>
                <a:cubicBezTo>
                  <a:pt x="76399" y="59094"/>
                  <a:pt x="75622" y="57996"/>
                  <a:pt x="74555" y="57264"/>
                </a:cubicBezTo>
                <a:cubicBezTo>
                  <a:pt x="73487" y="56531"/>
                  <a:pt x="72039" y="56164"/>
                  <a:pt x="70210" y="56164"/>
                </a:cubicBezTo>
                <a:cubicBezTo>
                  <a:pt x="68747" y="56164"/>
                  <a:pt x="66887" y="56591"/>
                  <a:pt x="64631" y="57444"/>
                </a:cubicBezTo>
                <a:lnTo>
                  <a:pt x="63534" y="54518"/>
                </a:lnTo>
                <a:moveTo>
                  <a:pt x="92800" y="69217"/>
                </a:moveTo>
                <a:lnTo>
                  <a:pt x="92800" y="100455"/>
                </a:lnTo>
                <a:cubicBezTo>
                  <a:pt x="92800" y="107216"/>
                  <a:pt x="93075" y="111661"/>
                  <a:pt x="93624" y="113791"/>
                </a:cubicBezTo>
                <a:cubicBezTo>
                  <a:pt x="94477" y="117324"/>
                  <a:pt x="96565" y="120429"/>
                  <a:pt x="99888" y="123108"/>
                </a:cubicBezTo>
                <a:cubicBezTo>
                  <a:pt x="103211" y="125787"/>
                  <a:pt x="107403" y="127127"/>
                  <a:pt x="112464" y="127127"/>
                </a:cubicBezTo>
                <a:cubicBezTo>
                  <a:pt x="118561" y="127127"/>
                  <a:pt x="123500" y="124752"/>
                  <a:pt x="127280" y="120002"/>
                </a:cubicBezTo>
                <a:cubicBezTo>
                  <a:pt x="132219" y="113792"/>
                  <a:pt x="134688" y="105054"/>
                  <a:pt x="134688" y="93787"/>
                </a:cubicBezTo>
                <a:cubicBezTo>
                  <a:pt x="134688" y="81000"/>
                  <a:pt x="131884" y="71167"/>
                  <a:pt x="126274" y="64286"/>
                </a:cubicBezTo>
                <a:cubicBezTo>
                  <a:pt x="122372" y="59536"/>
                  <a:pt x="117738" y="57161"/>
                  <a:pt x="112372" y="57161"/>
                </a:cubicBezTo>
                <a:cubicBezTo>
                  <a:pt x="109446" y="57161"/>
                  <a:pt x="106550" y="57892"/>
                  <a:pt x="103684" y="59353"/>
                </a:cubicBezTo>
                <a:cubicBezTo>
                  <a:pt x="101489" y="60449"/>
                  <a:pt x="97861" y="63737"/>
                  <a:pt x="92800" y="69217"/>
                </a:cubicBezTo>
                <a:close/>
                <a:moveTo>
                  <a:pt x="177307" y="77922"/>
                </a:moveTo>
                <a:cubicBezTo>
                  <a:pt x="177246" y="90332"/>
                  <a:pt x="180264" y="100066"/>
                  <a:pt x="186362" y="107123"/>
                </a:cubicBezTo>
                <a:cubicBezTo>
                  <a:pt x="192459" y="114179"/>
                  <a:pt x="199623" y="117707"/>
                  <a:pt x="207854" y="117707"/>
                </a:cubicBezTo>
                <a:cubicBezTo>
                  <a:pt x="213342" y="117707"/>
                  <a:pt x="218113" y="116198"/>
                  <a:pt x="222167" y="113179"/>
                </a:cubicBezTo>
                <a:cubicBezTo>
                  <a:pt x="226222" y="110161"/>
                  <a:pt x="229621" y="104994"/>
                  <a:pt x="232365" y="97677"/>
                </a:cubicBezTo>
                <a:lnTo>
                  <a:pt x="235200" y="99506"/>
                </a:lnTo>
                <a:cubicBezTo>
                  <a:pt x="233920" y="107860"/>
                  <a:pt x="230200" y="115466"/>
                  <a:pt x="224042" y="122325"/>
                </a:cubicBezTo>
                <a:cubicBezTo>
                  <a:pt x="217884" y="129185"/>
                  <a:pt x="210171" y="132614"/>
                  <a:pt x="200903" y="132614"/>
                </a:cubicBezTo>
                <a:cubicBezTo>
                  <a:pt x="190843" y="132614"/>
                  <a:pt x="182231" y="128705"/>
                  <a:pt x="175066" y="120888"/>
                </a:cubicBezTo>
                <a:cubicBezTo>
                  <a:pt x="167902" y="113068"/>
                  <a:pt x="164320" y="102556"/>
                  <a:pt x="164320" y="89352"/>
                </a:cubicBezTo>
                <a:cubicBezTo>
                  <a:pt x="164320" y="75054"/>
                  <a:pt x="167994" y="63904"/>
                  <a:pt x="175341" y="55904"/>
                </a:cubicBezTo>
                <a:cubicBezTo>
                  <a:pt x="182688" y="47901"/>
                  <a:pt x="191910" y="43900"/>
                  <a:pt x="203007" y="43900"/>
                </a:cubicBezTo>
                <a:cubicBezTo>
                  <a:pt x="212397" y="43900"/>
                  <a:pt x="220110" y="46987"/>
                  <a:pt x="226146" y="53160"/>
                </a:cubicBezTo>
                <a:cubicBezTo>
                  <a:pt x="232182" y="59332"/>
                  <a:pt x="235200" y="67586"/>
                  <a:pt x="235200" y="77922"/>
                </a:cubicBezTo>
                <a:lnTo>
                  <a:pt x="177307" y="77922"/>
                </a:lnTo>
                <a:moveTo>
                  <a:pt x="177307" y="72618"/>
                </a:moveTo>
                <a:lnTo>
                  <a:pt x="216085" y="72618"/>
                </a:lnTo>
                <a:cubicBezTo>
                  <a:pt x="215781" y="67252"/>
                  <a:pt x="215140" y="63472"/>
                  <a:pt x="214165" y="61277"/>
                </a:cubicBezTo>
                <a:cubicBezTo>
                  <a:pt x="212640" y="57863"/>
                  <a:pt x="210369" y="55180"/>
                  <a:pt x="207351" y="53229"/>
                </a:cubicBezTo>
                <a:cubicBezTo>
                  <a:pt x="204333" y="51278"/>
                  <a:pt x="201178" y="50302"/>
                  <a:pt x="197885" y="50302"/>
                </a:cubicBezTo>
                <a:cubicBezTo>
                  <a:pt x="192825" y="50302"/>
                  <a:pt x="188297" y="52268"/>
                  <a:pt x="184304" y="56201"/>
                </a:cubicBezTo>
                <a:cubicBezTo>
                  <a:pt x="180310" y="60134"/>
                  <a:pt x="177978" y="65606"/>
                  <a:pt x="177307" y="72618"/>
                </a:cubicBezTo>
                <a:close/>
                <a:moveTo>
                  <a:pt x="293853" y="117981"/>
                </a:moveTo>
                <a:cubicBezTo>
                  <a:pt x="285256" y="124627"/>
                  <a:pt x="279860" y="128468"/>
                  <a:pt x="277665" y="129505"/>
                </a:cubicBezTo>
                <a:cubicBezTo>
                  <a:pt x="274373" y="131090"/>
                  <a:pt x="270867" y="131883"/>
                  <a:pt x="267147" y="131883"/>
                </a:cubicBezTo>
                <a:cubicBezTo>
                  <a:pt x="261355" y="131883"/>
                  <a:pt x="256584" y="129901"/>
                  <a:pt x="252834" y="125938"/>
                </a:cubicBezTo>
                <a:cubicBezTo>
                  <a:pt x="249084" y="121975"/>
                  <a:pt x="247210" y="116762"/>
                  <a:pt x="247210" y="110299"/>
                </a:cubicBezTo>
                <a:cubicBezTo>
                  <a:pt x="247210" y="106213"/>
                  <a:pt x="248124" y="102677"/>
                  <a:pt x="249953" y="99689"/>
                </a:cubicBezTo>
                <a:cubicBezTo>
                  <a:pt x="252453" y="95543"/>
                  <a:pt x="256797" y="91641"/>
                  <a:pt x="262986" y="87983"/>
                </a:cubicBezTo>
                <a:cubicBezTo>
                  <a:pt x="269175" y="84324"/>
                  <a:pt x="279464" y="79873"/>
                  <a:pt x="293853" y="74630"/>
                </a:cubicBezTo>
                <a:lnTo>
                  <a:pt x="293853" y="71337"/>
                </a:lnTo>
                <a:cubicBezTo>
                  <a:pt x="293853" y="62984"/>
                  <a:pt x="292527" y="57253"/>
                  <a:pt x="289875" y="54143"/>
                </a:cubicBezTo>
                <a:cubicBezTo>
                  <a:pt x="287222" y="51034"/>
                  <a:pt x="283366" y="49479"/>
                  <a:pt x="278305" y="49479"/>
                </a:cubicBezTo>
                <a:cubicBezTo>
                  <a:pt x="274464" y="49479"/>
                  <a:pt x="271415" y="50512"/>
                  <a:pt x="269160" y="52577"/>
                </a:cubicBezTo>
                <a:cubicBezTo>
                  <a:pt x="266843" y="54642"/>
                  <a:pt x="265684" y="57012"/>
                  <a:pt x="265684" y="59685"/>
                </a:cubicBezTo>
                <a:lnTo>
                  <a:pt x="265867" y="64970"/>
                </a:lnTo>
                <a:cubicBezTo>
                  <a:pt x="265867" y="67763"/>
                  <a:pt x="265151" y="69919"/>
                  <a:pt x="263718" y="71437"/>
                </a:cubicBezTo>
                <a:cubicBezTo>
                  <a:pt x="262285" y="72956"/>
                  <a:pt x="260410" y="73715"/>
                  <a:pt x="258093" y="73715"/>
                </a:cubicBezTo>
                <a:cubicBezTo>
                  <a:pt x="255837" y="73715"/>
                  <a:pt x="253993" y="72925"/>
                  <a:pt x="252560" y="71346"/>
                </a:cubicBezTo>
                <a:cubicBezTo>
                  <a:pt x="251127" y="69764"/>
                  <a:pt x="250411" y="67606"/>
                  <a:pt x="250411" y="64870"/>
                </a:cubicBezTo>
                <a:cubicBezTo>
                  <a:pt x="250411" y="59643"/>
                  <a:pt x="253093" y="54842"/>
                  <a:pt x="258459" y="50465"/>
                </a:cubicBezTo>
                <a:cubicBezTo>
                  <a:pt x="263824" y="46088"/>
                  <a:pt x="271354" y="43900"/>
                  <a:pt x="281049" y="43900"/>
                </a:cubicBezTo>
                <a:cubicBezTo>
                  <a:pt x="288488" y="43900"/>
                  <a:pt x="294585" y="45148"/>
                  <a:pt x="299341" y="47644"/>
                </a:cubicBezTo>
                <a:cubicBezTo>
                  <a:pt x="302938" y="49532"/>
                  <a:pt x="305590" y="52486"/>
                  <a:pt x="307298" y="56507"/>
                </a:cubicBezTo>
                <a:cubicBezTo>
                  <a:pt x="308395" y="59125"/>
                  <a:pt x="308944" y="64484"/>
                  <a:pt x="308944" y="72583"/>
                </a:cubicBezTo>
                <a:lnTo>
                  <a:pt x="308944" y="100993"/>
                </a:lnTo>
                <a:cubicBezTo>
                  <a:pt x="308944" y="108970"/>
                  <a:pt x="309096" y="113858"/>
                  <a:pt x="309401" y="115655"/>
                </a:cubicBezTo>
                <a:cubicBezTo>
                  <a:pt x="309706" y="117451"/>
                  <a:pt x="310209" y="118655"/>
                  <a:pt x="310910" y="119264"/>
                </a:cubicBezTo>
                <a:cubicBezTo>
                  <a:pt x="311611" y="119872"/>
                  <a:pt x="312419" y="120176"/>
                  <a:pt x="313334" y="120176"/>
                </a:cubicBezTo>
                <a:cubicBezTo>
                  <a:pt x="314309" y="120176"/>
                  <a:pt x="315163" y="119963"/>
                  <a:pt x="315895" y="119536"/>
                </a:cubicBezTo>
                <a:cubicBezTo>
                  <a:pt x="317175" y="118743"/>
                  <a:pt x="319644" y="116518"/>
                  <a:pt x="323303" y="112859"/>
                </a:cubicBezTo>
                <a:lnTo>
                  <a:pt x="323303" y="117981"/>
                </a:lnTo>
                <a:cubicBezTo>
                  <a:pt x="316474" y="127127"/>
                  <a:pt x="309950" y="131700"/>
                  <a:pt x="303731" y="131700"/>
                </a:cubicBezTo>
                <a:cubicBezTo>
                  <a:pt x="300743" y="131700"/>
                  <a:pt x="298365" y="130663"/>
                  <a:pt x="296597" y="128590"/>
                </a:cubicBezTo>
                <a:cubicBezTo>
                  <a:pt x="294829" y="126517"/>
                  <a:pt x="293914" y="122981"/>
                  <a:pt x="293853" y="117981"/>
                </a:cubicBezTo>
                <a:moveTo>
                  <a:pt x="293853" y="111985"/>
                </a:moveTo>
                <a:lnTo>
                  <a:pt x="293853" y="80209"/>
                </a:lnTo>
                <a:cubicBezTo>
                  <a:pt x="284646" y="83850"/>
                  <a:pt x="278702" y="86430"/>
                  <a:pt x="276019" y="87948"/>
                </a:cubicBezTo>
                <a:cubicBezTo>
                  <a:pt x="271202" y="90620"/>
                  <a:pt x="267757" y="93412"/>
                  <a:pt x="265684" y="96325"/>
                </a:cubicBezTo>
                <a:cubicBezTo>
                  <a:pt x="263611" y="99239"/>
                  <a:pt x="262575" y="102425"/>
                  <a:pt x="262575" y="105886"/>
                </a:cubicBezTo>
                <a:cubicBezTo>
                  <a:pt x="262575" y="110257"/>
                  <a:pt x="263885" y="113883"/>
                  <a:pt x="266507" y="116766"/>
                </a:cubicBezTo>
                <a:cubicBezTo>
                  <a:pt x="269129" y="119649"/>
                  <a:pt x="272147" y="121091"/>
                  <a:pt x="275562" y="121091"/>
                </a:cubicBezTo>
                <a:cubicBezTo>
                  <a:pt x="280195" y="121091"/>
                  <a:pt x="286293" y="118055"/>
                  <a:pt x="293853" y="111985"/>
                </a:cubicBezTo>
                <a:close/>
                <a:moveTo>
                  <a:pt x="354336" y="0"/>
                </a:moveTo>
                <a:lnTo>
                  <a:pt x="354336" y="83318"/>
                </a:lnTo>
                <a:lnTo>
                  <a:pt x="375646" y="63929"/>
                </a:lnTo>
                <a:cubicBezTo>
                  <a:pt x="380158" y="59783"/>
                  <a:pt x="382780" y="57161"/>
                  <a:pt x="383511" y="56064"/>
                </a:cubicBezTo>
                <a:cubicBezTo>
                  <a:pt x="383999" y="55332"/>
                  <a:pt x="384243" y="54601"/>
                  <a:pt x="384243" y="53869"/>
                </a:cubicBezTo>
                <a:cubicBezTo>
                  <a:pt x="384243" y="52649"/>
                  <a:pt x="383740" y="51598"/>
                  <a:pt x="382734" y="50714"/>
                </a:cubicBezTo>
                <a:cubicBezTo>
                  <a:pt x="381728" y="49829"/>
                  <a:pt x="380066" y="49326"/>
                  <a:pt x="377750" y="49204"/>
                </a:cubicBezTo>
                <a:lnTo>
                  <a:pt x="377750" y="46278"/>
                </a:lnTo>
                <a:lnTo>
                  <a:pt x="414150" y="46278"/>
                </a:lnTo>
                <a:lnTo>
                  <a:pt x="414150" y="49204"/>
                </a:lnTo>
                <a:cubicBezTo>
                  <a:pt x="409150" y="49326"/>
                  <a:pt x="404989" y="50089"/>
                  <a:pt x="401666" y="51491"/>
                </a:cubicBezTo>
                <a:cubicBezTo>
                  <a:pt x="398343" y="52893"/>
                  <a:pt x="394700" y="55393"/>
                  <a:pt x="390737" y="58991"/>
                </a:cubicBezTo>
                <a:lnTo>
                  <a:pt x="369244" y="78837"/>
                </a:lnTo>
                <a:lnTo>
                  <a:pt x="390737" y="105949"/>
                </a:lnTo>
                <a:cubicBezTo>
                  <a:pt x="396712" y="113433"/>
                  <a:pt x="400736" y="118179"/>
                  <a:pt x="402809" y="120187"/>
                </a:cubicBezTo>
                <a:cubicBezTo>
                  <a:pt x="405736" y="123047"/>
                  <a:pt x="408297" y="124904"/>
                  <a:pt x="410492" y="125758"/>
                </a:cubicBezTo>
                <a:cubicBezTo>
                  <a:pt x="412016" y="126366"/>
                  <a:pt x="414668" y="126670"/>
                  <a:pt x="418448" y="126670"/>
                </a:cubicBezTo>
                <a:lnTo>
                  <a:pt x="418448" y="130053"/>
                </a:lnTo>
                <a:lnTo>
                  <a:pt x="377750" y="130053"/>
                </a:lnTo>
                <a:lnTo>
                  <a:pt x="377750" y="126670"/>
                </a:lnTo>
                <a:cubicBezTo>
                  <a:pt x="380066" y="126609"/>
                  <a:pt x="381637" y="126259"/>
                  <a:pt x="382460" y="125621"/>
                </a:cubicBezTo>
                <a:cubicBezTo>
                  <a:pt x="383283" y="124980"/>
                  <a:pt x="383694" y="124083"/>
                  <a:pt x="383694" y="122928"/>
                </a:cubicBezTo>
                <a:cubicBezTo>
                  <a:pt x="383694" y="121528"/>
                  <a:pt x="382475" y="119277"/>
                  <a:pt x="380036" y="116175"/>
                </a:cubicBezTo>
                <a:lnTo>
                  <a:pt x="354336" y="83410"/>
                </a:lnTo>
                <a:lnTo>
                  <a:pt x="354336" y="111153"/>
                </a:lnTo>
                <a:cubicBezTo>
                  <a:pt x="354336" y="116568"/>
                  <a:pt x="354717" y="120128"/>
                  <a:pt x="355479" y="121834"/>
                </a:cubicBezTo>
                <a:cubicBezTo>
                  <a:pt x="356242" y="123537"/>
                  <a:pt x="357324" y="124754"/>
                  <a:pt x="358726" y="125483"/>
                </a:cubicBezTo>
                <a:cubicBezTo>
                  <a:pt x="360129" y="126213"/>
                  <a:pt x="363177" y="126609"/>
                  <a:pt x="367872" y="126670"/>
                </a:cubicBezTo>
                <a:lnTo>
                  <a:pt x="367872" y="130053"/>
                </a:lnTo>
                <a:lnTo>
                  <a:pt x="325253" y="130053"/>
                </a:lnTo>
                <a:lnTo>
                  <a:pt x="325253" y="126670"/>
                </a:lnTo>
                <a:cubicBezTo>
                  <a:pt x="329521" y="126670"/>
                  <a:pt x="332722" y="126151"/>
                  <a:pt x="334856" y="125115"/>
                </a:cubicBezTo>
                <a:cubicBezTo>
                  <a:pt x="336136" y="124446"/>
                  <a:pt x="337112" y="123410"/>
                  <a:pt x="337782" y="122008"/>
                </a:cubicBezTo>
                <a:cubicBezTo>
                  <a:pt x="338697" y="119998"/>
                  <a:pt x="339154" y="116525"/>
                  <a:pt x="339154" y="111590"/>
                </a:cubicBezTo>
                <a:lnTo>
                  <a:pt x="339154" y="35369"/>
                </a:lnTo>
                <a:cubicBezTo>
                  <a:pt x="339154" y="25682"/>
                  <a:pt x="338941" y="19757"/>
                  <a:pt x="338514" y="17594"/>
                </a:cubicBezTo>
                <a:cubicBezTo>
                  <a:pt x="338087" y="15430"/>
                  <a:pt x="337386" y="13937"/>
                  <a:pt x="336410" y="13116"/>
                </a:cubicBezTo>
                <a:cubicBezTo>
                  <a:pt x="335435" y="12293"/>
                  <a:pt x="334155" y="11881"/>
                  <a:pt x="332569" y="11881"/>
                </a:cubicBezTo>
                <a:cubicBezTo>
                  <a:pt x="331289" y="11881"/>
                  <a:pt x="329368" y="12399"/>
                  <a:pt x="326807" y="13436"/>
                </a:cubicBezTo>
                <a:lnTo>
                  <a:pt x="325253" y="10235"/>
                </a:lnTo>
                <a:lnTo>
                  <a:pt x="350129" y="0"/>
                </a:lnTo>
                <a:lnTo>
                  <a:pt x="3543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B87CB-92BB-45CD-9325-2495F61D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618906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3F588-6414-4399-87DB-835261FF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81" y="618906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C8EBF"/>
            </a:solidFill>
            <a:miter/>
          </a:ln>
        </p:spPr>
      </p:sp>
      <p:sp>
        <p:nvSpPr>
          <p:cNvPr id="619" name="Text guest">
            <a:extLst xmlns:a="http://schemas.openxmlformats.org/drawingml/2006/main">
              <a:ext uri="{FF2B5EF4-FFF2-40B4-BE49-F238E27FC236}">
                <a16:creationId xmlns:a16="http://schemas.microsoft.com/office/drawing/2014/main" id="{B442375B-780C-4A41-875E-71BB576A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390" y="6288392"/>
            <a:ext cx="390067" cy="151821"/>
          </a:xfrm>
          <a:custGeom xmlns:a="http://schemas.openxmlformats.org/drawingml/2006/main">
            <a:pathLst>
              <a:path w="390067" h="151821">
                <a:moveTo>
                  <a:pt x="22682" y="80869"/>
                </a:moveTo>
                <a:cubicBezTo>
                  <a:pt x="17560" y="78373"/>
                  <a:pt x="13627" y="74887"/>
                  <a:pt x="10884" y="70411"/>
                </a:cubicBezTo>
                <a:cubicBezTo>
                  <a:pt x="8140" y="65936"/>
                  <a:pt x="6768" y="60987"/>
                  <a:pt x="6768" y="55567"/>
                </a:cubicBezTo>
                <a:cubicBezTo>
                  <a:pt x="6768" y="47286"/>
                  <a:pt x="9893" y="40162"/>
                  <a:pt x="16142" y="34194"/>
                </a:cubicBezTo>
                <a:cubicBezTo>
                  <a:pt x="22392" y="28226"/>
                  <a:pt x="30395" y="25242"/>
                  <a:pt x="40150" y="25242"/>
                </a:cubicBezTo>
                <a:cubicBezTo>
                  <a:pt x="48137" y="25242"/>
                  <a:pt x="55058" y="27194"/>
                  <a:pt x="60911" y="31096"/>
                </a:cubicBezTo>
                <a:lnTo>
                  <a:pt x="78654" y="31096"/>
                </a:lnTo>
                <a:cubicBezTo>
                  <a:pt x="81276" y="31096"/>
                  <a:pt x="82800" y="31171"/>
                  <a:pt x="83227" y="31322"/>
                </a:cubicBezTo>
                <a:cubicBezTo>
                  <a:pt x="83654" y="31472"/>
                  <a:pt x="83959" y="31728"/>
                  <a:pt x="84141" y="32090"/>
                </a:cubicBezTo>
                <a:cubicBezTo>
                  <a:pt x="84507" y="32633"/>
                  <a:pt x="84690" y="33598"/>
                  <a:pt x="84690" y="34986"/>
                </a:cubicBezTo>
                <a:cubicBezTo>
                  <a:pt x="84690" y="36552"/>
                  <a:pt x="84538" y="37637"/>
                  <a:pt x="84233" y="38241"/>
                </a:cubicBezTo>
                <a:cubicBezTo>
                  <a:pt x="84050" y="38542"/>
                  <a:pt x="83730" y="38783"/>
                  <a:pt x="83273" y="38964"/>
                </a:cubicBezTo>
                <a:cubicBezTo>
                  <a:pt x="82815" y="39145"/>
                  <a:pt x="81276" y="39236"/>
                  <a:pt x="78654" y="39236"/>
                </a:cubicBezTo>
                <a:lnTo>
                  <a:pt x="67770" y="39236"/>
                </a:lnTo>
                <a:cubicBezTo>
                  <a:pt x="71185" y="43635"/>
                  <a:pt x="72892" y="49256"/>
                  <a:pt x="72892" y="56098"/>
                </a:cubicBezTo>
                <a:cubicBezTo>
                  <a:pt x="72892" y="63918"/>
                  <a:pt x="69905" y="70608"/>
                  <a:pt x="63929" y="76167"/>
                </a:cubicBezTo>
                <a:cubicBezTo>
                  <a:pt x="57954" y="81727"/>
                  <a:pt x="49936" y="84507"/>
                  <a:pt x="39876" y="84507"/>
                </a:cubicBezTo>
                <a:cubicBezTo>
                  <a:pt x="35730" y="84507"/>
                  <a:pt x="31492" y="83885"/>
                  <a:pt x="27163" y="82641"/>
                </a:cubicBezTo>
                <a:cubicBezTo>
                  <a:pt x="24480" y="84956"/>
                  <a:pt x="22666" y="86982"/>
                  <a:pt x="21721" y="88720"/>
                </a:cubicBezTo>
                <a:cubicBezTo>
                  <a:pt x="20776" y="90456"/>
                  <a:pt x="20304" y="91933"/>
                  <a:pt x="20304" y="93150"/>
                </a:cubicBezTo>
                <a:cubicBezTo>
                  <a:pt x="20304" y="94187"/>
                  <a:pt x="20807" y="95193"/>
                  <a:pt x="21813" y="96168"/>
                </a:cubicBezTo>
                <a:cubicBezTo>
                  <a:pt x="22819" y="97142"/>
                  <a:pt x="24785" y="97842"/>
                  <a:pt x="27712" y="98269"/>
                </a:cubicBezTo>
                <a:cubicBezTo>
                  <a:pt x="29419" y="98513"/>
                  <a:pt x="33687" y="98726"/>
                  <a:pt x="40516" y="98909"/>
                </a:cubicBezTo>
                <a:cubicBezTo>
                  <a:pt x="53076" y="99212"/>
                  <a:pt x="61216" y="99638"/>
                  <a:pt x="64935" y="100187"/>
                </a:cubicBezTo>
                <a:cubicBezTo>
                  <a:pt x="70606" y="100979"/>
                  <a:pt x="75133" y="103082"/>
                  <a:pt x="78517" y="106494"/>
                </a:cubicBezTo>
                <a:cubicBezTo>
                  <a:pt x="81901" y="109905"/>
                  <a:pt x="83593" y="114108"/>
                  <a:pt x="83593" y="119104"/>
                </a:cubicBezTo>
                <a:cubicBezTo>
                  <a:pt x="83593" y="125988"/>
                  <a:pt x="80361" y="132447"/>
                  <a:pt x="73898" y="138479"/>
                </a:cubicBezTo>
                <a:cubicBezTo>
                  <a:pt x="64387" y="147373"/>
                  <a:pt x="51979" y="151821"/>
                  <a:pt x="36675" y="151821"/>
                </a:cubicBezTo>
                <a:cubicBezTo>
                  <a:pt x="24907" y="151821"/>
                  <a:pt x="14969" y="149172"/>
                  <a:pt x="6859" y="143875"/>
                </a:cubicBezTo>
                <a:cubicBezTo>
                  <a:pt x="2286" y="140830"/>
                  <a:pt x="0" y="137664"/>
                  <a:pt x="0" y="134375"/>
                </a:cubicBezTo>
                <a:cubicBezTo>
                  <a:pt x="0" y="132915"/>
                  <a:pt x="335" y="131455"/>
                  <a:pt x="1006" y="129993"/>
                </a:cubicBezTo>
                <a:cubicBezTo>
                  <a:pt x="2043" y="127739"/>
                  <a:pt x="4177" y="124603"/>
                  <a:pt x="7408" y="120585"/>
                </a:cubicBezTo>
                <a:cubicBezTo>
                  <a:pt x="7835" y="120038"/>
                  <a:pt x="10944" y="116750"/>
                  <a:pt x="16737" y="110722"/>
                </a:cubicBezTo>
                <a:cubicBezTo>
                  <a:pt x="13566" y="108829"/>
                  <a:pt x="11326" y="107136"/>
                  <a:pt x="10015" y="105640"/>
                </a:cubicBezTo>
                <a:cubicBezTo>
                  <a:pt x="8704" y="104144"/>
                  <a:pt x="8048" y="102450"/>
                  <a:pt x="8048" y="100558"/>
                </a:cubicBezTo>
                <a:cubicBezTo>
                  <a:pt x="8048" y="98420"/>
                  <a:pt x="8917" y="95917"/>
                  <a:pt x="10655" y="93047"/>
                </a:cubicBezTo>
                <a:cubicBezTo>
                  <a:pt x="12393" y="90178"/>
                  <a:pt x="16401" y="86118"/>
                  <a:pt x="22682" y="80869"/>
                </a:cubicBezTo>
                <a:moveTo>
                  <a:pt x="38595" y="29815"/>
                </a:moveTo>
                <a:cubicBezTo>
                  <a:pt x="34083" y="29815"/>
                  <a:pt x="30303" y="31605"/>
                  <a:pt x="27255" y="35183"/>
                </a:cubicBezTo>
                <a:cubicBezTo>
                  <a:pt x="24206" y="38759"/>
                  <a:pt x="22682" y="44247"/>
                  <a:pt x="22682" y="51645"/>
                </a:cubicBezTo>
                <a:cubicBezTo>
                  <a:pt x="22682" y="61227"/>
                  <a:pt x="24755" y="68656"/>
                  <a:pt x="28901" y="73930"/>
                </a:cubicBezTo>
                <a:cubicBezTo>
                  <a:pt x="32071" y="77933"/>
                  <a:pt x="36095" y="79934"/>
                  <a:pt x="40973" y="79934"/>
                </a:cubicBezTo>
                <a:cubicBezTo>
                  <a:pt x="45607" y="79934"/>
                  <a:pt x="49418" y="78206"/>
                  <a:pt x="52406" y="74750"/>
                </a:cubicBezTo>
                <a:cubicBezTo>
                  <a:pt x="55393" y="71294"/>
                  <a:pt x="56887" y="65866"/>
                  <a:pt x="56887" y="58467"/>
                </a:cubicBezTo>
                <a:cubicBezTo>
                  <a:pt x="56887" y="48826"/>
                  <a:pt x="54783" y="41276"/>
                  <a:pt x="50576" y="35817"/>
                </a:cubicBezTo>
                <a:cubicBezTo>
                  <a:pt x="47467" y="31816"/>
                  <a:pt x="43473" y="29815"/>
                  <a:pt x="38595" y="29815"/>
                </a:cubicBezTo>
                <a:moveTo>
                  <a:pt x="21767" y="111450"/>
                </a:moveTo>
                <a:cubicBezTo>
                  <a:pt x="18901" y="114554"/>
                  <a:pt x="16737" y="117445"/>
                  <a:pt x="15274" y="120122"/>
                </a:cubicBezTo>
                <a:cubicBezTo>
                  <a:pt x="13810" y="122801"/>
                  <a:pt x="13079" y="125266"/>
                  <a:pt x="13079" y="127518"/>
                </a:cubicBezTo>
                <a:cubicBezTo>
                  <a:pt x="13079" y="130439"/>
                  <a:pt x="14847" y="132995"/>
                  <a:pt x="18383" y="135187"/>
                </a:cubicBezTo>
                <a:cubicBezTo>
                  <a:pt x="24480" y="138959"/>
                  <a:pt x="33291" y="140846"/>
                  <a:pt x="44814" y="140846"/>
                </a:cubicBezTo>
                <a:cubicBezTo>
                  <a:pt x="55789" y="140846"/>
                  <a:pt x="63884" y="138913"/>
                  <a:pt x="69097" y="135047"/>
                </a:cubicBezTo>
                <a:cubicBezTo>
                  <a:pt x="74310" y="131182"/>
                  <a:pt x="76916" y="127060"/>
                  <a:pt x="76916" y="122680"/>
                </a:cubicBezTo>
                <a:cubicBezTo>
                  <a:pt x="76916" y="119515"/>
                  <a:pt x="75362" y="117263"/>
                  <a:pt x="72252" y="115923"/>
                </a:cubicBezTo>
                <a:cubicBezTo>
                  <a:pt x="69081" y="114584"/>
                  <a:pt x="62801" y="113793"/>
                  <a:pt x="53412" y="113551"/>
                </a:cubicBezTo>
                <a:cubicBezTo>
                  <a:pt x="39693" y="113185"/>
                  <a:pt x="29145" y="112485"/>
                  <a:pt x="21767" y="111450"/>
                </a:cubicBezTo>
                <a:close/>
                <a:moveTo>
                  <a:pt x="167368" y="27620"/>
                </a:moveTo>
                <a:lnTo>
                  <a:pt x="167368" y="78380"/>
                </a:lnTo>
                <a:cubicBezTo>
                  <a:pt x="167368" y="88074"/>
                  <a:pt x="167597" y="94004"/>
                  <a:pt x="168054" y="96168"/>
                </a:cubicBezTo>
                <a:cubicBezTo>
                  <a:pt x="168511" y="98333"/>
                  <a:pt x="169243" y="99842"/>
                  <a:pt x="170249" y="100695"/>
                </a:cubicBezTo>
                <a:cubicBezTo>
                  <a:pt x="171255" y="101549"/>
                  <a:pt x="172429" y="101976"/>
                  <a:pt x="173770" y="101976"/>
                </a:cubicBezTo>
                <a:cubicBezTo>
                  <a:pt x="175660" y="101976"/>
                  <a:pt x="177794" y="101458"/>
                  <a:pt x="180172" y="100421"/>
                </a:cubicBezTo>
                <a:lnTo>
                  <a:pt x="181453" y="103622"/>
                </a:lnTo>
                <a:lnTo>
                  <a:pt x="156393" y="113957"/>
                </a:lnTo>
                <a:lnTo>
                  <a:pt x="152278" y="113957"/>
                </a:lnTo>
                <a:lnTo>
                  <a:pt x="152278" y="96214"/>
                </a:lnTo>
                <a:cubicBezTo>
                  <a:pt x="145083" y="104018"/>
                  <a:pt x="139595" y="108927"/>
                  <a:pt x="135815" y="110939"/>
                </a:cubicBezTo>
                <a:cubicBezTo>
                  <a:pt x="132035" y="112951"/>
                  <a:pt x="128041" y="113957"/>
                  <a:pt x="123834" y="113957"/>
                </a:cubicBezTo>
                <a:cubicBezTo>
                  <a:pt x="119139" y="113957"/>
                  <a:pt x="115069" y="112600"/>
                  <a:pt x="111624" y="109887"/>
                </a:cubicBezTo>
                <a:cubicBezTo>
                  <a:pt x="108179" y="107174"/>
                  <a:pt x="105786" y="103683"/>
                  <a:pt x="104445" y="99415"/>
                </a:cubicBezTo>
                <a:cubicBezTo>
                  <a:pt x="103104" y="95147"/>
                  <a:pt x="102433" y="89111"/>
                  <a:pt x="102433" y="81306"/>
                </a:cubicBezTo>
                <a:lnTo>
                  <a:pt x="102433" y="43900"/>
                </a:lnTo>
                <a:cubicBezTo>
                  <a:pt x="102433" y="39937"/>
                  <a:pt x="102006" y="37193"/>
                  <a:pt x="101152" y="35669"/>
                </a:cubicBezTo>
                <a:cubicBezTo>
                  <a:pt x="100299" y="34144"/>
                  <a:pt x="99034" y="32971"/>
                  <a:pt x="97357" y="32148"/>
                </a:cubicBezTo>
                <a:cubicBezTo>
                  <a:pt x="95680" y="31324"/>
                  <a:pt x="92647" y="30943"/>
                  <a:pt x="88257" y="31004"/>
                </a:cubicBezTo>
                <a:lnTo>
                  <a:pt x="88257" y="27620"/>
                </a:lnTo>
                <a:lnTo>
                  <a:pt x="117615" y="27620"/>
                </a:lnTo>
                <a:lnTo>
                  <a:pt x="117615" y="83547"/>
                </a:lnTo>
                <a:cubicBezTo>
                  <a:pt x="117615" y="91332"/>
                  <a:pt x="118972" y="96442"/>
                  <a:pt x="121685" y="98875"/>
                </a:cubicBezTo>
                <a:cubicBezTo>
                  <a:pt x="124398" y="101308"/>
                  <a:pt x="127675" y="102525"/>
                  <a:pt x="131517" y="102525"/>
                </a:cubicBezTo>
                <a:cubicBezTo>
                  <a:pt x="134138" y="102525"/>
                  <a:pt x="137111" y="101703"/>
                  <a:pt x="140434" y="100061"/>
                </a:cubicBezTo>
                <a:cubicBezTo>
                  <a:pt x="143757" y="98418"/>
                  <a:pt x="147705" y="95287"/>
                  <a:pt x="152278" y="90666"/>
                </a:cubicBezTo>
                <a:lnTo>
                  <a:pt x="152278" y="43320"/>
                </a:lnTo>
                <a:cubicBezTo>
                  <a:pt x="152278" y="38575"/>
                  <a:pt x="151409" y="35368"/>
                  <a:pt x="149671" y="33697"/>
                </a:cubicBezTo>
                <a:cubicBezTo>
                  <a:pt x="147933" y="32024"/>
                  <a:pt x="144321" y="31126"/>
                  <a:pt x="138833" y="31004"/>
                </a:cubicBezTo>
                <a:lnTo>
                  <a:pt x="138833" y="27620"/>
                </a:lnTo>
                <a:lnTo>
                  <a:pt x="167368" y="27620"/>
                </a:lnTo>
                <a:close/>
                <a:moveTo>
                  <a:pt x="201665" y="59265"/>
                </a:moveTo>
                <a:cubicBezTo>
                  <a:pt x="201604" y="71675"/>
                  <a:pt x="204622" y="81408"/>
                  <a:pt x="210720" y="88466"/>
                </a:cubicBezTo>
                <a:cubicBezTo>
                  <a:pt x="216817" y="95521"/>
                  <a:pt x="223981" y="99049"/>
                  <a:pt x="232212" y="99049"/>
                </a:cubicBezTo>
                <a:cubicBezTo>
                  <a:pt x="237700" y="99049"/>
                  <a:pt x="242471" y="97540"/>
                  <a:pt x="246525" y="94522"/>
                </a:cubicBezTo>
                <a:cubicBezTo>
                  <a:pt x="250580" y="91504"/>
                  <a:pt x="253979" y="86336"/>
                  <a:pt x="256723" y="79020"/>
                </a:cubicBezTo>
                <a:lnTo>
                  <a:pt x="259558" y="80849"/>
                </a:lnTo>
                <a:cubicBezTo>
                  <a:pt x="258278" y="89202"/>
                  <a:pt x="254558" y="96808"/>
                  <a:pt x="248400" y="103668"/>
                </a:cubicBezTo>
                <a:cubicBezTo>
                  <a:pt x="242242" y="110527"/>
                  <a:pt x="234529" y="113957"/>
                  <a:pt x="225261" y="113957"/>
                </a:cubicBezTo>
                <a:cubicBezTo>
                  <a:pt x="215201" y="113957"/>
                  <a:pt x="206589" y="110048"/>
                  <a:pt x="199424" y="102230"/>
                </a:cubicBezTo>
                <a:cubicBezTo>
                  <a:pt x="192260" y="94411"/>
                  <a:pt x="188678" y="83899"/>
                  <a:pt x="188678" y="70694"/>
                </a:cubicBezTo>
                <a:cubicBezTo>
                  <a:pt x="188678" y="56396"/>
                  <a:pt x="192352" y="45247"/>
                  <a:pt x="199699" y="37246"/>
                </a:cubicBezTo>
                <a:cubicBezTo>
                  <a:pt x="207046" y="29244"/>
                  <a:pt x="216268" y="25242"/>
                  <a:pt x="227365" y="25242"/>
                </a:cubicBezTo>
                <a:cubicBezTo>
                  <a:pt x="236755" y="25242"/>
                  <a:pt x="244468" y="28329"/>
                  <a:pt x="250504" y="34503"/>
                </a:cubicBezTo>
                <a:cubicBezTo>
                  <a:pt x="256540" y="40674"/>
                  <a:pt x="259558" y="48928"/>
                  <a:pt x="259558" y="59265"/>
                </a:cubicBezTo>
                <a:lnTo>
                  <a:pt x="201665" y="59265"/>
                </a:lnTo>
                <a:moveTo>
                  <a:pt x="201665" y="53960"/>
                </a:moveTo>
                <a:lnTo>
                  <a:pt x="240443" y="53960"/>
                </a:lnTo>
                <a:cubicBezTo>
                  <a:pt x="240139" y="48595"/>
                  <a:pt x="239498" y="44814"/>
                  <a:pt x="238523" y="42619"/>
                </a:cubicBezTo>
                <a:cubicBezTo>
                  <a:pt x="236999" y="39205"/>
                  <a:pt x="234727" y="36522"/>
                  <a:pt x="231709" y="34571"/>
                </a:cubicBezTo>
                <a:cubicBezTo>
                  <a:pt x="228691" y="32620"/>
                  <a:pt x="225536" y="31645"/>
                  <a:pt x="222243" y="31645"/>
                </a:cubicBezTo>
                <a:cubicBezTo>
                  <a:pt x="217183" y="31645"/>
                  <a:pt x="212655" y="33611"/>
                  <a:pt x="208662" y="37544"/>
                </a:cubicBezTo>
                <a:cubicBezTo>
                  <a:pt x="204668" y="41476"/>
                  <a:pt x="202336" y="46949"/>
                  <a:pt x="201665" y="53960"/>
                </a:cubicBezTo>
                <a:close/>
                <a:moveTo>
                  <a:pt x="324887" y="25242"/>
                </a:moveTo>
                <a:lnTo>
                  <a:pt x="324887" y="53594"/>
                </a:lnTo>
                <a:lnTo>
                  <a:pt x="321869" y="53594"/>
                </a:lnTo>
                <a:cubicBezTo>
                  <a:pt x="319552" y="44702"/>
                  <a:pt x="316580" y="38653"/>
                  <a:pt x="312952" y="35449"/>
                </a:cubicBezTo>
                <a:cubicBezTo>
                  <a:pt x="309324" y="32242"/>
                  <a:pt x="304706" y="30638"/>
                  <a:pt x="299096" y="30638"/>
                </a:cubicBezTo>
                <a:cubicBezTo>
                  <a:pt x="294828" y="30638"/>
                  <a:pt x="291383" y="31766"/>
                  <a:pt x="288761" y="34020"/>
                </a:cubicBezTo>
                <a:cubicBezTo>
                  <a:pt x="286140" y="36272"/>
                  <a:pt x="284829" y="38769"/>
                  <a:pt x="284829" y="41511"/>
                </a:cubicBezTo>
                <a:cubicBezTo>
                  <a:pt x="284829" y="44921"/>
                  <a:pt x="285804" y="47844"/>
                  <a:pt x="287755" y="50279"/>
                </a:cubicBezTo>
                <a:cubicBezTo>
                  <a:pt x="289646" y="52777"/>
                  <a:pt x="293487" y="55426"/>
                  <a:pt x="299279" y="58227"/>
                </a:cubicBezTo>
                <a:lnTo>
                  <a:pt x="312632" y="64715"/>
                </a:lnTo>
                <a:cubicBezTo>
                  <a:pt x="325009" y="70744"/>
                  <a:pt x="331198" y="78692"/>
                  <a:pt x="331198" y="88560"/>
                </a:cubicBezTo>
                <a:cubicBezTo>
                  <a:pt x="331198" y="96172"/>
                  <a:pt x="328317" y="102308"/>
                  <a:pt x="322555" y="106969"/>
                </a:cubicBezTo>
                <a:cubicBezTo>
                  <a:pt x="316793" y="111628"/>
                  <a:pt x="310346" y="113957"/>
                  <a:pt x="303212" y="113957"/>
                </a:cubicBezTo>
                <a:cubicBezTo>
                  <a:pt x="298090" y="113957"/>
                  <a:pt x="292237" y="113042"/>
                  <a:pt x="285652" y="111213"/>
                </a:cubicBezTo>
                <a:cubicBezTo>
                  <a:pt x="283640" y="110603"/>
                  <a:pt x="281994" y="110299"/>
                  <a:pt x="280713" y="110299"/>
                </a:cubicBezTo>
                <a:cubicBezTo>
                  <a:pt x="279311" y="110299"/>
                  <a:pt x="278213" y="111091"/>
                  <a:pt x="277421" y="112676"/>
                </a:cubicBezTo>
                <a:lnTo>
                  <a:pt x="274403" y="112676"/>
                </a:lnTo>
                <a:lnTo>
                  <a:pt x="274403" y="82678"/>
                </a:lnTo>
                <a:lnTo>
                  <a:pt x="277421" y="82678"/>
                </a:lnTo>
                <a:cubicBezTo>
                  <a:pt x="279128" y="91245"/>
                  <a:pt x="282390" y="97700"/>
                  <a:pt x="287207" y="102044"/>
                </a:cubicBezTo>
                <a:cubicBezTo>
                  <a:pt x="292023" y="106389"/>
                  <a:pt x="297419" y="108561"/>
                  <a:pt x="303395" y="108561"/>
                </a:cubicBezTo>
                <a:cubicBezTo>
                  <a:pt x="307602" y="108561"/>
                  <a:pt x="311031" y="107328"/>
                  <a:pt x="313684" y="104862"/>
                </a:cubicBezTo>
                <a:cubicBezTo>
                  <a:pt x="316336" y="102395"/>
                  <a:pt x="317662" y="99425"/>
                  <a:pt x="317662" y="95954"/>
                </a:cubicBezTo>
                <a:cubicBezTo>
                  <a:pt x="317662" y="91751"/>
                  <a:pt x="316184" y="88218"/>
                  <a:pt x="313226" y="85356"/>
                </a:cubicBezTo>
                <a:cubicBezTo>
                  <a:pt x="310269" y="82494"/>
                  <a:pt x="304370" y="78871"/>
                  <a:pt x="295529" y="74487"/>
                </a:cubicBezTo>
                <a:cubicBezTo>
                  <a:pt x="286688" y="70101"/>
                  <a:pt x="280896" y="66141"/>
                  <a:pt x="278152" y="62609"/>
                </a:cubicBezTo>
                <a:cubicBezTo>
                  <a:pt x="275409" y="59137"/>
                  <a:pt x="274037" y="54752"/>
                  <a:pt x="274037" y="49453"/>
                </a:cubicBezTo>
                <a:cubicBezTo>
                  <a:pt x="274037" y="42571"/>
                  <a:pt x="276399" y="36816"/>
                  <a:pt x="281125" y="32188"/>
                </a:cubicBezTo>
                <a:cubicBezTo>
                  <a:pt x="285850" y="27557"/>
                  <a:pt x="291962" y="25242"/>
                  <a:pt x="299462" y="25242"/>
                </a:cubicBezTo>
                <a:cubicBezTo>
                  <a:pt x="302755" y="25242"/>
                  <a:pt x="306748" y="25944"/>
                  <a:pt x="311443" y="27346"/>
                </a:cubicBezTo>
                <a:cubicBezTo>
                  <a:pt x="314553" y="28261"/>
                  <a:pt x="316626" y="28718"/>
                  <a:pt x="317662" y="28718"/>
                </a:cubicBezTo>
                <a:cubicBezTo>
                  <a:pt x="318638" y="28718"/>
                  <a:pt x="319400" y="28504"/>
                  <a:pt x="319949" y="28078"/>
                </a:cubicBezTo>
                <a:cubicBezTo>
                  <a:pt x="320497" y="27651"/>
                  <a:pt x="321138" y="26706"/>
                  <a:pt x="321869" y="25242"/>
                </a:cubicBezTo>
                <a:lnTo>
                  <a:pt x="324887" y="25242"/>
                </a:lnTo>
                <a:close/>
                <a:moveTo>
                  <a:pt x="367934" y="0"/>
                </a:moveTo>
                <a:lnTo>
                  <a:pt x="367934" y="27620"/>
                </a:lnTo>
                <a:lnTo>
                  <a:pt x="387506" y="27620"/>
                </a:lnTo>
                <a:lnTo>
                  <a:pt x="387506" y="34022"/>
                </a:lnTo>
                <a:lnTo>
                  <a:pt x="367934" y="34022"/>
                </a:lnTo>
                <a:lnTo>
                  <a:pt x="367934" y="88274"/>
                </a:lnTo>
                <a:cubicBezTo>
                  <a:pt x="367934" y="93695"/>
                  <a:pt x="368711" y="97350"/>
                  <a:pt x="370266" y="99238"/>
                </a:cubicBezTo>
                <a:cubicBezTo>
                  <a:pt x="371821" y="101124"/>
                  <a:pt x="373818" y="102067"/>
                  <a:pt x="376257" y="102067"/>
                </a:cubicBezTo>
                <a:cubicBezTo>
                  <a:pt x="378269" y="102067"/>
                  <a:pt x="380220" y="101442"/>
                  <a:pt x="382110" y="100192"/>
                </a:cubicBezTo>
                <a:cubicBezTo>
                  <a:pt x="384000" y="98942"/>
                  <a:pt x="385463" y="97098"/>
                  <a:pt x="386500" y="94659"/>
                </a:cubicBezTo>
                <a:lnTo>
                  <a:pt x="390067" y="94659"/>
                </a:lnTo>
                <a:cubicBezTo>
                  <a:pt x="387933" y="100652"/>
                  <a:pt x="384915" y="105184"/>
                  <a:pt x="381013" y="108255"/>
                </a:cubicBezTo>
                <a:cubicBezTo>
                  <a:pt x="377110" y="111325"/>
                  <a:pt x="373086" y="112859"/>
                  <a:pt x="368940" y="112859"/>
                </a:cubicBezTo>
                <a:cubicBezTo>
                  <a:pt x="366135" y="112859"/>
                  <a:pt x="363392" y="112081"/>
                  <a:pt x="360709" y="110524"/>
                </a:cubicBezTo>
                <a:cubicBezTo>
                  <a:pt x="358026" y="108968"/>
                  <a:pt x="356044" y="106740"/>
                  <a:pt x="354764" y="103842"/>
                </a:cubicBezTo>
                <a:cubicBezTo>
                  <a:pt x="353484" y="100942"/>
                  <a:pt x="352843" y="96470"/>
                  <a:pt x="352843" y="90426"/>
                </a:cubicBezTo>
                <a:lnTo>
                  <a:pt x="352843" y="34022"/>
                </a:lnTo>
                <a:lnTo>
                  <a:pt x="339582" y="34022"/>
                </a:lnTo>
                <a:lnTo>
                  <a:pt x="339582" y="31004"/>
                </a:lnTo>
                <a:cubicBezTo>
                  <a:pt x="342935" y="29659"/>
                  <a:pt x="346365" y="27381"/>
                  <a:pt x="349871" y="24171"/>
                </a:cubicBezTo>
                <a:cubicBezTo>
                  <a:pt x="353377" y="20960"/>
                  <a:pt x="356502" y="17153"/>
                  <a:pt x="359245" y="12750"/>
                </a:cubicBezTo>
                <a:cubicBezTo>
                  <a:pt x="360648" y="10427"/>
                  <a:pt x="362599" y="6177"/>
                  <a:pt x="365099" y="0"/>
                </a:cubicBezTo>
                <a:lnTo>
                  <a:pt x="3679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CDA8F-F369-45A4-842E-1ED2B69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178" y="6189068"/>
            <a:ext cx="702398" cy="304373"/>
          </a:xfrm>
          <a:custGeom xmlns:a="http://schemas.openxmlformats.org/drawingml/2006/main">
            <a:pathLst>
              <a:path w="702398" h="304373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DF700-4CB5-44D7-B140-1DB5CCE7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178" y="6189068"/>
            <a:ext cx="702398" cy="304373"/>
          </a:xfrm>
          <a:custGeom xmlns:a="http://schemas.openxmlformats.org/drawingml/2006/main">
            <a:pathLst>
              <a:path w="702398" h="304373" fill="none">
                <a:moveTo>
                  <a:pt x="0" y="0"/>
                </a:moveTo>
                <a:lnTo>
                  <a:pt x="702398" y="0"/>
                </a:lnTo>
                <a:lnTo>
                  <a:pt x="702398" y="304373"/>
                </a:lnTo>
                <a:lnTo>
                  <a:pt x="0" y="304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666666"/>
            </a:solidFill>
            <a:miter/>
          </a:ln>
        </p:spPr>
      </p:sp>
      <p:sp>
        <p:nvSpPr>
          <p:cNvPr id="622" name="Text ings">
            <a:extLst xmlns:a="http://schemas.openxmlformats.org/drawingml/2006/main">
              <a:ext uri="{FF2B5EF4-FFF2-40B4-BE49-F238E27FC236}">
                <a16:creationId xmlns:a16="http://schemas.microsoft.com/office/drawing/2014/main" id="{0FABBFDE-B4FA-422A-B5BA-0F6FFC47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800" y="6269734"/>
            <a:ext cx="300196" cy="170478"/>
          </a:xfrm>
          <a:custGeom xmlns:a="http://schemas.openxmlformats.org/drawingml/2006/main">
            <a:pathLst>
              <a:path w="300196" h="170478">
                <a:moveTo>
                  <a:pt x="21676" y="0"/>
                </a:moveTo>
                <a:cubicBezTo>
                  <a:pt x="24236" y="0"/>
                  <a:pt x="26416" y="904"/>
                  <a:pt x="28215" y="2712"/>
                </a:cubicBezTo>
                <a:cubicBezTo>
                  <a:pt x="30014" y="4519"/>
                  <a:pt x="30913" y="6709"/>
                  <a:pt x="30913" y="9283"/>
                </a:cubicBezTo>
                <a:cubicBezTo>
                  <a:pt x="30913" y="11857"/>
                  <a:pt x="30014" y="14064"/>
                  <a:pt x="28215" y="15902"/>
                </a:cubicBezTo>
                <a:cubicBezTo>
                  <a:pt x="26416" y="17739"/>
                  <a:pt x="24236" y="18657"/>
                  <a:pt x="21676" y="18657"/>
                </a:cubicBezTo>
                <a:cubicBezTo>
                  <a:pt x="19115" y="18657"/>
                  <a:pt x="16920" y="17739"/>
                  <a:pt x="15091" y="15902"/>
                </a:cubicBezTo>
                <a:cubicBezTo>
                  <a:pt x="13261" y="14064"/>
                  <a:pt x="12347" y="11857"/>
                  <a:pt x="12347" y="9283"/>
                </a:cubicBezTo>
                <a:cubicBezTo>
                  <a:pt x="12347" y="6709"/>
                  <a:pt x="13246" y="4519"/>
                  <a:pt x="15045" y="2712"/>
                </a:cubicBezTo>
                <a:cubicBezTo>
                  <a:pt x="16844" y="904"/>
                  <a:pt x="19054" y="0"/>
                  <a:pt x="21676" y="0"/>
                </a:cubicBezTo>
                <a:moveTo>
                  <a:pt x="29267" y="43900"/>
                </a:moveTo>
                <a:lnTo>
                  <a:pt x="29267" y="111064"/>
                </a:lnTo>
                <a:cubicBezTo>
                  <a:pt x="29267" y="116297"/>
                  <a:pt x="29648" y="119780"/>
                  <a:pt x="30410" y="121514"/>
                </a:cubicBezTo>
                <a:cubicBezTo>
                  <a:pt x="31172" y="123247"/>
                  <a:pt x="32300" y="124540"/>
                  <a:pt x="33794" y="125392"/>
                </a:cubicBezTo>
                <a:cubicBezTo>
                  <a:pt x="35288" y="126244"/>
                  <a:pt x="38016" y="126670"/>
                  <a:pt x="41979" y="126670"/>
                </a:cubicBezTo>
                <a:lnTo>
                  <a:pt x="41979" y="130053"/>
                </a:lnTo>
                <a:lnTo>
                  <a:pt x="1280" y="130053"/>
                </a:lnTo>
                <a:lnTo>
                  <a:pt x="1280" y="126670"/>
                </a:lnTo>
                <a:cubicBezTo>
                  <a:pt x="5366" y="126670"/>
                  <a:pt x="8109" y="126274"/>
                  <a:pt x="9512" y="125483"/>
                </a:cubicBezTo>
                <a:cubicBezTo>
                  <a:pt x="10914" y="124693"/>
                  <a:pt x="12027" y="123385"/>
                  <a:pt x="12850" y="121559"/>
                </a:cubicBezTo>
                <a:cubicBezTo>
                  <a:pt x="13673" y="119734"/>
                  <a:pt x="14085" y="116236"/>
                  <a:pt x="14085" y="111064"/>
                </a:cubicBezTo>
                <a:lnTo>
                  <a:pt x="14085" y="78851"/>
                </a:lnTo>
                <a:cubicBezTo>
                  <a:pt x="14085" y="69785"/>
                  <a:pt x="13810" y="63915"/>
                  <a:pt x="13261" y="61240"/>
                </a:cubicBezTo>
                <a:cubicBezTo>
                  <a:pt x="12835" y="59293"/>
                  <a:pt x="12164" y="57939"/>
                  <a:pt x="11249" y="57178"/>
                </a:cubicBezTo>
                <a:cubicBezTo>
                  <a:pt x="10335" y="56418"/>
                  <a:pt x="9085" y="56038"/>
                  <a:pt x="7500" y="56038"/>
                </a:cubicBezTo>
                <a:cubicBezTo>
                  <a:pt x="5792" y="56038"/>
                  <a:pt x="3719" y="56494"/>
                  <a:pt x="1280" y="57407"/>
                </a:cubicBezTo>
                <a:lnTo>
                  <a:pt x="0" y="54120"/>
                </a:lnTo>
                <a:lnTo>
                  <a:pt x="25242" y="43900"/>
                </a:lnTo>
                <a:lnTo>
                  <a:pt x="29267" y="43900"/>
                </a:lnTo>
                <a:close/>
                <a:moveTo>
                  <a:pt x="76856" y="61643"/>
                </a:moveTo>
                <a:cubicBezTo>
                  <a:pt x="86672" y="49814"/>
                  <a:pt x="96031" y="43900"/>
                  <a:pt x="104933" y="43900"/>
                </a:cubicBezTo>
                <a:cubicBezTo>
                  <a:pt x="109506" y="43900"/>
                  <a:pt x="113439" y="45041"/>
                  <a:pt x="116731" y="47324"/>
                </a:cubicBezTo>
                <a:cubicBezTo>
                  <a:pt x="120024" y="49605"/>
                  <a:pt x="122646" y="53361"/>
                  <a:pt x="124597" y="58593"/>
                </a:cubicBezTo>
                <a:cubicBezTo>
                  <a:pt x="125938" y="62242"/>
                  <a:pt x="126609" y="67839"/>
                  <a:pt x="126609" y="75384"/>
                </a:cubicBezTo>
                <a:lnTo>
                  <a:pt x="126609" y="111064"/>
                </a:lnTo>
                <a:cubicBezTo>
                  <a:pt x="126609" y="116358"/>
                  <a:pt x="127036" y="119947"/>
                  <a:pt x="127889" y="121834"/>
                </a:cubicBezTo>
                <a:cubicBezTo>
                  <a:pt x="128560" y="123354"/>
                  <a:pt x="129642" y="124540"/>
                  <a:pt x="131136" y="125392"/>
                </a:cubicBezTo>
                <a:cubicBezTo>
                  <a:pt x="132630" y="126244"/>
                  <a:pt x="135389" y="126670"/>
                  <a:pt x="139413" y="126670"/>
                </a:cubicBezTo>
                <a:lnTo>
                  <a:pt x="139413" y="130053"/>
                </a:lnTo>
                <a:lnTo>
                  <a:pt x="97982" y="130053"/>
                </a:lnTo>
                <a:lnTo>
                  <a:pt x="97982" y="126670"/>
                </a:lnTo>
                <a:lnTo>
                  <a:pt x="99720" y="126670"/>
                </a:lnTo>
                <a:cubicBezTo>
                  <a:pt x="103622" y="126670"/>
                  <a:pt x="106351" y="126078"/>
                  <a:pt x="107906" y="124895"/>
                </a:cubicBezTo>
                <a:cubicBezTo>
                  <a:pt x="109460" y="123711"/>
                  <a:pt x="110543" y="121968"/>
                  <a:pt x="111152" y="119664"/>
                </a:cubicBezTo>
                <a:cubicBezTo>
                  <a:pt x="111396" y="118754"/>
                  <a:pt x="111518" y="115902"/>
                  <a:pt x="111518" y="111110"/>
                </a:cubicBezTo>
                <a:lnTo>
                  <a:pt x="111518" y="76988"/>
                </a:lnTo>
                <a:cubicBezTo>
                  <a:pt x="111518" y="69406"/>
                  <a:pt x="110528" y="63902"/>
                  <a:pt x="108546" y="60474"/>
                </a:cubicBezTo>
                <a:cubicBezTo>
                  <a:pt x="106564" y="57046"/>
                  <a:pt x="103226" y="55332"/>
                  <a:pt x="98531" y="55332"/>
                </a:cubicBezTo>
                <a:cubicBezTo>
                  <a:pt x="91276" y="55332"/>
                  <a:pt x="84050" y="59275"/>
                  <a:pt x="76856" y="67162"/>
                </a:cubicBezTo>
                <a:lnTo>
                  <a:pt x="76856" y="111110"/>
                </a:lnTo>
                <a:cubicBezTo>
                  <a:pt x="76856" y="116752"/>
                  <a:pt x="77191" y="120240"/>
                  <a:pt x="77862" y="121574"/>
                </a:cubicBezTo>
                <a:cubicBezTo>
                  <a:pt x="78715" y="123332"/>
                  <a:pt x="79889" y="124621"/>
                  <a:pt x="81383" y="125441"/>
                </a:cubicBezTo>
                <a:cubicBezTo>
                  <a:pt x="82877" y="126260"/>
                  <a:pt x="85910" y="126670"/>
                  <a:pt x="90483" y="126670"/>
                </a:cubicBezTo>
                <a:lnTo>
                  <a:pt x="90483" y="130053"/>
                </a:lnTo>
                <a:lnTo>
                  <a:pt x="49052" y="130053"/>
                </a:lnTo>
                <a:lnTo>
                  <a:pt x="49052" y="126670"/>
                </a:lnTo>
                <a:lnTo>
                  <a:pt x="50882" y="126670"/>
                </a:lnTo>
                <a:cubicBezTo>
                  <a:pt x="55150" y="126670"/>
                  <a:pt x="58031" y="125590"/>
                  <a:pt x="59524" y="123431"/>
                </a:cubicBezTo>
                <a:cubicBezTo>
                  <a:pt x="61018" y="121271"/>
                  <a:pt x="61765" y="117148"/>
                  <a:pt x="61765" y="111064"/>
                </a:cubicBezTo>
                <a:lnTo>
                  <a:pt x="61765" y="80037"/>
                </a:lnTo>
                <a:cubicBezTo>
                  <a:pt x="61765" y="70000"/>
                  <a:pt x="61536" y="63886"/>
                  <a:pt x="61079" y="61697"/>
                </a:cubicBezTo>
                <a:cubicBezTo>
                  <a:pt x="60622" y="59506"/>
                  <a:pt x="59921" y="58015"/>
                  <a:pt x="58976" y="57224"/>
                </a:cubicBezTo>
                <a:cubicBezTo>
                  <a:pt x="58031" y="56433"/>
                  <a:pt x="56765" y="56038"/>
                  <a:pt x="55180" y="56038"/>
                </a:cubicBezTo>
                <a:cubicBezTo>
                  <a:pt x="53473" y="56038"/>
                  <a:pt x="51430" y="56494"/>
                  <a:pt x="49052" y="57407"/>
                </a:cubicBezTo>
                <a:lnTo>
                  <a:pt x="47681" y="54120"/>
                </a:lnTo>
                <a:lnTo>
                  <a:pt x="72923" y="43900"/>
                </a:lnTo>
                <a:lnTo>
                  <a:pt x="76856" y="43900"/>
                </a:lnTo>
                <a:lnTo>
                  <a:pt x="76856" y="61643"/>
                </a:lnTo>
                <a:close/>
                <a:moveTo>
                  <a:pt x="168498" y="99526"/>
                </a:moveTo>
                <a:cubicBezTo>
                  <a:pt x="163376" y="97030"/>
                  <a:pt x="159444" y="93545"/>
                  <a:pt x="156700" y="89069"/>
                </a:cubicBezTo>
                <a:cubicBezTo>
                  <a:pt x="153956" y="84593"/>
                  <a:pt x="152584" y="79645"/>
                  <a:pt x="152584" y="74224"/>
                </a:cubicBezTo>
                <a:cubicBezTo>
                  <a:pt x="152584" y="65943"/>
                  <a:pt x="155709" y="58819"/>
                  <a:pt x="161959" y="52851"/>
                </a:cubicBezTo>
                <a:cubicBezTo>
                  <a:pt x="168208" y="46884"/>
                  <a:pt x="176211" y="43900"/>
                  <a:pt x="185966" y="43900"/>
                </a:cubicBezTo>
                <a:cubicBezTo>
                  <a:pt x="193954" y="43900"/>
                  <a:pt x="200874" y="45851"/>
                  <a:pt x="206727" y="49753"/>
                </a:cubicBezTo>
                <a:lnTo>
                  <a:pt x="224470" y="49753"/>
                </a:lnTo>
                <a:cubicBezTo>
                  <a:pt x="227092" y="49753"/>
                  <a:pt x="228616" y="49828"/>
                  <a:pt x="229043" y="49979"/>
                </a:cubicBezTo>
                <a:cubicBezTo>
                  <a:pt x="229470" y="50130"/>
                  <a:pt x="229775" y="50386"/>
                  <a:pt x="229958" y="50748"/>
                </a:cubicBezTo>
                <a:cubicBezTo>
                  <a:pt x="230324" y="51291"/>
                  <a:pt x="230506" y="52256"/>
                  <a:pt x="230506" y="53643"/>
                </a:cubicBezTo>
                <a:cubicBezTo>
                  <a:pt x="230506" y="55209"/>
                  <a:pt x="230354" y="56294"/>
                  <a:pt x="230049" y="56898"/>
                </a:cubicBezTo>
                <a:cubicBezTo>
                  <a:pt x="229866" y="57199"/>
                  <a:pt x="229546" y="57440"/>
                  <a:pt x="229089" y="57621"/>
                </a:cubicBezTo>
                <a:cubicBezTo>
                  <a:pt x="228632" y="57802"/>
                  <a:pt x="227092" y="57893"/>
                  <a:pt x="224470" y="57893"/>
                </a:cubicBezTo>
                <a:lnTo>
                  <a:pt x="213587" y="57893"/>
                </a:lnTo>
                <a:cubicBezTo>
                  <a:pt x="217001" y="62293"/>
                  <a:pt x="218708" y="67913"/>
                  <a:pt x="218708" y="74756"/>
                </a:cubicBezTo>
                <a:cubicBezTo>
                  <a:pt x="218708" y="82575"/>
                  <a:pt x="215721" y="89265"/>
                  <a:pt x="209745" y="94825"/>
                </a:cubicBezTo>
                <a:cubicBezTo>
                  <a:pt x="203770" y="100385"/>
                  <a:pt x="195752" y="103165"/>
                  <a:pt x="185692" y="103165"/>
                </a:cubicBezTo>
                <a:cubicBezTo>
                  <a:pt x="181546" y="103165"/>
                  <a:pt x="177308" y="102543"/>
                  <a:pt x="172979" y="101298"/>
                </a:cubicBezTo>
                <a:cubicBezTo>
                  <a:pt x="170297" y="103613"/>
                  <a:pt x="168483" y="105640"/>
                  <a:pt x="167538" y="107378"/>
                </a:cubicBezTo>
                <a:cubicBezTo>
                  <a:pt x="166592" y="109113"/>
                  <a:pt x="166120" y="110590"/>
                  <a:pt x="166120" y="111808"/>
                </a:cubicBezTo>
                <a:cubicBezTo>
                  <a:pt x="166120" y="112844"/>
                  <a:pt x="166623" y="113850"/>
                  <a:pt x="167629" y="114826"/>
                </a:cubicBezTo>
                <a:cubicBezTo>
                  <a:pt x="168635" y="115799"/>
                  <a:pt x="170601" y="116500"/>
                  <a:pt x="173528" y="116926"/>
                </a:cubicBezTo>
                <a:cubicBezTo>
                  <a:pt x="175235" y="117170"/>
                  <a:pt x="179503" y="117384"/>
                  <a:pt x="186332" y="117567"/>
                </a:cubicBezTo>
                <a:cubicBezTo>
                  <a:pt x="198892" y="117870"/>
                  <a:pt x="207032" y="118295"/>
                  <a:pt x="210752" y="118844"/>
                </a:cubicBezTo>
                <a:cubicBezTo>
                  <a:pt x="216422" y="119637"/>
                  <a:pt x="220949" y="121739"/>
                  <a:pt x="224333" y="125152"/>
                </a:cubicBezTo>
                <a:cubicBezTo>
                  <a:pt x="227717" y="128563"/>
                  <a:pt x="229409" y="132766"/>
                  <a:pt x="229409" y="137762"/>
                </a:cubicBezTo>
                <a:cubicBezTo>
                  <a:pt x="229409" y="144646"/>
                  <a:pt x="226177" y="151104"/>
                  <a:pt x="219714" y="157137"/>
                </a:cubicBezTo>
                <a:cubicBezTo>
                  <a:pt x="210203" y="166031"/>
                  <a:pt x="197795" y="170478"/>
                  <a:pt x="182491" y="170478"/>
                </a:cubicBezTo>
                <a:cubicBezTo>
                  <a:pt x="170723" y="170478"/>
                  <a:pt x="160785" y="167829"/>
                  <a:pt x="152676" y="162533"/>
                </a:cubicBezTo>
                <a:cubicBezTo>
                  <a:pt x="148103" y="159488"/>
                  <a:pt x="145816" y="156321"/>
                  <a:pt x="145816" y="153032"/>
                </a:cubicBezTo>
                <a:cubicBezTo>
                  <a:pt x="145816" y="151573"/>
                  <a:pt x="146152" y="150112"/>
                  <a:pt x="146822" y="148651"/>
                </a:cubicBezTo>
                <a:cubicBezTo>
                  <a:pt x="147859" y="146397"/>
                  <a:pt x="149993" y="143261"/>
                  <a:pt x="153224" y="139242"/>
                </a:cubicBezTo>
                <a:cubicBezTo>
                  <a:pt x="153651" y="138695"/>
                  <a:pt x="156761" y="135408"/>
                  <a:pt x="162553" y="129379"/>
                </a:cubicBezTo>
                <a:cubicBezTo>
                  <a:pt x="159383" y="127487"/>
                  <a:pt x="157142" y="125793"/>
                  <a:pt x="155831" y="124297"/>
                </a:cubicBezTo>
                <a:cubicBezTo>
                  <a:pt x="154520" y="122802"/>
                  <a:pt x="153865" y="121108"/>
                  <a:pt x="153865" y="119216"/>
                </a:cubicBezTo>
                <a:cubicBezTo>
                  <a:pt x="153865" y="117078"/>
                  <a:pt x="154733" y="114574"/>
                  <a:pt x="156471" y="111705"/>
                </a:cubicBezTo>
                <a:cubicBezTo>
                  <a:pt x="158209" y="108835"/>
                  <a:pt x="162218" y="104776"/>
                  <a:pt x="168498" y="99526"/>
                </a:cubicBezTo>
                <a:moveTo>
                  <a:pt x="184412" y="48473"/>
                </a:moveTo>
                <a:cubicBezTo>
                  <a:pt x="179900" y="48473"/>
                  <a:pt x="176119" y="50262"/>
                  <a:pt x="173071" y="53840"/>
                </a:cubicBezTo>
                <a:cubicBezTo>
                  <a:pt x="170022" y="57417"/>
                  <a:pt x="168498" y="62904"/>
                  <a:pt x="168498" y="70303"/>
                </a:cubicBezTo>
                <a:cubicBezTo>
                  <a:pt x="168498" y="79885"/>
                  <a:pt x="170571" y="87313"/>
                  <a:pt x="174717" y="92587"/>
                </a:cubicBezTo>
                <a:cubicBezTo>
                  <a:pt x="177888" y="96590"/>
                  <a:pt x="181912" y="98592"/>
                  <a:pt x="186789" y="98592"/>
                </a:cubicBezTo>
                <a:cubicBezTo>
                  <a:pt x="191423" y="98592"/>
                  <a:pt x="195234" y="96864"/>
                  <a:pt x="198222" y="93407"/>
                </a:cubicBezTo>
                <a:cubicBezTo>
                  <a:pt x="201209" y="89951"/>
                  <a:pt x="202703" y="84524"/>
                  <a:pt x="202703" y="77125"/>
                </a:cubicBezTo>
                <a:cubicBezTo>
                  <a:pt x="202703" y="67484"/>
                  <a:pt x="200600" y="59934"/>
                  <a:pt x="196393" y="54475"/>
                </a:cubicBezTo>
                <a:cubicBezTo>
                  <a:pt x="193283" y="50473"/>
                  <a:pt x="189289" y="48473"/>
                  <a:pt x="184412" y="48473"/>
                </a:cubicBezTo>
                <a:moveTo>
                  <a:pt x="167583" y="130108"/>
                </a:moveTo>
                <a:cubicBezTo>
                  <a:pt x="164718" y="133212"/>
                  <a:pt x="162553" y="136102"/>
                  <a:pt x="161090" y="138779"/>
                </a:cubicBezTo>
                <a:cubicBezTo>
                  <a:pt x="159626" y="141458"/>
                  <a:pt x="158895" y="143924"/>
                  <a:pt x="158895" y="146176"/>
                </a:cubicBezTo>
                <a:cubicBezTo>
                  <a:pt x="158895" y="149097"/>
                  <a:pt x="160663" y="151653"/>
                  <a:pt x="164199" y="153844"/>
                </a:cubicBezTo>
                <a:cubicBezTo>
                  <a:pt x="170297" y="157617"/>
                  <a:pt x="179107" y="159503"/>
                  <a:pt x="190631" y="159503"/>
                </a:cubicBezTo>
                <a:cubicBezTo>
                  <a:pt x="201606" y="159503"/>
                  <a:pt x="209700" y="157570"/>
                  <a:pt x="214913" y="153704"/>
                </a:cubicBezTo>
                <a:cubicBezTo>
                  <a:pt x="220126" y="149840"/>
                  <a:pt x="222733" y="145718"/>
                  <a:pt x="222733" y="141337"/>
                </a:cubicBezTo>
                <a:cubicBezTo>
                  <a:pt x="222733" y="138172"/>
                  <a:pt x="221178" y="135920"/>
                  <a:pt x="218068" y="134581"/>
                </a:cubicBezTo>
                <a:cubicBezTo>
                  <a:pt x="214898" y="133241"/>
                  <a:pt x="208617" y="132450"/>
                  <a:pt x="199228" y="132208"/>
                </a:cubicBezTo>
                <a:cubicBezTo>
                  <a:pt x="185509" y="131843"/>
                  <a:pt x="174961" y="131142"/>
                  <a:pt x="167583" y="130108"/>
                </a:cubicBezTo>
                <a:close/>
                <a:moveTo>
                  <a:pt x="293886" y="43900"/>
                </a:moveTo>
                <a:lnTo>
                  <a:pt x="293886" y="72252"/>
                </a:lnTo>
                <a:lnTo>
                  <a:pt x="290868" y="72252"/>
                </a:lnTo>
                <a:cubicBezTo>
                  <a:pt x="288551" y="63360"/>
                  <a:pt x="285578" y="57311"/>
                  <a:pt x="281951" y="54106"/>
                </a:cubicBezTo>
                <a:cubicBezTo>
                  <a:pt x="278323" y="50899"/>
                  <a:pt x="273704" y="49296"/>
                  <a:pt x="268095" y="49296"/>
                </a:cubicBezTo>
                <a:cubicBezTo>
                  <a:pt x="263827" y="49296"/>
                  <a:pt x="260382" y="50423"/>
                  <a:pt x="257760" y="52677"/>
                </a:cubicBezTo>
                <a:cubicBezTo>
                  <a:pt x="255138" y="54929"/>
                  <a:pt x="253827" y="57426"/>
                  <a:pt x="253827" y="60168"/>
                </a:cubicBezTo>
                <a:cubicBezTo>
                  <a:pt x="253827" y="63579"/>
                  <a:pt x="254803" y="66502"/>
                  <a:pt x="256754" y="68937"/>
                </a:cubicBezTo>
                <a:cubicBezTo>
                  <a:pt x="258644" y="71435"/>
                  <a:pt x="262485" y="74084"/>
                  <a:pt x="268278" y="76885"/>
                </a:cubicBezTo>
                <a:lnTo>
                  <a:pt x="281630" y="83373"/>
                </a:lnTo>
                <a:cubicBezTo>
                  <a:pt x="294008" y="89401"/>
                  <a:pt x="300196" y="97350"/>
                  <a:pt x="300196" y="107218"/>
                </a:cubicBezTo>
                <a:cubicBezTo>
                  <a:pt x="300196" y="114830"/>
                  <a:pt x="297316" y="120966"/>
                  <a:pt x="291554" y="125626"/>
                </a:cubicBezTo>
                <a:cubicBezTo>
                  <a:pt x="285792" y="130285"/>
                  <a:pt x="279344" y="132614"/>
                  <a:pt x="272210" y="132614"/>
                </a:cubicBezTo>
                <a:cubicBezTo>
                  <a:pt x="267089" y="132614"/>
                  <a:pt x="261235" y="131700"/>
                  <a:pt x="254650" y="129871"/>
                </a:cubicBezTo>
                <a:cubicBezTo>
                  <a:pt x="252638" y="129261"/>
                  <a:pt x="250992" y="128956"/>
                  <a:pt x="249712" y="128956"/>
                </a:cubicBezTo>
                <a:cubicBezTo>
                  <a:pt x="248309" y="128956"/>
                  <a:pt x="247212" y="129749"/>
                  <a:pt x="246419" y="131334"/>
                </a:cubicBezTo>
                <a:lnTo>
                  <a:pt x="243401" y="131334"/>
                </a:lnTo>
                <a:lnTo>
                  <a:pt x="243401" y="101336"/>
                </a:lnTo>
                <a:lnTo>
                  <a:pt x="246419" y="101336"/>
                </a:lnTo>
                <a:cubicBezTo>
                  <a:pt x="248126" y="109902"/>
                  <a:pt x="251388" y="116358"/>
                  <a:pt x="256205" y="120702"/>
                </a:cubicBezTo>
                <a:cubicBezTo>
                  <a:pt x="261022" y="125046"/>
                  <a:pt x="266418" y="127218"/>
                  <a:pt x="272393" y="127218"/>
                </a:cubicBezTo>
                <a:cubicBezTo>
                  <a:pt x="276600" y="127218"/>
                  <a:pt x="280030" y="125985"/>
                  <a:pt x="282682" y="123520"/>
                </a:cubicBezTo>
                <a:cubicBezTo>
                  <a:pt x="285334" y="121052"/>
                  <a:pt x="286661" y="118083"/>
                  <a:pt x="286661" y="114611"/>
                </a:cubicBezTo>
                <a:cubicBezTo>
                  <a:pt x="286661" y="110408"/>
                  <a:pt x="285182" y="106876"/>
                  <a:pt x="282225" y="104014"/>
                </a:cubicBezTo>
                <a:cubicBezTo>
                  <a:pt x="279268" y="101152"/>
                  <a:pt x="273369" y="97529"/>
                  <a:pt x="264528" y="93144"/>
                </a:cubicBezTo>
                <a:cubicBezTo>
                  <a:pt x="255687" y="88758"/>
                  <a:pt x="249894" y="84799"/>
                  <a:pt x="247151" y="81266"/>
                </a:cubicBezTo>
                <a:cubicBezTo>
                  <a:pt x="244407" y="77795"/>
                  <a:pt x="243035" y="73409"/>
                  <a:pt x="243035" y="68111"/>
                </a:cubicBezTo>
                <a:cubicBezTo>
                  <a:pt x="243035" y="61228"/>
                  <a:pt x="245398" y="55473"/>
                  <a:pt x="250123" y="50845"/>
                </a:cubicBezTo>
                <a:cubicBezTo>
                  <a:pt x="254848" y="46215"/>
                  <a:pt x="260961" y="43900"/>
                  <a:pt x="268460" y="43900"/>
                </a:cubicBezTo>
                <a:cubicBezTo>
                  <a:pt x="271753" y="43900"/>
                  <a:pt x="275747" y="44601"/>
                  <a:pt x="280441" y="46003"/>
                </a:cubicBezTo>
                <a:cubicBezTo>
                  <a:pt x="283551" y="46918"/>
                  <a:pt x="285624" y="47375"/>
                  <a:pt x="286661" y="47375"/>
                </a:cubicBezTo>
                <a:cubicBezTo>
                  <a:pt x="287636" y="47375"/>
                  <a:pt x="288398" y="47162"/>
                  <a:pt x="288947" y="46735"/>
                </a:cubicBezTo>
                <a:cubicBezTo>
                  <a:pt x="289496" y="46308"/>
                  <a:pt x="290136" y="45363"/>
                  <a:pt x="290868" y="43900"/>
                </a:cubicBezTo>
                <a:lnTo>
                  <a:pt x="293886" y="4390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33b09d1074f52"/>
          <a:stretch xmlns:a="http://schemas.openxmlformats.org/drawingml/2006/main"/>
        </p:blipFill>
        <p:spPr>
          <a:xfrm xmlns:a="http://schemas.openxmlformats.org/drawingml/2006/main">
            <a:off x="12490056" y="6212482"/>
            <a:ext cx="234133" cy="234133"/>
          </a:xfrm>
          <a:prstGeom xmlns:a="http://schemas.openxmlformats.org/drawingml/2006/main" prst="rect">
            <a:avLst/>
          </a:prstGeom>
        </p:spPr>
      </p:pic>
      <p:pic>
        <p:nvPicPr>
          <p:cNvPr id="1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d8bd9154148e0"/>
          <a:stretch xmlns:a="http://schemas.openxmlformats.org/drawingml/2006/main"/>
        </p:blipFill>
        <p:spPr>
          <a:xfrm xmlns:a="http://schemas.openxmlformats.org/drawingml/2006/main">
            <a:off x="9504862" y="6423201"/>
            <a:ext cx="608745" cy="608745"/>
          </a:xfrm>
          <a:prstGeom xmlns:a="http://schemas.openxmlformats.org/drawingml/2006/main" prst="rect">
            <a:avLst/>
          </a:prstGeom>
        </p:spPr>
      </p:pic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68664-5D84-4FCE-9E78-E80D242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003" y="4453442"/>
            <a:ext cx="2575" cy="401070"/>
          </a:xfrm>
          <a:custGeom xmlns:a="http://schemas.openxmlformats.org/drawingml/2006/main">
            <a:pathLst>
              <a:path w="2575" h="401070" fill="none">
                <a:moveTo>
                  <a:pt x="2575" y="4010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8363F-F086-4C60-A707-CF69706A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290" y="4330522"/>
            <a:ext cx="163893" cy="164361"/>
          </a:xfrm>
          <a:custGeom xmlns:a="http://schemas.openxmlformats.org/drawingml/2006/main">
            <a:pathLst>
              <a:path w="163893" h="164361">
                <a:moveTo>
                  <a:pt x="80776" y="0"/>
                </a:moveTo>
                <a:lnTo>
                  <a:pt x="163893" y="163425"/>
                </a:lnTo>
                <a:lnTo>
                  <a:pt x="81712" y="122920"/>
                </a:lnTo>
                <a:lnTo>
                  <a:pt x="0" y="164361"/>
                </a:lnTo>
                <a:lnTo>
                  <a:pt x="80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3158E-8B1F-4A93-BB23-80A8F400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290" y="4330522"/>
            <a:ext cx="163893" cy="164361"/>
          </a:xfrm>
          <a:custGeom xmlns:a="http://schemas.openxmlformats.org/drawingml/2006/main">
            <a:pathLst>
              <a:path w="163893" h="164361" fill="none">
                <a:moveTo>
                  <a:pt x="80776" y="0"/>
                </a:moveTo>
                <a:lnTo>
                  <a:pt x="163893" y="163425"/>
                </a:lnTo>
                <a:lnTo>
                  <a:pt x="81712" y="122920"/>
                </a:lnTo>
                <a:lnTo>
                  <a:pt x="0" y="164361"/>
                </a:lnTo>
                <a:lnTo>
                  <a:pt x="8077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5429B-D1DF-4500-A99D-41D25AB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314" y="4854511"/>
            <a:ext cx="2692528" cy="1755996"/>
          </a:xfrm>
          <a:custGeom xmlns:a="http://schemas.openxmlformats.org/drawingml/2006/main">
            <a:pathLst>
              <a:path w="2692528" h="1755996" fill="none">
                <a:moveTo>
                  <a:pt x="0" y="0"/>
                </a:moveTo>
                <a:lnTo>
                  <a:pt x="2692528" y="0"/>
                </a:lnTo>
                <a:lnTo>
                  <a:pt x="2692528" y="1755996"/>
                </a:lnTo>
                <a:lnTo>
                  <a:pt x="0" y="17559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13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383044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2026-09-05T17:18:02.7640000Z</dcterms:created>
  <dcterms:modified xsi:type="dcterms:W3CDTF">2026-09-05T17:18:02.7640000Z</dcterms:modified>
</coreProperties>
</file>