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a3c892119c4e4a" /><Relationship Type="http://schemas.openxmlformats.org/officeDocument/2006/relationships/extended-properties" Target="/docProps/app.xml" Id="R331b21a52760406f" /><Relationship Type="http://schemas.openxmlformats.org/officeDocument/2006/relationships/officeDocument" Target="/ppt/presentation.xml" Id="Rd10718e88ccc48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c6637f2f4043c8"/>
  </p:sldMasterIdLst>
  <p:notesMasterIdLst>
    <p:notesMasterId xmlns:r="http://schemas.openxmlformats.org/officeDocument/2006/relationships" r:id="R9189320eb12f483c"/>
  </p:notesMasterIdLst>
  <p:sldIdLst>
    <p:sldId xmlns:r="http://schemas.openxmlformats.org/officeDocument/2006/relationships" id="256" r:id="Ra8fd816ecc3540f9"/>
  </p:sldIdLst>
  <p:sldSz cx="6829425" cy="44481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5087d0daec54d0e" /><Relationship Type="http://schemas.openxmlformats.org/officeDocument/2006/relationships/slideMaster" Target="/ppt/slideMasters/slideMaster1.xml" Id="Rb9c6637f2f4043c8" /><Relationship Type="http://schemas.openxmlformats.org/officeDocument/2006/relationships/notesMaster" Target="/ppt/notesMasters/notesMaster1.xml" Id="R9189320eb12f483c" /><Relationship Type="http://schemas.openxmlformats.org/officeDocument/2006/relationships/presProps" Target="/ppt/presProps.xml" Id="Ree9da6e8a7244ad6" /><Relationship Type="http://schemas.openxmlformats.org/officeDocument/2006/relationships/tableStyles" Target="/ppt/tableStyles.xml" Id="R41ade111cf554388" /><Relationship Type="http://schemas.openxmlformats.org/officeDocument/2006/relationships/slide" Target="/ppt/slides/slide1.xml" Id="Ra8fd816ecc3540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db947aac5e4e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139cdcc62d4d0e" /><Relationship Type="http://schemas.openxmlformats.org/officeDocument/2006/relationships/notesMaster" Target="/ppt/notesMasters/notesMaster1.xml" Id="R4d5c1e168f4242db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素材ID：AI-042</ns1:t>
            </ns1:r>
          </ns1:p>
          <ns1:p>
            <ns1:r>
              <ns1:t>论文：Native and Compact Structured Latents for 3D Generation</ns1:t>
            </ns1:r>
          </ns1:p>
          <ns1:p>
            <ns1:r>
              <ns1:t>会议：CVPR 2026</ns1:t>
            </ns1:r>
          </ns1:p>
          <ns1:p>
            <ns1:r>
              <ns1:t>奖项：Best Student Paper</ns1:t>
            </ns1:r>
          </ns1:p>
          <ns1:p>
            <ns1:r>
              <ns1:t>图号：Figure 4，PDF第5页</ns1:t>
            </ns1:r>
          </ns1:p>
          <ns1:p>
            <ns1:r>
              <ns1:t>类型：系统架构</ns1:t>
            </ns1:r>
          </ns1:p>
          <ns1:p>
            <ns1:r>
              <ns1:t>借鉴点：形状/材质并行压缩路径、双向潜空间和展开残差块共同表达稀疏三维网络。</ns1:t>
            </ns1:r>
          </ns1:p>
          <ns1:p>
            <ns1:r>
              <ns1:t>论文URL：https://openaccess.thecvf.com/content/CVPR2026/html/Xiang_Native_and_Compact_Structured_Latents_for_3D_Generation_CVPR_2026_paper.html</ns1:t>
            </ns1:r>
          </ns1:p>
          <ns1:p>
            <ns1:r>
              <ns1:t>官方获奖URL：https://www.thecvf.com/?page_id=413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3e002c267548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8e620c248b40f1" /><Relationship Type="http://schemas.openxmlformats.org/officeDocument/2006/relationships/slideLayout" Target="/ppt/slideLayouts/slideLayout1.xml" Id="R9e1fa57a14084c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1fa57a14084c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9a9539781140b8" /><Relationship Type="http://schemas.openxmlformats.org/officeDocument/2006/relationships/notesSlide" Target="/ppt/notesSlides/notesSlide1.xml" Id="R27d99587ee0348f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9" name="AI-042-1">
            <a:extLst xmlns:a="http://schemas.openxmlformats.org/drawingml/2006/main">
              <a:ext uri="{FF2B5EF4-FFF2-40B4-BE49-F238E27FC236}">
                <a16:creationId xmlns:a16="http://schemas.microsoft.com/office/drawing/2014/main" id="{47FE6C32-9C70-4CEA-8348-EF2D7CEF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" y="571500"/>
            <a:ext cx="400050" cy="3267075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534961"/>
          </a:solidFill>
          <a:ln xmlns:a="http://schemas.openxmlformats.org/drawingml/2006/main" w="0">
            <a:noFill/>
          </a:ln>
        </p:spPr>
      </p:sp>
      <p:sp>
        <p:nvSpPr>
          <p:cNvPr id="2" name="AI-042-2">
            <a:extLst xmlns:a="http://schemas.openxmlformats.org/drawingml/2006/main">
              <a:ext uri="{FF2B5EF4-FFF2-40B4-BE49-F238E27FC236}">
                <a16:creationId xmlns:a16="http://schemas.microsoft.com/office/drawing/2014/main" id="{EE05D5DF-B3DB-4035-8DCE-C7FAD0A1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" y="628650"/>
            <a:ext cx="295275" cy="9620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" name="AI-042-3">
            <a:extLst xmlns:a="http://schemas.openxmlformats.org/drawingml/2006/main">
              <a:ext uri="{FF2B5EF4-FFF2-40B4-BE49-F238E27FC236}">
                <a16:creationId xmlns:a16="http://schemas.microsoft.com/office/drawing/2014/main" id="{0DD47975-60D2-4281-9F20-A2FA4646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" y="2800350"/>
            <a:ext cx="295275" cy="971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AI-042-4">
            <a:extLst xmlns:a="http://schemas.openxmlformats.org/drawingml/2006/main">
              <a:ext uri="{FF2B5EF4-FFF2-40B4-BE49-F238E27FC236}">
                <a16:creationId xmlns:a16="http://schemas.microsoft.com/office/drawing/2014/main" id="{00D697A0-DBCB-49B7-AC8D-524A9E5D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238125" y="1971675"/>
            <a:ext cx="9810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O-Voxel</a:t>
            </a:r>
          </a:p>
        </p:txBody>
      </p:sp>
      <p:sp>
        <p:nvSpPr>
          <p:cNvPr id="5" name="AI-042-5">
            <a:extLst xmlns:a="http://schemas.openxmlformats.org/drawingml/2006/main">
              <a:ext uri="{FF2B5EF4-FFF2-40B4-BE49-F238E27FC236}">
                <a16:creationId xmlns:a16="http://schemas.microsoft.com/office/drawing/2014/main" id="{A1ACDED4-678A-45E8-A184-814DC50D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228600" y="9906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1">
                <a:solidFill>
                  <a:srgbClr val="53496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1">
                <a:solidFill>
                  <a:srgbClr val="534961"/>
                </a:solidFill>
                <a:latin typeface="Times New Roman"/>
                <a:ea typeface="Times New Roman"/>
                <a:cs typeface="Times New Roman"/>
              </a:rPr>
              <a:t>fˢʰᵃᵖᵉ</a:t>
            </a:r>
          </a:p>
        </p:txBody>
      </p:sp>
      <p:sp>
        <p:nvSpPr>
          <p:cNvPr id="6" name="AI-042-6">
            <a:extLst xmlns:a="http://schemas.openxmlformats.org/drawingml/2006/main">
              <a:ext uri="{FF2B5EF4-FFF2-40B4-BE49-F238E27FC236}">
                <a16:creationId xmlns:a16="http://schemas.microsoft.com/office/drawing/2014/main" id="{581A0766-0267-46A7-B5E5-62FED0AF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228600" y="31718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1">
                <a:solidFill>
                  <a:srgbClr val="53496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1">
                <a:solidFill>
                  <a:srgbClr val="534961"/>
                </a:solidFill>
                <a:latin typeface="Times New Roman"/>
                <a:ea typeface="Times New Roman"/>
                <a:cs typeface="Times New Roman"/>
              </a:rPr>
              <a:t>fᵐᵃᵗ</a:t>
            </a:r>
          </a:p>
        </p:txBody>
      </p:sp>
      <p:sp>
        <p:nvSpPr>
          <p:cNvPr id="7" name="AI-042-7">
            <a:extLst xmlns:a="http://schemas.openxmlformats.org/drawingml/2006/main">
              <a:ext uri="{FF2B5EF4-FFF2-40B4-BE49-F238E27FC236}">
                <a16:creationId xmlns:a16="http://schemas.microsoft.com/office/drawing/2014/main" id="{7F4E9DF0-80F7-439E-A67E-82602134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295275"/>
            <a:ext cx="2962275" cy="13335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FE6DF"/>
          </a:solidFill>
          <a:ln xmlns:a="http://schemas.openxmlformats.org/drawingml/2006/main" w="0">
            <a:noFill/>
          </a:ln>
        </p:spPr>
      </p:sp>
      <p:sp>
        <p:nvSpPr>
          <p:cNvPr id="8" name="AI-042-8">
            <a:extLst xmlns:a="http://schemas.openxmlformats.org/drawingml/2006/main">
              <a:ext uri="{FF2B5EF4-FFF2-40B4-BE49-F238E27FC236}">
                <a16:creationId xmlns:a16="http://schemas.microsoft.com/office/drawing/2014/main" id="{BC882AC1-8C78-4A48-9B79-957E2930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1905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Material SC-Enc.</a:t>
            </a:r>
          </a:p>
        </p:txBody>
      </p:sp>
      <p:sp>
        <p:nvSpPr>
          <p:cNvPr id="9" name="AI-042-9">
            <a:extLst xmlns:a="http://schemas.openxmlformats.org/drawingml/2006/main">
              <a:ext uri="{FF2B5EF4-FFF2-40B4-BE49-F238E27FC236}">
                <a16:creationId xmlns:a16="http://schemas.microsoft.com/office/drawing/2014/main" id="{9BD94ACB-E0AA-4B5F-A89F-6BB92AB7B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447675"/>
            <a:ext cx="133350" cy="1238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FAB93"/>
          </a:solidFill>
          <a:ln xmlns:a="http://schemas.openxmlformats.org/drawingml/2006/main" w="0">
            <a:noFill/>
          </a:ln>
        </p:spPr>
      </p:sp>
      <p:sp>
        <p:nvSpPr>
          <p:cNvPr id="10" name="AI-042-10">
            <a:extLst xmlns:a="http://schemas.openxmlformats.org/drawingml/2006/main">
              <a:ext uri="{FF2B5EF4-FFF2-40B4-BE49-F238E27FC236}">
                <a16:creationId xmlns:a16="http://schemas.microsoft.com/office/drawing/2014/main" id="{6168ED2B-0038-4FF6-B981-38FEAE22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600075"/>
            <a:ext cx="133350" cy="1238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FAB93"/>
          </a:solidFill>
          <a:ln xmlns:a="http://schemas.openxmlformats.org/drawingml/2006/main" w="0">
            <a:noFill/>
          </a:ln>
        </p:spPr>
      </p:sp>
      <p:sp>
        <p:nvSpPr>
          <p:cNvPr id="11" name="AI-042-11">
            <a:extLst xmlns:a="http://schemas.openxmlformats.org/drawingml/2006/main">
              <a:ext uri="{FF2B5EF4-FFF2-40B4-BE49-F238E27FC236}">
                <a16:creationId xmlns:a16="http://schemas.microsoft.com/office/drawing/2014/main" id="{7B26A01A-5376-4620-9E79-1B18B9BB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752475"/>
            <a:ext cx="133350" cy="1238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FAB93"/>
          </a:solidFill>
          <a:ln xmlns:a="http://schemas.openxmlformats.org/drawingml/2006/main" w="0">
            <a:noFill/>
          </a:ln>
        </p:spPr>
      </p:sp>
      <p:sp>
        <p:nvSpPr>
          <p:cNvPr id="12" name="AI-042-12">
            <a:extLst xmlns:a="http://schemas.openxmlformats.org/drawingml/2006/main">
              <a:ext uri="{FF2B5EF4-FFF2-40B4-BE49-F238E27FC236}">
                <a16:creationId xmlns:a16="http://schemas.microsoft.com/office/drawing/2014/main" id="{B7A61E29-DE29-42AD-93DB-42023100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904875"/>
            <a:ext cx="133350" cy="1238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FAB93"/>
          </a:solidFill>
          <a:ln xmlns:a="http://schemas.openxmlformats.org/drawingml/2006/main" w="0">
            <a:noFill/>
          </a:ln>
        </p:spPr>
      </p:sp>
      <p:sp>
        <p:nvSpPr>
          <p:cNvPr id="13" name="AI-042-13">
            <a:extLst xmlns:a="http://schemas.openxmlformats.org/drawingml/2006/main">
              <a:ext uri="{FF2B5EF4-FFF2-40B4-BE49-F238E27FC236}">
                <a16:creationId xmlns:a16="http://schemas.microsoft.com/office/drawing/2014/main" id="{1E9D8C50-C1B9-4EDD-BF63-CCB87F86F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1057275"/>
            <a:ext cx="133350" cy="1238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CFAB93"/>
          </a:solidFill>
          <a:ln xmlns:a="http://schemas.openxmlformats.org/drawingml/2006/main" w="0">
            <a:noFill/>
          </a:ln>
        </p:spPr>
      </p:sp>
      <p:sp>
        <p:nvSpPr>
          <p:cNvPr id="14" name="AI-042-14">
            <a:extLst xmlns:a="http://schemas.openxmlformats.org/drawingml/2006/main">
              <a:ext uri="{FF2B5EF4-FFF2-40B4-BE49-F238E27FC236}">
                <a16:creationId xmlns:a16="http://schemas.microsoft.com/office/drawing/2014/main" id="{68E577F8-5688-4446-ABCA-BCEB2AEE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4525" y="409575"/>
            <a:ext cx="247650" cy="581025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AI-042-15">
            <a:extLst xmlns:a="http://schemas.openxmlformats.org/drawingml/2006/main">
              <a:ext uri="{FF2B5EF4-FFF2-40B4-BE49-F238E27FC236}">
                <a16:creationId xmlns:a16="http://schemas.microsoft.com/office/drawing/2014/main" id="{45F57B88-3E13-4127-A534-F66E2383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" y="409575"/>
            <a:ext cx="247650" cy="581025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6" name="AI-042-16">
            <a:extLst xmlns:a="http://schemas.openxmlformats.org/drawingml/2006/main">
              <a:ext uri="{FF2B5EF4-FFF2-40B4-BE49-F238E27FC236}">
                <a16:creationId xmlns:a16="http://schemas.microsoft.com/office/drawing/2014/main" id="{B22D5512-92D9-4F3A-B3DE-3310BFC0F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86025" y="409575"/>
            <a:ext cx="247650" cy="581025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AI-042-17">
            <a:extLst xmlns:a="http://schemas.openxmlformats.org/drawingml/2006/main">
              <a:ext uri="{FF2B5EF4-FFF2-40B4-BE49-F238E27FC236}">
                <a16:creationId xmlns:a16="http://schemas.microsoft.com/office/drawing/2014/main" id="{95F4C956-4B72-4E76-8917-1B2D7E8C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952625" y="476250"/>
            <a:ext cx="6572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00" b="0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600" b="0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LayerNorm</a:t>
            </a:r>
          </a:p>
        </p:txBody>
      </p:sp>
      <p:sp>
        <p:nvSpPr>
          <p:cNvPr id="18" name="path-18">
            <a:extLst xmlns:a="http://schemas.openxmlformats.org/drawingml/2006/main">
              <a:ext uri="{FF2B5EF4-FFF2-40B4-BE49-F238E27FC236}">
                <a16:creationId xmlns:a16="http://schemas.microsoft.com/office/drawing/2014/main" id="{8C24E457-D8F2-4746-99CE-AD47E2E7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514350"/>
            <a:ext cx="200025" cy="180975"/>
          </a:xfrm>
          <a:custGeom xmlns:a="http://schemas.openxmlformats.org/drawingml/2006/main">
            <a:pathLst>
              <a:path w="200025" h="180975">
                <a:moveTo>
                  <a:pt x="0" y="0"/>
                </a:moveTo>
                <a:lnTo>
                  <a:pt x="200025" y="104775"/>
                </a:lnTo>
                <a:lnTo>
                  <a:pt x="0" y="1809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9" name="AI-042-19">
            <a:extLst xmlns:a="http://schemas.openxmlformats.org/drawingml/2006/main">
              <a:ext uri="{FF2B5EF4-FFF2-40B4-BE49-F238E27FC236}">
                <a16:creationId xmlns:a16="http://schemas.microsoft.com/office/drawing/2014/main" id="{0DC61166-6955-423D-BC4A-30C6EBCF7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6650" y="552450"/>
            <a:ext cx="123825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1AF9A"/>
          </a:solidFill>
          <a:ln xmlns:a="http://schemas.openxmlformats.org/drawingml/2006/main" w="0">
            <a:noFill/>
          </a:ln>
        </p:spPr>
      </p:sp>
      <p:sp>
        <p:nvSpPr>
          <p:cNvPr id="20" name="AI-042-20">
            <a:extLst xmlns:a="http://schemas.openxmlformats.org/drawingml/2006/main">
              <a:ext uri="{FF2B5EF4-FFF2-40B4-BE49-F238E27FC236}">
                <a16:creationId xmlns:a16="http://schemas.microsoft.com/office/drawing/2014/main" id="{C1C263EA-87AC-4C70-BFB1-D978CA49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6650" y="695325"/>
            <a:ext cx="123825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1AF9A"/>
          </a:solidFill>
          <a:ln xmlns:a="http://schemas.openxmlformats.org/drawingml/2006/main" w="0">
            <a:noFill/>
          </a:ln>
        </p:spPr>
      </p:sp>
      <p:sp>
        <p:nvSpPr>
          <p:cNvPr id="21" name="AI-042-21">
            <a:extLst xmlns:a="http://schemas.openxmlformats.org/drawingml/2006/main">
              <a:ext uri="{FF2B5EF4-FFF2-40B4-BE49-F238E27FC236}">
                <a16:creationId xmlns:a16="http://schemas.microsoft.com/office/drawing/2014/main" id="{B3E2918C-DE2A-49D5-A736-763215E6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6650" y="838200"/>
            <a:ext cx="123825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1AF9A"/>
          </a:solidFill>
          <a:ln xmlns:a="http://schemas.openxmlformats.org/drawingml/2006/main" w="0">
            <a:noFill/>
          </a:ln>
        </p:spPr>
      </p:sp>
      <p:sp>
        <p:nvSpPr>
          <p:cNvPr id="22" name="AI-042-22">
            <a:extLst xmlns:a="http://schemas.openxmlformats.org/drawingml/2006/main">
              <a:ext uri="{FF2B5EF4-FFF2-40B4-BE49-F238E27FC236}">
                <a16:creationId xmlns:a16="http://schemas.microsoft.com/office/drawing/2014/main" id="{D97EEAE5-4DC1-4144-8BFF-38726526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76650" y="981075"/>
            <a:ext cx="123825" cy="1143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1AF9A"/>
          </a:solidFill>
          <a:ln xmlns:a="http://schemas.openxmlformats.org/drawingml/2006/main" w="0">
            <a:noFill/>
          </a:ln>
        </p:spPr>
      </p:sp>
      <p:sp>
        <p:nvSpPr>
          <p:cNvPr id="23" name="AI-042-23">
            <a:extLst xmlns:a="http://schemas.openxmlformats.org/drawingml/2006/main">
              <a:ext uri="{FF2B5EF4-FFF2-40B4-BE49-F238E27FC236}">
                <a16:creationId xmlns:a16="http://schemas.microsoft.com/office/drawing/2014/main" id="{56A8C03E-2BBB-4FC8-B772-4DC8FB70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6350" y="2352675"/>
            <a:ext cx="2962275" cy="1323975"/>
          </a:xfrm>
          <a:prstGeom xmlns:a="http://schemas.openxmlformats.org/drawingml/2006/main" prst="roundRect">
            <a:avLst>
              <a:gd name="adj" fmla="val 5036"/>
            </a:avLst>
          </a:prstGeom>
          <a:solidFill xmlns:a="http://schemas.openxmlformats.org/drawingml/2006/main">
            <a:srgbClr val="EFE6DF"/>
          </a:solidFill>
          <a:ln xmlns:a="http://schemas.openxmlformats.org/drawingml/2006/main" w="0">
            <a:noFill/>
          </a:ln>
        </p:spPr>
      </p:sp>
      <p:sp>
        <p:nvSpPr>
          <p:cNvPr id="24" name="AI-042-24">
            <a:extLst xmlns:a="http://schemas.openxmlformats.org/drawingml/2006/main">
              <a:ext uri="{FF2B5EF4-FFF2-40B4-BE49-F238E27FC236}">
                <a16:creationId xmlns:a16="http://schemas.microsoft.com/office/drawing/2014/main" id="{41507808-5A77-4EF6-BA22-823D305D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04950" y="2009775"/>
            <a:ext cx="1733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Material SC-Dec.</a:t>
            </a:r>
          </a:p>
        </p:txBody>
      </p:sp>
      <p:sp>
        <p:nvSpPr>
          <p:cNvPr id="25" name="AI-042-25">
            <a:extLst xmlns:a="http://schemas.openxmlformats.org/drawingml/2006/main">
              <a:ext uri="{FF2B5EF4-FFF2-40B4-BE49-F238E27FC236}">
                <a16:creationId xmlns:a16="http://schemas.microsoft.com/office/drawing/2014/main" id="{247AD1A6-F650-434F-BD02-93F9A0BD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2543175"/>
            <a:ext cx="15240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1AE98"/>
          </a:solidFill>
          <a:ln xmlns:a="http://schemas.openxmlformats.org/drawingml/2006/main" w="0">
            <a:noFill/>
          </a:ln>
        </p:spPr>
      </p:sp>
      <p:sp>
        <p:nvSpPr>
          <p:cNvPr id="26" name="AI-042-26">
            <a:extLst xmlns:a="http://schemas.openxmlformats.org/drawingml/2006/main">
              <a:ext uri="{FF2B5EF4-FFF2-40B4-BE49-F238E27FC236}">
                <a16:creationId xmlns:a16="http://schemas.microsoft.com/office/drawing/2014/main" id="{A165471A-2B92-401B-8572-AB574BAA1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2705100"/>
            <a:ext cx="15240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1AE98"/>
          </a:solidFill>
          <a:ln xmlns:a="http://schemas.openxmlformats.org/drawingml/2006/main" w="0">
            <a:noFill/>
          </a:ln>
        </p:spPr>
      </p:sp>
      <p:sp>
        <p:nvSpPr>
          <p:cNvPr id="27" name="AI-042-27">
            <a:extLst xmlns:a="http://schemas.openxmlformats.org/drawingml/2006/main">
              <a:ext uri="{FF2B5EF4-FFF2-40B4-BE49-F238E27FC236}">
                <a16:creationId xmlns:a16="http://schemas.microsoft.com/office/drawing/2014/main" id="{3E5C153A-2DA2-434B-9816-F188DC0BA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2867025"/>
            <a:ext cx="15240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1AE98"/>
          </a:solidFill>
          <a:ln xmlns:a="http://schemas.openxmlformats.org/drawingml/2006/main" w="0">
            <a:noFill/>
          </a:ln>
        </p:spPr>
      </p:sp>
      <p:sp>
        <p:nvSpPr>
          <p:cNvPr id="28" name="AI-042-28">
            <a:extLst xmlns:a="http://schemas.openxmlformats.org/drawingml/2006/main">
              <a:ext uri="{FF2B5EF4-FFF2-40B4-BE49-F238E27FC236}">
                <a16:creationId xmlns:a16="http://schemas.microsoft.com/office/drawing/2014/main" id="{14762B9E-B40A-4C1A-8221-88C7DF49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3028950"/>
            <a:ext cx="152400" cy="1333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1AE98"/>
          </a:solidFill>
          <a:ln xmlns:a="http://schemas.openxmlformats.org/drawingml/2006/main" w="0">
            <a:noFill/>
          </a:ln>
        </p:spPr>
      </p:sp>
      <p:sp>
        <p:nvSpPr>
          <p:cNvPr id="29" name="AI-042-29">
            <a:extLst xmlns:a="http://schemas.openxmlformats.org/drawingml/2006/main">
              <a:ext uri="{FF2B5EF4-FFF2-40B4-BE49-F238E27FC236}">
                <a16:creationId xmlns:a16="http://schemas.microsoft.com/office/drawing/2014/main" id="{5FC21FD2-C6E4-4CE6-9306-972209A0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7875" y="2657475"/>
            <a:ext cx="238125" cy="762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0" name="AI-042-30">
            <a:extLst xmlns:a="http://schemas.openxmlformats.org/drawingml/2006/main">
              <a:ext uri="{FF2B5EF4-FFF2-40B4-BE49-F238E27FC236}">
                <a16:creationId xmlns:a16="http://schemas.microsoft.com/office/drawing/2014/main" id="{9D6DD446-5993-4F3B-A1FD-B301A452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4100" y="2657475"/>
            <a:ext cx="238125" cy="762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1" name="AI-042-31">
            <a:extLst xmlns:a="http://schemas.openxmlformats.org/drawingml/2006/main">
              <a:ext uri="{FF2B5EF4-FFF2-40B4-BE49-F238E27FC236}">
                <a16:creationId xmlns:a16="http://schemas.microsoft.com/office/drawing/2014/main" id="{AA9C764A-C578-47D1-9C70-5605B8E7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00325" y="2657475"/>
            <a:ext cx="238125" cy="7620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2" name="AI-042-32">
            <a:extLst xmlns:a="http://schemas.openxmlformats.org/drawingml/2006/main">
              <a:ext uri="{FF2B5EF4-FFF2-40B4-BE49-F238E27FC236}">
                <a16:creationId xmlns:a16="http://schemas.microsoft.com/office/drawing/2014/main" id="{A16F5E4A-DB8D-411F-BE51-B245EC12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133600" y="28003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ConvNeXt</a:t>
            </a:r>
          </a:p>
          <a:p xmlns:a="http://schemas.openxmlformats.org/drawingml/2006/main">
            <a:pPr algn="ctr">
              <a:defRPr sz="750" b="0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Block</a:t>
            </a:r>
          </a:p>
        </p:txBody>
      </p:sp>
      <p:sp>
        <p:nvSpPr>
          <p:cNvPr id="33" name="path-33">
            <a:extLst xmlns:a="http://schemas.openxmlformats.org/drawingml/2006/main">
              <a:ext uri="{FF2B5EF4-FFF2-40B4-BE49-F238E27FC236}">
                <a16:creationId xmlns:a16="http://schemas.microsoft.com/office/drawing/2014/main" id="{D0E584D4-F954-44CE-8BF5-B88E7B6B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571750"/>
            <a:ext cx="342900" cy="809625"/>
          </a:xfrm>
          <a:custGeom xmlns:a="http://schemas.openxmlformats.org/drawingml/2006/main">
            <a:pathLst>
              <a:path w="342900" h="809625">
                <a:moveTo>
                  <a:pt x="0" y="0"/>
                </a:moveTo>
                <a:lnTo>
                  <a:pt x="342900" y="133350"/>
                </a:lnTo>
                <a:lnTo>
                  <a:pt x="0" y="8096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34" name="AI-042-34">
            <a:extLst xmlns:a="http://schemas.openxmlformats.org/drawingml/2006/main">
              <a:ext uri="{FF2B5EF4-FFF2-40B4-BE49-F238E27FC236}">
                <a16:creationId xmlns:a16="http://schemas.microsoft.com/office/drawing/2014/main" id="{D33071D4-8B0D-48E1-B477-775D6C82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3286125" y="2714625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Up Stage</a:t>
            </a:r>
          </a:p>
        </p:txBody>
      </p:sp>
      <p:sp>
        <p:nvSpPr>
          <p:cNvPr id="35" name="AI-042-35">
            <a:extLst xmlns:a="http://schemas.openxmlformats.org/drawingml/2006/main">
              <a:ext uri="{FF2B5EF4-FFF2-40B4-BE49-F238E27FC236}">
                <a16:creationId xmlns:a16="http://schemas.microsoft.com/office/drawing/2014/main" id="{9C815DDB-BBE8-4532-AB61-AC2DE512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52850" y="281940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36" name="AI-042-36">
            <a:extLst xmlns:a="http://schemas.openxmlformats.org/drawingml/2006/main">
              <a:ext uri="{FF2B5EF4-FFF2-40B4-BE49-F238E27FC236}">
                <a16:creationId xmlns:a16="http://schemas.microsoft.com/office/drawing/2014/main" id="{C07B7794-D7A3-490D-8F48-47E08122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2400" y="2886075"/>
            <a:ext cx="15240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1AC94"/>
          </a:solidFill>
          <a:ln xmlns:a="http://schemas.openxmlformats.org/drawingml/2006/main" w="0">
            <a:noFill/>
          </a:ln>
        </p:spPr>
      </p:sp>
      <p:sp>
        <p:nvSpPr>
          <p:cNvPr id="37" name="AI-042-37">
            <a:extLst xmlns:a="http://schemas.openxmlformats.org/drawingml/2006/main">
              <a:ext uri="{FF2B5EF4-FFF2-40B4-BE49-F238E27FC236}">
                <a16:creationId xmlns:a16="http://schemas.microsoft.com/office/drawing/2014/main" id="{B34F2AD3-393F-4762-9684-ABCFB103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" y="885825"/>
            <a:ext cx="238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A8BD"/>
          </a:solidFill>
          <a:ln xmlns:a="http://schemas.openxmlformats.org/drawingml/2006/main" w="0">
            <a:noFill/>
          </a:ln>
        </p:spPr>
      </p:sp>
      <p:sp>
        <p:nvSpPr>
          <p:cNvPr id="38" name="AI-042-38">
            <a:extLst xmlns:a="http://schemas.openxmlformats.org/drawingml/2006/main">
              <a:ext uri="{FF2B5EF4-FFF2-40B4-BE49-F238E27FC236}">
                <a16:creationId xmlns:a16="http://schemas.microsoft.com/office/drawing/2014/main" id="{00F73981-6EE6-416F-B51F-F8B35FAB6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" y="3286125"/>
            <a:ext cx="238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A8BD"/>
          </a:solidFill>
          <a:ln xmlns:a="http://schemas.openxmlformats.org/drawingml/2006/main" w="0">
            <a:noFill/>
          </a:ln>
        </p:spPr>
      </p:sp>
      <p:sp>
        <p:nvSpPr>
          <p:cNvPr id="39" name="path-39">
            <a:extLst xmlns:a="http://schemas.openxmlformats.org/drawingml/2006/main">
              <a:ext uri="{FF2B5EF4-FFF2-40B4-BE49-F238E27FC236}">
                <a16:creationId xmlns:a16="http://schemas.microsoft.com/office/drawing/2014/main" id="{CB9717E1-8C7F-493F-94AA-C5BAB16C0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647700"/>
            <a:ext cx="95250" cy="781050"/>
          </a:xfrm>
          <a:custGeom xmlns:a="http://schemas.openxmlformats.org/drawingml/2006/main">
            <a:pathLst>
              <a:path w="95250" h="781050">
                <a:moveTo>
                  <a:pt x="95250" y="0"/>
                </a:moveTo>
                <a:lnTo>
                  <a:pt x="0" y="238125"/>
                </a:lnTo>
                <a:lnTo>
                  <a:pt x="0" y="609600"/>
                </a:lnTo>
                <a:lnTo>
                  <a:pt x="95250" y="781050"/>
                </a:lnTo>
                <a:close/>
              </a:path>
            </a:pathLst>
          </a:custGeom>
          <a:solidFill xmlns:a="http://schemas.openxmlformats.org/drawingml/2006/main">
            <a:srgbClr val="B8ABC4"/>
          </a:solidFill>
          <a:ln xmlns:a="http://schemas.openxmlformats.org/drawingml/2006/main" w="0">
            <a:noFill/>
          </a:ln>
        </p:spPr>
      </p:sp>
      <p:sp>
        <p:nvSpPr>
          <p:cNvPr id="40" name="path-40">
            <a:extLst xmlns:a="http://schemas.openxmlformats.org/drawingml/2006/main">
              <a:ext uri="{FF2B5EF4-FFF2-40B4-BE49-F238E27FC236}">
                <a16:creationId xmlns:a16="http://schemas.microsoft.com/office/drawing/2014/main" id="{06AA9202-B373-4F1D-BD72-87F797CA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48025"/>
            <a:ext cx="76200" cy="276225"/>
          </a:xfrm>
          <a:custGeom xmlns:a="http://schemas.openxmlformats.org/drawingml/2006/main">
            <a:pathLst>
              <a:path w="76200" h="276225">
                <a:moveTo>
                  <a:pt x="76200" y="152400"/>
                </a:moveTo>
                <a:lnTo>
                  <a:pt x="0" y="0"/>
                </a:lnTo>
                <a:lnTo>
                  <a:pt x="0" y="276225"/>
                </a:lnTo>
                <a:close/>
              </a:path>
            </a:pathLst>
          </a:custGeom>
          <a:solidFill xmlns:a="http://schemas.openxmlformats.org/drawingml/2006/main">
            <a:srgbClr val="B8ABC4"/>
          </a:solidFill>
          <a:ln xmlns:a="http://schemas.openxmlformats.org/drawingml/2006/main" w="0">
            <a:noFill/>
          </a:ln>
        </p:spPr>
      </p:sp>
      <p:sp>
        <p:nvSpPr>
          <p:cNvPr id="41" name="AI-042-41">
            <a:extLst xmlns:a="http://schemas.openxmlformats.org/drawingml/2006/main">
              <a:ext uri="{FF2B5EF4-FFF2-40B4-BE49-F238E27FC236}">
                <a16:creationId xmlns:a16="http://schemas.microsoft.com/office/drawing/2014/main" id="{50F5B033-7E4C-41E3-8737-1A87CBD4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647700"/>
            <a:ext cx="3352800" cy="1381125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D5D1CF"/>
          </a:solidFill>
          <a:ln xmlns:a="http://schemas.openxmlformats.org/drawingml/2006/main" w="0">
            <a:noFill/>
          </a:ln>
        </p:spPr>
      </p:sp>
      <p:sp>
        <p:nvSpPr>
          <p:cNvPr id="42" name="AI-042-42">
            <a:extLst xmlns:a="http://schemas.openxmlformats.org/drawingml/2006/main">
              <a:ext uri="{FF2B5EF4-FFF2-40B4-BE49-F238E27FC236}">
                <a16:creationId xmlns:a16="http://schemas.microsoft.com/office/drawing/2014/main" id="{760A45EE-43E8-496A-8C8D-0EE65712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628650"/>
            <a:ext cx="3305175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EADFD6"/>
          </a:solidFill>
          <a:ln xmlns:a="http://schemas.openxmlformats.org/drawingml/2006/main" w="0">
            <a:noFill/>
          </a:ln>
        </p:spPr>
      </p:sp>
      <p:sp>
        <p:nvSpPr>
          <p:cNvPr id="43" name="AI-042-43">
            <a:extLst xmlns:a="http://schemas.openxmlformats.org/drawingml/2006/main">
              <a:ext uri="{FF2B5EF4-FFF2-40B4-BE49-F238E27FC236}">
                <a16:creationId xmlns:a16="http://schemas.microsoft.com/office/drawing/2014/main" id="{E6AE8121-7316-4E0E-AFDB-A5359EAD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333375"/>
            <a:ext cx="15906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Shape SC-Enc.</a:t>
            </a:r>
          </a:p>
        </p:txBody>
      </p:sp>
      <p:sp>
        <p:nvSpPr>
          <p:cNvPr id="44" name="AI-042-44">
            <a:extLst xmlns:a="http://schemas.openxmlformats.org/drawingml/2006/main">
              <a:ext uri="{FF2B5EF4-FFF2-40B4-BE49-F238E27FC236}">
                <a16:creationId xmlns:a16="http://schemas.microsoft.com/office/drawing/2014/main" id="{8E0C6C6D-45FF-4332-9A13-35B0CC93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714375"/>
            <a:ext cx="18097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45" name="AI-042-45">
            <a:extLst xmlns:a="http://schemas.openxmlformats.org/drawingml/2006/main">
              <a:ext uri="{FF2B5EF4-FFF2-40B4-BE49-F238E27FC236}">
                <a16:creationId xmlns:a16="http://schemas.microsoft.com/office/drawing/2014/main" id="{E55952C7-564E-4B53-A415-47489B9A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904875"/>
            <a:ext cx="18097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46" name="AI-042-46">
            <a:extLst xmlns:a="http://schemas.openxmlformats.org/drawingml/2006/main">
              <a:ext uri="{FF2B5EF4-FFF2-40B4-BE49-F238E27FC236}">
                <a16:creationId xmlns:a16="http://schemas.microsoft.com/office/drawing/2014/main" id="{7C1A40FB-61D9-41AF-A900-B4846E53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1095375"/>
            <a:ext cx="18097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47" name="AI-042-47">
            <a:extLst xmlns:a="http://schemas.openxmlformats.org/drawingml/2006/main">
              <a:ext uri="{FF2B5EF4-FFF2-40B4-BE49-F238E27FC236}">
                <a16:creationId xmlns:a16="http://schemas.microsoft.com/office/drawing/2014/main" id="{F523A3C1-9A89-441B-B8BF-3964DD71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1285875"/>
            <a:ext cx="18097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48" name="AI-042-48">
            <a:extLst xmlns:a="http://schemas.openxmlformats.org/drawingml/2006/main">
              <a:ext uri="{FF2B5EF4-FFF2-40B4-BE49-F238E27FC236}">
                <a16:creationId xmlns:a16="http://schemas.microsoft.com/office/drawing/2014/main" id="{EAA27106-B91B-47B3-8483-FA94F459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1476375"/>
            <a:ext cx="18097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49" name="AI-042-49">
            <a:extLst xmlns:a="http://schemas.openxmlformats.org/drawingml/2006/main">
              <a:ext uri="{FF2B5EF4-FFF2-40B4-BE49-F238E27FC236}">
                <a16:creationId xmlns:a16="http://schemas.microsoft.com/office/drawing/2014/main" id="{059161A4-B3CA-4DF5-BAA8-78D32947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1666875"/>
            <a:ext cx="18097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50" name="path-50">
            <a:extLst xmlns:a="http://schemas.openxmlformats.org/drawingml/2006/main">
              <a:ext uri="{FF2B5EF4-FFF2-40B4-BE49-F238E27FC236}">
                <a16:creationId xmlns:a16="http://schemas.microsoft.com/office/drawing/2014/main" id="{C506E3AD-0357-46D4-BABA-24E33B6A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752475"/>
            <a:ext cx="447675" cy="1095375"/>
          </a:xfrm>
          <a:custGeom xmlns:a="http://schemas.openxmlformats.org/drawingml/2006/main">
            <a:pathLst>
              <a:path w="447675" h="1095375">
                <a:moveTo>
                  <a:pt x="0" y="0"/>
                </a:moveTo>
                <a:lnTo>
                  <a:pt x="9525" y="1095375"/>
                </a:lnTo>
                <a:lnTo>
                  <a:pt x="447675" y="962025"/>
                </a:lnTo>
                <a:lnTo>
                  <a:pt x="447675" y="1333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1" name="AI-042-51">
            <a:extLst xmlns:a="http://schemas.openxmlformats.org/drawingml/2006/main">
              <a:ext uri="{FF2B5EF4-FFF2-40B4-BE49-F238E27FC236}">
                <a16:creationId xmlns:a16="http://schemas.microsoft.com/office/drawing/2014/main" id="{48FCA6F3-B99A-4263-9471-95E2D1CF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838200" y="1190625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Down Stage</a:t>
            </a:r>
          </a:p>
        </p:txBody>
      </p:sp>
      <p:sp>
        <p:nvSpPr>
          <p:cNvPr id="52" name="AI-042-52">
            <a:extLst xmlns:a="http://schemas.openxmlformats.org/drawingml/2006/main">
              <a:ext uri="{FF2B5EF4-FFF2-40B4-BE49-F238E27FC236}">
                <a16:creationId xmlns:a16="http://schemas.microsoft.com/office/drawing/2014/main" id="{66565E65-1389-4B03-A84F-907AA67F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89535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53" name="AI-042-53">
            <a:extLst xmlns:a="http://schemas.openxmlformats.org/drawingml/2006/main">
              <a:ext uri="{FF2B5EF4-FFF2-40B4-BE49-F238E27FC236}">
                <a16:creationId xmlns:a16="http://schemas.microsoft.com/office/drawing/2014/main" id="{3150F3CC-AB2D-4D29-83A2-55584410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10490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54" name="AI-042-54">
            <a:extLst xmlns:a="http://schemas.openxmlformats.org/drawingml/2006/main">
              <a:ext uri="{FF2B5EF4-FFF2-40B4-BE49-F238E27FC236}">
                <a16:creationId xmlns:a16="http://schemas.microsoft.com/office/drawing/2014/main" id="{55D557C9-D5B9-450D-9674-E09F42FE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31445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55" name="AI-042-55">
            <a:extLst xmlns:a="http://schemas.openxmlformats.org/drawingml/2006/main">
              <a:ext uri="{FF2B5EF4-FFF2-40B4-BE49-F238E27FC236}">
                <a16:creationId xmlns:a16="http://schemas.microsoft.com/office/drawing/2014/main" id="{8AEDD9A6-3430-4004-81B1-F575ECF9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52400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56" name="AI-042-56">
            <a:extLst xmlns:a="http://schemas.openxmlformats.org/drawingml/2006/main">
              <a:ext uri="{FF2B5EF4-FFF2-40B4-BE49-F238E27FC236}">
                <a16:creationId xmlns:a16="http://schemas.microsoft.com/office/drawing/2014/main" id="{72BA2363-DB05-4A2F-A856-21557D9CC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24000" y="173355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57" name="AI-042-57">
            <a:extLst xmlns:a="http://schemas.openxmlformats.org/drawingml/2006/main">
              <a:ext uri="{FF2B5EF4-FFF2-40B4-BE49-F238E27FC236}">
                <a16:creationId xmlns:a16="http://schemas.microsoft.com/office/drawing/2014/main" id="{E195041A-302F-413E-A400-1F45AB68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857250"/>
            <a:ext cx="247650" cy="876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8" name="AI-042-58">
            <a:extLst xmlns:a="http://schemas.openxmlformats.org/drawingml/2006/main">
              <a:ext uri="{FF2B5EF4-FFF2-40B4-BE49-F238E27FC236}">
                <a16:creationId xmlns:a16="http://schemas.microsoft.com/office/drawing/2014/main" id="{7C195073-9679-470F-AB3E-C552123A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485900" y="1200150"/>
            <a:ext cx="828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SubMConv</a:t>
            </a:r>
          </a:p>
        </p:txBody>
      </p:sp>
      <p:sp>
        <p:nvSpPr>
          <p:cNvPr id="59" name="AI-042-59">
            <a:extLst xmlns:a="http://schemas.openxmlformats.org/drawingml/2006/main">
              <a:ext uri="{FF2B5EF4-FFF2-40B4-BE49-F238E27FC236}">
                <a16:creationId xmlns:a16="http://schemas.microsoft.com/office/drawing/2014/main" id="{8372E65E-EBE0-4010-923C-931906B2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857250"/>
            <a:ext cx="247650" cy="876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0" name="AI-042-60">
            <a:extLst xmlns:a="http://schemas.openxmlformats.org/drawingml/2006/main">
              <a:ext uri="{FF2B5EF4-FFF2-40B4-BE49-F238E27FC236}">
                <a16:creationId xmlns:a16="http://schemas.microsoft.com/office/drawing/2014/main" id="{4558071E-C6A0-4FC5-8B62-0DE7C1A1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71650" y="1200150"/>
            <a:ext cx="828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LayerNorm</a:t>
            </a:r>
          </a:p>
        </p:txBody>
      </p:sp>
      <p:sp>
        <p:nvSpPr>
          <p:cNvPr id="61" name="AI-042-61">
            <a:extLst xmlns:a="http://schemas.openxmlformats.org/drawingml/2006/main">
              <a:ext uri="{FF2B5EF4-FFF2-40B4-BE49-F238E27FC236}">
                <a16:creationId xmlns:a16="http://schemas.microsoft.com/office/drawing/2014/main" id="{066440A8-E868-4AC9-8360-0E748D97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52675" y="857250"/>
            <a:ext cx="247650" cy="876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2" name="AI-042-62">
            <a:extLst xmlns:a="http://schemas.openxmlformats.org/drawingml/2006/main">
              <a:ext uri="{FF2B5EF4-FFF2-40B4-BE49-F238E27FC236}">
                <a16:creationId xmlns:a16="http://schemas.microsoft.com/office/drawing/2014/main" id="{ABEA9EC0-A0A7-48A1-B333-46C4CE4A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066925" y="1200150"/>
            <a:ext cx="8286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FFN</a:t>
            </a:r>
          </a:p>
        </p:txBody>
      </p:sp>
      <p:sp>
        <p:nvSpPr>
          <p:cNvPr id="63" name="AI-042-63">
            <a:extLst xmlns:a="http://schemas.openxmlformats.org/drawingml/2006/main">
              <a:ext uri="{FF2B5EF4-FFF2-40B4-BE49-F238E27FC236}">
                <a16:creationId xmlns:a16="http://schemas.microsoft.com/office/drawing/2014/main" id="{D5B55FDA-8A2D-4206-B948-55BF1A70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4025" y="819150"/>
            <a:ext cx="914400" cy="962025"/>
          </a:xfrm>
          <a:prstGeom xmlns:a="http://schemas.openxmlformats.org/drawingml/2006/main" prst="roundRect">
            <a:avLst>
              <a:gd name="adj" fmla="val 8333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D1B49F"/>
            </a:solidFill>
          </a:ln>
        </p:spPr>
      </p:sp>
      <p:sp>
        <p:nvSpPr>
          <p:cNvPr id="64" name="AI-042-64">
            <a:extLst xmlns:a="http://schemas.openxmlformats.org/drawingml/2006/main">
              <a:ext uri="{FF2B5EF4-FFF2-40B4-BE49-F238E27FC236}">
                <a16:creationId xmlns:a16="http://schemas.microsoft.com/office/drawing/2014/main" id="{8315FBA0-3EBC-4405-A954-F8AA1F73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3550" y="1752600"/>
            <a:ext cx="9144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675" b="1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ConvNeXt Block</a:t>
            </a:r>
          </a:p>
        </p:txBody>
      </p:sp>
      <p:sp>
        <p:nvSpPr>
          <p:cNvPr id="65" name="AI-042-65">
            <a:extLst xmlns:a="http://schemas.openxmlformats.org/drawingml/2006/main">
              <a:ext uri="{FF2B5EF4-FFF2-40B4-BE49-F238E27FC236}">
                <a16:creationId xmlns:a16="http://schemas.microsoft.com/office/drawing/2014/main" id="{00A52120-500D-4242-8258-61E5D8F3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28900" y="1619250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×N</a:t>
            </a:r>
          </a:p>
        </p:txBody>
      </p:sp>
      <p:sp>
        <p:nvSpPr>
          <p:cNvPr id="66" name="line-66">
            <a:extLst xmlns:a="http://schemas.openxmlformats.org/drawingml/2006/main">
              <a:ext uri="{FF2B5EF4-FFF2-40B4-BE49-F238E27FC236}">
                <a16:creationId xmlns:a16="http://schemas.microsoft.com/office/drawing/2014/main" id="{1359F48A-9110-4A99-94AA-6A7E9890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304925"/>
            <a:ext cx="171450" cy="10"/>
          </a:xfrm>
          <a:custGeom xmlns:a="http://schemas.openxmlformats.org/drawingml/2006/main">
            <a:pathLst>
              <a:path w="171450" h="10">
                <a:moveTo>
                  <a:pt x="0" y="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68442E"/>
            </a:solidFill>
          </a:ln>
        </p:spPr>
      </p:sp>
      <p:sp>
        <p:nvSpPr>
          <p:cNvPr id="67" name="path-67">
            <a:extLst xmlns:a="http://schemas.openxmlformats.org/drawingml/2006/main">
              <a:ext uri="{FF2B5EF4-FFF2-40B4-BE49-F238E27FC236}">
                <a16:creationId xmlns:a16="http://schemas.microsoft.com/office/drawing/2014/main" id="{8FB1FB98-A4F9-4AF6-8317-F29372A9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885825"/>
            <a:ext cx="428625" cy="857250"/>
          </a:xfrm>
          <a:custGeom xmlns:a="http://schemas.openxmlformats.org/drawingml/2006/main">
            <a:pathLst>
              <a:path w="428625" h="857250">
                <a:moveTo>
                  <a:pt x="0" y="0"/>
                </a:moveTo>
                <a:lnTo>
                  <a:pt x="0" y="857250"/>
                </a:lnTo>
                <a:lnTo>
                  <a:pt x="428625" y="704850"/>
                </a:lnTo>
                <a:lnTo>
                  <a:pt x="428625" y="1524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8" name="AI-042-68">
            <a:extLst xmlns:a="http://schemas.openxmlformats.org/drawingml/2006/main">
              <a:ext uri="{FF2B5EF4-FFF2-40B4-BE49-F238E27FC236}">
                <a16:creationId xmlns:a16="http://schemas.microsoft.com/office/drawing/2014/main" id="{A49301E2-FDB0-460C-B997-B8B1EEA6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867025" y="1123950"/>
            <a:ext cx="542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Residual</a:t>
            </a:r>
          </a:p>
          <a:p xmlns:a="http://schemas.openxmlformats.org/drawingml/2006/main">
            <a:pPr algn="ctr">
              <a:defRPr sz="900" b="1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Enc.</a:t>
            </a:r>
          </a:p>
        </p:txBody>
      </p:sp>
      <p:sp>
        <p:nvSpPr>
          <p:cNvPr id="69" name="AI-042-69">
            <a:extLst xmlns:a="http://schemas.openxmlformats.org/drawingml/2006/main">
              <a:ext uri="{FF2B5EF4-FFF2-40B4-BE49-F238E27FC236}">
                <a16:creationId xmlns:a16="http://schemas.microsoft.com/office/drawing/2014/main" id="{FB3C5A07-9E93-406F-817D-5D7C3182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1133475"/>
            <a:ext cx="171450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70" name="AI-042-70">
            <a:extLst xmlns:a="http://schemas.openxmlformats.org/drawingml/2006/main">
              <a:ext uri="{FF2B5EF4-FFF2-40B4-BE49-F238E27FC236}">
                <a16:creationId xmlns:a16="http://schemas.microsoft.com/office/drawing/2014/main" id="{311A902A-44AE-46A1-A60A-3E71817A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0" y="1323975"/>
            <a:ext cx="171450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71" name="AI-042-71">
            <a:extLst xmlns:a="http://schemas.openxmlformats.org/drawingml/2006/main">
              <a:ext uri="{FF2B5EF4-FFF2-40B4-BE49-F238E27FC236}">
                <a16:creationId xmlns:a16="http://schemas.microsoft.com/office/drawing/2014/main" id="{A37AC7A2-1059-4C21-B397-78B3A014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9975" y="1304925"/>
            <a:ext cx="190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72" name="AI-042-72">
            <a:extLst xmlns:a="http://schemas.openxmlformats.org/drawingml/2006/main">
              <a:ext uri="{FF2B5EF4-FFF2-40B4-BE49-F238E27FC236}">
                <a16:creationId xmlns:a16="http://schemas.microsoft.com/office/drawing/2014/main" id="{A954058B-F460-4418-89B7-FF0C1BAF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1425" y="1209675"/>
            <a:ext cx="180975" cy="161925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73" name="path-73">
            <a:extLst xmlns:a="http://schemas.openxmlformats.org/drawingml/2006/main">
              <a:ext uri="{FF2B5EF4-FFF2-40B4-BE49-F238E27FC236}">
                <a16:creationId xmlns:a16="http://schemas.microsoft.com/office/drawing/2014/main" id="{3DD8C284-2061-4E54-A836-C17A7E7B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647700"/>
            <a:ext cx="95250" cy="790575"/>
          </a:xfrm>
          <a:custGeom xmlns:a="http://schemas.openxmlformats.org/drawingml/2006/main">
            <a:pathLst>
              <a:path w="95250" h="790575">
                <a:moveTo>
                  <a:pt x="0" y="0"/>
                </a:moveTo>
                <a:lnTo>
                  <a:pt x="95250" y="228600"/>
                </a:lnTo>
                <a:lnTo>
                  <a:pt x="95250" y="571500"/>
                </a:lnTo>
                <a:lnTo>
                  <a:pt x="0" y="790575"/>
                </a:lnTo>
                <a:close/>
              </a:path>
            </a:pathLst>
          </a:custGeom>
          <a:solidFill xmlns:a="http://schemas.openxmlformats.org/drawingml/2006/main">
            <a:srgbClr val="D1AE98"/>
          </a:solidFill>
          <a:ln xmlns:a="http://schemas.openxmlformats.org/drawingml/2006/main" w="0">
            <a:noFill/>
          </a:ln>
        </p:spPr>
      </p:sp>
      <p:sp>
        <p:nvSpPr>
          <p:cNvPr id="74" name="AI-042-74">
            <a:extLst xmlns:a="http://schemas.openxmlformats.org/drawingml/2006/main">
              <a:ext uri="{FF2B5EF4-FFF2-40B4-BE49-F238E27FC236}">
                <a16:creationId xmlns:a16="http://schemas.microsoft.com/office/drawing/2014/main" id="{3911F68C-D269-4A2C-8093-B043DB3F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009900"/>
            <a:ext cx="2733675" cy="1343025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D5D1CF"/>
          </a:solidFill>
          <a:ln xmlns:a="http://schemas.openxmlformats.org/drawingml/2006/main" w="0">
            <a:noFill/>
          </a:ln>
        </p:spPr>
      </p:sp>
      <p:sp>
        <p:nvSpPr>
          <p:cNvPr id="75" name="AI-042-75">
            <a:extLst xmlns:a="http://schemas.openxmlformats.org/drawingml/2006/main">
              <a:ext uri="{FF2B5EF4-FFF2-40B4-BE49-F238E27FC236}">
                <a16:creationId xmlns:a16="http://schemas.microsoft.com/office/drawing/2014/main" id="{BCE80E1C-C1CD-4969-A622-0B0A896E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990850"/>
            <a:ext cx="2686050" cy="1323975"/>
          </a:xfrm>
          <a:prstGeom xmlns:a="http://schemas.openxmlformats.org/drawingml/2006/main" prst="roundRect">
            <a:avLst>
              <a:gd name="adj" fmla="val 5755"/>
            </a:avLst>
          </a:prstGeom>
          <a:solidFill xmlns:a="http://schemas.openxmlformats.org/drawingml/2006/main">
            <a:srgbClr val="EADFD6"/>
          </a:solidFill>
          <a:ln xmlns:a="http://schemas.openxmlformats.org/drawingml/2006/main" w="0">
            <a:noFill/>
          </a:ln>
        </p:spPr>
      </p:sp>
      <p:sp>
        <p:nvSpPr>
          <p:cNvPr id="76" name="AI-042-76">
            <a:extLst xmlns:a="http://schemas.openxmlformats.org/drawingml/2006/main">
              <a:ext uri="{FF2B5EF4-FFF2-40B4-BE49-F238E27FC236}">
                <a16:creationId xmlns:a16="http://schemas.microsoft.com/office/drawing/2014/main" id="{CCF97CF2-46CB-4837-80D3-0772AC86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676525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Shape SC-Dec.</a:t>
            </a:r>
          </a:p>
        </p:txBody>
      </p:sp>
      <p:sp>
        <p:nvSpPr>
          <p:cNvPr id="77" name="AI-042-77">
            <a:extLst xmlns:a="http://schemas.openxmlformats.org/drawingml/2006/main">
              <a:ext uri="{FF2B5EF4-FFF2-40B4-BE49-F238E27FC236}">
                <a16:creationId xmlns:a16="http://schemas.microsoft.com/office/drawing/2014/main" id="{B94BDCC5-848E-4838-A536-B4E1247E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3105150"/>
            <a:ext cx="180975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78" name="AI-042-78">
            <a:extLst xmlns:a="http://schemas.openxmlformats.org/drawingml/2006/main">
              <a:ext uri="{FF2B5EF4-FFF2-40B4-BE49-F238E27FC236}">
                <a16:creationId xmlns:a16="http://schemas.microsoft.com/office/drawing/2014/main" id="{6D064B97-0B6F-4327-B1F1-3A462963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3305175"/>
            <a:ext cx="180975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79" name="AI-042-79">
            <a:extLst xmlns:a="http://schemas.openxmlformats.org/drawingml/2006/main">
              <a:ext uri="{FF2B5EF4-FFF2-40B4-BE49-F238E27FC236}">
                <a16:creationId xmlns:a16="http://schemas.microsoft.com/office/drawing/2014/main" id="{D721A979-E06E-4AB1-9084-9FEDAA094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3505200"/>
            <a:ext cx="180975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80" name="AI-042-80">
            <a:extLst xmlns:a="http://schemas.openxmlformats.org/drawingml/2006/main">
              <a:ext uri="{FF2B5EF4-FFF2-40B4-BE49-F238E27FC236}">
                <a16:creationId xmlns:a16="http://schemas.microsoft.com/office/drawing/2014/main" id="{9A12F425-22F1-4DC4-9EA9-26404AB5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3705225"/>
            <a:ext cx="180975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81" name="AI-042-81">
            <a:extLst xmlns:a="http://schemas.openxmlformats.org/drawingml/2006/main">
              <a:ext uri="{FF2B5EF4-FFF2-40B4-BE49-F238E27FC236}">
                <a16:creationId xmlns:a16="http://schemas.microsoft.com/office/drawing/2014/main" id="{7E99A841-E992-4278-844E-0D2B71A3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3905250"/>
            <a:ext cx="180975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82" name="AI-042-82">
            <a:extLst xmlns:a="http://schemas.openxmlformats.org/drawingml/2006/main">
              <a:ext uri="{FF2B5EF4-FFF2-40B4-BE49-F238E27FC236}">
                <a16:creationId xmlns:a16="http://schemas.microsoft.com/office/drawing/2014/main" id="{B033E6C7-7050-4362-BF99-E0F4AD78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4105275"/>
            <a:ext cx="180975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83" name="path-83">
            <a:extLst xmlns:a="http://schemas.openxmlformats.org/drawingml/2006/main">
              <a:ext uri="{FF2B5EF4-FFF2-40B4-BE49-F238E27FC236}">
                <a16:creationId xmlns:a16="http://schemas.microsoft.com/office/drawing/2014/main" id="{0F63ADCD-AF07-49CF-8F69-AE409FD4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067050"/>
            <a:ext cx="400050" cy="1133475"/>
          </a:xfrm>
          <a:custGeom xmlns:a="http://schemas.openxmlformats.org/drawingml/2006/main">
            <a:pathLst>
              <a:path w="400050" h="1133475">
                <a:moveTo>
                  <a:pt x="0" y="0"/>
                </a:moveTo>
                <a:lnTo>
                  <a:pt x="9525" y="1133475"/>
                </a:lnTo>
                <a:lnTo>
                  <a:pt x="400050" y="1009650"/>
                </a:lnTo>
                <a:lnTo>
                  <a:pt x="400050" y="1333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4" name="AI-042-84">
            <a:extLst xmlns:a="http://schemas.openxmlformats.org/drawingml/2006/main">
              <a:ext uri="{FF2B5EF4-FFF2-40B4-BE49-F238E27FC236}">
                <a16:creationId xmlns:a16="http://schemas.microsoft.com/office/drawing/2014/main" id="{1AE82ACF-78C7-419B-9A50-0E10559E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847725" y="3581400"/>
            <a:ext cx="1047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Residual Dec.</a:t>
            </a:r>
          </a:p>
        </p:txBody>
      </p:sp>
      <p:sp>
        <p:nvSpPr>
          <p:cNvPr id="85" name="AI-042-85">
            <a:extLst xmlns:a="http://schemas.openxmlformats.org/drawingml/2006/main">
              <a:ext uri="{FF2B5EF4-FFF2-40B4-BE49-F238E27FC236}">
                <a16:creationId xmlns:a16="http://schemas.microsoft.com/office/drawing/2014/main" id="{97234103-6705-4348-98AD-87C03252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" y="3905250"/>
            <a:ext cx="2190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×N</a:t>
            </a:r>
          </a:p>
        </p:txBody>
      </p:sp>
      <p:sp>
        <p:nvSpPr>
          <p:cNvPr id="86" name="line-86">
            <a:extLst xmlns:a="http://schemas.openxmlformats.org/drawingml/2006/main">
              <a:ext uri="{FF2B5EF4-FFF2-40B4-BE49-F238E27FC236}">
                <a16:creationId xmlns:a16="http://schemas.microsoft.com/office/drawing/2014/main" id="{E7F01F21-D69F-44EC-A155-D0E631BE1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133350" cy="10"/>
          </a:xfrm>
          <a:custGeom xmlns:a="http://schemas.openxmlformats.org/drawingml/2006/main">
            <a:pathLst>
              <a:path w="133350" h="10">
                <a:moveTo>
                  <a:pt x="0" y="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68442E"/>
            </a:solidFill>
          </a:ln>
        </p:spPr>
      </p:sp>
      <p:sp>
        <p:nvSpPr>
          <p:cNvPr id="87" name="AI-042-87">
            <a:extLst xmlns:a="http://schemas.openxmlformats.org/drawingml/2006/main">
              <a:ext uri="{FF2B5EF4-FFF2-40B4-BE49-F238E27FC236}">
                <a16:creationId xmlns:a16="http://schemas.microsoft.com/office/drawing/2014/main" id="{E81460C0-6BD4-4594-BDCD-00480075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3171825"/>
            <a:ext cx="381000" cy="981075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8" name="AI-042-88">
            <a:extLst xmlns:a="http://schemas.openxmlformats.org/drawingml/2006/main">
              <a:ext uri="{FF2B5EF4-FFF2-40B4-BE49-F238E27FC236}">
                <a16:creationId xmlns:a16="http://schemas.microsoft.com/office/drawing/2014/main" id="{7E7B0AF3-F206-45B6-BFDB-6EFF7C17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304925" y="3524250"/>
            <a:ext cx="8763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ConvNeXt</a:t>
            </a:r>
          </a:p>
          <a:p xmlns:a="http://schemas.openxmlformats.org/drawingml/2006/main">
            <a:pPr algn="ctr">
              <a:defRPr sz="975" b="1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Block</a:t>
            </a:r>
          </a:p>
        </p:txBody>
      </p:sp>
      <p:sp>
        <p:nvSpPr>
          <p:cNvPr id="89" name="AI-042-89">
            <a:extLst xmlns:a="http://schemas.openxmlformats.org/drawingml/2006/main">
              <a:ext uri="{FF2B5EF4-FFF2-40B4-BE49-F238E27FC236}">
                <a16:creationId xmlns:a16="http://schemas.microsoft.com/office/drawing/2014/main" id="{4958516E-1E5C-4B9A-B59D-9B8EF5B22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3314700"/>
            <a:ext cx="1905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90" name="AI-042-90">
            <a:extLst xmlns:a="http://schemas.openxmlformats.org/drawingml/2006/main">
              <a:ext uri="{FF2B5EF4-FFF2-40B4-BE49-F238E27FC236}">
                <a16:creationId xmlns:a16="http://schemas.microsoft.com/office/drawing/2014/main" id="{56E7C275-0B7F-425D-A559-3E752D94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3514725"/>
            <a:ext cx="1905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91" name="AI-042-91">
            <a:extLst xmlns:a="http://schemas.openxmlformats.org/drawingml/2006/main">
              <a:ext uri="{FF2B5EF4-FFF2-40B4-BE49-F238E27FC236}">
                <a16:creationId xmlns:a16="http://schemas.microsoft.com/office/drawing/2014/main" id="{7C4F03DA-45C2-4373-A18B-F678EA34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57400" y="3714750"/>
            <a:ext cx="19050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92" name="path-92">
            <a:extLst xmlns:a="http://schemas.openxmlformats.org/drawingml/2006/main">
              <a:ext uri="{FF2B5EF4-FFF2-40B4-BE49-F238E27FC236}">
                <a16:creationId xmlns:a16="http://schemas.microsoft.com/office/drawing/2014/main" id="{7AA8A9C8-86FC-4CA1-824D-CA702E1D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190875"/>
            <a:ext cx="400050" cy="971550"/>
          </a:xfrm>
          <a:custGeom xmlns:a="http://schemas.openxmlformats.org/drawingml/2006/main">
            <a:pathLst>
              <a:path w="400050" h="971550">
                <a:moveTo>
                  <a:pt x="0" y="0"/>
                </a:moveTo>
                <a:lnTo>
                  <a:pt x="0" y="971550"/>
                </a:lnTo>
                <a:lnTo>
                  <a:pt x="400050" y="781050"/>
                </a:lnTo>
                <a:lnTo>
                  <a:pt x="400050" y="1619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93" name="AI-042-93">
            <a:extLst xmlns:a="http://schemas.openxmlformats.org/drawingml/2006/main">
              <a:ext uri="{FF2B5EF4-FFF2-40B4-BE49-F238E27FC236}">
                <a16:creationId xmlns:a16="http://schemas.microsoft.com/office/drawing/2014/main" id="{30BC8FAE-C97D-4A9B-B9B2-2AC488E8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2114550" y="3590925"/>
            <a:ext cx="8763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Up Stage</a:t>
            </a:r>
          </a:p>
        </p:txBody>
      </p:sp>
      <p:sp>
        <p:nvSpPr>
          <p:cNvPr id="94" name="AI-042-94">
            <a:extLst xmlns:a="http://schemas.openxmlformats.org/drawingml/2006/main">
              <a:ext uri="{FF2B5EF4-FFF2-40B4-BE49-F238E27FC236}">
                <a16:creationId xmlns:a16="http://schemas.microsoft.com/office/drawing/2014/main" id="{1BAF4C27-5296-45D8-AEA3-B943F4874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3552825"/>
            <a:ext cx="17145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95" name="AI-042-95">
            <a:extLst xmlns:a="http://schemas.openxmlformats.org/drawingml/2006/main">
              <a:ext uri="{FF2B5EF4-FFF2-40B4-BE49-F238E27FC236}">
                <a16:creationId xmlns:a16="http://schemas.microsoft.com/office/drawing/2014/main" id="{59FB4352-E64D-467C-9AB1-C2AE1EAF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3733800"/>
            <a:ext cx="171450" cy="152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96" name="AI-042-96">
            <a:extLst xmlns:a="http://schemas.openxmlformats.org/drawingml/2006/main">
              <a:ext uri="{FF2B5EF4-FFF2-40B4-BE49-F238E27FC236}">
                <a16:creationId xmlns:a16="http://schemas.microsoft.com/office/drawing/2014/main" id="{ED96B738-9FBF-49F9-963A-CF6C1960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38475" y="3714750"/>
            <a:ext cx="142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...</a:t>
            </a:r>
          </a:p>
        </p:txBody>
      </p:sp>
      <p:sp>
        <p:nvSpPr>
          <p:cNvPr id="97" name="AI-042-97">
            <a:extLst xmlns:a="http://schemas.openxmlformats.org/drawingml/2006/main">
              <a:ext uri="{FF2B5EF4-FFF2-40B4-BE49-F238E27FC236}">
                <a16:creationId xmlns:a16="http://schemas.microsoft.com/office/drawing/2014/main" id="{DF3C7A7A-71E5-410D-8A67-33EC0AFC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71825" y="3638550"/>
            <a:ext cx="180975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98" name="path-98">
            <a:extLst xmlns:a="http://schemas.openxmlformats.org/drawingml/2006/main">
              <a:ext uri="{FF2B5EF4-FFF2-40B4-BE49-F238E27FC236}">
                <a16:creationId xmlns:a16="http://schemas.microsoft.com/office/drawing/2014/main" id="{5645CB1A-1DF6-4457-902D-4FE60F82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228850"/>
            <a:ext cx="619125" cy="619125"/>
          </a:xfrm>
          <a:custGeom xmlns:a="http://schemas.openxmlformats.org/drawingml/2006/main">
            <a:pathLst>
              <a:path w="619125" h="619125">
                <a:moveTo>
                  <a:pt x="0" y="619125"/>
                </a:moveTo>
                <a:lnTo>
                  <a:pt x="619125" y="0"/>
                </a:lnTo>
                <a:lnTo>
                  <a:pt x="619125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97A60"/>
            </a:solidFill>
          </a:ln>
        </p:spPr>
      </p:sp>
      <p:sp>
        <p:nvSpPr>
          <p:cNvPr id="99" name="path-99">
            <a:extLst xmlns:a="http://schemas.openxmlformats.org/drawingml/2006/main">
              <a:ext uri="{FF2B5EF4-FFF2-40B4-BE49-F238E27FC236}">
                <a16:creationId xmlns:a16="http://schemas.microsoft.com/office/drawing/2014/main" id="{89BC3AF2-55E3-44EE-B1D7-ED50FAAF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2400300"/>
            <a:ext cx="133350" cy="104775"/>
          </a:xfrm>
          <a:custGeom xmlns:a="http://schemas.openxmlformats.org/drawingml/2006/main">
            <a:pathLst>
              <a:path w="133350" h="104775">
                <a:moveTo>
                  <a:pt x="0" y="0"/>
                </a:moveTo>
                <a:lnTo>
                  <a:pt x="66675" y="104775"/>
                </a:lnTo>
                <a:lnTo>
                  <a:pt x="133350" y="0"/>
                </a:lnTo>
                <a:close/>
              </a:path>
            </a:pathLst>
          </a:custGeom>
          <a:solidFill xmlns:a="http://schemas.openxmlformats.org/drawingml/2006/main">
            <a:srgbClr val="A97A60"/>
          </a:solidFill>
          <a:ln xmlns:a="http://schemas.openxmlformats.org/drawingml/2006/main" w="28575">
            <a:solidFill>
              <a:srgbClr val="A97A60"/>
            </a:solidFill>
          </a:ln>
        </p:spPr>
      </p:sp>
      <p:sp>
        <p:nvSpPr>
          <p:cNvPr id="100" name="AI-042-100">
            <a:extLst xmlns:a="http://schemas.openxmlformats.org/drawingml/2006/main">
              <a:ext uri="{FF2B5EF4-FFF2-40B4-BE49-F238E27FC236}">
                <a16:creationId xmlns:a16="http://schemas.microsoft.com/office/drawing/2014/main" id="{6429A842-78E4-4EB4-8CC9-ECF62BA77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080000">
            <a:off x="1323975" y="244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Share</a:t>
            </a:r>
          </a:p>
          <a:p xmlns:a="http://schemas.openxmlformats.org/drawingml/2006/main">
            <a:pPr algn="ctr">
              <a:defRPr sz="750" b="0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Subdiv</a:t>
            </a:r>
          </a:p>
        </p:txBody>
      </p:sp>
      <p:sp>
        <p:nvSpPr>
          <p:cNvPr id="101" name="path-101">
            <a:extLst xmlns:a="http://schemas.openxmlformats.org/drawingml/2006/main">
              <a:ext uri="{FF2B5EF4-FFF2-40B4-BE49-F238E27FC236}">
                <a16:creationId xmlns:a16="http://schemas.microsoft.com/office/drawing/2014/main" id="{51F2B984-112E-4256-92D7-34C9AD5B6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90750"/>
            <a:ext cx="866775" cy="914400"/>
          </a:xfrm>
          <a:custGeom xmlns:a="http://schemas.openxmlformats.org/drawingml/2006/main">
            <a:pathLst>
              <a:path w="866775" h="914400">
                <a:moveTo>
                  <a:pt x="0" y="914400"/>
                </a:moveTo>
                <a:lnTo>
                  <a:pt x="9525" y="723900"/>
                </a:lnTo>
                <a:lnTo>
                  <a:pt x="866775" y="0"/>
                </a:lnTo>
                <a:lnTo>
                  <a:pt x="866775" y="3905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A97A60"/>
            </a:solidFill>
          </a:ln>
        </p:spPr>
      </p:sp>
      <p:sp>
        <p:nvSpPr>
          <p:cNvPr id="102" name="path-102">
            <a:extLst xmlns:a="http://schemas.openxmlformats.org/drawingml/2006/main">
              <a:ext uri="{FF2B5EF4-FFF2-40B4-BE49-F238E27FC236}">
                <a16:creationId xmlns:a16="http://schemas.microsoft.com/office/drawing/2014/main" id="{DD36288B-EF4E-4809-ACD4-9B321160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495550"/>
            <a:ext cx="123825" cy="133350"/>
          </a:xfrm>
          <a:custGeom xmlns:a="http://schemas.openxmlformats.org/drawingml/2006/main">
            <a:pathLst>
              <a:path w="123825" h="133350">
                <a:moveTo>
                  <a:pt x="0" y="0"/>
                </a:moveTo>
                <a:lnTo>
                  <a:pt x="57150" y="133350"/>
                </a:lnTo>
                <a:lnTo>
                  <a:pt x="123825" y="0"/>
                </a:lnTo>
                <a:close/>
              </a:path>
            </a:pathLst>
          </a:custGeom>
          <a:solidFill xmlns:a="http://schemas.openxmlformats.org/drawingml/2006/main">
            <a:srgbClr val="A97A60"/>
          </a:solidFill>
          <a:ln xmlns:a="http://schemas.openxmlformats.org/drawingml/2006/main" w="28575">
            <a:solidFill>
              <a:srgbClr val="A97A60"/>
            </a:solidFill>
          </a:ln>
        </p:spPr>
      </p:sp>
      <p:sp>
        <p:nvSpPr>
          <p:cNvPr id="103" name="AI-042-103">
            <a:extLst xmlns:a="http://schemas.openxmlformats.org/drawingml/2006/main">
              <a:ext uri="{FF2B5EF4-FFF2-40B4-BE49-F238E27FC236}">
                <a16:creationId xmlns:a16="http://schemas.microsoft.com/office/drawing/2014/main" id="{7B4E9B4E-1804-4BBA-B3DF-9269381E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080000">
            <a:off x="2752725" y="2428875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0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Share</a:t>
            </a:r>
          </a:p>
          <a:p xmlns:a="http://schemas.openxmlformats.org/drawingml/2006/main">
            <a:pPr algn="ctr">
              <a:defRPr sz="750" b="0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Subdiv</a:t>
            </a:r>
          </a:p>
        </p:txBody>
      </p:sp>
      <p:sp>
        <p:nvSpPr>
          <p:cNvPr id="104" name="AI-042-104">
            <a:extLst xmlns:a="http://schemas.openxmlformats.org/drawingml/2006/main">
              <a:ext uri="{FF2B5EF4-FFF2-40B4-BE49-F238E27FC236}">
                <a16:creationId xmlns:a16="http://schemas.microsoft.com/office/drawing/2014/main" id="{DC02CA47-109D-4213-8FEC-2B2CA4C4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14850" y="571500"/>
            <a:ext cx="400050" cy="326707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68442E"/>
          </a:solidFill>
          <a:ln xmlns:a="http://schemas.openxmlformats.org/drawingml/2006/main" w="0">
            <a:noFill/>
          </a:ln>
        </p:spPr>
      </p:sp>
      <p:sp>
        <p:nvSpPr>
          <p:cNvPr id="105" name="AI-042-105">
            <a:extLst xmlns:a="http://schemas.openxmlformats.org/drawingml/2006/main">
              <a:ext uri="{FF2B5EF4-FFF2-40B4-BE49-F238E27FC236}">
                <a16:creationId xmlns:a16="http://schemas.microsoft.com/office/drawing/2014/main" id="{FFF7D023-D79F-4A95-A170-AEB9AF51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628650"/>
            <a:ext cx="285750" cy="9620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6" name="AI-042-106">
            <a:extLst xmlns:a="http://schemas.openxmlformats.org/drawingml/2006/main">
              <a:ext uri="{FF2B5EF4-FFF2-40B4-BE49-F238E27FC236}">
                <a16:creationId xmlns:a16="http://schemas.microsoft.com/office/drawing/2014/main" id="{6FAB7043-B3FF-40C4-A98D-24EFA49A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2800350"/>
            <a:ext cx="285750" cy="9715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7" name="AI-042-107">
            <a:extLst xmlns:a="http://schemas.openxmlformats.org/drawingml/2006/main">
              <a:ext uri="{FF2B5EF4-FFF2-40B4-BE49-F238E27FC236}">
                <a16:creationId xmlns:a16="http://schemas.microsoft.com/office/drawing/2014/main" id="{BC2925C9-7056-4DB3-AEB4-AFB38DEF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324350" y="2066925"/>
            <a:ext cx="7905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SLat</a:t>
            </a:r>
          </a:p>
        </p:txBody>
      </p:sp>
      <p:sp>
        <p:nvSpPr>
          <p:cNvPr id="108" name="AI-042-108">
            <a:extLst xmlns:a="http://schemas.openxmlformats.org/drawingml/2006/main">
              <a:ext uri="{FF2B5EF4-FFF2-40B4-BE49-F238E27FC236}">
                <a16:creationId xmlns:a16="http://schemas.microsoft.com/office/drawing/2014/main" id="{9A3C4868-8F65-4417-8A18-40F28D57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238625" y="990600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1">
                <a:solidFill>
                  <a:srgbClr val="68442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1">
                <a:solidFill>
                  <a:srgbClr val="68442E"/>
                </a:solidFill>
                <a:latin typeface="Times New Roman"/>
                <a:ea typeface="Times New Roman"/>
                <a:cs typeface="Times New Roman"/>
              </a:rPr>
              <a:t>zˢʰᵃᵖᵉ</a:t>
            </a:r>
          </a:p>
        </p:txBody>
      </p:sp>
      <p:sp>
        <p:nvSpPr>
          <p:cNvPr id="109" name="AI-042-109">
            <a:extLst xmlns:a="http://schemas.openxmlformats.org/drawingml/2006/main">
              <a:ext uri="{FF2B5EF4-FFF2-40B4-BE49-F238E27FC236}">
                <a16:creationId xmlns:a16="http://schemas.microsoft.com/office/drawing/2014/main" id="{81338779-0A2B-4CB0-8DE4-F9B0285DD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238625" y="3171825"/>
            <a:ext cx="95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1">
                <a:solidFill>
                  <a:srgbClr val="68442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 i="1">
                <a:solidFill>
                  <a:srgbClr val="68442E"/>
                </a:solidFill>
                <a:latin typeface="Times New Roman"/>
                <a:ea typeface="Times New Roman"/>
                <a:cs typeface="Times New Roman"/>
              </a:rPr>
              <a:t>zᵐᵃᵗ</a:t>
            </a:r>
          </a:p>
        </p:txBody>
      </p:sp>
      <p:sp>
        <p:nvSpPr>
          <p:cNvPr id="110" name="path-110">
            <a:extLst xmlns:a="http://schemas.openxmlformats.org/drawingml/2006/main">
              <a:ext uri="{FF2B5EF4-FFF2-40B4-BE49-F238E27FC236}">
                <a16:creationId xmlns:a16="http://schemas.microsoft.com/office/drawing/2014/main" id="{97E4539F-D70E-4C86-BB64-EF358778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533400"/>
            <a:ext cx="2028825" cy="438150"/>
          </a:xfrm>
          <a:custGeom xmlns:a="http://schemas.openxmlformats.org/drawingml/2006/main">
            <a:pathLst>
              <a:path w="2028825" h="438150">
                <a:moveTo>
                  <a:pt x="0" y="438150"/>
                </a:moveTo>
                <a:lnTo>
                  <a:pt x="1924050" y="438150"/>
                </a:lnTo>
                <a:lnTo>
                  <a:pt x="1924050" y="57150"/>
                </a:lnTo>
                <a:lnTo>
                  <a:pt x="2028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C19377"/>
            </a:solidFill>
            <a:prstDash val="dash"/>
          </a:ln>
        </p:spPr>
      </p:sp>
      <p:sp>
        <p:nvSpPr>
          <p:cNvPr id="111" name="path-111">
            <a:extLst xmlns:a="http://schemas.openxmlformats.org/drawingml/2006/main">
              <a:ext uri="{FF2B5EF4-FFF2-40B4-BE49-F238E27FC236}">
                <a16:creationId xmlns:a16="http://schemas.microsoft.com/office/drawing/2014/main" id="{34DA9659-6D27-4F05-876B-53DE6437B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"/>
            <a:ext cx="5829300" cy="3848100"/>
          </a:xfrm>
          <a:custGeom xmlns:a="http://schemas.openxmlformats.org/drawingml/2006/main">
            <a:pathLst>
              <a:path w="5829300" h="3848100">
                <a:moveTo>
                  <a:pt x="0" y="3657600"/>
                </a:moveTo>
                <a:lnTo>
                  <a:pt x="4200525" y="3657600"/>
                </a:lnTo>
                <a:lnTo>
                  <a:pt x="4200525" y="3848100"/>
                </a:lnTo>
                <a:lnTo>
                  <a:pt x="5791200" y="3848100"/>
                </a:lnTo>
                <a:lnTo>
                  <a:pt x="5829300" y="3771900"/>
                </a:lnTo>
                <a:lnTo>
                  <a:pt x="5829300" y="85725"/>
                </a:lnTo>
                <a:lnTo>
                  <a:pt x="5762625" y="0"/>
                </a:lnTo>
                <a:lnTo>
                  <a:pt x="431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C19377"/>
            </a:solidFill>
            <a:prstDash val="dash"/>
          </a:ln>
        </p:spPr>
      </p:sp>
      <p:sp>
        <p:nvSpPr>
          <p:cNvPr id="112" name="AI-042-112">
            <a:extLst xmlns:a="http://schemas.openxmlformats.org/drawingml/2006/main">
              <a:ext uri="{FF2B5EF4-FFF2-40B4-BE49-F238E27FC236}">
                <a16:creationId xmlns:a16="http://schemas.microsoft.com/office/drawing/2014/main" id="{6D0BD5EB-B173-4CFA-97B5-C4D11135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9525"/>
            <a:ext cx="1790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C1937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C19377"/>
                </a:solidFill>
                <a:latin typeface="Arial"/>
                <a:ea typeface="Arial"/>
                <a:cs typeface="Arial"/>
              </a:rPr>
              <a:t>Sparse Residual</a:t>
            </a:r>
          </a:p>
          <a:p xmlns:a="http://schemas.openxmlformats.org/drawingml/2006/main">
            <a:pPr algn="ctr">
              <a:defRPr sz="1500" b="0" i="0">
                <a:solidFill>
                  <a:srgbClr val="C19377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C19377"/>
                </a:solidFill>
                <a:latin typeface="Arial"/>
                <a:ea typeface="Arial"/>
                <a:cs typeface="Arial"/>
              </a:rPr>
              <a:t>Autoencoding</a:t>
            </a:r>
          </a:p>
        </p:txBody>
      </p:sp>
      <p:sp>
        <p:nvSpPr>
          <p:cNvPr id="113" name="AI-042-113">
            <a:extLst xmlns:a="http://schemas.openxmlformats.org/drawingml/2006/main">
              <a:ext uri="{FF2B5EF4-FFF2-40B4-BE49-F238E27FC236}">
                <a16:creationId xmlns:a16="http://schemas.microsoft.com/office/drawing/2014/main" id="{ADF06186-E5E4-4CF0-A701-A8E4D781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2575" y="695325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114" name="line-114">
            <a:extLst xmlns:a="http://schemas.openxmlformats.org/drawingml/2006/main">
              <a:ext uri="{FF2B5EF4-FFF2-40B4-BE49-F238E27FC236}">
                <a16:creationId xmlns:a16="http://schemas.microsoft.com/office/drawing/2014/main" id="{72974B30-0F6A-47FE-B41E-584CB88E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9532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17145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15" name="line-115">
            <a:extLst xmlns:a="http://schemas.openxmlformats.org/drawingml/2006/main">
              <a:ext uri="{FF2B5EF4-FFF2-40B4-BE49-F238E27FC236}">
                <a16:creationId xmlns:a16="http://schemas.microsoft.com/office/drawing/2014/main" id="{1A061DAC-7B77-4B91-A92F-B7D571D8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723900"/>
            <a:ext cx="142875" cy="142875"/>
          </a:xfrm>
          <a:custGeom xmlns:a="http://schemas.openxmlformats.org/drawingml/2006/main">
            <a:pathLst>
              <a:path w="142875" h="142875">
                <a:moveTo>
                  <a:pt x="0" y="142875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16" name="line-116">
            <a:extLst xmlns:a="http://schemas.openxmlformats.org/drawingml/2006/main">
              <a:ext uri="{FF2B5EF4-FFF2-40B4-BE49-F238E27FC236}">
                <a16:creationId xmlns:a16="http://schemas.microsoft.com/office/drawing/2014/main" id="{D07203B8-7B07-455E-A9A8-2D7CDC65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752475"/>
            <a:ext cx="114300" cy="114300"/>
          </a:xfrm>
          <a:custGeom xmlns:a="http://schemas.openxmlformats.org/drawingml/2006/main">
            <a:pathLst>
              <a:path w="114300" h="114300">
                <a:moveTo>
                  <a:pt x="0" y="11430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17" name="line-117">
            <a:extLst xmlns:a="http://schemas.openxmlformats.org/drawingml/2006/main">
              <a:ext uri="{FF2B5EF4-FFF2-40B4-BE49-F238E27FC236}">
                <a16:creationId xmlns:a16="http://schemas.microsoft.com/office/drawing/2014/main" id="{875B0427-F0AC-4BE2-BEC8-7AEF4C8D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781050"/>
            <a:ext cx="85725" cy="85725"/>
          </a:xfrm>
          <a:custGeom xmlns:a="http://schemas.openxmlformats.org/drawingml/2006/main">
            <a:pathLst>
              <a:path w="85725" h="85725">
                <a:moveTo>
                  <a:pt x="0" y="85725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18" name="line-118">
            <a:extLst xmlns:a="http://schemas.openxmlformats.org/drawingml/2006/main">
              <a:ext uri="{FF2B5EF4-FFF2-40B4-BE49-F238E27FC236}">
                <a16:creationId xmlns:a16="http://schemas.microsoft.com/office/drawing/2014/main" id="{D1E27EFF-E056-4983-BD7A-B93F1C89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809625"/>
            <a:ext cx="57150" cy="57150"/>
          </a:xfrm>
          <a:custGeom xmlns:a="http://schemas.openxmlformats.org/drawingml/2006/main">
            <a:pathLst>
              <a:path w="57150" h="57150">
                <a:moveTo>
                  <a:pt x="0" y="5715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19" name="AI-042-119">
            <a:extLst xmlns:a="http://schemas.openxmlformats.org/drawingml/2006/main">
              <a:ext uri="{FF2B5EF4-FFF2-40B4-BE49-F238E27FC236}">
                <a16:creationId xmlns:a16="http://schemas.microsoft.com/office/drawing/2014/main" id="{A7B9A500-A74D-43D5-AE53-6251069C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0225" y="71437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68442E"/>
          </a:solidFill>
          <a:ln xmlns:a="http://schemas.openxmlformats.org/drawingml/2006/main" w="0">
            <a:noFill/>
          </a:ln>
        </p:spPr>
      </p:sp>
      <p:sp>
        <p:nvSpPr>
          <p:cNvPr id="120" name="AI-042-120">
            <a:extLst xmlns:a="http://schemas.openxmlformats.org/drawingml/2006/main">
              <a:ext uri="{FF2B5EF4-FFF2-40B4-BE49-F238E27FC236}">
                <a16:creationId xmlns:a16="http://schemas.microsoft.com/office/drawing/2014/main" id="{A77C28BD-FD09-4F07-8550-FE8DFCE3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0675" y="981075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121" name="AI-042-121">
            <a:extLst xmlns:a="http://schemas.openxmlformats.org/drawingml/2006/main">
              <a:ext uri="{FF2B5EF4-FFF2-40B4-BE49-F238E27FC236}">
                <a16:creationId xmlns:a16="http://schemas.microsoft.com/office/drawing/2014/main" id="{44BADC25-B259-4949-B46E-52EDBE7D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9275" y="981075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68442E"/>
          </a:solidFill>
          <a:ln xmlns:a="http://schemas.openxmlformats.org/drawingml/2006/main" w="0">
            <a:noFill/>
          </a:ln>
        </p:spPr>
      </p:sp>
      <p:sp>
        <p:nvSpPr>
          <p:cNvPr id="122" name="AI-042-122">
            <a:extLst xmlns:a="http://schemas.openxmlformats.org/drawingml/2006/main">
              <a:ext uri="{FF2B5EF4-FFF2-40B4-BE49-F238E27FC236}">
                <a16:creationId xmlns:a16="http://schemas.microsoft.com/office/drawing/2014/main" id="{85663FA8-4032-4797-BF99-E9E1C765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67375" y="981075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B17E60"/>
          </a:solidFill>
          <a:ln xmlns:a="http://schemas.openxmlformats.org/drawingml/2006/main" w="0">
            <a:noFill/>
          </a:ln>
        </p:spPr>
      </p:sp>
      <p:sp>
        <p:nvSpPr>
          <p:cNvPr id="123" name="line-123">
            <a:extLst xmlns:a="http://schemas.openxmlformats.org/drawingml/2006/main">
              <a:ext uri="{FF2B5EF4-FFF2-40B4-BE49-F238E27FC236}">
                <a16:creationId xmlns:a16="http://schemas.microsoft.com/office/drawing/2014/main" id="{995EFEEC-FBF6-47F8-ADEB-54BFC3B7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981075"/>
            <a:ext cx="171450" cy="171450"/>
          </a:xfrm>
          <a:custGeom xmlns:a="http://schemas.openxmlformats.org/drawingml/2006/main">
            <a:pathLst>
              <a:path w="171450" h="171450">
                <a:moveTo>
                  <a:pt x="0" y="171450"/>
                </a:moveTo>
                <a:lnTo>
                  <a:pt x="1714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24" name="line-124">
            <a:extLst xmlns:a="http://schemas.openxmlformats.org/drawingml/2006/main">
              <a:ext uri="{FF2B5EF4-FFF2-40B4-BE49-F238E27FC236}">
                <a16:creationId xmlns:a16="http://schemas.microsoft.com/office/drawing/2014/main" id="{BF36DCF5-C43C-4756-9607-EBC33579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009650"/>
            <a:ext cx="142875" cy="142875"/>
          </a:xfrm>
          <a:custGeom xmlns:a="http://schemas.openxmlformats.org/drawingml/2006/main">
            <a:pathLst>
              <a:path w="142875" h="142875">
                <a:moveTo>
                  <a:pt x="0" y="142875"/>
                </a:moveTo>
                <a:lnTo>
                  <a:pt x="142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25" name="line-125">
            <a:extLst xmlns:a="http://schemas.openxmlformats.org/drawingml/2006/main">
              <a:ext uri="{FF2B5EF4-FFF2-40B4-BE49-F238E27FC236}">
                <a16:creationId xmlns:a16="http://schemas.microsoft.com/office/drawing/2014/main" id="{19CB682C-4738-401F-AA7B-A7FA613E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038225"/>
            <a:ext cx="114300" cy="114300"/>
          </a:xfrm>
          <a:custGeom xmlns:a="http://schemas.openxmlformats.org/drawingml/2006/main">
            <a:pathLst>
              <a:path w="114300" h="114300">
                <a:moveTo>
                  <a:pt x="0" y="11430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26" name="line-126">
            <a:extLst xmlns:a="http://schemas.openxmlformats.org/drawingml/2006/main">
              <a:ext uri="{FF2B5EF4-FFF2-40B4-BE49-F238E27FC236}">
                <a16:creationId xmlns:a16="http://schemas.microsoft.com/office/drawing/2014/main" id="{FB6C331B-DC0A-48E8-9D69-CF5F03A2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1066800"/>
            <a:ext cx="85725" cy="85725"/>
          </a:xfrm>
          <a:custGeom xmlns:a="http://schemas.openxmlformats.org/drawingml/2006/main">
            <a:pathLst>
              <a:path w="85725" h="85725">
                <a:moveTo>
                  <a:pt x="0" y="85725"/>
                </a:moveTo>
                <a:lnTo>
                  <a:pt x="85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27" name="line-127">
            <a:extLst xmlns:a="http://schemas.openxmlformats.org/drawingml/2006/main">
              <a:ext uri="{FF2B5EF4-FFF2-40B4-BE49-F238E27FC236}">
                <a16:creationId xmlns:a16="http://schemas.microsoft.com/office/drawing/2014/main" id="{839FD398-8894-4D9A-A676-7CEA372C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095375"/>
            <a:ext cx="57150" cy="57150"/>
          </a:xfrm>
          <a:custGeom xmlns:a="http://schemas.openxmlformats.org/drawingml/2006/main">
            <a:pathLst>
              <a:path w="57150" h="57150">
                <a:moveTo>
                  <a:pt x="0" y="57150"/>
                </a:moveTo>
                <a:lnTo>
                  <a:pt x="57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28" name="line-128">
            <a:extLst xmlns:a="http://schemas.openxmlformats.org/drawingml/2006/main">
              <a:ext uri="{FF2B5EF4-FFF2-40B4-BE49-F238E27FC236}">
                <a16:creationId xmlns:a16="http://schemas.microsoft.com/office/drawing/2014/main" id="{E721F2EA-ACFA-4EFE-8AF8-B14728B6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343025"/>
            <a:ext cx="10" cy="781050"/>
          </a:xfrm>
          <a:custGeom xmlns:a="http://schemas.openxmlformats.org/drawingml/2006/main">
            <a:pathLst>
              <a:path w="10" h="781050">
                <a:moveTo>
                  <a:pt x="0" y="0"/>
                </a:moveTo>
                <a:lnTo>
                  <a:pt x="0" y="781050"/>
                </a:lnTo>
              </a:path>
            </a:pathLst>
          </a:custGeom>
          <a:noFill xmlns:a="http://schemas.openxmlformats.org/drawingml/2006/main"/>
          <a:ln xmlns:a="http://schemas.openxmlformats.org/drawingml/2006/main" w="36195">
            <a:solidFill>
              <a:srgbClr val="68442E"/>
            </a:solidFill>
          </a:ln>
        </p:spPr>
      </p:sp>
      <p:sp>
        <p:nvSpPr>
          <p:cNvPr id="129" name="path-129">
            <a:extLst xmlns:a="http://schemas.openxmlformats.org/drawingml/2006/main">
              <a:ext uri="{FF2B5EF4-FFF2-40B4-BE49-F238E27FC236}">
                <a16:creationId xmlns:a16="http://schemas.microsoft.com/office/drawing/2014/main" id="{380AFBF0-9165-4E7D-8C9D-AC40148E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501" y="2011522"/>
            <a:ext cx="103238" cy="112553"/>
          </a:xfrm>
          <a:custGeom xmlns:a="http://schemas.openxmlformats.org/drawingml/2006/main">
            <a:pathLst>
              <a:path w="103238" h="112553">
                <a:moveTo>
                  <a:pt x="51619" y="112553"/>
                </a:moveTo>
                <a:lnTo>
                  <a:pt x="0" y="0"/>
                </a:lnTo>
                <a:lnTo>
                  <a:pt x="103238" y="0"/>
                </a:lnTo>
                <a:close/>
              </a:path>
            </a:pathLst>
          </a:custGeom>
          <a:solidFill xmlns:a="http://schemas.openxmlformats.org/drawingml/2006/main">
            <a:srgbClr val="68442E"/>
          </a:solidFill>
          <a:ln xmlns:a="http://schemas.openxmlformats.org/drawingml/2006/main" w="36195">
            <a:solidFill>
              <a:srgbClr val="68442E"/>
            </a:solidFill>
          </a:ln>
        </p:spPr>
      </p:sp>
      <p:sp>
        <p:nvSpPr>
          <p:cNvPr id="130" name="line-130">
            <a:extLst xmlns:a="http://schemas.openxmlformats.org/drawingml/2006/main">
              <a:ext uri="{FF2B5EF4-FFF2-40B4-BE49-F238E27FC236}">
                <a16:creationId xmlns:a16="http://schemas.microsoft.com/office/drawing/2014/main" id="{06189A12-9A7A-4D6F-9A0C-192277B8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133" y="1352550"/>
            <a:ext cx="10" cy="771525"/>
          </a:xfrm>
          <a:custGeom xmlns:a="http://schemas.openxmlformats.org/drawingml/2006/main">
            <a:pathLst>
              <a:path w="10" h="771525">
                <a:moveTo>
                  <a:pt x="0" y="7715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195">
            <a:solidFill>
              <a:srgbClr val="68442E"/>
            </a:solidFill>
          </a:ln>
        </p:spPr>
      </p:sp>
      <p:sp>
        <p:nvSpPr>
          <p:cNvPr id="131" name="path-131">
            <a:extLst xmlns:a="http://schemas.openxmlformats.org/drawingml/2006/main">
              <a:ext uri="{FF2B5EF4-FFF2-40B4-BE49-F238E27FC236}">
                <a16:creationId xmlns:a16="http://schemas.microsoft.com/office/drawing/2014/main" id="{58D63A6B-7CD5-4B35-943D-29C19E454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513" y="1352550"/>
            <a:ext cx="103238" cy="112553"/>
          </a:xfrm>
          <a:custGeom xmlns:a="http://schemas.openxmlformats.org/drawingml/2006/main">
            <a:pathLst>
              <a:path w="103238" h="112553">
                <a:moveTo>
                  <a:pt x="51619" y="0"/>
                </a:moveTo>
                <a:lnTo>
                  <a:pt x="103238" y="112553"/>
                </a:lnTo>
                <a:lnTo>
                  <a:pt x="0" y="112553"/>
                </a:lnTo>
                <a:close/>
              </a:path>
            </a:pathLst>
          </a:custGeom>
          <a:solidFill xmlns:a="http://schemas.openxmlformats.org/drawingml/2006/main">
            <a:srgbClr val="68442E"/>
          </a:solidFill>
          <a:ln xmlns:a="http://schemas.openxmlformats.org/drawingml/2006/main" w="36195">
            <a:solidFill>
              <a:srgbClr val="68442E"/>
            </a:solidFill>
          </a:ln>
        </p:spPr>
      </p:sp>
      <p:sp>
        <p:nvSpPr>
          <p:cNvPr id="132" name="AI-042-132">
            <a:extLst xmlns:a="http://schemas.openxmlformats.org/drawingml/2006/main">
              <a:ext uri="{FF2B5EF4-FFF2-40B4-BE49-F238E27FC236}">
                <a16:creationId xmlns:a16="http://schemas.microsoft.com/office/drawing/2014/main" id="{4CBAC6D3-42AB-4F4F-AF2D-DCCFC0C6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048250" y="1543050"/>
            <a:ext cx="7524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Spatial to Ch.</a:t>
            </a:r>
          </a:p>
        </p:txBody>
      </p:sp>
      <p:sp>
        <p:nvSpPr>
          <p:cNvPr id="133" name="AI-042-133">
            <a:extLst xmlns:a="http://schemas.openxmlformats.org/drawingml/2006/main">
              <a:ext uri="{FF2B5EF4-FFF2-40B4-BE49-F238E27FC236}">
                <a16:creationId xmlns:a16="http://schemas.microsoft.com/office/drawing/2014/main" id="{0EC09B9C-DB07-46C7-A55E-A5FB72F0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381625" y="1543050"/>
            <a:ext cx="8382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Ch. to Spatial</a:t>
            </a:r>
          </a:p>
        </p:txBody>
      </p:sp>
      <p:sp>
        <p:nvSpPr>
          <p:cNvPr id="134" name="AI-042-134">
            <a:extLst xmlns:a="http://schemas.openxmlformats.org/drawingml/2006/main">
              <a:ext uri="{FF2B5EF4-FFF2-40B4-BE49-F238E27FC236}">
                <a16:creationId xmlns:a16="http://schemas.microsoft.com/office/drawing/2014/main" id="{06DC09D5-5C51-4313-8458-1AFDF6F8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62575" y="245745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135" name="line-135">
            <a:extLst xmlns:a="http://schemas.openxmlformats.org/drawingml/2006/main">
              <a:ext uri="{FF2B5EF4-FFF2-40B4-BE49-F238E27FC236}">
                <a16:creationId xmlns:a16="http://schemas.microsoft.com/office/drawing/2014/main" id="{479F64C9-46A1-4605-90F9-CA0EDB39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57450"/>
            <a:ext cx="180975" cy="180975"/>
          </a:xfrm>
          <a:custGeom xmlns:a="http://schemas.openxmlformats.org/drawingml/2006/main">
            <a:pathLst>
              <a:path w="180975" h="180975">
                <a:moveTo>
                  <a:pt x="0" y="180975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36" name="line-136">
            <a:extLst xmlns:a="http://schemas.openxmlformats.org/drawingml/2006/main">
              <a:ext uri="{FF2B5EF4-FFF2-40B4-BE49-F238E27FC236}">
                <a16:creationId xmlns:a16="http://schemas.microsoft.com/office/drawing/2014/main" id="{4D1854D9-1020-44CA-8D18-625032EA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486025"/>
            <a:ext cx="152400" cy="152400"/>
          </a:xfrm>
          <a:custGeom xmlns:a="http://schemas.openxmlformats.org/drawingml/2006/main">
            <a:pathLst>
              <a:path w="152400" h="152400">
                <a:moveTo>
                  <a:pt x="0" y="152400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37" name="line-137">
            <a:extLst xmlns:a="http://schemas.openxmlformats.org/drawingml/2006/main">
              <a:ext uri="{FF2B5EF4-FFF2-40B4-BE49-F238E27FC236}">
                <a16:creationId xmlns:a16="http://schemas.microsoft.com/office/drawing/2014/main" id="{4906AE42-3A43-461F-AE13-B86F2AF4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51460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123825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38" name="line-138">
            <a:extLst xmlns:a="http://schemas.openxmlformats.org/drawingml/2006/main">
              <a:ext uri="{FF2B5EF4-FFF2-40B4-BE49-F238E27FC236}">
                <a16:creationId xmlns:a16="http://schemas.microsoft.com/office/drawing/2014/main" id="{5F4F8ACB-2DB0-4150-B15F-8F8730D9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54317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9525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39" name="line-139">
            <a:extLst xmlns:a="http://schemas.openxmlformats.org/drawingml/2006/main">
              <a:ext uri="{FF2B5EF4-FFF2-40B4-BE49-F238E27FC236}">
                <a16:creationId xmlns:a16="http://schemas.microsoft.com/office/drawing/2014/main" id="{C5D453C3-22CB-43E1-80AB-8C99A350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71750"/>
            <a:ext cx="66675" cy="66675"/>
          </a:xfrm>
          <a:custGeom xmlns:a="http://schemas.openxmlformats.org/drawingml/2006/main">
            <a:pathLst>
              <a:path w="66675" h="66675">
                <a:moveTo>
                  <a:pt x="0" y="66675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0" name="AI-042-140">
            <a:extLst xmlns:a="http://schemas.openxmlformats.org/drawingml/2006/main">
              <a:ext uri="{FF2B5EF4-FFF2-40B4-BE49-F238E27FC236}">
                <a16:creationId xmlns:a16="http://schemas.microsoft.com/office/drawing/2014/main" id="{0EA7F592-45F4-4DCD-AD61-6DA3771E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9725" y="2400300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141" name="line-141">
            <a:extLst xmlns:a="http://schemas.openxmlformats.org/drawingml/2006/main">
              <a:ext uri="{FF2B5EF4-FFF2-40B4-BE49-F238E27FC236}">
                <a16:creationId xmlns:a16="http://schemas.microsoft.com/office/drawing/2014/main" id="{0E70373E-6913-45C0-8763-3E38006C7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00300"/>
            <a:ext cx="180975" cy="180975"/>
          </a:xfrm>
          <a:custGeom xmlns:a="http://schemas.openxmlformats.org/drawingml/2006/main">
            <a:pathLst>
              <a:path w="180975" h="180975">
                <a:moveTo>
                  <a:pt x="0" y="180975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2" name="line-142">
            <a:extLst xmlns:a="http://schemas.openxmlformats.org/drawingml/2006/main">
              <a:ext uri="{FF2B5EF4-FFF2-40B4-BE49-F238E27FC236}">
                <a16:creationId xmlns:a16="http://schemas.microsoft.com/office/drawing/2014/main" id="{530F96A1-9F0D-4E2D-A21E-F76539F1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428875"/>
            <a:ext cx="152400" cy="152400"/>
          </a:xfrm>
          <a:custGeom xmlns:a="http://schemas.openxmlformats.org/drawingml/2006/main">
            <a:pathLst>
              <a:path w="152400" h="152400">
                <a:moveTo>
                  <a:pt x="0" y="152400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3" name="line-143">
            <a:extLst xmlns:a="http://schemas.openxmlformats.org/drawingml/2006/main">
              <a:ext uri="{FF2B5EF4-FFF2-40B4-BE49-F238E27FC236}">
                <a16:creationId xmlns:a16="http://schemas.microsoft.com/office/drawing/2014/main" id="{88212B34-F7FC-434A-A47C-8C52B795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57450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123825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4" name="line-144">
            <a:extLst xmlns:a="http://schemas.openxmlformats.org/drawingml/2006/main">
              <a:ext uri="{FF2B5EF4-FFF2-40B4-BE49-F238E27FC236}">
                <a16:creationId xmlns:a16="http://schemas.microsoft.com/office/drawing/2014/main" id="{D103B507-E264-4ABA-BECD-62F2F668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48602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9525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5" name="line-145">
            <a:extLst xmlns:a="http://schemas.openxmlformats.org/drawingml/2006/main">
              <a:ext uri="{FF2B5EF4-FFF2-40B4-BE49-F238E27FC236}">
                <a16:creationId xmlns:a16="http://schemas.microsoft.com/office/drawing/2014/main" id="{8631305E-A20B-482E-AA72-60635A0F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14600"/>
            <a:ext cx="66675" cy="66675"/>
          </a:xfrm>
          <a:custGeom xmlns:a="http://schemas.openxmlformats.org/drawingml/2006/main">
            <a:pathLst>
              <a:path w="66675" h="66675">
                <a:moveTo>
                  <a:pt x="0" y="66675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6" name="AI-042-146">
            <a:extLst xmlns:a="http://schemas.openxmlformats.org/drawingml/2006/main">
              <a:ext uri="{FF2B5EF4-FFF2-40B4-BE49-F238E27FC236}">
                <a16:creationId xmlns:a16="http://schemas.microsoft.com/office/drawing/2014/main" id="{BB8900B3-88F8-4E8A-AB7A-C0E865A3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2333625"/>
            <a:ext cx="180975" cy="180975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C19377"/>
          </a:solidFill>
          <a:ln xmlns:a="http://schemas.openxmlformats.org/drawingml/2006/main" w="0">
            <a:noFill/>
          </a:ln>
        </p:spPr>
      </p:sp>
      <p:sp>
        <p:nvSpPr>
          <p:cNvPr id="147" name="line-147">
            <a:extLst xmlns:a="http://schemas.openxmlformats.org/drawingml/2006/main">
              <a:ext uri="{FF2B5EF4-FFF2-40B4-BE49-F238E27FC236}">
                <a16:creationId xmlns:a16="http://schemas.microsoft.com/office/drawing/2014/main" id="{2594E259-47D0-47D3-B032-F6AE53E2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33625"/>
            <a:ext cx="180975" cy="180975"/>
          </a:xfrm>
          <a:custGeom xmlns:a="http://schemas.openxmlformats.org/drawingml/2006/main">
            <a:pathLst>
              <a:path w="180975" h="180975">
                <a:moveTo>
                  <a:pt x="0" y="180975"/>
                </a:moveTo>
                <a:lnTo>
                  <a:pt x="180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8" name="line-148">
            <a:extLst xmlns:a="http://schemas.openxmlformats.org/drawingml/2006/main">
              <a:ext uri="{FF2B5EF4-FFF2-40B4-BE49-F238E27FC236}">
                <a16:creationId xmlns:a16="http://schemas.microsoft.com/office/drawing/2014/main" id="{9F76D2AA-130E-4783-A591-D69BBFF7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362200"/>
            <a:ext cx="152400" cy="152400"/>
          </a:xfrm>
          <a:custGeom xmlns:a="http://schemas.openxmlformats.org/drawingml/2006/main">
            <a:pathLst>
              <a:path w="152400" h="152400">
                <a:moveTo>
                  <a:pt x="0" y="152400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49" name="line-149">
            <a:extLst xmlns:a="http://schemas.openxmlformats.org/drawingml/2006/main">
              <a:ext uri="{FF2B5EF4-FFF2-40B4-BE49-F238E27FC236}">
                <a16:creationId xmlns:a16="http://schemas.microsoft.com/office/drawing/2014/main" id="{49CC8C9F-FD5D-4922-98B9-FD4320BF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90775"/>
            <a:ext cx="123825" cy="123825"/>
          </a:xfrm>
          <a:custGeom xmlns:a="http://schemas.openxmlformats.org/drawingml/2006/main">
            <a:pathLst>
              <a:path w="123825" h="123825">
                <a:moveTo>
                  <a:pt x="0" y="123825"/>
                </a:moveTo>
                <a:lnTo>
                  <a:pt x="123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50" name="line-150">
            <a:extLst xmlns:a="http://schemas.openxmlformats.org/drawingml/2006/main">
              <a:ext uri="{FF2B5EF4-FFF2-40B4-BE49-F238E27FC236}">
                <a16:creationId xmlns:a16="http://schemas.microsoft.com/office/drawing/2014/main" id="{69AF6925-176F-4A02-B64F-F921E979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41935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95250"/>
                </a:moveTo>
                <a:lnTo>
                  <a:pt x="95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51" name="line-151">
            <a:extLst xmlns:a="http://schemas.openxmlformats.org/drawingml/2006/main">
              <a:ext uri="{FF2B5EF4-FFF2-40B4-BE49-F238E27FC236}">
                <a16:creationId xmlns:a16="http://schemas.microsoft.com/office/drawing/2014/main" id="{C6EF3BE0-CB20-49C7-B178-0D79F009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47925"/>
            <a:ext cx="66675" cy="66675"/>
          </a:xfrm>
          <a:custGeom xmlns:a="http://schemas.openxmlformats.org/drawingml/2006/main">
            <a:pathLst>
              <a:path w="66675" h="66675">
                <a:moveTo>
                  <a:pt x="0" y="66675"/>
                </a:moveTo>
                <a:lnTo>
                  <a:pt x="66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52" name="AI-042-152">
            <a:extLst xmlns:a="http://schemas.openxmlformats.org/drawingml/2006/main">
              <a:ext uri="{FF2B5EF4-FFF2-40B4-BE49-F238E27FC236}">
                <a16:creationId xmlns:a16="http://schemas.microsoft.com/office/drawing/2014/main" id="{3F8A7540-5FF8-44FB-9822-B2E04725F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43550" y="2286000"/>
            <a:ext cx="190500" cy="190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68442E"/>
          </a:solidFill>
          <a:ln xmlns:a="http://schemas.openxmlformats.org/drawingml/2006/main" w="0">
            <a:noFill/>
          </a:ln>
        </p:spPr>
      </p:sp>
      <p:sp>
        <p:nvSpPr>
          <p:cNvPr id="153" name="line-153">
            <a:extLst xmlns:a="http://schemas.openxmlformats.org/drawingml/2006/main">
              <a:ext uri="{FF2B5EF4-FFF2-40B4-BE49-F238E27FC236}">
                <a16:creationId xmlns:a16="http://schemas.microsoft.com/office/drawing/2014/main" id="{3ECB6E51-A824-4B48-83E3-47842954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43225"/>
            <a:ext cx="10" cy="885825"/>
          </a:xfrm>
          <a:custGeom xmlns:a="http://schemas.openxmlformats.org/drawingml/2006/main">
            <a:pathLst>
              <a:path w="10" h="885825">
                <a:moveTo>
                  <a:pt x="0" y="0"/>
                </a:moveTo>
                <a:lnTo>
                  <a:pt x="0" y="885825"/>
                </a:lnTo>
              </a:path>
            </a:pathLst>
          </a:custGeom>
          <a:noFill xmlns:a="http://schemas.openxmlformats.org/drawingml/2006/main"/>
          <a:ln xmlns:a="http://schemas.openxmlformats.org/drawingml/2006/main" w="36195">
            <a:solidFill>
              <a:srgbClr val="68442E"/>
            </a:solidFill>
          </a:ln>
        </p:spPr>
      </p:sp>
      <p:sp>
        <p:nvSpPr>
          <p:cNvPr id="154" name="path-154">
            <a:extLst xmlns:a="http://schemas.openxmlformats.org/drawingml/2006/main">
              <a:ext uri="{FF2B5EF4-FFF2-40B4-BE49-F238E27FC236}">
                <a16:creationId xmlns:a16="http://schemas.microsoft.com/office/drawing/2014/main" id="{0EB0541A-95CD-40A5-B83F-DDCA9ED4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0501" y="3716497"/>
            <a:ext cx="103238" cy="112553"/>
          </a:xfrm>
          <a:custGeom xmlns:a="http://schemas.openxmlformats.org/drawingml/2006/main">
            <a:pathLst>
              <a:path w="103238" h="112553">
                <a:moveTo>
                  <a:pt x="51619" y="112553"/>
                </a:moveTo>
                <a:lnTo>
                  <a:pt x="0" y="0"/>
                </a:lnTo>
                <a:lnTo>
                  <a:pt x="103238" y="0"/>
                </a:lnTo>
                <a:close/>
              </a:path>
            </a:pathLst>
          </a:custGeom>
          <a:solidFill xmlns:a="http://schemas.openxmlformats.org/drawingml/2006/main">
            <a:srgbClr val="68442E"/>
          </a:solidFill>
          <a:ln xmlns:a="http://schemas.openxmlformats.org/drawingml/2006/main" w="36195">
            <a:solidFill>
              <a:srgbClr val="68442E"/>
            </a:solidFill>
          </a:ln>
        </p:spPr>
      </p:sp>
      <p:sp>
        <p:nvSpPr>
          <p:cNvPr id="155" name="line-155">
            <a:extLst xmlns:a="http://schemas.openxmlformats.org/drawingml/2006/main">
              <a:ext uri="{FF2B5EF4-FFF2-40B4-BE49-F238E27FC236}">
                <a16:creationId xmlns:a16="http://schemas.microsoft.com/office/drawing/2014/main" id="{5FAEBC41-0B45-4A4E-A486-857C24A0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133" y="2943225"/>
            <a:ext cx="10" cy="885825"/>
          </a:xfrm>
          <a:custGeom xmlns:a="http://schemas.openxmlformats.org/drawingml/2006/main">
            <a:pathLst>
              <a:path w="10" h="885825">
                <a:moveTo>
                  <a:pt x="0" y="8858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195">
            <a:solidFill>
              <a:srgbClr val="68442E"/>
            </a:solidFill>
          </a:ln>
        </p:spPr>
      </p:sp>
      <p:sp>
        <p:nvSpPr>
          <p:cNvPr id="156" name="path-156">
            <a:extLst xmlns:a="http://schemas.openxmlformats.org/drawingml/2006/main">
              <a:ext uri="{FF2B5EF4-FFF2-40B4-BE49-F238E27FC236}">
                <a16:creationId xmlns:a16="http://schemas.microsoft.com/office/drawing/2014/main" id="{7AF88079-7B2A-4C39-B21B-7E63BDB9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0513" y="2943225"/>
            <a:ext cx="103238" cy="112553"/>
          </a:xfrm>
          <a:custGeom xmlns:a="http://schemas.openxmlformats.org/drawingml/2006/main">
            <a:pathLst>
              <a:path w="103238" h="112553">
                <a:moveTo>
                  <a:pt x="51619" y="0"/>
                </a:moveTo>
                <a:lnTo>
                  <a:pt x="103238" y="112553"/>
                </a:lnTo>
                <a:lnTo>
                  <a:pt x="0" y="112553"/>
                </a:lnTo>
                <a:close/>
              </a:path>
            </a:pathLst>
          </a:custGeom>
          <a:solidFill xmlns:a="http://schemas.openxmlformats.org/drawingml/2006/main">
            <a:srgbClr val="68442E"/>
          </a:solidFill>
          <a:ln xmlns:a="http://schemas.openxmlformats.org/drawingml/2006/main" w="36195">
            <a:solidFill>
              <a:srgbClr val="68442E"/>
            </a:solidFill>
          </a:ln>
        </p:spPr>
      </p:sp>
      <p:sp>
        <p:nvSpPr>
          <p:cNvPr id="157" name="AI-042-157">
            <a:extLst xmlns:a="http://schemas.openxmlformats.org/drawingml/2006/main">
              <a:ext uri="{FF2B5EF4-FFF2-40B4-BE49-F238E27FC236}">
                <a16:creationId xmlns:a16="http://schemas.microsoft.com/office/drawing/2014/main" id="{789B612F-EABC-4BDF-86C6-EFF0BF99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914900" y="3124200"/>
            <a:ext cx="1019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Ch. Group Average</a:t>
            </a:r>
          </a:p>
        </p:txBody>
      </p:sp>
      <p:sp>
        <p:nvSpPr>
          <p:cNvPr id="158" name="AI-042-158">
            <a:extLst xmlns:a="http://schemas.openxmlformats.org/drawingml/2006/main">
              <a:ext uri="{FF2B5EF4-FFF2-40B4-BE49-F238E27FC236}">
                <a16:creationId xmlns:a16="http://schemas.microsoft.com/office/drawing/2014/main" id="{A6B2174C-1724-49D5-8BC5-EA54F2AC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429250" y="3133725"/>
            <a:ext cx="8191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Ch. Duplicate</a:t>
            </a:r>
          </a:p>
        </p:txBody>
      </p:sp>
      <p:sp>
        <p:nvSpPr>
          <p:cNvPr id="159" name="AI-042-159">
            <a:extLst xmlns:a="http://schemas.openxmlformats.org/drawingml/2006/main">
              <a:ext uri="{FF2B5EF4-FFF2-40B4-BE49-F238E27FC236}">
                <a16:creationId xmlns:a16="http://schemas.microsoft.com/office/drawing/2014/main" id="{BD8E84A3-B8AF-46D8-B5A1-D034BDE2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8775" y="4019550"/>
            <a:ext cx="219075" cy="2190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A47656"/>
          </a:solidFill>
          <a:ln xmlns:a="http://schemas.openxmlformats.org/drawingml/2006/main" w="0">
            <a:noFill/>
          </a:ln>
        </p:spPr>
      </p:sp>
      <p:sp>
        <p:nvSpPr>
          <p:cNvPr id="160" name="line-160">
            <a:extLst xmlns:a="http://schemas.openxmlformats.org/drawingml/2006/main">
              <a:ext uri="{FF2B5EF4-FFF2-40B4-BE49-F238E27FC236}">
                <a16:creationId xmlns:a16="http://schemas.microsoft.com/office/drawing/2014/main" id="{5A2DD4E5-F783-4B8E-A5DD-F5C38BF0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019550"/>
            <a:ext cx="219075" cy="219075"/>
          </a:xfrm>
          <a:custGeom xmlns:a="http://schemas.openxmlformats.org/drawingml/2006/main">
            <a:pathLst>
              <a:path w="219075" h="219075">
                <a:moveTo>
                  <a:pt x="0" y="219075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61" name="line-161">
            <a:extLst xmlns:a="http://schemas.openxmlformats.org/drawingml/2006/main">
              <a:ext uri="{FF2B5EF4-FFF2-40B4-BE49-F238E27FC236}">
                <a16:creationId xmlns:a16="http://schemas.microsoft.com/office/drawing/2014/main" id="{3E5FFCCA-BDAE-4620-B947-13D8DF68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4048125"/>
            <a:ext cx="190500" cy="190500"/>
          </a:xfrm>
          <a:custGeom xmlns:a="http://schemas.openxmlformats.org/drawingml/2006/main">
            <a:pathLst>
              <a:path w="190500" h="190500">
                <a:moveTo>
                  <a:pt x="0" y="19050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62" name="line-162">
            <a:extLst xmlns:a="http://schemas.openxmlformats.org/drawingml/2006/main">
              <a:ext uri="{FF2B5EF4-FFF2-40B4-BE49-F238E27FC236}">
                <a16:creationId xmlns:a16="http://schemas.microsoft.com/office/drawing/2014/main" id="{A09E1279-32CC-445C-BD32-D60F04B9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076700"/>
            <a:ext cx="161925" cy="161925"/>
          </a:xfrm>
          <a:custGeom xmlns:a="http://schemas.openxmlformats.org/drawingml/2006/main">
            <a:pathLst>
              <a:path w="161925" h="161925">
                <a:moveTo>
                  <a:pt x="0" y="161925"/>
                </a:moveTo>
                <a:lnTo>
                  <a:pt x="1619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63" name="line-163">
            <a:extLst xmlns:a="http://schemas.openxmlformats.org/drawingml/2006/main">
              <a:ext uri="{FF2B5EF4-FFF2-40B4-BE49-F238E27FC236}">
                <a16:creationId xmlns:a16="http://schemas.microsoft.com/office/drawing/2014/main" id="{3111E706-D69C-4984-99AF-606187F1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4105275"/>
            <a:ext cx="133350" cy="133350"/>
          </a:xfrm>
          <a:custGeom xmlns:a="http://schemas.openxmlformats.org/drawingml/2006/main">
            <a:pathLst>
              <a:path w="133350" h="133350">
                <a:moveTo>
                  <a:pt x="0" y="133350"/>
                </a:moveTo>
                <a:lnTo>
                  <a:pt x="1333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64" name="line-164">
            <a:extLst xmlns:a="http://schemas.openxmlformats.org/drawingml/2006/main">
              <a:ext uri="{FF2B5EF4-FFF2-40B4-BE49-F238E27FC236}">
                <a16:creationId xmlns:a16="http://schemas.microsoft.com/office/drawing/2014/main" id="{2BA13D63-F228-464A-92EA-0F6AED9E9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133850"/>
            <a:ext cx="104775" cy="104775"/>
          </a:xfrm>
          <a:custGeom xmlns:a="http://schemas.openxmlformats.org/drawingml/2006/main">
            <a:pathLst>
              <a:path w="104775" h="104775">
                <a:moveTo>
                  <a:pt x="0" y="104775"/>
                </a:moveTo>
                <a:lnTo>
                  <a:pt x="104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620">
            <a:solidFill>
              <a:srgbClr val="FFFFFF"/>
            </a:solidFill>
          </a:ln>
        </p:spPr>
      </p:sp>
      <p:sp>
        <p:nvSpPr>
          <p:cNvPr id="165" name="AI-042-165">
            <a:extLst xmlns:a="http://schemas.openxmlformats.org/drawingml/2006/main">
              <a:ext uri="{FF2B5EF4-FFF2-40B4-BE49-F238E27FC236}">
                <a16:creationId xmlns:a16="http://schemas.microsoft.com/office/drawing/2014/main" id="{1C53C6E0-1390-4D73-865D-4A7F95E1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6465" y="1777365"/>
            <a:ext cx="280035" cy="14830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3C5"/>
          </a:solidFill>
          <a:ln xmlns:a="http://schemas.openxmlformats.org/drawingml/2006/main" w="0">
            <a:noFill/>
          </a:ln>
        </p:spPr>
      </p:sp>
      <p:sp>
        <p:nvSpPr>
          <p:cNvPr id="166" name="AI-042-166">
            <a:extLst xmlns:a="http://schemas.openxmlformats.org/drawingml/2006/main">
              <a:ext uri="{FF2B5EF4-FFF2-40B4-BE49-F238E27FC236}">
                <a16:creationId xmlns:a16="http://schemas.microsoft.com/office/drawing/2014/main" id="{46C95498-47B8-448F-B148-8F8CCDC3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384483" y="2438400"/>
            <a:ext cx="1524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Downsample Block</a:t>
            </a:r>
          </a:p>
        </p:txBody>
      </p:sp>
      <p:sp>
        <p:nvSpPr>
          <p:cNvPr id="167" name="AI-042-167">
            <a:extLst xmlns:a="http://schemas.openxmlformats.org/drawingml/2006/main">
              <a:ext uri="{FF2B5EF4-FFF2-40B4-BE49-F238E27FC236}">
                <a16:creationId xmlns:a16="http://schemas.microsoft.com/office/drawing/2014/main" id="{2AE68037-8FE6-4282-8707-85825EA9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1781175"/>
            <a:ext cx="2857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9CD"/>
          </a:solidFill>
          <a:ln xmlns:a="http://schemas.openxmlformats.org/drawingml/2006/main" w="0">
            <a:noFill/>
          </a:ln>
        </p:spPr>
      </p:sp>
      <p:sp>
        <p:nvSpPr>
          <p:cNvPr id="168" name="AI-042-168">
            <a:extLst xmlns:a="http://schemas.openxmlformats.org/drawingml/2006/main">
              <a:ext uri="{FF2B5EF4-FFF2-40B4-BE49-F238E27FC236}">
                <a16:creationId xmlns:a16="http://schemas.microsoft.com/office/drawing/2014/main" id="{233B17A1-D4C0-44E1-B6C1-E0D0B8F1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5810250" y="2447925"/>
            <a:ext cx="1333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Upsample Block</a:t>
            </a:r>
          </a:p>
        </p:txBody>
      </p:sp>
      <p:sp>
        <p:nvSpPr>
          <p:cNvPr id="169" name="path-169">
            <a:extLst xmlns:a="http://schemas.openxmlformats.org/drawingml/2006/main">
              <a:ext uri="{FF2B5EF4-FFF2-40B4-BE49-F238E27FC236}">
                <a16:creationId xmlns:a16="http://schemas.microsoft.com/office/drawing/2014/main" id="{F0B70725-2ECD-4636-98F5-A98944879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885" y="845820"/>
            <a:ext cx="554355" cy="817245"/>
          </a:xfrm>
          <a:custGeom xmlns:a="http://schemas.openxmlformats.org/drawingml/2006/main">
            <a:pathLst>
              <a:path w="554355" h="817245">
                <a:moveTo>
                  <a:pt x="554355" y="817245"/>
                </a:moveTo>
                <a:lnTo>
                  <a:pt x="554355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195">
            <a:solidFill>
              <a:srgbClr val="68442E"/>
            </a:solidFill>
          </a:ln>
        </p:spPr>
      </p:sp>
      <p:sp>
        <p:nvSpPr>
          <p:cNvPr id="170" name="path-170">
            <a:extLst xmlns:a="http://schemas.openxmlformats.org/drawingml/2006/main">
              <a:ext uri="{FF2B5EF4-FFF2-40B4-BE49-F238E27FC236}">
                <a16:creationId xmlns:a16="http://schemas.microsoft.com/office/drawing/2014/main" id="{26C87BD7-2897-4959-83E3-EA636ECA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7885" y="785813"/>
            <a:ext cx="105728" cy="120015"/>
          </a:xfrm>
          <a:custGeom xmlns:a="http://schemas.openxmlformats.org/drawingml/2006/main">
            <a:pathLst>
              <a:path w="105728" h="120015">
                <a:moveTo>
                  <a:pt x="105728" y="0"/>
                </a:moveTo>
                <a:lnTo>
                  <a:pt x="0" y="60007"/>
                </a:lnTo>
                <a:lnTo>
                  <a:pt x="105728" y="120015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68442E"/>
            </a:solidFill>
          </a:ln>
        </p:spPr>
      </p:sp>
      <p:sp>
        <p:nvSpPr>
          <p:cNvPr id="171" name="path-171">
            <a:extLst xmlns:a="http://schemas.openxmlformats.org/drawingml/2006/main">
              <a:ext uri="{FF2B5EF4-FFF2-40B4-BE49-F238E27FC236}">
                <a16:creationId xmlns:a16="http://schemas.microsoft.com/office/drawing/2014/main" id="{69195C5D-3A56-4D8C-8B2D-4594FC69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0743" y="951548"/>
            <a:ext cx="211455" cy="734378"/>
          </a:xfrm>
          <a:custGeom xmlns:a="http://schemas.openxmlformats.org/drawingml/2006/main">
            <a:pathLst>
              <a:path w="211455" h="734378">
                <a:moveTo>
                  <a:pt x="0" y="0"/>
                </a:moveTo>
                <a:lnTo>
                  <a:pt x="211455" y="0"/>
                </a:lnTo>
                <a:lnTo>
                  <a:pt x="211455" y="734378"/>
                </a:lnTo>
              </a:path>
            </a:pathLst>
          </a:custGeom>
          <a:noFill xmlns:a="http://schemas.openxmlformats.org/drawingml/2006/main"/>
          <a:ln xmlns:a="http://schemas.openxmlformats.org/drawingml/2006/main" w="36195">
            <a:solidFill>
              <a:srgbClr val="68442E"/>
            </a:solidFill>
          </a:ln>
        </p:spPr>
      </p:sp>
      <p:sp>
        <p:nvSpPr>
          <p:cNvPr id="172" name="path-172">
            <a:extLst xmlns:a="http://schemas.openxmlformats.org/drawingml/2006/main">
              <a:ext uri="{FF2B5EF4-FFF2-40B4-BE49-F238E27FC236}">
                <a16:creationId xmlns:a16="http://schemas.microsoft.com/office/drawing/2014/main" id="{D388B45B-2F86-4541-91DA-FCFCC0F2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2190" y="1576388"/>
            <a:ext cx="120015" cy="109538"/>
          </a:xfrm>
          <a:custGeom xmlns:a="http://schemas.openxmlformats.org/drawingml/2006/main">
            <a:pathLst>
              <a:path w="120015" h="109538">
                <a:moveTo>
                  <a:pt x="0" y="0"/>
                </a:moveTo>
                <a:lnTo>
                  <a:pt x="60007" y="109538"/>
                </a:lnTo>
                <a:lnTo>
                  <a:pt x="120015" y="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68442E"/>
            </a:solidFill>
          </a:ln>
        </p:spPr>
      </p:sp>
      <p:sp>
        <p:nvSpPr>
          <p:cNvPr id="173" name="path-173">
            <a:extLst xmlns:a="http://schemas.openxmlformats.org/drawingml/2006/main">
              <a:ext uri="{FF2B5EF4-FFF2-40B4-BE49-F238E27FC236}">
                <a16:creationId xmlns:a16="http://schemas.microsoft.com/office/drawing/2014/main" id="{F7283EF7-2F3A-4459-B7D6-2722D027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298" y="3326130"/>
            <a:ext cx="331470" cy="728663"/>
          </a:xfrm>
          <a:custGeom xmlns:a="http://schemas.openxmlformats.org/drawingml/2006/main">
            <a:pathLst>
              <a:path w="331470" h="728663">
                <a:moveTo>
                  <a:pt x="331470" y="0"/>
                </a:moveTo>
                <a:lnTo>
                  <a:pt x="331470" y="728663"/>
                </a:lnTo>
                <a:lnTo>
                  <a:pt x="0" y="728663"/>
                </a:lnTo>
              </a:path>
            </a:pathLst>
          </a:custGeom>
          <a:noFill xmlns:a="http://schemas.openxmlformats.org/drawingml/2006/main"/>
          <a:ln xmlns:a="http://schemas.openxmlformats.org/drawingml/2006/main" w="36195">
            <a:solidFill>
              <a:srgbClr val="68442E"/>
            </a:solidFill>
          </a:ln>
        </p:spPr>
      </p:sp>
      <p:sp>
        <p:nvSpPr>
          <p:cNvPr id="174" name="path-174">
            <a:extLst xmlns:a="http://schemas.openxmlformats.org/drawingml/2006/main">
              <a:ext uri="{FF2B5EF4-FFF2-40B4-BE49-F238E27FC236}">
                <a16:creationId xmlns:a16="http://schemas.microsoft.com/office/drawing/2014/main" id="{D4C1877C-6F43-437A-A8CD-537F7300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9298" y="3994785"/>
            <a:ext cx="110490" cy="120015"/>
          </a:xfrm>
          <a:custGeom xmlns:a="http://schemas.openxmlformats.org/drawingml/2006/main">
            <a:pathLst>
              <a:path w="110490" h="120015">
                <a:moveTo>
                  <a:pt x="110490" y="0"/>
                </a:moveTo>
                <a:lnTo>
                  <a:pt x="0" y="60008"/>
                </a:lnTo>
                <a:lnTo>
                  <a:pt x="110490" y="120015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68442E"/>
            </a:solidFill>
          </a:ln>
        </p:spPr>
      </p:sp>
      <p:sp>
        <p:nvSpPr>
          <p:cNvPr id="175" name="path-175">
            <a:extLst xmlns:a="http://schemas.openxmlformats.org/drawingml/2006/main">
              <a:ext uri="{FF2B5EF4-FFF2-40B4-BE49-F238E27FC236}">
                <a16:creationId xmlns:a16="http://schemas.microsoft.com/office/drawing/2014/main" id="{F6B6E675-ECF9-4774-AA18-3B790864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3578" y="3386138"/>
            <a:ext cx="742950" cy="782955"/>
          </a:xfrm>
          <a:custGeom xmlns:a="http://schemas.openxmlformats.org/drawingml/2006/main">
            <a:pathLst>
              <a:path w="742950" h="782955">
                <a:moveTo>
                  <a:pt x="0" y="782955"/>
                </a:moveTo>
                <a:lnTo>
                  <a:pt x="742950" y="782955"/>
                </a:lnTo>
                <a:lnTo>
                  <a:pt x="742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36195">
            <a:solidFill>
              <a:srgbClr val="68442E"/>
            </a:solidFill>
          </a:ln>
        </p:spPr>
      </p:sp>
      <p:sp>
        <p:nvSpPr>
          <p:cNvPr id="176" name="path-176">
            <a:extLst xmlns:a="http://schemas.openxmlformats.org/drawingml/2006/main">
              <a:ext uri="{FF2B5EF4-FFF2-40B4-BE49-F238E27FC236}">
                <a16:creationId xmlns:a16="http://schemas.microsoft.com/office/drawing/2014/main" id="{42F784F4-19AC-46EC-A1D1-231F7A95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663" y="3386138"/>
            <a:ext cx="125730" cy="114300"/>
          </a:xfrm>
          <a:custGeom xmlns:a="http://schemas.openxmlformats.org/drawingml/2006/main">
            <a:pathLst>
              <a:path w="125730" h="114300">
                <a:moveTo>
                  <a:pt x="0" y="114300"/>
                </a:moveTo>
                <a:lnTo>
                  <a:pt x="62865" y="0"/>
                </a:lnTo>
                <a:lnTo>
                  <a:pt x="125730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68442E"/>
            </a:solidFill>
          </a:ln>
        </p:spPr>
      </p:sp>
      <p:sp>
        <p:nvSpPr>
          <p:cNvPr id="177" name="AI-042-177">
            <a:extLst xmlns:a="http://schemas.openxmlformats.org/drawingml/2006/main">
              <a:ext uri="{FF2B5EF4-FFF2-40B4-BE49-F238E27FC236}">
                <a16:creationId xmlns:a16="http://schemas.microsoft.com/office/drawing/2014/main" id="{B6AE39BB-17D0-4AA6-94D0-10D6A77A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38850" y="676275"/>
            <a:ext cx="295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Add</a:t>
            </a:r>
          </a:p>
        </p:txBody>
      </p:sp>
      <p:sp>
        <p:nvSpPr>
          <p:cNvPr id="178" name="AI-042-178">
            <a:extLst xmlns:a="http://schemas.openxmlformats.org/drawingml/2006/main">
              <a:ext uri="{FF2B5EF4-FFF2-40B4-BE49-F238E27FC236}">
                <a16:creationId xmlns:a16="http://schemas.microsoft.com/office/drawing/2014/main" id="{43721751-627A-41EC-9DD5-44B9440A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3857625"/>
            <a:ext cx="295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68442E"/>
                </a:solidFill>
                <a:latin typeface="Arial"/>
                <a:ea typeface="Arial"/>
                <a:cs typeface="Arial"/>
              </a:defRPr>
            </a:pPr>
            <a:r>
              <a:rPr sz="750" b="1" i="0">
                <a:solidFill>
                  <a:srgbClr val="68442E"/>
                </a:solidFill>
                <a:latin typeface="Arial"/>
                <a:ea typeface="Arial"/>
                <a:cs typeface="Arial"/>
              </a:rPr>
              <a:t>Add</a:t>
            </a:r>
          </a:p>
        </p:txBody>
      </p:sp>
    </p:spTree>
    <p:extLst>
      <p:ext uri="{BB962C8B-B14F-4D97-AF65-F5344CB8AC3E}">
        <p14:creationId xmlns:p14="http://schemas.microsoft.com/office/powerpoint/2010/main" val="3496933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2026-09-05T18:09:10.1830000Z</dcterms:created>
  <dcterms:modified xsi:type="dcterms:W3CDTF">2026-09-05T18:09:10.1830000Z</dcterms:modified>
</coreProperties>
</file>